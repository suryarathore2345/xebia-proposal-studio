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svg" ContentType="image/svg+xml"/>
  <Override PartName="/ppt/media/image10.svg" ContentType="image/svg+xml"/>
  <Override PartName="/ppt/media/image11.svg" ContentType="image/svg+xml"/>
  <Override PartName="/ppt/media/image19.svg" ContentType="image/svg+xml"/>
  <Override PartName="/ppt/media/image2.svg" ContentType="image/svg+xml"/>
  <Override PartName="/ppt/media/image3.svg" ContentType="image/svg+xml"/>
  <Override PartName="/ppt/media/image4.svg" ContentType="image/svg+xml"/>
  <Override PartName="/ppt/media/image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5" r:id="rId5"/>
    <p:sldMasterId id="2147483740" r:id="rId6"/>
    <p:sldMasterId id="2147483773" r:id="rId7"/>
    <p:sldMasterId id="2147483932" r:id="rId8"/>
    <p:sldMasterId id="2147484008" r:id="rId9"/>
  </p:sldMasterIdLst>
  <p:notesMasterIdLst>
    <p:notesMasterId r:id="rId45"/>
  </p:notesMasterIdLst>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FCB3922-EF05-0BD7-D51A-A83BA3F6A64D}" name="Giovanni Lanzani" initials="GL" userId="S::Giovanni.Lanzani@xebia.com::92f41aeb-5281-4a38-82b5-6ab5fa2e91a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6C1D5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B9E93-E3EF-4316-AEBD-19690960B20E}" v="2" dt="2026-07-20T10:13:28.4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5/10/relationships/revisionInfo" Target="revisionInfo.xml"/><Relationship Id="rId51"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87805-E856-4E11-AD4B-E436E5A7F51F}"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8835B5-063C-4D53-8256-A84BF8FF9155}" type="slidenum">
              <a:rPr lang="en-IN" smtClean="0"/>
              <a:t>‹#›</a:t>
            </a:fld>
            <a:endParaRPr lang="en-IN"/>
          </a:p>
        </p:txBody>
      </p:sp>
    </p:spTree>
    <p:extLst>
      <p:ext uri="{BB962C8B-B14F-4D97-AF65-F5344CB8AC3E}">
        <p14:creationId xmlns:p14="http://schemas.microsoft.com/office/powerpoint/2010/main" val="1226179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svg"/><Relationship Id="rId3" Type="http://schemas.openxmlformats.org/officeDocument/2006/relationships/image" Target="../media/image10.sv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microsoft.com/office/2007/relationships/hdphoto" Target="../media/hdphoto1.wdp"/></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png"/><Relationship Id="rId3" Type="http://schemas.microsoft.com/office/2007/relationships/hdphoto" Target="../media/hdphoto2.wdp"/></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sv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slide" Target="../slides/slide9.xml"/><Relationship Id="rId3" Type="http://schemas.openxmlformats.org/officeDocument/2006/relationships/image" Target="../media/image19.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a:t>Title of the</a:t>
            </a:r>
            <a:br>
              <a:rPr lang="en-GB"/>
            </a:br>
            <a:r>
              <a:rPr lang="en-GB"/>
              <a:t>presentation</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343699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a:t>Title of the</a:t>
            </a:r>
            <a:br>
              <a:rPr lang="en-GB"/>
            </a:br>
            <a:r>
              <a:rPr lang="en-GB"/>
              <a:t>presentation</a:t>
            </a:r>
            <a:endParaRPr lang="en-PL"/>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2258994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0263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213655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GB"/>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59187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GB"/>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GB"/>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29946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99526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56CE5885-016D-EEFA-D050-D52E764F857A}"/>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GB"/>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GB"/>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GB"/>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GB"/>
              <a:t>Click to edit Master text styles</a:t>
            </a:r>
          </a:p>
          <a:p>
            <a:pPr lvl="1"/>
            <a:r>
              <a:rPr lang="en-GB"/>
              <a:t>Second level</a:t>
            </a:r>
          </a:p>
          <a:p>
            <a:pPr lvl="2"/>
            <a:r>
              <a:rPr lang="en-GB"/>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983317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lvl1pPr>
              <a:defRPr>
                <a:solidFill>
                  <a:schemeClr val="bg2"/>
                </a:solidFill>
              </a:defRPr>
            </a:lvl1p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GB"/>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GB"/>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GB"/>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705313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GB"/>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GB"/>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27623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GB"/>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GB"/>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GB"/>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479165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GB"/>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GB"/>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GB"/>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GB"/>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24193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GB"/>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GB"/>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GB"/>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GB"/>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800639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GB"/>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GB"/>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001595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GB"/>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GB"/>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GB"/>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03328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GB"/>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GB"/>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GB"/>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GB"/>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409032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GB"/>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675105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GB"/>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GB" noProof="0"/>
              <a:t>Click icon to add picture</a:t>
            </a:r>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992855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GB"/>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Tree>
    <p:extLst>
      <p:ext uri="{BB962C8B-B14F-4D97-AF65-F5344CB8AC3E}">
        <p14:creationId xmlns:p14="http://schemas.microsoft.com/office/powerpoint/2010/main" val="546906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GB"/>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Tree>
    <p:extLst>
      <p:ext uri="{BB962C8B-B14F-4D97-AF65-F5344CB8AC3E}">
        <p14:creationId xmlns:p14="http://schemas.microsoft.com/office/powerpoint/2010/main" val="37279977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GB"/>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Tree>
    <p:extLst>
      <p:ext uri="{BB962C8B-B14F-4D97-AF65-F5344CB8AC3E}">
        <p14:creationId xmlns:p14="http://schemas.microsoft.com/office/powerpoint/2010/main" val="3943125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GB"/>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GB"/>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Tree>
    <p:extLst>
      <p:ext uri="{BB962C8B-B14F-4D97-AF65-F5344CB8AC3E}">
        <p14:creationId xmlns:p14="http://schemas.microsoft.com/office/powerpoint/2010/main" val="32403820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GB" noProof="0"/>
              <a:t>Click icon to add picture</a:t>
            </a:r>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a:t>Title of contents</a:t>
            </a:r>
            <a:br>
              <a:rPr lang="en-GB"/>
            </a:br>
            <a:r>
              <a:rPr lang="en-GB"/>
              <a:t>max. 2 lines</a:t>
            </a:r>
            <a:endParaRPr lang="en-PL"/>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a:t>Chapter number</a:t>
            </a:r>
          </a:p>
        </p:txBody>
      </p:sp>
    </p:spTree>
    <p:extLst>
      <p:ext uri="{BB962C8B-B14F-4D97-AF65-F5344CB8AC3E}">
        <p14:creationId xmlns:p14="http://schemas.microsoft.com/office/powerpoint/2010/main" val="3278994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GB" noProof="0"/>
              <a:t>Click icon to add picture</a:t>
            </a:r>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58004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a:xfrm>
            <a:off x="11641138" y="6311096"/>
            <a:ext cx="550862" cy="546904"/>
          </a:xfrm>
          <a:prstGeom prst="rect">
            <a:avLst/>
          </a:prstGeom>
        </p:spPr>
        <p:txBody>
          <a:bodyPr/>
          <a:lstStyle>
            <a:lvl1pPr>
              <a:defRPr>
                <a:solidFill>
                  <a:schemeClr val="accent5"/>
                </a:solidFill>
              </a:defRPr>
            </a:lvl1pPr>
          </a:lstStyle>
          <a:p>
            <a:fld id="{4EE75B84-B7E0-4C4B-AC9D-894B0C074E7C}" type="slidenum">
              <a:rPr lang="en-PL" smtClean="0"/>
              <a:pPr/>
              <a:t>‹#›</a:t>
            </a:fld>
            <a:endParaRPr lang="en-PL"/>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a:t>Title of contents</a:t>
            </a:r>
            <a:endParaRPr lang="en-PL"/>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486265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a:xfrm>
            <a:off x="11641138" y="6311096"/>
            <a:ext cx="550862" cy="546904"/>
          </a:xfrm>
          <a:prstGeom prst="rect">
            <a:avLst/>
          </a:prstGeom>
        </p:spPr>
        <p:txBody>
          <a:bodyPr/>
          <a:lstStyle/>
          <a:p>
            <a:fld id="{B55D9570-D3FC-6D43-AC32-D988B1849109}" type="slidenum">
              <a:rPr lang="en-PL" smtClean="0"/>
              <a:pPr/>
              <a:t>‹#›</a:t>
            </a:fld>
            <a:endParaRPr lang="en-PL"/>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GB"/>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GB"/>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GB"/>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Tree>
    <p:extLst>
      <p:ext uri="{BB962C8B-B14F-4D97-AF65-F5344CB8AC3E}">
        <p14:creationId xmlns:p14="http://schemas.microsoft.com/office/powerpoint/2010/main" val="12532167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a:xfrm>
            <a:off x="11641138" y="6311096"/>
            <a:ext cx="550862" cy="546904"/>
          </a:xfrm>
          <a:prstGeom prst="rect">
            <a:avLst/>
          </a:prstGeom>
        </p:spPr>
        <p:txBody>
          <a:bodyPr/>
          <a:lstStyle/>
          <a:p>
            <a:fld id="{B55D9570-D3FC-6D43-AC32-D988B1849109}" type="slidenum">
              <a:rPr lang="en-PL" smtClean="0"/>
              <a:pPr/>
              <a:t>‹#›</a:t>
            </a:fld>
            <a:endParaRPr lang="en-PL"/>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GB"/>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GB"/>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GB"/>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GB"/>
              <a:t>Click icon to add picture</a:t>
            </a:r>
            <a:endParaRPr lang="en-PL"/>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GB"/>
              <a:t>Click icon to add picture</a:t>
            </a:r>
          </a:p>
        </p:txBody>
      </p:sp>
    </p:spTree>
    <p:extLst>
      <p:ext uri="{BB962C8B-B14F-4D97-AF65-F5344CB8AC3E}">
        <p14:creationId xmlns:p14="http://schemas.microsoft.com/office/powerpoint/2010/main" val="18817215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tx2"/>
                </a:solidFill>
              </a:rPr>
              <a:t>xebia.com</a:t>
            </a:r>
            <a:endParaRPr lang="en-GB" sz="180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5209212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accent3"/>
                </a:solidFill>
              </a:rPr>
              <a:t>xebia.com</a:t>
            </a:r>
            <a:endParaRPr lang="en-GB" sz="180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476737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ontent Title">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EE75B84-B7E0-4C4B-AC9D-894B0C074E7C}" type="slidenum">
              <a:rPr kumimoji="0" lang="en-PL" sz="1200" b="0" i="0" u="none" strike="noStrike" kern="1200" cap="none" spc="0" normalizeH="0" baseline="0" noProof="0" smtClean="0">
                <a:ln>
                  <a:noFill/>
                </a:ln>
                <a:solidFill>
                  <a:srgbClr val="A1A1A1"/>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PL" sz="1200" b="0" i="0" u="none" strike="noStrike" kern="1200" cap="none" spc="0" normalizeH="0" baseline="0" noProof="0">
              <a:ln>
                <a:noFill/>
              </a:ln>
              <a:solidFill>
                <a:srgbClr val="A1A1A1"/>
              </a:solidFill>
              <a:effectLst/>
              <a:uLnTx/>
              <a:uFillTx/>
              <a:latin typeface="Arial" panose="020B0604020202020204"/>
              <a:ea typeface="+mn-ea"/>
              <a:cs typeface="+mn-cs"/>
            </a:endParaRPr>
          </a:p>
        </p:txBody>
      </p:sp>
      <p:sp>
        <p:nvSpPr>
          <p:cNvPr id="5" name="Rectangle 6">
            <a:extLst>
              <a:ext uri="{FF2B5EF4-FFF2-40B4-BE49-F238E27FC236}">
                <a16:creationId xmlns:a16="http://schemas.microsoft.com/office/drawing/2014/main" id="{6526320B-341E-6450-12F2-01073014314F}"/>
              </a:ext>
            </a:extLst>
          </p:cNvPr>
          <p:cNvSpPr/>
          <p:nvPr userDrawn="1"/>
        </p:nvSpPr>
        <p:spPr>
          <a:xfrm>
            <a:off x="10002417" y="0"/>
            <a:ext cx="2189583" cy="774441"/>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9583" h="774441">
                <a:moveTo>
                  <a:pt x="0" y="0"/>
                </a:moveTo>
                <a:lnTo>
                  <a:pt x="2180253" y="0"/>
                </a:lnTo>
                <a:lnTo>
                  <a:pt x="2189583" y="774441"/>
                </a:lnTo>
                <a:cubicBezTo>
                  <a:pt x="1696098" y="581609"/>
                  <a:pt x="1426547" y="547397"/>
                  <a:pt x="933061" y="447870"/>
                </a:cubicBezTo>
                <a:cubicBezTo>
                  <a:pt x="202163" y="214604"/>
                  <a:pt x="311020" y="14929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636485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a:t>Title of the</a:t>
            </a:r>
            <a:br>
              <a:rPr lang="en-GB"/>
            </a:br>
            <a:r>
              <a:rPr lang="en-GB"/>
              <a:t>presentation</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1565742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a:t>Title of the</a:t>
            </a:r>
            <a:br>
              <a:rPr lang="en-GB"/>
            </a:br>
            <a:r>
              <a:rPr lang="en-GB"/>
              <a:t>presentation</a:t>
            </a:r>
            <a:endParaRPr lang="en-PL"/>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20503184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5092103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29161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0886711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4521200"/>
            <a:ext cx="12120880" cy="2336800"/>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0222909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857589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471700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200271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507680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1643333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587322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5941710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8101994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0270802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7387253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874907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204049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9615054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4375172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993775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7032317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a:t>Title of contents</a:t>
            </a:r>
            <a:br>
              <a:rPr lang="en-GB"/>
            </a:br>
            <a:r>
              <a:rPr lang="en-GB"/>
              <a:t>max. 2 lines</a:t>
            </a:r>
            <a:endParaRPr lang="en-PL"/>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a:t>Chapter number</a:t>
            </a:r>
          </a:p>
        </p:txBody>
      </p:sp>
    </p:spTree>
    <p:extLst>
      <p:ext uri="{BB962C8B-B14F-4D97-AF65-F5344CB8AC3E}">
        <p14:creationId xmlns:p14="http://schemas.microsoft.com/office/powerpoint/2010/main" val="27482875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3550256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a:t>Title of contents</a:t>
            </a:r>
            <a:endParaRPr lang="en-PL"/>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32906407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Tree>
    <p:extLst>
      <p:ext uri="{BB962C8B-B14F-4D97-AF65-F5344CB8AC3E}">
        <p14:creationId xmlns:p14="http://schemas.microsoft.com/office/powerpoint/2010/main" val="5222403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8078053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tx2"/>
                </a:solidFill>
              </a:rPr>
              <a:t>xebia.com</a:t>
            </a:r>
            <a:endParaRPr lang="en-GB" sz="180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4115780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accent3"/>
                </a:solidFill>
              </a:rPr>
              <a:t>xebia.com</a:t>
            </a:r>
            <a:endParaRPr lang="en-GB" sz="180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8021372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lnk Page">
  <p:cSld name="Balnk Page">
    <p:spTree>
      <p:nvGrpSpPr>
        <p:cNvPr id="1" name="Shape 6186"/>
        <p:cNvGrpSpPr/>
        <p:nvPr/>
      </p:nvGrpSpPr>
      <p:grpSpPr>
        <a:xfrm>
          <a:off x="0" y="0"/>
          <a:ext cx="0" cy="0"/>
          <a:chOff x="0" y="0"/>
          <a:chExt cx="0" cy="0"/>
        </a:xfrm>
      </p:grpSpPr>
    </p:spTree>
    <p:extLst>
      <p:ext uri="{BB962C8B-B14F-4D97-AF65-F5344CB8AC3E}">
        <p14:creationId xmlns:p14="http://schemas.microsoft.com/office/powerpoint/2010/main" val="34519597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1">
    <p:spTree>
      <p:nvGrpSpPr>
        <p:cNvPr id="1" name=""/>
        <p:cNvGrpSpPr/>
        <p:nvPr/>
      </p:nvGrpSpPr>
      <p:grpSpPr>
        <a:xfrm>
          <a:off x="0" y="0"/>
          <a:ext cx="0" cy="0"/>
          <a:chOff x="0" y="0"/>
          <a:chExt cx="0" cy="0"/>
        </a:xfrm>
      </p:grpSpPr>
      <p:sp>
        <p:nvSpPr>
          <p:cNvPr id="5" name="Tekstvak 4"/>
          <p:cNvSpPr txBox="1"/>
          <p:nvPr userDrawn="1"/>
        </p:nvSpPr>
        <p:spPr>
          <a:xfrm>
            <a:off x="-10750" y="-662296"/>
            <a:ext cx="12192000" cy="461665"/>
          </a:xfrm>
          <a:prstGeom prst="rect">
            <a:avLst/>
          </a:prstGeom>
          <a:noFill/>
        </p:spPr>
        <p:txBody>
          <a:bodyPr wrap="square" rtlCol="0">
            <a:spAutoFit/>
          </a:bodyPr>
          <a:lstStyle/>
          <a:p>
            <a:pPr algn="ctr"/>
            <a:r>
              <a:rPr lang="nl-NL" sz="2400" b="0" spc="50" baseline="0" err="1">
                <a:solidFill>
                  <a:schemeClr val="accent2"/>
                </a:solidFill>
                <a:latin typeface="+mj-lt"/>
                <a:cs typeface="Calibri" panose="020F0502020204030204" pitchFamily="34" charset="0"/>
              </a:rPr>
              <a:t>Title</a:t>
            </a:r>
            <a:r>
              <a:rPr lang="nl-NL" sz="2400" b="0" spc="50" baseline="0">
                <a:solidFill>
                  <a:schemeClr val="accent2"/>
                </a:solidFill>
                <a:latin typeface="+mj-lt"/>
                <a:cs typeface="Calibri" panose="020F0502020204030204" pitchFamily="34" charset="0"/>
              </a:rPr>
              <a:t> </a:t>
            </a:r>
            <a:r>
              <a:rPr lang="nl-NL" sz="2400" b="0" spc="50" baseline="0" err="1">
                <a:solidFill>
                  <a:schemeClr val="accent2"/>
                </a:solidFill>
                <a:latin typeface="+mj-lt"/>
                <a:cs typeface="Calibri" panose="020F0502020204030204" pitchFamily="34" charset="0"/>
              </a:rPr>
              <a:t>Only</a:t>
            </a:r>
            <a:r>
              <a:rPr lang="nl-NL" sz="2400" b="0" spc="50" baseline="0">
                <a:solidFill>
                  <a:schemeClr val="accent2"/>
                </a:solidFill>
                <a:latin typeface="+mj-lt"/>
                <a:cs typeface="Calibri" panose="020F0502020204030204" pitchFamily="34" charset="0"/>
              </a:rPr>
              <a:t> #1</a:t>
            </a:r>
          </a:p>
        </p:txBody>
      </p:sp>
      <p:sp>
        <p:nvSpPr>
          <p:cNvPr id="2" name="Titel 1">
            <a:extLst>
              <a:ext uri="{FF2B5EF4-FFF2-40B4-BE49-F238E27FC236}">
                <a16:creationId xmlns:a16="http://schemas.microsoft.com/office/drawing/2014/main" id="{1997AB69-A4AD-471C-B0B2-35F97CE2E572}"/>
              </a:ext>
            </a:extLst>
          </p:cNvPr>
          <p:cNvSpPr>
            <a:spLocks noGrp="1"/>
          </p:cNvSpPr>
          <p:nvPr>
            <p:ph type="title" hasCustomPrompt="1"/>
          </p:nvPr>
        </p:nvSpPr>
        <p:spPr/>
        <p:txBody>
          <a:bodyPr/>
          <a:lstStyle/>
          <a:p>
            <a:r>
              <a:rPr lang="nl-NL" err="1"/>
              <a:t>Place</a:t>
            </a:r>
            <a:r>
              <a:rPr lang="nl-NL"/>
              <a:t> a </a:t>
            </a:r>
            <a:r>
              <a:rPr lang="nl-NL" err="1"/>
              <a:t>title</a:t>
            </a:r>
            <a:r>
              <a:rPr lang="nl-NL"/>
              <a:t> </a:t>
            </a:r>
            <a:r>
              <a:rPr lang="nl-NL" err="1"/>
              <a:t>here</a:t>
            </a:r>
            <a:br>
              <a:rPr lang="nl-NL"/>
            </a:br>
            <a:r>
              <a:rPr lang="nl-NL"/>
              <a:t>max. 2 </a:t>
            </a:r>
            <a:r>
              <a:rPr lang="nl-NL" err="1"/>
              <a:t>lines</a:t>
            </a:r>
            <a:endParaRPr lang="nl-NL"/>
          </a:p>
        </p:txBody>
      </p:sp>
    </p:spTree>
    <p:extLst>
      <p:ext uri="{BB962C8B-B14F-4D97-AF65-F5344CB8AC3E}">
        <p14:creationId xmlns:p14="http://schemas.microsoft.com/office/powerpoint/2010/main" val="2543531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a:t>Title of the</a:t>
            </a:r>
            <a:br>
              <a:rPr lang="en-GB"/>
            </a:br>
            <a:r>
              <a:rPr lang="en-GB"/>
              <a:t>presentation</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9131779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60592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a:t>Title of the</a:t>
            </a:r>
            <a:br>
              <a:rPr lang="en-GB"/>
            </a:br>
            <a:r>
              <a:rPr lang="en-GB"/>
              <a:t>presentation</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8822413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a:t>Title of the</a:t>
            </a:r>
            <a:br>
              <a:rPr lang="en-GB"/>
            </a:br>
            <a:r>
              <a:rPr lang="en-GB"/>
              <a:t>presentation</a:t>
            </a:r>
            <a:endParaRPr lang="en-PL"/>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29540605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12169059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0926532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0607542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9579398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01665500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3050493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71553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4649225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5973173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1319270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9358193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186932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766309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0235443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5247457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8918227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48599070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60944947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40128493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9409868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a:t>Title of contents</a:t>
            </a:r>
            <a:br>
              <a:rPr lang="en-GB"/>
            </a:br>
            <a:r>
              <a:rPr lang="en-GB"/>
              <a:t>max. 2 lines</a:t>
            </a:r>
            <a:endParaRPr lang="en-PL"/>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a:t>Chapter number</a:t>
            </a:r>
          </a:p>
        </p:txBody>
      </p:sp>
    </p:spTree>
    <p:extLst>
      <p:ext uri="{BB962C8B-B14F-4D97-AF65-F5344CB8AC3E}">
        <p14:creationId xmlns:p14="http://schemas.microsoft.com/office/powerpoint/2010/main" val="9995710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5024721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Tree>
    <p:extLst>
      <p:ext uri="{BB962C8B-B14F-4D97-AF65-F5344CB8AC3E}">
        <p14:creationId xmlns:p14="http://schemas.microsoft.com/office/powerpoint/2010/main" val="2743486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744978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tx2"/>
                </a:solidFill>
              </a:rPr>
              <a:t>xebia.com</a:t>
            </a:r>
            <a:endParaRPr lang="en-GB" sz="180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80410383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a:t>Thanks!</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err="1">
                <a:solidFill>
                  <a:schemeClr val="accent3"/>
                </a:solidFill>
              </a:rPr>
              <a:t>xebia.com</a:t>
            </a:r>
            <a:endParaRPr lang="en-GB" sz="180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75527526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0" name="Slide Title"/>
          <p:cNvSpPr txBox="1">
            <a:spLocks noGrp="1"/>
          </p:cNvSpPr>
          <p:nvPr>
            <p:ph type="title" hasCustomPrompt="1"/>
          </p:nvPr>
        </p:nvSpPr>
        <p:spPr>
          <a:prstGeom prst="rect">
            <a:avLst/>
          </a:prstGeom>
        </p:spPr>
        <p:txBody>
          <a:bodyPr/>
          <a:lstStyle>
            <a:lvl1pPr algn="ctr">
              <a:defRPr b="0" cap="all">
                <a:solidFill>
                  <a:srgbClr val="1EB0E0"/>
                </a:solidFill>
                <a:latin typeface="Helvetica"/>
                <a:ea typeface="Helvetica"/>
                <a:cs typeface="Helvetica"/>
                <a:sym typeface="Helvetica"/>
              </a:defRPr>
            </a:lvl1pPr>
          </a:lstStyle>
          <a:p>
            <a:r>
              <a:t>Slide Title</a:t>
            </a:r>
          </a:p>
        </p:txBody>
      </p:sp>
      <p:sp>
        <p:nvSpPr>
          <p:cNvPr id="201"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ts val="7050"/>
              </a:lnSpc>
              <a:spcBef>
                <a:spcPts val="0"/>
              </a:spcBef>
              <a:buClrTx/>
              <a:buSzTx/>
              <a:buNone/>
              <a:defRPr sz="2750" spc="83">
                <a:latin typeface="Helvetica"/>
                <a:ea typeface="Helvetica"/>
                <a:cs typeface="Helvetica"/>
                <a:sym typeface="Helvetica"/>
              </a:defRPr>
            </a:lvl1pPr>
          </a:lstStyle>
          <a:p>
            <a:r>
              <a:t>Slide Subtitle</a:t>
            </a:r>
          </a:p>
        </p:txBody>
      </p:sp>
      <p:sp>
        <p:nvSpPr>
          <p:cNvPr id="202" name="Body Level One…"/>
          <p:cNvSpPr txBox="1">
            <a:spLocks noGrp="1"/>
          </p:cNvSpPr>
          <p:nvPr>
            <p:ph type="body" idx="1" hasCustomPrompt="1"/>
          </p:nvPr>
        </p:nvSpPr>
        <p:spPr>
          <a:prstGeom prst="rect">
            <a:avLst/>
          </a:prstGeom>
        </p:spPr>
        <p:txBody>
          <a:bodyPr/>
          <a:lstStyle>
            <a:lvl1pPr algn="ctr">
              <a:lnSpc>
                <a:spcPct val="100000"/>
              </a:lnSpc>
              <a:defRPr spc="72">
                <a:latin typeface="Helvetica"/>
                <a:ea typeface="Helvetica"/>
                <a:cs typeface="Helvetica"/>
                <a:sym typeface="Helvetica"/>
              </a:defRPr>
            </a:lvl1pPr>
            <a:lvl2pPr algn="ctr">
              <a:lnSpc>
                <a:spcPct val="100000"/>
              </a:lnSpc>
              <a:defRPr spc="72">
                <a:latin typeface="Helvetica"/>
                <a:ea typeface="Helvetica"/>
                <a:cs typeface="Helvetica"/>
                <a:sym typeface="Helvetica"/>
              </a:defRPr>
            </a:lvl2pPr>
            <a:lvl3pPr algn="ctr">
              <a:lnSpc>
                <a:spcPct val="100000"/>
              </a:lnSpc>
              <a:defRPr spc="72">
                <a:latin typeface="Helvetica"/>
                <a:ea typeface="Helvetica"/>
                <a:cs typeface="Helvetica"/>
                <a:sym typeface="Helvetica"/>
              </a:defRPr>
            </a:lvl3pPr>
            <a:lvl4pPr algn="ctr">
              <a:lnSpc>
                <a:spcPct val="100000"/>
              </a:lnSpc>
              <a:defRPr spc="72">
                <a:latin typeface="Helvetica"/>
                <a:ea typeface="Helvetica"/>
                <a:cs typeface="Helvetica"/>
                <a:sym typeface="Helvetica"/>
              </a:defRPr>
            </a:lvl4pPr>
            <a:lvl5pPr algn="ctr">
              <a:lnSpc>
                <a:spcPct val="100000"/>
              </a:lnSpc>
              <a:defRPr spc="72">
                <a:latin typeface="Helvetica"/>
                <a:ea typeface="Helvetica"/>
                <a:cs typeface="Helvetica"/>
                <a:sym typeface="Helvetica"/>
              </a:defRPr>
            </a:lvl5pPr>
          </a:lstStyle>
          <a:p>
            <a:r>
              <a:t>Slide bullet text</a:t>
            </a:r>
          </a:p>
          <a:p>
            <a:pPr lvl="1"/>
            <a:endParaRPr/>
          </a:p>
          <a:p>
            <a:pPr lvl="2"/>
            <a:endParaRPr/>
          </a:p>
          <a:p>
            <a:pPr lvl="3"/>
            <a:endParaRPr/>
          </a:p>
          <a:p>
            <a:pPr lvl="4"/>
            <a:endParaRPr/>
          </a:p>
        </p:txBody>
      </p:sp>
      <p:sp>
        <p:nvSpPr>
          <p:cNvPr id="203" name="Slide Number"/>
          <p:cNvSpPr txBox="1">
            <a:spLocks noGrp="1"/>
          </p:cNvSpPr>
          <p:nvPr>
            <p:ph type="sldNum" sz="quarter" idx="2"/>
          </p:nvPr>
        </p:nvSpPr>
        <p:spPr>
          <a:xfrm>
            <a:off x="6000733" y="6486708"/>
            <a:ext cx="243656" cy="241092"/>
          </a:xfrm>
          <a:prstGeom prst="rect">
            <a:avLst/>
          </a:prstGeom>
        </p:spPr>
        <p:txBody>
          <a:bodyPr/>
          <a:lstStyle>
            <a:lvl1pPr>
              <a:defRPr>
                <a:latin typeface="Helvetica"/>
                <a:ea typeface="Helvetica"/>
                <a:cs typeface="Helvetica"/>
                <a:sym typeface="Helvetica"/>
              </a:defRPr>
            </a:lvl1pPr>
          </a:lstStyle>
          <a:p>
            <a:fld id="{86CB4B4D-7CA3-9044-876B-883B54F8677D}" type="slidenum">
              <a:t>‹#›</a:t>
            </a:fld>
            <a:endParaRPr/>
          </a:p>
        </p:txBody>
      </p:sp>
    </p:spTree>
    <p:extLst>
      <p:ext uri="{BB962C8B-B14F-4D97-AF65-F5344CB8AC3E}">
        <p14:creationId xmlns:p14="http://schemas.microsoft.com/office/powerpoint/2010/main" val="4033301427"/>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itle Only #4">
    <p:spTree>
      <p:nvGrpSpPr>
        <p:cNvPr id="1" name=""/>
        <p:cNvGrpSpPr/>
        <p:nvPr/>
      </p:nvGrpSpPr>
      <p:grpSpPr>
        <a:xfrm>
          <a:off x="0" y="0"/>
          <a:ext cx="0" cy="0"/>
          <a:chOff x="0" y="0"/>
          <a:chExt cx="0" cy="0"/>
        </a:xfrm>
      </p:grpSpPr>
      <p:sp>
        <p:nvSpPr>
          <p:cNvPr id="5" name="Tekstvak 4"/>
          <p:cNvSpPr txBox="1"/>
          <p:nvPr userDrawn="1"/>
        </p:nvSpPr>
        <p:spPr>
          <a:xfrm>
            <a:off x="-10750" y="-662296"/>
            <a:ext cx="12192000" cy="461665"/>
          </a:xfrm>
          <a:prstGeom prst="rect">
            <a:avLst/>
          </a:prstGeom>
          <a:noFill/>
        </p:spPr>
        <p:txBody>
          <a:bodyPr wrap="square" rtlCol="0">
            <a:spAutoFit/>
          </a:bodyPr>
          <a:lstStyle/>
          <a:p>
            <a:pPr algn="ctr"/>
            <a:r>
              <a:rPr lang="en-US" sz="2400" b="0" spc="50" baseline="0" err="1">
                <a:solidFill>
                  <a:schemeClr val="accent2"/>
                </a:solidFill>
                <a:latin typeface="+mj-lt"/>
                <a:cs typeface="Calibri" panose="020F0502020204030204" pitchFamily="34" charset="0"/>
              </a:rPr>
              <a:t>Title</a:t>
            </a:r>
            <a:r>
              <a:rPr lang="en-US" sz="2400" b="0" spc="50" baseline="0">
                <a:solidFill>
                  <a:schemeClr val="accent2"/>
                </a:solidFill>
                <a:latin typeface="+mj-lt"/>
                <a:cs typeface="Calibri" panose="020F0502020204030204" pitchFamily="34" charset="0"/>
              </a:rPr>
              <a:t> </a:t>
            </a:r>
            <a:r>
              <a:rPr lang="en-US" sz="2400" b="0" spc="50" baseline="0" err="1">
                <a:solidFill>
                  <a:schemeClr val="accent2"/>
                </a:solidFill>
                <a:latin typeface="+mj-lt"/>
                <a:cs typeface="Calibri" panose="020F0502020204030204" pitchFamily="34" charset="0"/>
              </a:rPr>
              <a:t>Only</a:t>
            </a:r>
            <a:r>
              <a:rPr lang="en-US" sz="2400" b="0" spc="50" baseline="0">
                <a:solidFill>
                  <a:schemeClr val="accent2"/>
                </a:solidFill>
                <a:latin typeface="+mj-lt"/>
                <a:cs typeface="Calibri" panose="020F0502020204030204" pitchFamily="34" charset="0"/>
              </a:rPr>
              <a:t> #4</a:t>
            </a:r>
          </a:p>
        </p:txBody>
      </p:sp>
      <p:sp>
        <p:nvSpPr>
          <p:cNvPr id="2" name="Titel 1">
            <a:extLst>
              <a:ext uri="{FF2B5EF4-FFF2-40B4-BE49-F238E27FC236}">
                <a16:creationId xmlns:a16="http://schemas.microsoft.com/office/drawing/2014/main" id="{1997AB69-A4AD-471C-B0B2-35F97CE2E572}"/>
              </a:ext>
            </a:extLst>
          </p:cNvPr>
          <p:cNvSpPr>
            <a:spLocks noGrp="1"/>
          </p:cNvSpPr>
          <p:nvPr>
            <p:ph type="title" hasCustomPrompt="1"/>
          </p:nvPr>
        </p:nvSpPr>
        <p:spPr/>
        <p:txBody>
          <a:bodyPr/>
          <a:lstStyle/>
          <a:p>
            <a:r>
              <a:rPr lang="en-US" err="1"/>
              <a:t>Place</a:t>
            </a:r>
            <a:r>
              <a:rPr lang="en-US"/>
              <a:t> a </a:t>
            </a:r>
            <a:r>
              <a:rPr lang="en-US" err="1"/>
              <a:t>title</a:t>
            </a:r>
            <a:r>
              <a:rPr lang="en-US"/>
              <a:t> </a:t>
            </a:r>
            <a:r>
              <a:rPr lang="en-US" err="1"/>
              <a:t>here</a:t>
            </a:r>
            <a:br>
              <a:rPr lang="en-US"/>
            </a:br>
            <a:r>
              <a:rPr lang="en-US"/>
              <a:t>max. 2 </a:t>
            </a:r>
            <a:r>
              <a:rPr lang="en-US" err="1"/>
              <a:t>lines</a:t>
            </a:r>
            <a:endParaRPr lang="en-US"/>
          </a:p>
        </p:txBody>
      </p:sp>
      <p:sp>
        <p:nvSpPr>
          <p:cNvPr id="7" name="Vrije vorm 6">
            <a:extLst>
              <a:ext uri="{FF2B5EF4-FFF2-40B4-BE49-F238E27FC236}">
                <a16:creationId xmlns:a16="http://schemas.microsoft.com/office/drawing/2014/main" id="{5282EDBF-2B30-07CF-0BC6-126E3C6116F5}"/>
              </a:ext>
            </a:extLst>
          </p:cNvPr>
          <p:cNvSpPr/>
          <p:nvPr userDrawn="1"/>
        </p:nvSpPr>
        <p:spPr>
          <a:xfrm>
            <a:off x="8671237" y="-38420"/>
            <a:ext cx="3559183" cy="2681934"/>
          </a:xfrm>
          <a:custGeom>
            <a:avLst/>
            <a:gdLst>
              <a:gd name="connsiteX0" fmla="*/ 0 w 3559183"/>
              <a:gd name="connsiteY0" fmla="*/ 0 h 2681934"/>
              <a:gd name="connsiteX1" fmla="*/ 1142936 w 3559183"/>
              <a:gd name="connsiteY1" fmla="*/ 676430 h 2681934"/>
              <a:gd name="connsiteX2" fmla="*/ 2559947 w 3559183"/>
              <a:gd name="connsiteY2" fmla="*/ 1600218 h 2681934"/>
              <a:gd name="connsiteX3" fmla="*/ 3559183 w 3559183"/>
              <a:gd name="connsiteY3" fmla="*/ 2681935 h 2681934"/>
            </a:gdLst>
            <a:ahLst/>
            <a:cxnLst>
              <a:cxn ang="0">
                <a:pos x="connsiteX0" y="connsiteY0"/>
              </a:cxn>
              <a:cxn ang="0">
                <a:pos x="connsiteX1" y="connsiteY1"/>
              </a:cxn>
              <a:cxn ang="0">
                <a:pos x="connsiteX2" y="connsiteY2"/>
              </a:cxn>
              <a:cxn ang="0">
                <a:pos x="connsiteX3" y="connsiteY3"/>
              </a:cxn>
            </a:cxnLst>
            <a:rect l="l" t="t" r="r" b="b"/>
            <a:pathLst>
              <a:path w="3559183" h="2681934">
                <a:moveTo>
                  <a:pt x="0" y="0"/>
                </a:moveTo>
                <a:cubicBezTo>
                  <a:pt x="0" y="0"/>
                  <a:pt x="355918" y="333934"/>
                  <a:pt x="1142936" y="676430"/>
                </a:cubicBezTo>
                <a:cubicBezTo>
                  <a:pt x="1929953" y="1018926"/>
                  <a:pt x="2142172" y="1155924"/>
                  <a:pt x="2559947" y="1600218"/>
                </a:cubicBezTo>
                <a:cubicBezTo>
                  <a:pt x="2977724" y="2045463"/>
                  <a:pt x="3559183" y="2681935"/>
                  <a:pt x="3559183" y="2681935"/>
                </a:cubicBezTo>
              </a:path>
            </a:pathLst>
          </a:custGeom>
          <a:noFill/>
          <a:ln w="50800" cap="flat">
            <a:solidFill>
              <a:srgbClr val="6C1D5F"/>
            </a:solidFill>
            <a:prstDash val="solid"/>
            <a:miter/>
          </a:ln>
        </p:spPr>
        <p:txBody>
          <a:bodyPr rtlCol="0" anchor="ctr"/>
          <a:lstStyle/>
          <a:p>
            <a:endParaRPr lang="en-US"/>
          </a:p>
        </p:txBody>
      </p:sp>
    </p:spTree>
    <p:extLst>
      <p:ext uri="{BB962C8B-B14F-4D97-AF65-F5344CB8AC3E}">
        <p14:creationId xmlns:p14="http://schemas.microsoft.com/office/powerpoint/2010/main" val="2482872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Object">
    <p:bg>
      <p:bgPr>
        <a:solidFill>
          <a:schemeClr val="bg1"/>
        </a:solidFill>
        <a:effectLst/>
      </p:bgPr>
    </p:bg>
    <p:spTree>
      <p:nvGrpSpPr>
        <p:cNvPr id="1" name=""/>
        <p:cNvGrpSpPr/>
        <p:nvPr/>
      </p:nvGrpSpPr>
      <p:grpSpPr>
        <a:xfrm>
          <a:off x="0" y="0"/>
          <a:ext cx="0" cy="0"/>
          <a:chOff x="0" y="0"/>
          <a:chExt cx="0" cy="0"/>
        </a:xfrm>
      </p:grpSpPr>
      <p:sp>
        <p:nvSpPr>
          <p:cNvPr id="7" name="Vrije vorm 6">
            <a:extLst>
              <a:ext uri="{FF2B5EF4-FFF2-40B4-BE49-F238E27FC236}">
                <a16:creationId xmlns:a16="http://schemas.microsoft.com/office/drawing/2014/main" id="{B6CBB1F5-67D9-AC80-91B0-59B8ED1BF5C5}"/>
              </a:ext>
            </a:extLst>
          </p:cNvPr>
          <p:cNvSpPr/>
          <p:nvPr userDrawn="1"/>
        </p:nvSpPr>
        <p:spPr>
          <a:xfrm>
            <a:off x="8432367" y="-58430"/>
            <a:ext cx="3811727" cy="1353852"/>
          </a:xfrm>
          <a:custGeom>
            <a:avLst/>
            <a:gdLst>
              <a:gd name="connsiteX0" fmla="*/ 0 w 3811727"/>
              <a:gd name="connsiteY0" fmla="*/ 0 h 1353852"/>
              <a:gd name="connsiteX1" fmla="*/ 1770274 w 3811727"/>
              <a:gd name="connsiteY1" fmla="*/ 816368 h 1353852"/>
              <a:gd name="connsiteX2" fmla="*/ 3811728 w 3811727"/>
              <a:gd name="connsiteY2" fmla="*/ 1353853 h 1353852"/>
            </a:gdLst>
            <a:ahLst/>
            <a:cxnLst>
              <a:cxn ang="0">
                <a:pos x="connsiteX0" y="connsiteY0"/>
              </a:cxn>
              <a:cxn ang="0">
                <a:pos x="connsiteX1" y="connsiteY1"/>
              </a:cxn>
              <a:cxn ang="0">
                <a:pos x="connsiteX2" y="connsiteY2"/>
              </a:cxn>
            </a:cxnLst>
            <a:rect l="l" t="t" r="r" b="b"/>
            <a:pathLst>
              <a:path w="3811727" h="1353852">
                <a:moveTo>
                  <a:pt x="0" y="0"/>
                </a:moveTo>
                <a:cubicBezTo>
                  <a:pt x="0" y="0"/>
                  <a:pt x="684286" y="561570"/>
                  <a:pt x="1770274" y="816368"/>
                </a:cubicBezTo>
                <a:cubicBezTo>
                  <a:pt x="2856261" y="1071166"/>
                  <a:pt x="3811728" y="1353853"/>
                  <a:pt x="3811728" y="1353853"/>
                </a:cubicBezTo>
              </a:path>
            </a:pathLst>
          </a:custGeom>
          <a:noFill/>
          <a:ln w="50800" cap="flat">
            <a:solidFill>
              <a:srgbClr val="6C1D5F"/>
            </a:solidFill>
            <a:prstDash val="solid"/>
            <a:miter/>
          </a:ln>
        </p:spPr>
        <p:txBody>
          <a:bodyPr rtlCol="0" anchor="ctr"/>
          <a:lstStyle/>
          <a:p>
            <a:endParaRPr lang="en-US"/>
          </a:p>
        </p:txBody>
      </p:sp>
      <p:sp>
        <p:nvSpPr>
          <p:cNvPr id="8" name="Vrije vorm 7">
            <a:extLst>
              <a:ext uri="{FF2B5EF4-FFF2-40B4-BE49-F238E27FC236}">
                <a16:creationId xmlns:a16="http://schemas.microsoft.com/office/drawing/2014/main" id="{FC980F9D-5BF1-69F9-31BE-47E3C45025C6}"/>
              </a:ext>
            </a:extLst>
          </p:cNvPr>
          <p:cNvSpPr/>
          <p:nvPr userDrawn="1"/>
        </p:nvSpPr>
        <p:spPr>
          <a:xfrm>
            <a:off x="11673856" y="6013860"/>
            <a:ext cx="571505" cy="901301"/>
          </a:xfrm>
          <a:custGeom>
            <a:avLst/>
            <a:gdLst>
              <a:gd name="connsiteX0" fmla="*/ 571506 w 571505"/>
              <a:gd name="connsiteY0" fmla="*/ 0 h 901301"/>
              <a:gd name="connsiteX1" fmla="*/ 0 w 571505"/>
              <a:gd name="connsiteY1" fmla="*/ 901301 h 901301"/>
            </a:gdLst>
            <a:ahLst/>
            <a:cxnLst>
              <a:cxn ang="0">
                <a:pos x="connsiteX0" y="connsiteY0"/>
              </a:cxn>
              <a:cxn ang="0">
                <a:pos x="connsiteX1" y="connsiteY1"/>
              </a:cxn>
            </a:cxnLst>
            <a:rect l="l" t="t" r="r" b="b"/>
            <a:pathLst>
              <a:path w="571505" h="901301">
                <a:moveTo>
                  <a:pt x="571506" y="0"/>
                </a:moveTo>
                <a:cubicBezTo>
                  <a:pt x="571506" y="0"/>
                  <a:pt x="380159" y="404381"/>
                  <a:pt x="0" y="901301"/>
                </a:cubicBezTo>
              </a:path>
            </a:pathLst>
          </a:custGeom>
          <a:noFill/>
          <a:ln w="50800" cap="flat">
            <a:solidFill>
              <a:srgbClr val="6C1D5F"/>
            </a:solidFill>
            <a:prstDash val="solid"/>
            <a:miter/>
          </a:ln>
        </p:spPr>
        <p:txBody>
          <a:bodyPr rtlCol="0" anchor="ctr"/>
          <a:lstStyle/>
          <a:p>
            <a:endParaRPr lang="en-US"/>
          </a:p>
        </p:txBody>
      </p:sp>
      <p:sp>
        <p:nvSpPr>
          <p:cNvPr id="5" name="Tekstvak 4"/>
          <p:cNvSpPr txBox="1"/>
          <p:nvPr userDrawn="1"/>
        </p:nvSpPr>
        <p:spPr>
          <a:xfrm>
            <a:off x="-10750" y="-662296"/>
            <a:ext cx="12192000" cy="461665"/>
          </a:xfrm>
          <a:prstGeom prst="rect">
            <a:avLst/>
          </a:prstGeom>
          <a:noFill/>
        </p:spPr>
        <p:txBody>
          <a:bodyPr wrap="square" rtlCol="0">
            <a:spAutoFit/>
          </a:bodyPr>
          <a:lstStyle/>
          <a:p>
            <a:pPr algn="ctr"/>
            <a:r>
              <a:rPr lang="en-US" sz="2400" b="0" spc="50" baseline="0">
                <a:solidFill>
                  <a:schemeClr val="accent2"/>
                </a:solidFill>
                <a:latin typeface="+mj-lt"/>
                <a:cs typeface="Calibri" panose="020F0502020204030204" pitchFamily="34" charset="0"/>
              </a:rPr>
              <a:t>Content</a:t>
            </a:r>
          </a:p>
        </p:txBody>
      </p:sp>
      <p:sp>
        <p:nvSpPr>
          <p:cNvPr id="2" name="Titel 1">
            <a:extLst>
              <a:ext uri="{FF2B5EF4-FFF2-40B4-BE49-F238E27FC236}">
                <a16:creationId xmlns:a16="http://schemas.microsoft.com/office/drawing/2014/main" id="{1997AB69-A4AD-471C-B0B2-35F97CE2E572}"/>
              </a:ext>
            </a:extLst>
          </p:cNvPr>
          <p:cNvSpPr>
            <a:spLocks noGrp="1"/>
          </p:cNvSpPr>
          <p:nvPr>
            <p:ph type="title" hasCustomPrompt="1"/>
          </p:nvPr>
        </p:nvSpPr>
        <p:spPr>
          <a:xfrm>
            <a:off x="695330" y="728663"/>
            <a:ext cx="10801337" cy="578697"/>
          </a:xfrm>
        </p:spPr>
        <p:txBody>
          <a:bodyPr/>
          <a:lstStyle/>
          <a:p>
            <a:r>
              <a:rPr lang="en-US" err="1"/>
              <a:t>Place</a:t>
            </a:r>
            <a:r>
              <a:rPr lang="en-US"/>
              <a:t> a </a:t>
            </a:r>
            <a:r>
              <a:rPr lang="en-US" err="1"/>
              <a:t>title</a:t>
            </a:r>
            <a:r>
              <a:rPr lang="en-US"/>
              <a:t> </a:t>
            </a:r>
            <a:r>
              <a:rPr lang="en-US" err="1"/>
              <a:t>here</a:t>
            </a:r>
            <a:r>
              <a:rPr lang="en-US"/>
              <a:t> </a:t>
            </a:r>
          </a:p>
        </p:txBody>
      </p:sp>
      <p:sp>
        <p:nvSpPr>
          <p:cNvPr id="100" name="Tijdelijke aanduiding voor verticale tekst 2">
            <a:extLst>
              <a:ext uri="{FF2B5EF4-FFF2-40B4-BE49-F238E27FC236}">
                <a16:creationId xmlns:a16="http://schemas.microsoft.com/office/drawing/2014/main" id="{E43B49F0-C25C-3911-D692-A4035473AED6}"/>
              </a:ext>
            </a:extLst>
          </p:cNvPr>
          <p:cNvSpPr>
            <a:spLocks noGrp="1"/>
          </p:cNvSpPr>
          <p:nvPr>
            <p:ph type="body" orient="vert" idx="16" hasCustomPrompt="1"/>
          </p:nvPr>
        </p:nvSpPr>
        <p:spPr>
          <a:xfrm>
            <a:off x="695325" y="1352811"/>
            <a:ext cx="10801349" cy="275964"/>
          </a:xfrm>
        </p:spPr>
        <p:txBody>
          <a:bodyPr vert="horz" lIns="0" tIns="0" rIns="0" bIns="0" anchor="ctr"/>
          <a:lstStyle>
            <a:lvl1pPr marL="0" indent="0">
              <a:buNone/>
              <a:defRPr sz="2400">
                <a:solidFill>
                  <a:srgbClr val="5A5A5A"/>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en-US" err="1"/>
              <a:t>Subtitle</a:t>
            </a:r>
            <a:endParaRPr lang="en-US"/>
          </a:p>
        </p:txBody>
      </p:sp>
      <p:sp>
        <p:nvSpPr>
          <p:cNvPr id="10" name="Tijdelijke aanduiding voor inhoud 9">
            <a:extLst>
              <a:ext uri="{FF2B5EF4-FFF2-40B4-BE49-F238E27FC236}">
                <a16:creationId xmlns:a16="http://schemas.microsoft.com/office/drawing/2014/main" id="{42C3CE38-013C-E006-9A34-E4812CDCA962}"/>
              </a:ext>
            </a:extLst>
          </p:cNvPr>
          <p:cNvSpPr>
            <a:spLocks noGrp="1"/>
          </p:cNvSpPr>
          <p:nvPr>
            <p:ph sz="quarter" idx="17" hasCustomPrompt="1"/>
          </p:nvPr>
        </p:nvSpPr>
        <p:spPr/>
        <p:txBody>
          <a:bodyPr/>
          <a:lstStyle>
            <a:lvl4pPr>
              <a:defRPr b="1" i="0">
                <a:solidFill>
                  <a:srgbClr val="6C1D5F"/>
                </a:solidFill>
                <a:latin typeface="Proxima Nova Rg" panose="02000506030000020004" pitchFamily="2" charset="0"/>
              </a:defRPr>
            </a:lvl4pPr>
          </a:lstStyle>
          <a:p>
            <a:pPr lvl="0"/>
            <a:r>
              <a:rPr lang="en-US" err="1"/>
              <a:t>Plain</a:t>
            </a:r>
            <a:r>
              <a:rPr lang="en-US"/>
              <a:t> </a:t>
            </a:r>
            <a:r>
              <a:rPr lang="en-US" err="1"/>
              <a:t>text</a:t>
            </a:r>
            <a:endParaRPr lang="en-US"/>
          </a:p>
          <a:p>
            <a:pPr lvl="1"/>
            <a:r>
              <a:rPr lang="en-US" err="1"/>
              <a:t>Bullets</a:t>
            </a:r>
            <a:endParaRPr lang="en-US"/>
          </a:p>
          <a:p>
            <a:pPr lvl="2"/>
            <a:r>
              <a:rPr lang="en-US"/>
              <a:t>Sub-</a:t>
            </a:r>
            <a:r>
              <a:rPr lang="en-US" err="1"/>
              <a:t>bullets</a:t>
            </a:r>
            <a:endParaRPr lang="en-US"/>
          </a:p>
          <a:p>
            <a:pPr lvl="3"/>
            <a:r>
              <a:rPr lang="en-US" err="1"/>
              <a:t>Subtitle</a:t>
            </a:r>
            <a:endParaRPr lang="en-US"/>
          </a:p>
          <a:p>
            <a:pPr lvl="4"/>
            <a:r>
              <a:rPr lang="en-US" err="1"/>
              <a:t>Numeric</a:t>
            </a:r>
            <a:r>
              <a:rPr lang="en-US"/>
              <a:t> </a:t>
            </a:r>
            <a:r>
              <a:rPr lang="en-US" err="1"/>
              <a:t>bullets</a:t>
            </a:r>
            <a:endParaRPr lang="en-US"/>
          </a:p>
          <a:p>
            <a:pPr lvl="5"/>
            <a:r>
              <a:rPr lang="en-US"/>
              <a:t># Abc</a:t>
            </a:r>
          </a:p>
          <a:p>
            <a:pPr lvl="6"/>
            <a:r>
              <a:rPr lang="en-US"/>
              <a:t># </a:t>
            </a:r>
            <a:r>
              <a:rPr lang="en-US" err="1"/>
              <a:t>Bullets</a:t>
            </a:r>
            <a:endParaRPr lang="en-US"/>
          </a:p>
          <a:p>
            <a:pPr lvl="7"/>
            <a:r>
              <a:rPr lang="en-US" err="1"/>
              <a:t>Cursive</a:t>
            </a:r>
            <a:endParaRPr lang="en-US"/>
          </a:p>
          <a:p>
            <a:pPr lvl="8"/>
            <a:r>
              <a:rPr lang="en-US"/>
              <a:t>Alt. Subtitel</a:t>
            </a:r>
          </a:p>
        </p:txBody>
      </p:sp>
    </p:spTree>
    <p:extLst>
      <p:ext uri="{BB962C8B-B14F-4D97-AF65-F5344CB8AC3E}">
        <p14:creationId xmlns:p14="http://schemas.microsoft.com/office/powerpoint/2010/main" val="10211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Blank with Title">
    <p:spTree>
      <p:nvGrpSpPr>
        <p:cNvPr id="1" name=""/>
        <p:cNvGrpSpPr/>
        <p:nvPr/>
      </p:nvGrpSpPr>
      <p:grpSpPr>
        <a:xfrm>
          <a:off x="0" y="0"/>
          <a:ext cx="0" cy="0"/>
          <a:chOff x="0" y="0"/>
          <a:chExt cx="0" cy="0"/>
        </a:xfrm>
      </p:grpSpPr>
      <p:pic>
        <p:nvPicPr>
          <p:cNvPr id="2" name="Picture 1" descr="A close up of a sign&#10;&#10;Description automatically generated">
            <a:extLst>
              <a:ext uri="{FF2B5EF4-FFF2-40B4-BE49-F238E27FC236}">
                <a16:creationId xmlns:a16="http://schemas.microsoft.com/office/drawing/2014/main" id="{22971960-D58F-B343-9383-9D1A2C633CE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0971" y="423337"/>
            <a:ext cx="833165" cy="275137"/>
          </a:xfrm>
          <a:prstGeom prst="rect">
            <a:avLst/>
          </a:prstGeom>
        </p:spPr>
      </p:pic>
      <p:sp>
        <p:nvSpPr>
          <p:cNvPr id="7" name="Title 1">
            <a:extLst>
              <a:ext uri="{FF2B5EF4-FFF2-40B4-BE49-F238E27FC236}">
                <a16:creationId xmlns:a16="http://schemas.microsoft.com/office/drawing/2014/main" id="{08FAB7C8-011A-1042-90CC-49F98D949951}"/>
              </a:ext>
            </a:extLst>
          </p:cNvPr>
          <p:cNvSpPr>
            <a:spLocks noGrp="1"/>
          </p:cNvSpPr>
          <p:nvPr>
            <p:ph type="title"/>
          </p:nvPr>
        </p:nvSpPr>
        <p:spPr>
          <a:xfrm>
            <a:off x="330545" y="326905"/>
            <a:ext cx="10515600" cy="468000"/>
          </a:xfrm>
          <a:prstGeom prst="rect">
            <a:avLst/>
          </a:prstGeom>
        </p:spPr>
        <p:txBody>
          <a:bodyPr anchor="t"/>
          <a:lstStyle>
            <a:lvl1pPr>
              <a:defRPr sz="2800" b="0" i="0">
                <a:solidFill>
                  <a:srgbClr val="6A205F"/>
                </a:solidFill>
                <a:latin typeface="Avenir Medium" panose="02000503020000020003" pitchFamily="2" charset="0"/>
              </a:defRPr>
            </a:lvl1pPr>
          </a:lstStyle>
          <a:p>
            <a:r>
              <a:rPr lang="en-US"/>
              <a:t>Click to edit Master title style</a:t>
            </a:r>
          </a:p>
        </p:txBody>
      </p:sp>
      <p:sp>
        <p:nvSpPr>
          <p:cNvPr id="9" name="Rectangle 8">
            <a:extLst>
              <a:ext uri="{FF2B5EF4-FFF2-40B4-BE49-F238E27FC236}">
                <a16:creationId xmlns:a16="http://schemas.microsoft.com/office/drawing/2014/main" id="{EA251E3B-EAED-1145-B455-990CA86067B5}"/>
              </a:ext>
            </a:extLst>
          </p:cNvPr>
          <p:cNvSpPr/>
          <p:nvPr userDrawn="1"/>
        </p:nvSpPr>
        <p:spPr>
          <a:xfrm>
            <a:off x="0" y="6821956"/>
            <a:ext cx="12192000" cy="45719"/>
          </a:xfrm>
          <a:prstGeom prst="rect">
            <a:avLst/>
          </a:prstGeom>
          <a:gradFill flip="none" rotWithShape="1">
            <a:gsLst>
              <a:gs pos="25000">
                <a:srgbClr val="FFB0A6"/>
              </a:gs>
              <a:gs pos="100000">
                <a:srgbClr val="E44F0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074316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02260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lleen titel #1">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19066" y="728743"/>
            <a:ext cx="9683960" cy="895483"/>
          </a:xfrm>
        </p:spPr>
        <p:txBody>
          <a:bodyPr/>
          <a:lstStyle>
            <a:lvl1pPr>
              <a:defRPr kumimoji="0" lang="nl-NL" sz="2800" b="0" i="0" u="none" strike="noStrike" kern="1200" cap="none" spc="0" normalizeH="0" baseline="0" dirty="0">
                <a:ln>
                  <a:noFill/>
                </a:ln>
                <a:solidFill>
                  <a:srgbClr val="6A205F"/>
                </a:solidFill>
                <a:effectLst/>
                <a:uLnTx/>
                <a:uFillTx/>
                <a:latin typeface="Roboto" panose="02000000000000000000" pitchFamily="2" charset="0"/>
                <a:ea typeface="Roboto" panose="02000000000000000000" pitchFamily="2" charset="0"/>
                <a:cs typeface="Segoe UI" panose="020B0502040204020203" pitchFamily="34" charset="0"/>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159043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Leeg en Tekst #2">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286" y="2167854"/>
            <a:ext cx="3981201" cy="895483"/>
          </a:xfrm>
        </p:spPr>
        <p:txBody>
          <a:bodyPr/>
          <a:lstStyle>
            <a:lvl1pPr>
              <a:defRPr/>
            </a:lvl1pPr>
          </a:lstStyle>
          <a:p>
            <a:r>
              <a:rPr lang="nl-NL"/>
              <a:t>Plaats hier een titel</a:t>
            </a:r>
            <a:br>
              <a:rPr lang="nl-NL"/>
            </a:br>
            <a:r>
              <a:rPr lang="nl-NL"/>
              <a:t>max. 2 regels</a:t>
            </a:r>
          </a:p>
        </p:txBody>
      </p:sp>
      <p:cxnSp>
        <p:nvCxnSpPr>
          <p:cNvPr id="10" name="Rechte verbindingslijn 9">
            <a:extLst>
              <a:ext uri="{FF2B5EF4-FFF2-40B4-BE49-F238E27FC236}">
                <a16:creationId xmlns:a16="http://schemas.microsoft.com/office/drawing/2014/main" id="{E8854872-3CE7-41DB-B613-807CF26CA2E7}"/>
              </a:ext>
            </a:extLst>
          </p:cNvPr>
          <p:cNvCxnSpPr>
            <a:cxnSpLocks/>
          </p:cNvCxnSpPr>
          <p:nvPr userDrawn="1"/>
        </p:nvCxnSpPr>
        <p:spPr>
          <a:xfrm>
            <a:off x="5460108"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801286" y="3264526"/>
            <a:ext cx="3981195" cy="1097297"/>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Tree>
    <p:extLst>
      <p:ext uri="{BB962C8B-B14F-4D97-AF65-F5344CB8AC3E}">
        <p14:creationId xmlns:p14="http://schemas.microsoft.com/office/powerpoint/2010/main" val="2859118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C7A4F2-58CC-3044-91C3-02377F1A9FE0}"/>
              </a:ext>
            </a:extLst>
          </p:cNvPr>
          <p:cNvSpPr>
            <a:spLocks noGrp="1"/>
          </p:cNvSpPr>
          <p:nvPr>
            <p:ph type="dt" sz="half" idx="10"/>
          </p:nvPr>
        </p:nvSpPr>
        <p:spPr/>
        <p:txBody>
          <a:bodyPr/>
          <a:lstStyle/>
          <a:p>
            <a:fld id="{ED22FE86-3580-E145-BDBD-B57971C153E8}" type="datetimeFigureOut">
              <a:rPr lang="en-NL" smtClean="0"/>
              <a:t>08/18/2026</a:t>
            </a:fld>
            <a:endParaRPr lang="en-NL"/>
          </a:p>
        </p:txBody>
      </p:sp>
      <p:sp>
        <p:nvSpPr>
          <p:cNvPr id="3" name="Footer Placeholder 2">
            <a:extLst>
              <a:ext uri="{FF2B5EF4-FFF2-40B4-BE49-F238E27FC236}">
                <a16:creationId xmlns:a16="http://schemas.microsoft.com/office/drawing/2014/main" id="{010401D2-F8E4-B34A-90E4-EE5449692CC4}"/>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B1E429EF-F617-7745-9683-F2EBD8D0369E}"/>
              </a:ext>
            </a:extLst>
          </p:cNvPr>
          <p:cNvSpPr>
            <a:spLocks noGrp="1"/>
          </p:cNvSpPr>
          <p:nvPr>
            <p:ph type="sldNum" sz="quarter" idx="12"/>
          </p:nvPr>
        </p:nvSpPr>
        <p:spPr/>
        <p:txBody>
          <a:bodyPr/>
          <a:lstStyle/>
          <a:p>
            <a:fld id="{D6AA6ABB-4B35-6E4E-8470-77C6E6AA6813}" type="slidenum">
              <a:rPr lang="en-NL" smtClean="0"/>
              <a:t>‹#›</a:t>
            </a:fld>
            <a:endParaRPr lang="en-NL"/>
          </a:p>
        </p:txBody>
      </p:sp>
    </p:spTree>
    <p:extLst>
      <p:ext uri="{BB962C8B-B14F-4D97-AF65-F5344CB8AC3E}">
        <p14:creationId xmlns:p14="http://schemas.microsoft.com/office/powerpoint/2010/main" val="397588561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89995098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1229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77" name="Graphic 2">
            <a:extLst>
              <a:ext uri="{FF2B5EF4-FFF2-40B4-BE49-F238E27FC236}">
                <a16:creationId xmlns:a16="http://schemas.microsoft.com/office/drawing/2014/main" id="{1BA5C709-61F6-4D2F-8E2C-F6FC7489A3E2}"/>
              </a:ext>
            </a:extLst>
          </p:cNvPr>
          <p:cNvSpPr/>
          <p:nvPr userDrawn="1"/>
        </p:nvSpPr>
        <p:spPr>
          <a:xfrm>
            <a:off x="4377511" y="1"/>
            <a:ext cx="7813041" cy="6858295"/>
          </a:xfrm>
          <a:custGeom>
            <a:avLst/>
            <a:gdLst>
              <a:gd name="connsiteX0" fmla="*/ 2061598 w 6851671"/>
              <a:gd name="connsiteY0" fmla="*/ 0 h 7563486"/>
              <a:gd name="connsiteX1" fmla="*/ 0 w 6851671"/>
              <a:gd name="connsiteY1" fmla="*/ 0 h 7563486"/>
              <a:gd name="connsiteX2" fmla="*/ 772305 w 6851671"/>
              <a:gd name="connsiteY2" fmla="*/ 2495328 h 7563486"/>
              <a:gd name="connsiteX3" fmla="*/ 824385 w 6851671"/>
              <a:gd name="connsiteY3" fmla="*/ 4966516 h 7563486"/>
              <a:gd name="connsiteX4" fmla="*/ 1517936 w 6851671"/>
              <a:gd name="connsiteY4" fmla="*/ 7563487 h 7563486"/>
              <a:gd name="connsiteX5" fmla="*/ 2061598 w 6851671"/>
              <a:gd name="connsiteY5" fmla="*/ 7563487 h 7563486"/>
              <a:gd name="connsiteX6" fmla="*/ 5741482 w 6851671"/>
              <a:gd name="connsiteY6" fmla="*/ 7563487 h 7563486"/>
              <a:gd name="connsiteX7" fmla="*/ 6851671 w 6851671"/>
              <a:gd name="connsiteY7" fmla="*/ 7563487 h 7563486"/>
              <a:gd name="connsiteX8" fmla="*/ 6851671 w 6851671"/>
              <a:gd name="connsiteY8" fmla="*/ 6435253 h 7563486"/>
              <a:gd name="connsiteX9" fmla="*/ 6851671 w 6851671"/>
              <a:gd name="connsiteY9" fmla="*/ 0 h 7563486"/>
              <a:gd name="connsiteX10" fmla="*/ 2061598 w 6851671"/>
              <a:gd name="connsiteY10" fmla="*/ 0 h 7563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1671" h="7563486">
                <a:moveTo>
                  <a:pt x="2061598" y="0"/>
                </a:moveTo>
                <a:lnTo>
                  <a:pt x="0" y="0"/>
                </a:lnTo>
                <a:cubicBezTo>
                  <a:pt x="142267" y="843634"/>
                  <a:pt x="583040" y="1759689"/>
                  <a:pt x="772305" y="2495328"/>
                </a:cubicBezTo>
                <a:cubicBezTo>
                  <a:pt x="1025083" y="3476180"/>
                  <a:pt x="832007" y="4141940"/>
                  <a:pt x="824385" y="4966516"/>
                </a:cubicBezTo>
                <a:cubicBezTo>
                  <a:pt x="819304" y="5764411"/>
                  <a:pt x="986976" y="6714770"/>
                  <a:pt x="1517936" y="7563487"/>
                </a:cubicBezTo>
                <a:lnTo>
                  <a:pt x="2061598" y="7563487"/>
                </a:lnTo>
                <a:lnTo>
                  <a:pt x="5741482" y="7563487"/>
                </a:lnTo>
                <a:lnTo>
                  <a:pt x="6851671" y="7563487"/>
                </a:lnTo>
                <a:lnTo>
                  <a:pt x="6851671" y="6435253"/>
                </a:lnTo>
                <a:lnTo>
                  <a:pt x="6851671" y="0"/>
                </a:lnTo>
                <a:lnTo>
                  <a:pt x="2061598" y="0"/>
                </a:lnTo>
                <a:close/>
              </a:path>
            </a:pathLst>
          </a:custGeom>
          <a:solidFill>
            <a:srgbClr val="4A1E47"/>
          </a:solidFill>
          <a:ln w="12692" cap="flat">
            <a:noFill/>
            <a:prstDash val="solid"/>
            <a:miter/>
          </a:ln>
        </p:spPr>
        <p:txBody>
          <a:bodyPr rtlCol="0" anchor="ctr"/>
          <a:lstStyle/>
          <a:p>
            <a:endParaRPr lang="nl-NL" sz="1633"/>
          </a:p>
        </p:txBody>
      </p:sp>
      <p:sp>
        <p:nvSpPr>
          <p:cNvPr id="165" name="Titel 7">
            <a:extLst>
              <a:ext uri="{FF2B5EF4-FFF2-40B4-BE49-F238E27FC236}">
                <a16:creationId xmlns:a16="http://schemas.microsoft.com/office/drawing/2014/main" id="{B2A53DDE-76DF-4AAD-A963-4243787C9650}"/>
              </a:ext>
            </a:extLst>
          </p:cNvPr>
          <p:cNvSpPr>
            <a:spLocks noGrp="1"/>
          </p:cNvSpPr>
          <p:nvPr>
            <p:ph type="title" hasCustomPrompt="1"/>
          </p:nvPr>
        </p:nvSpPr>
        <p:spPr>
          <a:xfrm>
            <a:off x="573779" y="1781995"/>
            <a:ext cx="4468139" cy="1762357"/>
          </a:xfrm>
        </p:spPr>
        <p:txBody>
          <a:bodyPr tIns="0" anchor="t"/>
          <a:lstStyle>
            <a:lvl1pPr>
              <a:lnSpc>
                <a:spcPct val="110000"/>
              </a:lnSpc>
              <a:defRPr sz="4400">
                <a:solidFill>
                  <a:schemeClr val="accent2"/>
                </a:solidFill>
                <a:latin typeface="+mj-lt"/>
              </a:defRPr>
            </a:lvl1pPr>
          </a:lstStyle>
          <a:p>
            <a:r>
              <a:rPr lang="nl-NL"/>
              <a:t>Titel van de </a:t>
            </a:r>
            <a:br>
              <a:rPr lang="nl-NL"/>
            </a:br>
            <a:r>
              <a:rPr lang="nl-NL"/>
              <a:t>presentatie</a:t>
            </a:r>
          </a:p>
        </p:txBody>
      </p:sp>
      <p:sp>
        <p:nvSpPr>
          <p:cNvPr id="169" name="Tijdelijke aanduiding voor verticale tekst 2">
            <a:extLst>
              <a:ext uri="{FF2B5EF4-FFF2-40B4-BE49-F238E27FC236}">
                <a16:creationId xmlns:a16="http://schemas.microsoft.com/office/drawing/2014/main" id="{67E4CC62-0755-469F-BE26-4B30E66359CF}"/>
              </a:ext>
            </a:extLst>
          </p:cNvPr>
          <p:cNvSpPr>
            <a:spLocks noGrp="1"/>
          </p:cNvSpPr>
          <p:nvPr>
            <p:ph type="body" orient="vert" idx="1" hasCustomPrompt="1"/>
          </p:nvPr>
        </p:nvSpPr>
        <p:spPr>
          <a:xfrm>
            <a:off x="573780" y="3652838"/>
            <a:ext cx="4468138" cy="936291"/>
          </a:xfrm>
        </p:spPr>
        <p:txBody>
          <a:bodyPr vert="horz" lIns="0" tIns="0" rIns="0" bIns="0"/>
          <a:lstStyle>
            <a:lvl1pPr marL="0" indent="0">
              <a:spcAft>
                <a:spcPts val="0"/>
              </a:spcAft>
              <a:buNone/>
              <a:defRPr sz="2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
        <p:nvSpPr>
          <p:cNvPr id="81" name="Tijdelijke aanduiding voor afbeelding 80">
            <a:extLst>
              <a:ext uri="{FF2B5EF4-FFF2-40B4-BE49-F238E27FC236}">
                <a16:creationId xmlns:a16="http://schemas.microsoft.com/office/drawing/2014/main" id="{5D9942B4-D43E-438F-B317-AC11120ED162}"/>
              </a:ext>
            </a:extLst>
          </p:cNvPr>
          <p:cNvSpPr>
            <a:spLocks noGrp="1"/>
          </p:cNvSpPr>
          <p:nvPr>
            <p:ph type="pic" sz="quarter" idx="23" hasCustomPrompt="1"/>
          </p:nvPr>
        </p:nvSpPr>
        <p:spPr>
          <a:xfrm>
            <a:off x="6104243" y="3"/>
            <a:ext cx="6086309" cy="6857998"/>
          </a:xfrm>
          <a:custGeom>
            <a:avLst/>
            <a:gdLst>
              <a:gd name="connsiteX0" fmla="*/ 17650 w 6086309"/>
              <a:gd name="connsiteY0" fmla="*/ 0 h 6857998"/>
              <a:gd name="connsiteX1" fmla="*/ 6086309 w 6086309"/>
              <a:gd name="connsiteY1" fmla="*/ 0 h 6857998"/>
              <a:gd name="connsiteX2" fmla="*/ 6086309 w 6086309"/>
              <a:gd name="connsiteY2" fmla="*/ 6857998 h 6857998"/>
              <a:gd name="connsiteX3" fmla="*/ 755881 w 6086309"/>
              <a:gd name="connsiteY3" fmla="*/ 6857998 h 6857998"/>
              <a:gd name="connsiteX4" fmla="*/ 653681 w 6086309"/>
              <a:gd name="connsiteY4" fmla="*/ 6652262 h 6857998"/>
              <a:gd name="connsiteX5" fmla="*/ 276 w 6086309"/>
              <a:gd name="connsiteY5" fmla="*/ 3635946 h 6857998"/>
              <a:gd name="connsiteX6" fmla="*/ 17650 w 6086309"/>
              <a:gd name="connsiteY6"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309" h="6857998">
                <a:moveTo>
                  <a:pt x="17650" y="0"/>
                </a:moveTo>
                <a:lnTo>
                  <a:pt x="6086309" y="0"/>
                </a:lnTo>
                <a:lnTo>
                  <a:pt x="6086309" y="6857998"/>
                </a:lnTo>
                <a:lnTo>
                  <a:pt x="755881" y="6857998"/>
                </a:lnTo>
                <a:lnTo>
                  <a:pt x="653681" y="6652262"/>
                </a:lnTo>
                <a:cubicBezTo>
                  <a:pt x="163408" y="5620370"/>
                  <a:pt x="-7868" y="4565886"/>
                  <a:pt x="276" y="3635946"/>
                </a:cubicBezTo>
                <a:cubicBezTo>
                  <a:pt x="14754" y="2402074"/>
                  <a:pt x="346302" y="1384793"/>
                  <a:pt x="17650" y="0"/>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252953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solidFill>
          <a:ln w="12692" cap="flat">
            <a:noFill/>
            <a:prstDash val="solid"/>
            <a:miter/>
          </a:ln>
        </p:spPr>
        <p:txBody>
          <a:bodyPr rtlCol="0" anchor="ctr"/>
          <a:lstStyle/>
          <a:p>
            <a:endParaRPr lang="nl-NL" sz="1633"/>
          </a:p>
        </p:txBody>
      </p:sp>
    </p:spTree>
    <p:extLst>
      <p:ext uri="{BB962C8B-B14F-4D97-AF65-F5344CB8AC3E}">
        <p14:creationId xmlns:p14="http://schemas.microsoft.com/office/powerpoint/2010/main" val="4142503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lleen titel #1">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19066" y="728743"/>
            <a:ext cx="9683960" cy="895483"/>
          </a:xfrm>
        </p:spPr>
        <p:txBody>
          <a:bodyPr/>
          <a:lstStyle>
            <a:lvl1pPr>
              <a:defRPr kumimoji="0" lang="nl-NL" sz="2800" b="0" i="0" u="none" strike="noStrike" kern="1200" cap="none" spc="0" normalizeH="0" baseline="0" dirty="0">
                <a:ln>
                  <a:noFill/>
                </a:ln>
                <a:solidFill>
                  <a:srgbClr val="6A205F"/>
                </a:solidFill>
                <a:effectLst/>
                <a:uLnTx/>
                <a:uFillTx/>
                <a:latin typeface="Roboto" panose="02000000000000000000" pitchFamily="2" charset="0"/>
                <a:ea typeface="Roboto" panose="02000000000000000000" pitchFamily="2" charset="0"/>
                <a:cs typeface="Segoe UI" panose="020B0502040204020203" pitchFamily="34" charset="0"/>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109280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lleen titel #2">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F0312D61-53C1-4943-8AA0-6EE7A14B3B7F}"/>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18190463">
            <a:off x="174304" y="-3706261"/>
            <a:ext cx="11173085" cy="11024902"/>
          </a:xfrm>
          <a:custGeom>
            <a:avLst/>
            <a:gdLst>
              <a:gd name="connsiteX0" fmla="*/ 1 w 11173085"/>
              <a:gd name="connsiteY0" fmla="*/ 10884287 h 11024902"/>
              <a:gd name="connsiteX1" fmla="*/ 91927 w 11173085"/>
              <a:gd name="connsiteY1" fmla="*/ 11024902 h 11024902"/>
              <a:gd name="connsiteX2" fmla="*/ 1 w 11173085"/>
              <a:gd name="connsiteY2" fmla="*/ 11024902 h 11024902"/>
              <a:gd name="connsiteX3" fmla="*/ 4140723 w 11173085"/>
              <a:gd name="connsiteY3" fmla="*/ 0 h 11024902"/>
              <a:gd name="connsiteX4" fmla="*/ 10620449 w 11173085"/>
              <a:gd name="connsiteY4" fmla="*/ 9911728 h 11024902"/>
              <a:gd name="connsiteX5" fmla="*/ 8917679 w 11173085"/>
              <a:gd name="connsiteY5" fmla="*/ 11024902 h 11024902"/>
              <a:gd name="connsiteX6" fmla="*/ 3154720 w 11173085"/>
              <a:gd name="connsiteY6" fmla="*/ 11024902 h 11024902"/>
              <a:gd name="connsiteX7" fmla="*/ 1 w 11173085"/>
              <a:gd name="connsiteY7" fmla="*/ 6199278 h 11024902"/>
              <a:gd name="connsiteX8" fmla="*/ 0 w 11173085"/>
              <a:gd name="connsiteY8" fmla="*/ 0 h 11024902"/>
              <a:gd name="connsiteX9" fmla="*/ 11173085 w 11173085"/>
              <a:gd name="connsiteY9" fmla="*/ 0 h 11024902"/>
              <a:gd name="connsiteX10" fmla="*/ 11173084 w 11173085"/>
              <a:gd name="connsiteY10" fmla="*/ 6072058 h 11024902"/>
              <a:gd name="connsiteX11" fmla="*/ 7203517 w 11173085"/>
              <a:gd name="connsiteY11" fmla="*/ 0 h 11024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73085" h="11024902">
                <a:moveTo>
                  <a:pt x="1" y="10884287"/>
                </a:moveTo>
                <a:lnTo>
                  <a:pt x="91927" y="11024902"/>
                </a:lnTo>
                <a:lnTo>
                  <a:pt x="1" y="11024902"/>
                </a:lnTo>
                <a:close/>
                <a:moveTo>
                  <a:pt x="4140723" y="0"/>
                </a:moveTo>
                <a:lnTo>
                  <a:pt x="10620449" y="9911728"/>
                </a:lnTo>
                <a:lnTo>
                  <a:pt x="8917679" y="11024902"/>
                </a:lnTo>
                <a:lnTo>
                  <a:pt x="3154720" y="11024902"/>
                </a:lnTo>
                <a:lnTo>
                  <a:pt x="1" y="6199278"/>
                </a:lnTo>
                <a:lnTo>
                  <a:pt x="0" y="0"/>
                </a:lnTo>
                <a:close/>
                <a:moveTo>
                  <a:pt x="11173085" y="0"/>
                </a:moveTo>
                <a:lnTo>
                  <a:pt x="11173084" y="6072058"/>
                </a:lnTo>
                <a:lnTo>
                  <a:pt x="7203517" y="0"/>
                </a:lnTo>
                <a:close/>
              </a:path>
            </a:pathLst>
          </a:custGeom>
        </p:spPr>
      </p:pic>
      <p:pic>
        <p:nvPicPr>
          <p:cNvPr id="15" name="Graphic 14">
            <a:extLst>
              <a:ext uri="{FF2B5EF4-FFF2-40B4-BE49-F238E27FC236}">
                <a16:creationId xmlns:a16="http://schemas.microsoft.com/office/drawing/2014/main" id="{C7142299-83C1-4006-A0C1-705BC71A6777}"/>
              </a:ext>
            </a:extLst>
          </p:cNvPr>
          <p:cNvPicPr>
            <a:picLocks noChangeAspect="1"/>
          </p:cNvPicPr>
          <p:nvPr userDrawn="1"/>
        </p:nvPicPr>
        <p:blipFill>
          <a:blip>
            <a:extLst>
              <a:ext uri="{96DAC541-7B7A-43D3-8B79-37D633B846F1}">
                <asvg:svgBlip xmlns:asvg="http://schemas.microsoft.com/office/drawing/2016/SVG/main" r:embed="rId3"/>
              </a:ext>
            </a:extLst>
          </a:blip>
          <a:srcRect/>
          <a:stretch>
            <a:fillRect/>
          </a:stretch>
        </p:blipFill>
        <p:spPr>
          <a:xfrm rot="1320153">
            <a:off x="3069302" y="-1358175"/>
            <a:ext cx="13751490" cy="8957732"/>
          </a:xfrm>
          <a:custGeom>
            <a:avLst/>
            <a:gdLst>
              <a:gd name="connsiteX0" fmla="*/ 12609761 w 13751490"/>
              <a:gd name="connsiteY0" fmla="*/ 8957732 h 8957732"/>
              <a:gd name="connsiteX1" fmla="*/ 13751490 w 13751490"/>
              <a:gd name="connsiteY1" fmla="*/ 8496385 h 8957732"/>
              <a:gd name="connsiteX2" fmla="*/ 13751490 w 13751490"/>
              <a:gd name="connsiteY2" fmla="*/ 8957732 h 8957732"/>
              <a:gd name="connsiteX3" fmla="*/ 0 w 13751490"/>
              <a:gd name="connsiteY3" fmla="*/ 3891370 h 8957732"/>
              <a:gd name="connsiteX4" fmla="*/ 7795059 w 13751490"/>
              <a:gd name="connsiteY4" fmla="*/ 741558 h 8957732"/>
              <a:gd name="connsiteX5" fmla="*/ 10364394 w 13751490"/>
              <a:gd name="connsiteY5" fmla="*/ 7100070 h 8957732"/>
              <a:gd name="connsiteX6" fmla="*/ 5767108 w 13751490"/>
              <a:gd name="connsiteY6" fmla="*/ 8957732 h 8957732"/>
              <a:gd name="connsiteX7" fmla="*/ 0 w 13751490"/>
              <a:gd name="connsiteY7" fmla="*/ 8957732 h 8957732"/>
              <a:gd name="connsiteX8" fmla="*/ 0 w 13751490"/>
              <a:gd name="connsiteY8" fmla="*/ 0 h 8957732"/>
              <a:gd name="connsiteX9" fmla="*/ 2787590 w 13751490"/>
              <a:gd name="connsiteY9" fmla="*/ 0 h 8957732"/>
              <a:gd name="connsiteX10" fmla="*/ 0 w 13751490"/>
              <a:gd name="connsiteY10" fmla="*/ 1126403 h 895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51490" h="8957732">
                <a:moveTo>
                  <a:pt x="12609761" y="8957732"/>
                </a:moveTo>
                <a:lnTo>
                  <a:pt x="13751490" y="8496385"/>
                </a:lnTo>
                <a:lnTo>
                  <a:pt x="13751490" y="8957732"/>
                </a:lnTo>
                <a:close/>
                <a:moveTo>
                  <a:pt x="0" y="3891370"/>
                </a:moveTo>
                <a:lnTo>
                  <a:pt x="7795059" y="741558"/>
                </a:lnTo>
                <a:lnTo>
                  <a:pt x="10364394" y="7100070"/>
                </a:lnTo>
                <a:lnTo>
                  <a:pt x="5767108" y="8957732"/>
                </a:lnTo>
                <a:lnTo>
                  <a:pt x="0" y="8957732"/>
                </a:lnTo>
                <a:close/>
                <a:moveTo>
                  <a:pt x="0" y="0"/>
                </a:moveTo>
                <a:lnTo>
                  <a:pt x="2787590" y="0"/>
                </a:lnTo>
                <a:lnTo>
                  <a:pt x="0" y="1126403"/>
                </a:lnTo>
                <a:close/>
              </a:path>
            </a:pathLst>
          </a:custGeom>
        </p:spPr>
      </p:pic>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15895" y="728743"/>
            <a:ext cx="9683960" cy="895483"/>
          </a:xfrm>
        </p:spPr>
        <p:txBody>
          <a:bodyPr/>
          <a:lstStyle>
            <a:lvl1pPr>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21796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lleen titel #3">
    <p:spTree>
      <p:nvGrpSpPr>
        <p:cNvPr id="1" name=""/>
        <p:cNvGrpSpPr/>
        <p:nvPr/>
      </p:nvGrpSpPr>
      <p:grpSpPr>
        <a:xfrm>
          <a:off x="0" y="0"/>
          <a:ext cx="0" cy="0"/>
          <a:chOff x="0" y="0"/>
          <a:chExt cx="0" cy="0"/>
        </a:xfrm>
      </p:grpSpPr>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4046792" y="728743"/>
            <a:ext cx="7447161" cy="895483"/>
          </a:xfrm>
        </p:spPr>
        <p:txBody>
          <a:bodyPr/>
          <a:lstStyle>
            <a:lvl1pPr>
              <a:defRPr/>
            </a:lvl1pPr>
          </a:lstStyle>
          <a:p>
            <a:r>
              <a:rPr lang="nl-NL"/>
              <a:t>Plaats hier een titel</a:t>
            </a:r>
            <a:br>
              <a:rPr lang="nl-NL"/>
            </a:br>
            <a:r>
              <a:rPr lang="nl-NL"/>
              <a:t>max. 2 regels</a:t>
            </a:r>
          </a:p>
        </p:txBody>
      </p:sp>
      <p:sp>
        <p:nvSpPr>
          <p:cNvPr id="139" name="Graphic 31">
            <a:extLst>
              <a:ext uri="{FF2B5EF4-FFF2-40B4-BE49-F238E27FC236}">
                <a16:creationId xmlns:a16="http://schemas.microsoft.com/office/drawing/2014/main" id="{C8B4A4CC-9169-4981-8402-42DDBE2666E8}"/>
              </a:ext>
            </a:extLst>
          </p:cNvPr>
          <p:cNvSpPr>
            <a:spLocks noChangeAspect="1"/>
          </p:cNvSpPr>
          <p:nvPr userDrawn="1"/>
        </p:nvSpPr>
        <p:spPr>
          <a:xfrm flipH="1" flipV="1">
            <a:off x="-2" y="-2"/>
            <a:ext cx="362342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E7E6E6"/>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
        <p:nvSpPr>
          <p:cNvPr id="166" name="Graphic 34">
            <a:extLst>
              <a:ext uri="{FF2B5EF4-FFF2-40B4-BE49-F238E27FC236}">
                <a16:creationId xmlns:a16="http://schemas.microsoft.com/office/drawing/2014/main" id="{5B96141F-57BA-4CDA-B83E-CE0BF1C3DB41}"/>
              </a:ext>
            </a:extLst>
          </p:cNvPr>
          <p:cNvSpPr>
            <a:spLocks noChangeAspect="1"/>
          </p:cNvSpPr>
          <p:nvPr userDrawn="1"/>
        </p:nvSpPr>
        <p:spPr>
          <a:xfrm flipH="1" flipV="1">
            <a:off x="1996794" y="0"/>
            <a:ext cx="1626627"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A5A5A5"/>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236067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Alleen titel #4">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4D83A0C1-F24D-47FA-B336-D58331222FA2}"/>
              </a:ext>
            </a:extLst>
          </p:cNvPr>
          <p:cNvSpPr>
            <a:spLocks noChangeAspect="1"/>
          </p:cNvSpPr>
          <p:nvPr userDrawn="1"/>
        </p:nvSpPr>
        <p:spPr>
          <a:xfrm rot="10800000">
            <a:off x="-1" y="-1"/>
            <a:ext cx="4897597" cy="6858001"/>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2"/>
              <a:gd name="connsiteX1" fmla="*/ 5816 w 5315644"/>
              <a:gd name="connsiteY1" fmla="*/ 3571624 h 7563812"/>
              <a:gd name="connsiteX2" fmla="*/ 747667 w 5315644"/>
              <a:gd name="connsiteY2" fmla="*/ 7563812 h 7563812"/>
              <a:gd name="connsiteX3" fmla="*/ 2927500 w 5315644"/>
              <a:gd name="connsiteY3" fmla="*/ 7563812 h 7563812"/>
              <a:gd name="connsiteX4" fmla="*/ 5315644 w 5315644"/>
              <a:gd name="connsiteY4" fmla="*/ 0 h 7563812"/>
              <a:gd name="connsiteX5" fmla="*/ 892481 w 5315644"/>
              <a:gd name="connsiteY5" fmla="*/ 0 h 7563812"/>
              <a:gd name="connsiteX0" fmla="*/ 892481 w 5315644"/>
              <a:gd name="connsiteY0" fmla="*/ 0 h 7563812"/>
              <a:gd name="connsiteX1" fmla="*/ 5816 w 5315644"/>
              <a:gd name="connsiteY1" fmla="*/ 3571624 h 7563812"/>
              <a:gd name="connsiteX2" fmla="*/ 747667 w 5315644"/>
              <a:gd name="connsiteY2" fmla="*/ 7563812 h 7563812"/>
              <a:gd name="connsiteX3" fmla="*/ 2357198 w 5315644"/>
              <a:gd name="connsiteY3" fmla="*/ 7551931 h 7563812"/>
              <a:gd name="connsiteX4" fmla="*/ 5315644 w 5315644"/>
              <a:gd name="connsiteY4" fmla="*/ 0 h 7563812"/>
              <a:gd name="connsiteX5" fmla="*/ 892481 w 5315644"/>
              <a:gd name="connsiteY5" fmla="*/ 0 h 7563812"/>
              <a:gd name="connsiteX0" fmla="*/ 892481 w 5315644"/>
              <a:gd name="connsiteY0" fmla="*/ 0 h 7563813"/>
              <a:gd name="connsiteX1" fmla="*/ 5816 w 5315644"/>
              <a:gd name="connsiteY1" fmla="*/ 3571624 h 7563813"/>
              <a:gd name="connsiteX2" fmla="*/ 747667 w 5315644"/>
              <a:gd name="connsiteY2" fmla="*/ 7563812 h 7563813"/>
              <a:gd name="connsiteX3" fmla="*/ 2535418 w 5315644"/>
              <a:gd name="connsiteY3" fmla="*/ 7563813 h 7563813"/>
              <a:gd name="connsiteX4" fmla="*/ 5315644 w 5315644"/>
              <a:gd name="connsiteY4" fmla="*/ 0 h 7563813"/>
              <a:gd name="connsiteX5" fmla="*/ 892481 w 5315644"/>
              <a:gd name="connsiteY5" fmla="*/ 0 h 7563813"/>
              <a:gd name="connsiteX0" fmla="*/ 892481 w 2535418"/>
              <a:gd name="connsiteY0" fmla="*/ 0 h 7563813"/>
              <a:gd name="connsiteX1" fmla="*/ 5816 w 2535418"/>
              <a:gd name="connsiteY1" fmla="*/ 3571624 h 7563813"/>
              <a:gd name="connsiteX2" fmla="*/ 747667 w 2535418"/>
              <a:gd name="connsiteY2" fmla="*/ 7563812 h 7563813"/>
              <a:gd name="connsiteX3" fmla="*/ 2535418 w 2535418"/>
              <a:gd name="connsiteY3" fmla="*/ 7563813 h 7563813"/>
              <a:gd name="connsiteX4" fmla="*/ 2250266 w 2535418"/>
              <a:gd name="connsiteY4" fmla="*/ 59407 h 7563813"/>
              <a:gd name="connsiteX5" fmla="*/ 892481 w 2535418"/>
              <a:gd name="connsiteY5" fmla="*/ 0 h 7563813"/>
              <a:gd name="connsiteX0" fmla="*/ 892481 w 2547299"/>
              <a:gd name="connsiteY0" fmla="*/ 0 h 7563813"/>
              <a:gd name="connsiteX1" fmla="*/ 5816 w 2547299"/>
              <a:gd name="connsiteY1" fmla="*/ 3571624 h 7563813"/>
              <a:gd name="connsiteX2" fmla="*/ 747667 w 2547299"/>
              <a:gd name="connsiteY2" fmla="*/ 7563812 h 7563813"/>
              <a:gd name="connsiteX3" fmla="*/ 2535418 w 2547299"/>
              <a:gd name="connsiteY3" fmla="*/ 7563813 h 7563813"/>
              <a:gd name="connsiteX4" fmla="*/ 2547299 w 2547299"/>
              <a:gd name="connsiteY4" fmla="*/ 1 h 7563813"/>
              <a:gd name="connsiteX5" fmla="*/ 892481 w 2547299"/>
              <a:gd name="connsiteY5" fmla="*/ 0 h 7563813"/>
              <a:gd name="connsiteX0" fmla="*/ 892481 w 5792267"/>
              <a:gd name="connsiteY0" fmla="*/ 0 h 7576011"/>
              <a:gd name="connsiteX1" fmla="*/ 5816 w 5792267"/>
              <a:gd name="connsiteY1" fmla="*/ 3571624 h 7576011"/>
              <a:gd name="connsiteX2" fmla="*/ 747667 w 5792267"/>
              <a:gd name="connsiteY2" fmla="*/ 7563812 h 7576011"/>
              <a:gd name="connsiteX3" fmla="*/ 5792264 w 5792267"/>
              <a:gd name="connsiteY3" fmla="*/ 7576011 h 7576011"/>
              <a:gd name="connsiteX4" fmla="*/ 2547299 w 5792267"/>
              <a:gd name="connsiteY4" fmla="*/ 1 h 7576011"/>
              <a:gd name="connsiteX5" fmla="*/ 892481 w 5792267"/>
              <a:gd name="connsiteY5" fmla="*/ 0 h 7576011"/>
              <a:gd name="connsiteX0" fmla="*/ 892481 w 5795414"/>
              <a:gd name="connsiteY0" fmla="*/ 12197 h 7588208"/>
              <a:gd name="connsiteX1" fmla="*/ 5816 w 5795414"/>
              <a:gd name="connsiteY1" fmla="*/ 3583821 h 7588208"/>
              <a:gd name="connsiteX2" fmla="*/ 747667 w 5795414"/>
              <a:gd name="connsiteY2" fmla="*/ 7576009 h 7588208"/>
              <a:gd name="connsiteX3" fmla="*/ 5792264 w 5795414"/>
              <a:gd name="connsiteY3" fmla="*/ 7588208 h 7588208"/>
              <a:gd name="connsiteX4" fmla="*/ 5795414 w 5795414"/>
              <a:gd name="connsiteY4" fmla="*/ 0 h 7588208"/>
              <a:gd name="connsiteX5" fmla="*/ 892481 w 5795414"/>
              <a:gd name="connsiteY5" fmla="*/ 12197 h 7588208"/>
              <a:gd name="connsiteX0" fmla="*/ 892481 w 5795414"/>
              <a:gd name="connsiteY0" fmla="*/ 12197 h 7588208"/>
              <a:gd name="connsiteX1" fmla="*/ 5816 w 5795414"/>
              <a:gd name="connsiteY1" fmla="*/ 3583821 h 7588208"/>
              <a:gd name="connsiteX2" fmla="*/ 747667 w 5795414"/>
              <a:gd name="connsiteY2" fmla="*/ 7576009 h 7588208"/>
              <a:gd name="connsiteX3" fmla="*/ 5792265 w 5795414"/>
              <a:gd name="connsiteY3" fmla="*/ 7588208 h 7588208"/>
              <a:gd name="connsiteX4" fmla="*/ 5795414 w 5795414"/>
              <a:gd name="connsiteY4" fmla="*/ 0 h 7588208"/>
              <a:gd name="connsiteX5" fmla="*/ 892481 w 5795414"/>
              <a:gd name="connsiteY5" fmla="*/ 12197 h 7588208"/>
              <a:gd name="connsiteX0" fmla="*/ 892481 w 5795414"/>
              <a:gd name="connsiteY0" fmla="*/ 12197 h 7576009"/>
              <a:gd name="connsiteX1" fmla="*/ 5816 w 5795414"/>
              <a:gd name="connsiteY1" fmla="*/ 3583821 h 7576009"/>
              <a:gd name="connsiteX2" fmla="*/ 747667 w 5795414"/>
              <a:gd name="connsiteY2" fmla="*/ 7576009 h 7576009"/>
              <a:gd name="connsiteX3" fmla="*/ 5792265 w 5795414"/>
              <a:gd name="connsiteY3" fmla="*/ 7249712 h 7576009"/>
              <a:gd name="connsiteX4" fmla="*/ 5795414 w 5795414"/>
              <a:gd name="connsiteY4" fmla="*/ 0 h 7576009"/>
              <a:gd name="connsiteX5" fmla="*/ 892481 w 5795414"/>
              <a:gd name="connsiteY5" fmla="*/ 12197 h 7576009"/>
              <a:gd name="connsiteX0" fmla="*/ 892481 w 5795414"/>
              <a:gd name="connsiteY0" fmla="*/ 12197 h 7576009"/>
              <a:gd name="connsiteX1" fmla="*/ 5816 w 5795414"/>
              <a:gd name="connsiteY1" fmla="*/ 3583821 h 7576009"/>
              <a:gd name="connsiteX2" fmla="*/ 747667 w 5795414"/>
              <a:gd name="connsiteY2" fmla="*/ 7576009 h 7576009"/>
              <a:gd name="connsiteX3" fmla="*/ 5792265 w 5795414"/>
              <a:gd name="connsiteY3" fmla="*/ 7571283 h 7576009"/>
              <a:gd name="connsiteX4" fmla="*/ 5795414 w 5795414"/>
              <a:gd name="connsiteY4" fmla="*/ 0 h 7576009"/>
              <a:gd name="connsiteX5" fmla="*/ 892481 w 5795414"/>
              <a:gd name="connsiteY5" fmla="*/ 12197 h 75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5414" h="7576009">
                <a:moveTo>
                  <a:pt x="892481" y="12197"/>
                </a:moveTo>
                <a:cubicBezTo>
                  <a:pt x="1110972" y="1878691"/>
                  <a:pt x="88385" y="2183632"/>
                  <a:pt x="5816" y="3583821"/>
                </a:cubicBezTo>
                <a:cubicBezTo>
                  <a:pt x="-81834" y="5061515"/>
                  <a:pt x="851832" y="6159303"/>
                  <a:pt x="747667" y="7576009"/>
                </a:cubicBezTo>
                <a:lnTo>
                  <a:pt x="5792265" y="7571283"/>
                </a:lnTo>
                <a:cubicBezTo>
                  <a:pt x="5796225" y="5050012"/>
                  <a:pt x="5791454" y="2521271"/>
                  <a:pt x="5795414" y="0"/>
                </a:cubicBezTo>
                <a:lnTo>
                  <a:pt x="892481" y="12197"/>
                </a:lnTo>
                <a:close/>
              </a:path>
            </a:pathLst>
          </a:custGeom>
          <a:solidFill>
            <a:srgbClr val="E5DDE8"/>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5780868" y="728743"/>
            <a:ext cx="4594368" cy="895483"/>
          </a:xfrm>
        </p:spPr>
        <p:txBody>
          <a:bodyPr/>
          <a:lstStyle>
            <a:lvl1pPr>
              <a:defRPr b="1">
                <a:solidFill>
                  <a:schemeClr val="accent1"/>
                </a:solidFill>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281330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lleen titel #5">
    <p:spTree>
      <p:nvGrpSpPr>
        <p:cNvPr id="1" name=""/>
        <p:cNvGrpSpPr/>
        <p:nvPr/>
      </p:nvGrpSpPr>
      <p:grpSpPr>
        <a:xfrm>
          <a:off x="0" y="0"/>
          <a:ext cx="0" cy="0"/>
          <a:chOff x="0" y="0"/>
          <a:chExt cx="0" cy="0"/>
        </a:xfrm>
      </p:grpSpPr>
      <p:sp>
        <p:nvSpPr>
          <p:cNvPr id="43" name="Graphic 31">
            <a:extLst>
              <a:ext uri="{FF2B5EF4-FFF2-40B4-BE49-F238E27FC236}">
                <a16:creationId xmlns:a16="http://schemas.microsoft.com/office/drawing/2014/main" id="{2DB73B97-BF41-49B6-8B01-0C9A0DC419A1}"/>
              </a:ext>
            </a:extLst>
          </p:cNvPr>
          <p:cNvSpPr>
            <a:spLocks noChangeAspect="1"/>
          </p:cNvSpPr>
          <p:nvPr userDrawn="1"/>
        </p:nvSpPr>
        <p:spPr>
          <a:xfrm flipH="1" flipV="1">
            <a:off x="2" y="1"/>
            <a:ext cx="4949805"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44" name="Graphic 34">
            <a:extLst>
              <a:ext uri="{FF2B5EF4-FFF2-40B4-BE49-F238E27FC236}">
                <a16:creationId xmlns:a16="http://schemas.microsoft.com/office/drawing/2014/main" id="{27668657-3937-4D0A-865A-FD9636F94935}"/>
              </a:ext>
            </a:extLst>
          </p:cNvPr>
          <p:cNvSpPr>
            <a:spLocks noChangeAspect="1"/>
          </p:cNvSpPr>
          <p:nvPr userDrawn="1"/>
        </p:nvSpPr>
        <p:spPr>
          <a:xfrm flipH="1" flipV="1">
            <a:off x="2914710" y="1"/>
            <a:ext cx="2267100"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355" y="4928516"/>
            <a:ext cx="2633823" cy="1390370"/>
          </a:xfrm>
        </p:spPr>
        <p:txBody>
          <a:bodyPr anchor="b"/>
          <a:lstStyle>
            <a:lvl1pPr>
              <a:defRPr b="1">
                <a:solidFill>
                  <a:schemeClr val="bg2"/>
                </a:solidFill>
              </a:defRPr>
            </a:lvl1pPr>
          </a:lstStyle>
          <a:p>
            <a:r>
              <a:rPr lang="nl-NL"/>
              <a:t>Plaats hier </a:t>
            </a:r>
            <a:br>
              <a:rPr lang="nl-NL"/>
            </a:br>
            <a:r>
              <a:rPr lang="nl-NL"/>
              <a:t>een titel</a:t>
            </a:r>
          </a:p>
        </p:txBody>
      </p:sp>
    </p:spTree>
    <p:extLst>
      <p:ext uri="{BB962C8B-B14F-4D97-AF65-F5344CB8AC3E}">
        <p14:creationId xmlns:p14="http://schemas.microsoft.com/office/powerpoint/2010/main" val="334713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Alleen titel #6">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accent1"/>
          </a:solidFill>
          <a:ln w="12692" cap="flat">
            <a:noFill/>
            <a:prstDash val="solid"/>
            <a:miter/>
          </a:ln>
        </p:spPr>
        <p:txBody>
          <a:bodyPr rtlCol="0" anchor="ctr"/>
          <a:lstStyle/>
          <a:p>
            <a:endParaRPr lang="nl-NL" sz="1633"/>
          </a:p>
        </p:txBody>
      </p:sp>
      <p:sp>
        <p:nvSpPr>
          <p:cNvPr id="4" name="Titel 2">
            <a:extLst>
              <a:ext uri="{FF2B5EF4-FFF2-40B4-BE49-F238E27FC236}">
                <a16:creationId xmlns:a16="http://schemas.microsoft.com/office/drawing/2014/main" id="{812AA0BB-7BC1-4C4E-B723-3C90DBCAA935}"/>
              </a:ext>
            </a:extLst>
          </p:cNvPr>
          <p:cNvSpPr>
            <a:spLocks noGrp="1"/>
          </p:cNvSpPr>
          <p:nvPr>
            <p:ph type="title" hasCustomPrompt="1"/>
          </p:nvPr>
        </p:nvSpPr>
        <p:spPr>
          <a:xfrm>
            <a:off x="804452" y="728743"/>
            <a:ext cx="9683960" cy="895483"/>
          </a:xfrm>
        </p:spPr>
        <p:txBody>
          <a:bodyPr/>
          <a:lstStyle>
            <a:lvl1pPr>
              <a:defRPr>
                <a:solidFill>
                  <a:schemeClr val="bg1"/>
                </a:solidFill>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4074406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el en Tekst x2">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solidFill>
          <a:ln w="12692" cap="flat">
            <a:noFill/>
            <a:prstDash val="solid"/>
            <a:miter/>
          </a:ln>
        </p:spPr>
        <p:txBody>
          <a:bodyPr rtlCol="0" anchor="ctr"/>
          <a:lstStyle/>
          <a:p>
            <a:endParaRPr lang="nl-NL" sz="1633"/>
          </a:p>
        </p:txBody>
      </p:sp>
      <p:sp>
        <p:nvSpPr>
          <p:cNvPr id="4" name="Titel 2">
            <a:extLst>
              <a:ext uri="{FF2B5EF4-FFF2-40B4-BE49-F238E27FC236}">
                <a16:creationId xmlns:a16="http://schemas.microsoft.com/office/drawing/2014/main" id="{4D20EE6F-9DB1-43E9-9DF4-936AC3035312}"/>
              </a:ext>
            </a:extLst>
          </p:cNvPr>
          <p:cNvSpPr>
            <a:spLocks noGrp="1"/>
          </p:cNvSpPr>
          <p:nvPr>
            <p:ph type="title" hasCustomPrompt="1"/>
          </p:nvPr>
        </p:nvSpPr>
        <p:spPr>
          <a:xfrm>
            <a:off x="803820" y="728743"/>
            <a:ext cx="9683960" cy="895483"/>
          </a:xfrm>
        </p:spPr>
        <p:txBody>
          <a:bodyPr/>
          <a:lstStyle>
            <a:lvl1pPr>
              <a:defRPr/>
            </a:lvl1pPr>
          </a:lstStyle>
          <a:p>
            <a:r>
              <a:rPr lang="nl-NL"/>
              <a:t>Plaats hier een titel</a:t>
            </a:r>
            <a:br>
              <a:rPr lang="nl-NL"/>
            </a:br>
            <a:r>
              <a:rPr lang="nl-NL"/>
              <a:t>max. 2 regels</a:t>
            </a:r>
          </a:p>
        </p:txBody>
      </p:sp>
      <p:sp>
        <p:nvSpPr>
          <p:cNvPr id="7" name="Tijdelijke aanduiding voor verticale tekst 2">
            <a:extLst>
              <a:ext uri="{FF2B5EF4-FFF2-40B4-BE49-F238E27FC236}">
                <a16:creationId xmlns:a16="http://schemas.microsoft.com/office/drawing/2014/main" id="{D56E813C-BEBA-47BA-B648-9494279B851D}"/>
              </a:ext>
            </a:extLst>
          </p:cNvPr>
          <p:cNvSpPr>
            <a:spLocks noGrp="1"/>
          </p:cNvSpPr>
          <p:nvPr>
            <p:ph type="body" orient="vert" idx="1" hasCustomPrompt="1"/>
          </p:nvPr>
        </p:nvSpPr>
        <p:spPr>
          <a:xfrm>
            <a:off x="835196" y="195908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8" name="Tijdelijke aanduiding voor verticale tekst 2">
            <a:extLst>
              <a:ext uri="{FF2B5EF4-FFF2-40B4-BE49-F238E27FC236}">
                <a16:creationId xmlns:a16="http://schemas.microsoft.com/office/drawing/2014/main" id="{6C44E3D1-A55D-4933-A80D-8922D56EB8A7}"/>
              </a:ext>
            </a:extLst>
          </p:cNvPr>
          <p:cNvSpPr>
            <a:spLocks noGrp="1"/>
          </p:cNvSpPr>
          <p:nvPr>
            <p:ph type="body" orient="vert" idx="30" hasCustomPrompt="1"/>
          </p:nvPr>
        </p:nvSpPr>
        <p:spPr>
          <a:xfrm>
            <a:off x="835196" y="169061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9" name="Tijdelijke aanduiding voor verticale tekst 2">
            <a:extLst>
              <a:ext uri="{FF2B5EF4-FFF2-40B4-BE49-F238E27FC236}">
                <a16:creationId xmlns:a16="http://schemas.microsoft.com/office/drawing/2014/main" id="{9202E3D9-D14A-4B52-BBC3-BBB7EAC9BE62}"/>
              </a:ext>
            </a:extLst>
          </p:cNvPr>
          <p:cNvSpPr>
            <a:spLocks noGrp="1"/>
          </p:cNvSpPr>
          <p:nvPr>
            <p:ph type="body" orient="vert" idx="41" hasCustomPrompt="1"/>
          </p:nvPr>
        </p:nvSpPr>
        <p:spPr>
          <a:xfrm>
            <a:off x="835196" y="397023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0" name="Tijdelijke aanduiding voor verticale tekst 2">
            <a:extLst>
              <a:ext uri="{FF2B5EF4-FFF2-40B4-BE49-F238E27FC236}">
                <a16:creationId xmlns:a16="http://schemas.microsoft.com/office/drawing/2014/main" id="{562FBD57-B2B1-4B61-B0C1-A8269DAAF92B}"/>
              </a:ext>
            </a:extLst>
          </p:cNvPr>
          <p:cNvSpPr>
            <a:spLocks noGrp="1"/>
          </p:cNvSpPr>
          <p:nvPr>
            <p:ph type="body" orient="vert" idx="42" hasCustomPrompt="1"/>
          </p:nvPr>
        </p:nvSpPr>
        <p:spPr>
          <a:xfrm>
            <a:off x="835196" y="370176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925745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38" name="Afbeelding" descr="Afbeelding">
            <a:extLst>
              <a:ext uri="{FF2B5EF4-FFF2-40B4-BE49-F238E27FC236}">
                <a16:creationId xmlns:a16="http://schemas.microsoft.com/office/drawing/2014/main" id="{A7AB4F1D-A5F2-4998-8113-20E3BD547E3B}"/>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a:off x="1" y="2268438"/>
            <a:ext cx="5143778" cy="4589562"/>
          </a:xfrm>
          <a:prstGeom prst="rect">
            <a:avLst/>
          </a:prstGeom>
          <a:ln w="12700">
            <a:miter lim="400000"/>
          </a:ln>
        </p:spPr>
      </p:pic>
      <p:sp>
        <p:nvSpPr>
          <p:cNvPr id="227" name="Rechthoek 226">
            <a:extLst>
              <a:ext uri="{FF2B5EF4-FFF2-40B4-BE49-F238E27FC236}">
                <a16:creationId xmlns:a16="http://schemas.microsoft.com/office/drawing/2014/main" id="{D41F6AFD-F52B-410D-9360-577ECF8DDA2B}"/>
              </a:ext>
            </a:extLst>
          </p:cNvPr>
          <p:cNvSpPr/>
          <p:nvPr userDrawn="1"/>
        </p:nvSpPr>
        <p:spPr>
          <a:xfrm>
            <a:off x="-3786165" y="0"/>
            <a:ext cx="3593091" cy="359246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228" name="Ovaal 227">
            <a:extLst>
              <a:ext uri="{FF2B5EF4-FFF2-40B4-BE49-F238E27FC236}">
                <a16:creationId xmlns:a16="http://schemas.microsoft.com/office/drawing/2014/main" id="{E85019F5-A07C-4FB9-83DA-419AA98A4C1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29" name="Rechthoek 228">
            <a:extLst>
              <a:ext uri="{FF2B5EF4-FFF2-40B4-BE49-F238E27FC236}">
                <a16:creationId xmlns:a16="http://schemas.microsoft.com/office/drawing/2014/main" id="{EC095CF9-D91E-457E-AF40-A9C7B04A997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0" marR="0" lvl="0" indent="0" algn="l" defTabSz="719138" rtl="0" eaLnBrk="1" fontAlgn="auto" latinLnBrk="0" hangingPunct="1">
              <a:lnSpc>
                <a:spcPct val="90000"/>
              </a:lnSpc>
              <a:spcBef>
                <a:spcPts val="0"/>
              </a:spcBef>
              <a:spcAft>
                <a:spcPts val="100"/>
              </a:spcAft>
              <a:buClr>
                <a:schemeClr val="accent1"/>
              </a:buClr>
              <a:buSzPct val="100000"/>
              <a:buFont typeface="Segoe UI Light" panose="020B0502040204020203" pitchFamily="34" charset="0"/>
              <a:buNone/>
              <a:tabLst/>
              <a:defRPr/>
            </a:pPr>
            <a:r>
              <a:rPr lang="nl-NL" sz="1400" b="0" kern="1200" noProof="0">
                <a:solidFill>
                  <a:schemeClr val="tx2"/>
                </a:solidFill>
                <a:latin typeface="+mn-lt"/>
                <a:ea typeface="+mn-ea"/>
                <a:cs typeface="+mn-cs"/>
              </a:rPr>
              <a:t>Onderwerp titel</a:t>
            </a:r>
          </a:p>
        </p:txBody>
      </p:sp>
      <p:sp>
        <p:nvSpPr>
          <p:cNvPr id="230" name="Ovaal 229">
            <a:extLst>
              <a:ext uri="{FF2B5EF4-FFF2-40B4-BE49-F238E27FC236}">
                <a16:creationId xmlns:a16="http://schemas.microsoft.com/office/drawing/2014/main" id="{AC83DF3C-BA88-4919-9B6F-105014E25DE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1" name="Rechthoek 230">
            <a:extLst>
              <a:ext uri="{FF2B5EF4-FFF2-40B4-BE49-F238E27FC236}">
                <a16:creationId xmlns:a16="http://schemas.microsoft.com/office/drawing/2014/main" id="{D1C20458-13C1-4DB4-BB19-F747E304AF3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2" name="Rechthoek 231">
            <a:extLst>
              <a:ext uri="{FF2B5EF4-FFF2-40B4-BE49-F238E27FC236}">
                <a16:creationId xmlns:a16="http://schemas.microsoft.com/office/drawing/2014/main" id="{39960D00-3CE1-4038-83BD-64190664712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0" marR="0" lvl="1" indent="0" algn="l" defTabSz="719138" rtl="0" eaLnBrk="1" fontAlgn="auto" latinLnBrk="0" hangingPunct="1">
              <a:lnSpc>
                <a:spcPct val="90000"/>
              </a:lnSpc>
              <a:spcBef>
                <a:spcPts val="0"/>
              </a:spcBef>
              <a:spcAft>
                <a:spcPts val="100"/>
              </a:spcAft>
              <a:buClr>
                <a:schemeClr val="accent2"/>
              </a:buClr>
              <a:buSzPct val="100000"/>
              <a:buFont typeface="Arial" panose="020B0604020202020204" pitchFamily="34" charset="0"/>
              <a:buNone/>
              <a:tabLst/>
              <a:defRPr/>
            </a:pPr>
            <a:r>
              <a:rPr lang="nl-NL" sz="1200" i="0" kern="1200" noProof="0">
                <a:solidFill>
                  <a:schemeClr val="bg1">
                    <a:lumMod val="50000"/>
                  </a:schemeClr>
                </a:solidFill>
                <a:latin typeface="+mn-lt"/>
                <a:ea typeface="+mn-ea"/>
                <a:cs typeface="+mn-cs"/>
              </a:rPr>
              <a:t>Leestekst</a:t>
            </a:r>
          </a:p>
        </p:txBody>
      </p:sp>
      <p:sp>
        <p:nvSpPr>
          <p:cNvPr id="233" name="Ovaal 232">
            <a:extLst>
              <a:ext uri="{FF2B5EF4-FFF2-40B4-BE49-F238E27FC236}">
                <a16:creationId xmlns:a16="http://schemas.microsoft.com/office/drawing/2014/main" id="{DBFB15E3-5588-481A-9234-70E30EDC283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5" name="Rechthoek 234">
            <a:extLst>
              <a:ext uri="{FF2B5EF4-FFF2-40B4-BE49-F238E27FC236}">
                <a16:creationId xmlns:a16="http://schemas.microsoft.com/office/drawing/2014/main" id="{AB6217C0-14F2-463C-98F5-B332F0EBAFBE}"/>
              </a:ext>
            </a:extLst>
          </p:cNvPr>
          <p:cNvSpPr/>
          <p:nvPr userDrawn="1"/>
        </p:nvSpPr>
        <p:spPr>
          <a:xfrm>
            <a:off x="-3319415" y="2431129"/>
            <a:ext cx="2949220" cy="180000"/>
          </a:xfrm>
          <a:prstGeom prst="rect">
            <a:avLst/>
          </a:prstGeom>
          <a:noFill/>
          <a:ln w="25400" cap="flat" cmpd="sng" algn="ctr">
            <a:noFill/>
            <a:prstDash val="solid"/>
          </a:ln>
          <a:effectLst/>
        </p:spPr>
        <p:txBody>
          <a:bodyPr lIns="0" tIns="0" rIns="0" bIns="0" rtlCol="0" anchor="ctr"/>
          <a:lstStyle/>
          <a:p>
            <a:pPr marL="179388" marR="0" lvl="2" indent="-179388" algn="l" defTabSz="719138" rtl="0" eaLnBrk="1" fontAlgn="auto" latinLnBrk="0" hangingPunct="1">
              <a:lnSpc>
                <a:spcPct val="90000"/>
              </a:lnSpc>
              <a:spcBef>
                <a:spcPts val="300"/>
              </a:spcBef>
              <a:spcAft>
                <a:spcPts val="600"/>
              </a:spcAft>
              <a:buClr>
                <a:schemeClr val="accent1"/>
              </a:buClr>
              <a:buSzPct val="85000"/>
              <a:buFont typeface="Arial" panose="020B0604020202020204" pitchFamily="34" charset="0"/>
              <a:buChar char="•"/>
              <a:tabLst/>
              <a:defRPr/>
            </a:pPr>
            <a:r>
              <a:rPr lang="nl-NL" sz="1200" i="0" kern="1200" noProof="0">
                <a:solidFill>
                  <a:schemeClr val="bg1">
                    <a:lumMod val="50000"/>
                  </a:schemeClr>
                </a:solidFill>
                <a:latin typeface="+mn-lt"/>
                <a:ea typeface="+mn-ea"/>
                <a:cs typeface="+mn-cs"/>
              </a:rPr>
              <a:t>Bullet</a:t>
            </a:r>
          </a:p>
        </p:txBody>
      </p:sp>
      <p:sp>
        <p:nvSpPr>
          <p:cNvPr id="245" name="Rechthoek 244">
            <a:extLst>
              <a:ext uri="{FF2B5EF4-FFF2-40B4-BE49-F238E27FC236}">
                <a16:creationId xmlns:a16="http://schemas.microsoft.com/office/drawing/2014/main" id="{E3B0C14F-C9E9-4494-A95E-F97372784E71}"/>
              </a:ext>
            </a:extLst>
          </p:cNvPr>
          <p:cNvSpPr/>
          <p:nvPr userDrawn="1"/>
        </p:nvSpPr>
        <p:spPr>
          <a:xfrm>
            <a:off x="-3786437" y="286449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246" name="ICOON_info">
            <a:extLst>
              <a:ext uri="{FF2B5EF4-FFF2-40B4-BE49-F238E27FC236}">
                <a16:creationId xmlns:a16="http://schemas.microsoft.com/office/drawing/2014/main" id="{8A3B4C6C-020D-4AF8-B677-574D41FC68DE}"/>
              </a:ext>
            </a:extLst>
          </p:cNvPr>
          <p:cNvGrpSpPr/>
          <p:nvPr userDrawn="1"/>
        </p:nvGrpSpPr>
        <p:grpSpPr>
          <a:xfrm>
            <a:off x="-376736" y="2733332"/>
            <a:ext cx="283685" cy="283685"/>
            <a:chOff x="-510741" y="5913713"/>
            <a:chExt cx="267555" cy="267555"/>
          </a:xfrm>
        </p:grpSpPr>
        <p:sp>
          <p:nvSpPr>
            <p:cNvPr id="290" name="Ovaal 289">
              <a:extLst>
                <a:ext uri="{FF2B5EF4-FFF2-40B4-BE49-F238E27FC236}">
                  <a16:creationId xmlns:a16="http://schemas.microsoft.com/office/drawing/2014/main" id="{AB0FA0E3-5AB6-42F8-8707-03150043FCD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291" name="Graphic 163" descr="Informatie">
              <a:extLst>
                <a:ext uri="{FF2B5EF4-FFF2-40B4-BE49-F238E27FC236}">
                  <a16:creationId xmlns:a16="http://schemas.microsoft.com/office/drawing/2014/main" id="{D036D173-7164-4C47-9CBB-844D5169142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247" name="VOORBEELD">
            <a:extLst>
              <a:ext uri="{FF2B5EF4-FFF2-40B4-BE49-F238E27FC236}">
                <a16:creationId xmlns:a16="http://schemas.microsoft.com/office/drawing/2014/main" id="{B6EA0C9B-6A19-4CB5-8595-5321CAC1A959}"/>
              </a:ext>
            </a:extLst>
          </p:cNvPr>
          <p:cNvGrpSpPr/>
          <p:nvPr userDrawn="1"/>
        </p:nvGrpSpPr>
        <p:grpSpPr>
          <a:xfrm>
            <a:off x="-3605171" y="458674"/>
            <a:ext cx="3234311" cy="558875"/>
            <a:chOff x="-3605171" y="458674"/>
            <a:chExt cx="3234311" cy="558875"/>
          </a:xfrm>
        </p:grpSpPr>
        <p:sp>
          <p:nvSpPr>
            <p:cNvPr id="250" name="Rechthoek 249">
              <a:extLst>
                <a:ext uri="{FF2B5EF4-FFF2-40B4-BE49-F238E27FC236}">
                  <a16:creationId xmlns:a16="http://schemas.microsoft.com/office/drawing/2014/main" id="{3E2C0EC6-7FA1-49D1-8AF7-6A20CC508A6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251" name="Rechthoek 250">
              <a:extLst>
                <a:ext uri="{FF2B5EF4-FFF2-40B4-BE49-F238E27FC236}">
                  <a16:creationId xmlns:a16="http://schemas.microsoft.com/office/drawing/2014/main" id="{28781952-3FB8-4A90-8AE2-18660E3F671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252" name="Groep 251">
              <a:extLst>
                <a:ext uri="{FF2B5EF4-FFF2-40B4-BE49-F238E27FC236}">
                  <a16:creationId xmlns:a16="http://schemas.microsoft.com/office/drawing/2014/main" id="{C1FE0DE4-99E6-4654-921E-A062AC93D685}"/>
                </a:ext>
              </a:extLst>
            </p:cNvPr>
            <p:cNvGrpSpPr/>
            <p:nvPr userDrawn="1"/>
          </p:nvGrpSpPr>
          <p:grpSpPr>
            <a:xfrm>
              <a:off x="-3386247" y="830871"/>
              <a:ext cx="139423" cy="109566"/>
              <a:chOff x="-2866744" y="827071"/>
              <a:chExt cx="168701" cy="132575"/>
            </a:xfrm>
          </p:grpSpPr>
          <p:grpSp>
            <p:nvGrpSpPr>
              <p:cNvPr id="283" name="Groep 282">
                <a:extLst>
                  <a:ext uri="{FF2B5EF4-FFF2-40B4-BE49-F238E27FC236}">
                    <a16:creationId xmlns:a16="http://schemas.microsoft.com/office/drawing/2014/main" id="{F2A958A8-9B7D-4B0A-89C6-659B13874158}"/>
                  </a:ext>
                </a:extLst>
              </p:cNvPr>
              <p:cNvGrpSpPr/>
              <p:nvPr userDrawn="1"/>
            </p:nvGrpSpPr>
            <p:grpSpPr>
              <a:xfrm>
                <a:off x="-2866744" y="827071"/>
                <a:ext cx="168701" cy="132575"/>
                <a:chOff x="-2866744" y="827071"/>
                <a:chExt cx="168701" cy="132575"/>
              </a:xfrm>
            </p:grpSpPr>
            <p:cxnSp>
              <p:nvCxnSpPr>
                <p:cNvPr id="285" name="Rechte verbindingslijn 284">
                  <a:extLst>
                    <a:ext uri="{FF2B5EF4-FFF2-40B4-BE49-F238E27FC236}">
                      <a16:creationId xmlns:a16="http://schemas.microsoft.com/office/drawing/2014/main" id="{DF185665-577A-4D14-A133-2072C2C7A5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86" name="Rechte verbindingslijn 285">
                  <a:extLst>
                    <a:ext uri="{FF2B5EF4-FFF2-40B4-BE49-F238E27FC236}">
                      <a16:creationId xmlns:a16="http://schemas.microsoft.com/office/drawing/2014/main" id="{161C177E-5020-471C-AAB3-148B24169F3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87" name="Rechte verbindingslijn 286">
                  <a:extLst>
                    <a:ext uri="{FF2B5EF4-FFF2-40B4-BE49-F238E27FC236}">
                      <a16:creationId xmlns:a16="http://schemas.microsoft.com/office/drawing/2014/main" id="{21705B75-0471-42D9-9F58-0539702DA7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88" name="Rechte verbindingslijn 287">
                  <a:extLst>
                    <a:ext uri="{FF2B5EF4-FFF2-40B4-BE49-F238E27FC236}">
                      <a16:creationId xmlns:a16="http://schemas.microsoft.com/office/drawing/2014/main" id="{D9E9FB6B-D2E6-4571-85C0-BDD7D0FB5F8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89" name="Rechte verbindingslijn 288">
                  <a:extLst>
                    <a:ext uri="{FF2B5EF4-FFF2-40B4-BE49-F238E27FC236}">
                      <a16:creationId xmlns:a16="http://schemas.microsoft.com/office/drawing/2014/main" id="{BC76B2D0-0D43-47EF-93A0-F188EACFA51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84" name="Pijl: rechts 283">
                <a:extLst>
                  <a:ext uri="{FF2B5EF4-FFF2-40B4-BE49-F238E27FC236}">
                    <a16:creationId xmlns:a16="http://schemas.microsoft.com/office/drawing/2014/main" id="{3D244406-C1EA-48A2-9C8D-3213334D3C7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3" name="Groep 252">
              <a:extLst>
                <a:ext uri="{FF2B5EF4-FFF2-40B4-BE49-F238E27FC236}">
                  <a16:creationId xmlns:a16="http://schemas.microsoft.com/office/drawing/2014/main" id="{34240A82-8084-49DF-A8C2-446DEC0D7BD9}"/>
                </a:ext>
              </a:extLst>
            </p:cNvPr>
            <p:cNvGrpSpPr/>
            <p:nvPr userDrawn="1"/>
          </p:nvGrpSpPr>
          <p:grpSpPr>
            <a:xfrm>
              <a:off x="-3605171" y="830871"/>
              <a:ext cx="139423" cy="109566"/>
              <a:chOff x="-2866744" y="518074"/>
              <a:chExt cx="168701" cy="132575"/>
            </a:xfrm>
          </p:grpSpPr>
          <p:grpSp>
            <p:nvGrpSpPr>
              <p:cNvPr id="276" name="Groep 275">
                <a:extLst>
                  <a:ext uri="{FF2B5EF4-FFF2-40B4-BE49-F238E27FC236}">
                    <a16:creationId xmlns:a16="http://schemas.microsoft.com/office/drawing/2014/main" id="{136DFCC4-AFB5-4D8D-87A6-6D4B0C963925}"/>
                  </a:ext>
                </a:extLst>
              </p:cNvPr>
              <p:cNvGrpSpPr/>
              <p:nvPr userDrawn="1"/>
            </p:nvGrpSpPr>
            <p:grpSpPr>
              <a:xfrm>
                <a:off x="-2866744" y="518074"/>
                <a:ext cx="168701" cy="132575"/>
                <a:chOff x="-2866744" y="518074"/>
                <a:chExt cx="168701" cy="132575"/>
              </a:xfrm>
            </p:grpSpPr>
            <p:cxnSp>
              <p:nvCxnSpPr>
                <p:cNvPr id="278" name="Rechte verbindingslijn 277">
                  <a:extLst>
                    <a:ext uri="{FF2B5EF4-FFF2-40B4-BE49-F238E27FC236}">
                      <a16:creationId xmlns:a16="http://schemas.microsoft.com/office/drawing/2014/main" id="{37C7BF75-63C1-4F44-9B0B-0ED9E64A56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79" name="Rechte verbindingslijn 278">
                  <a:extLst>
                    <a:ext uri="{FF2B5EF4-FFF2-40B4-BE49-F238E27FC236}">
                      <a16:creationId xmlns:a16="http://schemas.microsoft.com/office/drawing/2014/main" id="{EB981311-968C-4CB3-9A65-B98D50C894B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80" name="Rechte verbindingslijn 279">
                  <a:extLst>
                    <a:ext uri="{FF2B5EF4-FFF2-40B4-BE49-F238E27FC236}">
                      <a16:creationId xmlns:a16="http://schemas.microsoft.com/office/drawing/2014/main" id="{4A4444FF-2F45-4F92-AD5C-9349949A27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81" name="Rechte verbindingslijn 280">
                  <a:extLst>
                    <a:ext uri="{FF2B5EF4-FFF2-40B4-BE49-F238E27FC236}">
                      <a16:creationId xmlns:a16="http://schemas.microsoft.com/office/drawing/2014/main" id="{F97385E1-1A81-4AA1-A243-AD6EEC1A2B7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82" name="Rechte verbindingslijn 281">
                  <a:extLst>
                    <a:ext uri="{FF2B5EF4-FFF2-40B4-BE49-F238E27FC236}">
                      <a16:creationId xmlns:a16="http://schemas.microsoft.com/office/drawing/2014/main" id="{6A0D85EC-A671-4C3D-9D00-6C242631EC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77" name="Pijl: rechts 276">
                <a:extLst>
                  <a:ext uri="{FF2B5EF4-FFF2-40B4-BE49-F238E27FC236}">
                    <a16:creationId xmlns:a16="http://schemas.microsoft.com/office/drawing/2014/main" id="{8C2FE879-D096-480D-9972-8DC536C5A9B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254" name="Rechte verbindingslijn 253">
              <a:extLst>
                <a:ext uri="{FF2B5EF4-FFF2-40B4-BE49-F238E27FC236}">
                  <a16:creationId xmlns:a16="http://schemas.microsoft.com/office/drawing/2014/main" id="{1E922B9F-390F-4956-AFEF-F8F697CD99C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255" name="Rechte verbindingslijn 254">
              <a:extLst>
                <a:ext uri="{FF2B5EF4-FFF2-40B4-BE49-F238E27FC236}">
                  <a16:creationId xmlns:a16="http://schemas.microsoft.com/office/drawing/2014/main" id="{D964C532-DC73-426E-932C-4839468D395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256" name="Rechthoek 255">
              <a:extLst>
                <a:ext uri="{FF2B5EF4-FFF2-40B4-BE49-F238E27FC236}">
                  <a16:creationId xmlns:a16="http://schemas.microsoft.com/office/drawing/2014/main" id="{FE28C55B-E724-469D-B4AD-49AC5779D0FF}"/>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257" name="Rechthoek 256">
              <a:extLst>
                <a:ext uri="{FF2B5EF4-FFF2-40B4-BE49-F238E27FC236}">
                  <a16:creationId xmlns:a16="http://schemas.microsoft.com/office/drawing/2014/main" id="{3B031614-032B-47B1-8A52-9B73C33E2D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258" name="Groep 257">
              <a:extLst>
                <a:ext uri="{FF2B5EF4-FFF2-40B4-BE49-F238E27FC236}">
                  <a16:creationId xmlns:a16="http://schemas.microsoft.com/office/drawing/2014/main" id="{6680A011-A8FB-4A98-A457-00BBE887EB30}"/>
                </a:ext>
              </a:extLst>
            </p:cNvPr>
            <p:cNvGrpSpPr/>
            <p:nvPr userDrawn="1"/>
          </p:nvGrpSpPr>
          <p:grpSpPr>
            <a:xfrm>
              <a:off x="-2916763" y="769168"/>
              <a:ext cx="268738" cy="248381"/>
              <a:chOff x="-2916763" y="769168"/>
              <a:chExt cx="268738" cy="248381"/>
            </a:xfrm>
          </p:grpSpPr>
          <p:sp>
            <p:nvSpPr>
              <p:cNvPr id="268" name="Rechthoek 267">
                <a:extLst>
                  <a:ext uri="{FF2B5EF4-FFF2-40B4-BE49-F238E27FC236}">
                    <a16:creationId xmlns:a16="http://schemas.microsoft.com/office/drawing/2014/main" id="{6A02F484-953B-446A-8755-35BF6CB8ED6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9" name="Groep 268">
                <a:extLst>
                  <a:ext uri="{FF2B5EF4-FFF2-40B4-BE49-F238E27FC236}">
                    <a16:creationId xmlns:a16="http://schemas.microsoft.com/office/drawing/2014/main" id="{5BD0A84A-FBB9-4676-B70D-FD872B12698A}"/>
                  </a:ext>
                </a:extLst>
              </p:cNvPr>
              <p:cNvGrpSpPr/>
              <p:nvPr userDrawn="1"/>
            </p:nvGrpSpPr>
            <p:grpSpPr>
              <a:xfrm>
                <a:off x="-2866744" y="827071"/>
                <a:ext cx="168701" cy="132575"/>
                <a:chOff x="-2866744" y="827071"/>
                <a:chExt cx="168701" cy="132575"/>
              </a:xfrm>
            </p:grpSpPr>
            <p:cxnSp>
              <p:nvCxnSpPr>
                <p:cNvPr id="271" name="Rechte verbindingslijn 270">
                  <a:extLst>
                    <a:ext uri="{FF2B5EF4-FFF2-40B4-BE49-F238E27FC236}">
                      <a16:creationId xmlns:a16="http://schemas.microsoft.com/office/drawing/2014/main" id="{446C7A37-FC46-40BB-A566-7DC617D8023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72" name="Rechte verbindingslijn 271">
                  <a:extLst>
                    <a:ext uri="{FF2B5EF4-FFF2-40B4-BE49-F238E27FC236}">
                      <a16:creationId xmlns:a16="http://schemas.microsoft.com/office/drawing/2014/main" id="{EA775097-43E6-49A5-95EF-7FDEF57D888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73" name="Rechte verbindingslijn 272">
                  <a:extLst>
                    <a:ext uri="{FF2B5EF4-FFF2-40B4-BE49-F238E27FC236}">
                      <a16:creationId xmlns:a16="http://schemas.microsoft.com/office/drawing/2014/main" id="{4BF4686D-04AF-46A9-8E9F-91B4DC4281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74" name="Rechte verbindingslijn 273">
                  <a:extLst>
                    <a:ext uri="{FF2B5EF4-FFF2-40B4-BE49-F238E27FC236}">
                      <a16:creationId xmlns:a16="http://schemas.microsoft.com/office/drawing/2014/main" id="{F1EB4E4C-6DE1-4F98-8F4B-F73CE59E76F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75" name="Rechte verbindingslijn 274">
                  <a:extLst>
                    <a:ext uri="{FF2B5EF4-FFF2-40B4-BE49-F238E27FC236}">
                      <a16:creationId xmlns:a16="http://schemas.microsoft.com/office/drawing/2014/main" id="{0B0094B7-EEB7-4616-A998-47E7E0EBFF3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70" name="Pijl: rechts 269">
                <a:extLst>
                  <a:ext uri="{FF2B5EF4-FFF2-40B4-BE49-F238E27FC236}">
                    <a16:creationId xmlns:a16="http://schemas.microsoft.com/office/drawing/2014/main" id="{A6647078-7BFA-47C9-BCA0-ED8C121191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9" name="Groep 258">
              <a:extLst>
                <a:ext uri="{FF2B5EF4-FFF2-40B4-BE49-F238E27FC236}">
                  <a16:creationId xmlns:a16="http://schemas.microsoft.com/office/drawing/2014/main" id="{D0717C83-1545-4381-95BB-06523B957867}"/>
                </a:ext>
              </a:extLst>
            </p:cNvPr>
            <p:cNvGrpSpPr/>
            <p:nvPr userDrawn="1"/>
          </p:nvGrpSpPr>
          <p:grpSpPr>
            <a:xfrm>
              <a:off x="-2916763" y="460171"/>
              <a:ext cx="268738" cy="248381"/>
              <a:chOff x="-2916763" y="460171"/>
              <a:chExt cx="268738" cy="248381"/>
            </a:xfrm>
          </p:grpSpPr>
          <p:sp>
            <p:nvSpPr>
              <p:cNvPr id="260" name="Rechthoek 259">
                <a:extLst>
                  <a:ext uri="{FF2B5EF4-FFF2-40B4-BE49-F238E27FC236}">
                    <a16:creationId xmlns:a16="http://schemas.microsoft.com/office/drawing/2014/main" id="{9EDEA73D-28AC-4B3D-B2C4-D1FAA03671B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1" name="Groep 260">
                <a:extLst>
                  <a:ext uri="{FF2B5EF4-FFF2-40B4-BE49-F238E27FC236}">
                    <a16:creationId xmlns:a16="http://schemas.microsoft.com/office/drawing/2014/main" id="{A62DCB34-325A-43B9-9521-E26F2AF93798}"/>
                  </a:ext>
                </a:extLst>
              </p:cNvPr>
              <p:cNvGrpSpPr/>
              <p:nvPr userDrawn="1"/>
            </p:nvGrpSpPr>
            <p:grpSpPr>
              <a:xfrm>
                <a:off x="-2866744" y="518074"/>
                <a:ext cx="168701" cy="132575"/>
                <a:chOff x="-2866744" y="518074"/>
                <a:chExt cx="168701" cy="132575"/>
              </a:xfrm>
            </p:grpSpPr>
            <p:cxnSp>
              <p:nvCxnSpPr>
                <p:cNvPr id="263" name="Rechte verbindingslijn 262">
                  <a:extLst>
                    <a:ext uri="{FF2B5EF4-FFF2-40B4-BE49-F238E27FC236}">
                      <a16:creationId xmlns:a16="http://schemas.microsoft.com/office/drawing/2014/main" id="{FDB8920A-0605-4918-AABC-6CFD7B3D2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64" name="Rechte verbindingslijn 263">
                  <a:extLst>
                    <a:ext uri="{FF2B5EF4-FFF2-40B4-BE49-F238E27FC236}">
                      <a16:creationId xmlns:a16="http://schemas.microsoft.com/office/drawing/2014/main" id="{78EA385E-C028-4D80-9573-B3098EFB04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65" name="Rechte verbindingslijn 264">
                  <a:extLst>
                    <a:ext uri="{FF2B5EF4-FFF2-40B4-BE49-F238E27FC236}">
                      <a16:creationId xmlns:a16="http://schemas.microsoft.com/office/drawing/2014/main" id="{2620AC03-8FDA-486A-A796-108F2B6207F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66" name="Rechte verbindingslijn 265">
                  <a:extLst>
                    <a:ext uri="{FF2B5EF4-FFF2-40B4-BE49-F238E27FC236}">
                      <a16:creationId xmlns:a16="http://schemas.microsoft.com/office/drawing/2014/main" id="{42EA0981-9F7F-4526-A7EA-37DACE04DAE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67" name="Rechte verbindingslijn 266">
                  <a:extLst>
                    <a:ext uri="{FF2B5EF4-FFF2-40B4-BE49-F238E27FC236}">
                      <a16:creationId xmlns:a16="http://schemas.microsoft.com/office/drawing/2014/main" id="{53EC698F-69CB-48CC-94FE-15DA943BB5E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62" name="Pijl: rechts 261">
                <a:extLst>
                  <a:ext uri="{FF2B5EF4-FFF2-40B4-BE49-F238E27FC236}">
                    <a16:creationId xmlns:a16="http://schemas.microsoft.com/office/drawing/2014/main" id="{6C605EAE-0DC3-46C5-A8FF-50FB7E874DB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65" name="Titel 2">
            <a:extLst>
              <a:ext uri="{FF2B5EF4-FFF2-40B4-BE49-F238E27FC236}">
                <a16:creationId xmlns:a16="http://schemas.microsoft.com/office/drawing/2014/main" id="{93E86168-1B16-4845-AF8F-729E1D7C9FF4}"/>
              </a:ext>
            </a:extLst>
          </p:cNvPr>
          <p:cNvSpPr>
            <a:spLocks noGrp="1"/>
          </p:cNvSpPr>
          <p:nvPr userDrawn="1">
            <p:ph type="title" hasCustomPrompt="1"/>
          </p:nvPr>
        </p:nvSpPr>
        <p:spPr>
          <a:xfrm>
            <a:off x="801286" y="1891829"/>
            <a:ext cx="3389577" cy="895483"/>
          </a:xfrm>
        </p:spPr>
        <p:txBody>
          <a:bodyPr anchor="b"/>
          <a:lstStyle>
            <a:lvl1pPr>
              <a:defRPr sz="4000" b="1"/>
            </a:lvl1pPr>
          </a:lstStyle>
          <a:p>
            <a:r>
              <a:rPr lang="nl-NL"/>
              <a:t>Agenda</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userDrawn="1">
            <p:ph type="body" orient="vert" idx="1" hasCustomPrompt="1"/>
          </p:nvPr>
        </p:nvSpPr>
        <p:spPr>
          <a:xfrm>
            <a:off x="6024292" y="933059"/>
            <a:ext cx="5817783" cy="1096951"/>
          </a:xfrm>
        </p:spPr>
        <p:txBody>
          <a:bodyPr vert="horz" lIns="0" tIns="0" rIns="0" bIns="0"/>
          <a:lstStyle>
            <a:lvl1pPr marL="0" indent="0">
              <a:spcAft>
                <a:spcPts val="100"/>
              </a:spcAft>
              <a:buNone/>
              <a:defRPr sz="2400" b="0">
                <a:solidFill>
                  <a:schemeClr val="accent2"/>
                </a:solidFill>
              </a:defRPr>
            </a:lvl1pPr>
            <a:lvl2pPr marL="0" indent="0">
              <a:spcAft>
                <a:spcPts val="100"/>
              </a:spcAft>
              <a:buNone/>
              <a:defRPr sz="1600">
                <a:solidFill>
                  <a:schemeClr val="bg1">
                    <a:lumMod val="50000"/>
                  </a:schemeClr>
                </a:solidFill>
              </a:defRPr>
            </a:lvl2pPr>
            <a:lvl3pPr marL="179388" indent="-179388">
              <a:spcBef>
                <a:spcPts val="300"/>
              </a:spcBef>
              <a:spcAft>
                <a:spcPts val="600"/>
              </a:spcAft>
              <a:buClr>
                <a:schemeClr val="accent1"/>
              </a:buClr>
              <a:buFont typeface="Arial" panose="020B0604020202020204" pitchFamily="34" charset="0"/>
              <a:buChar char="•"/>
              <a:defRPr>
                <a:solidFill>
                  <a:schemeClr val="bg1">
                    <a:lumMod val="50000"/>
                  </a:schemeClr>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cxnSp>
        <p:nvCxnSpPr>
          <p:cNvPr id="172" name="Rechte verbindingslijn 171">
            <a:extLst>
              <a:ext uri="{FF2B5EF4-FFF2-40B4-BE49-F238E27FC236}">
                <a16:creationId xmlns:a16="http://schemas.microsoft.com/office/drawing/2014/main" id="{A783438E-BE76-4B76-A1DD-0B429B880A5E}"/>
              </a:ext>
            </a:extLst>
          </p:cNvPr>
          <p:cNvCxnSpPr>
            <a:cxnSpLocks/>
          </p:cNvCxnSpPr>
          <p:nvPr userDrawn="1"/>
        </p:nvCxnSpPr>
        <p:spPr>
          <a:xfrm>
            <a:off x="5143779"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73" name="Tijdelijke aanduiding voor verticale tekst 2">
            <a:extLst>
              <a:ext uri="{FF2B5EF4-FFF2-40B4-BE49-F238E27FC236}">
                <a16:creationId xmlns:a16="http://schemas.microsoft.com/office/drawing/2014/main" id="{330FC465-98CB-4609-9514-D28A7E83D1E1}"/>
              </a:ext>
            </a:extLst>
          </p:cNvPr>
          <p:cNvSpPr>
            <a:spLocks noGrp="1"/>
          </p:cNvSpPr>
          <p:nvPr userDrawn="1">
            <p:ph type="body" orient="vert" idx="10" hasCustomPrompt="1"/>
          </p:nvPr>
        </p:nvSpPr>
        <p:spPr>
          <a:xfrm>
            <a:off x="6024292" y="2205585"/>
            <a:ext cx="5817783" cy="1096951"/>
          </a:xfrm>
        </p:spPr>
        <p:txBody>
          <a:bodyPr vert="horz" lIns="0" tIns="0" rIns="0" bIns="0"/>
          <a:lstStyle>
            <a:lvl1pPr marL="0" indent="0">
              <a:spcAft>
                <a:spcPts val="100"/>
              </a:spcAft>
              <a:buNone/>
              <a:defRPr sz="2400" b="0">
                <a:solidFill>
                  <a:schemeClr val="accent2"/>
                </a:solidFill>
              </a:defRPr>
            </a:lvl1pPr>
            <a:lvl2pPr marL="0" indent="0">
              <a:spcAft>
                <a:spcPts val="100"/>
              </a:spcAft>
              <a:buNone/>
              <a:defRPr sz="1600">
                <a:solidFill>
                  <a:schemeClr val="bg1">
                    <a:lumMod val="50000"/>
                  </a:schemeClr>
                </a:solidFill>
              </a:defRPr>
            </a:lvl2pPr>
            <a:lvl3pPr marL="179388" indent="-179388">
              <a:spcBef>
                <a:spcPts val="300"/>
              </a:spcBef>
              <a:spcAft>
                <a:spcPts val="600"/>
              </a:spcAft>
              <a:buClr>
                <a:schemeClr val="accent1"/>
              </a:buClr>
              <a:buFont typeface="Arial" panose="020B0604020202020204" pitchFamily="34" charset="0"/>
              <a:buChar char="•"/>
              <a:defRPr>
                <a:solidFill>
                  <a:schemeClr val="bg1">
                    <a:lumMod val="50000"/>
                  </a:schemeClr>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4" name="Tijdelijke aanduiding voor verticale tekst 2">
            <a:extLst>
              <a:ext uri="{FF2B5EF4-FFF2-40B4-BE49-F238E27FC236}">
                <a16:creationId xmlns:a16="http://schemas.microsoft.com/office/drawing/2014/main" id="{ADE17F00-6724-4DEB-B9EF-48CB63D1FC0D}"/>
              </a:ext>
            </a:extLst>
          </p:cNvPr>
          <p:cNvSpPr>
            <a:spLocks noGrp="1"/>
          </p:cNvSpPr>
          <p:nvPr userDrawn="1">
            <p:ph type="body" orient="vert" idx="11" hasCustomPrompt="1"/>
          </p:nvPr>
        </p:nvSpPr>
        <p:spPr>
          <a:xfrm>
            <a:off x="6024292" y="3453060"/>
            <a:ext cx="5817783" cy="1096951"/>
          </a:xfrm>
        </p:spPr>
        <p:txBody>
          <a:bodyPr vert="horz" lIns="0" tIns="0" rIns="0" bIns="0"/>
          <a:lstStyle>
            <a:lvl1pPr marL="0" indent="0">
              <a:spcAft>
                <a:spcPts val="100"/>
              </a:spcAft>
              <a:buNone/>
              <a:defRPr sz="2400" b="0">
                <a:solidFill>
                  <a:schemeClr val="accent2"/>
                </a:solidFill>
              </a:defRPr>
            </a:lvl1pPr>
            <a:lvl2pPr marL="0" indent="0">
              <a:spcAft>
                <a:spcPts val="100"/>
              </a:spcAft>
              <a:buNone/>
              <a:defRPr sz="1600">
                <a:solidFill>
                  <a:schemeClr val="bg1">
                    <a:lumMod val="50000"/>
                  </a:schemeClr>
                </a:solidFill>
              </a:defRPr>
            </a:lvl2pPr>
            <a:lvl3pPr marL="179388" indent="-179388">
              <a:spcBef>
                <a:spcPts val="300"/>
              </a:spcBef>
              <a:spcAft>
                <a:spcPts val="600"/>
              </a:spcAft>
              <a:buClr>
                <a:schemeClr val="accent1"/>
              </a:buClr>
              <a:buFont typeface="Arial" panose="020B0604020202020204" pitchFamily="34" charset="0"/>
              <a:buChar char="•"/>
              <a:defRPr>
                <a:solidFill>
                  <a:schemeClr val="bg1">
                    <a:lumMod val="50000"/>
                  </a:schemeClr>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5" name="Tijdelijke aanduiding voor verticale tekst 2">
            <a:extLst>
              <a:ext uri="{FF2B5EF4-FFF2-40B4-BE49-F238E27FC236}">
                <a16:creationId xmlns:a16="http://schemas.microsoft.com/office/drawing/2014/main" id="{255EA2A6-C25F-4A37-AD19-2BCEA32E39D9}"/>
              </a:ext>
            </a:extLst>
          </p:cNvPr>
          <p:cNvSpPr>
            <a:spLocks noGrp="1"/>
          </p:cNvSpPr>
          <p:nvPr userDrawn="1">
            <p:ph type="body" orient="vert" idx="12" hasCustomPrompt="1"/>
          </p:nvPr>
        </p:nvSpPr>
        <p:spPr>
          <a:xfrm>
            <a:off x="6024292" y="4725586"/>
            <a:ext cx="5817783" cy="1096951"/>
          </a:xfrm>
        </p:spPr>
        <p:txBody>
          <a:bodyPr vert="horz" lIns="0" tIns="0" rIns="0" bIns="0"/>
          <a:lstStyle>
            <a:lvl1pPr marL="0" indent="0">
              <a:spcAft>
                <a:spcPts val="100"/>
              </a:spcAft>
              <a:buNone/>
              <a:defRPr sz="2400" b="0">
                <a:solidFill>
                  <a:schemeClr val="accent2"/>
                </a:solidFill>
              </a:defRPr>
            </a:lvl1pPr>
            <a:lvl2pPr marL="0" indent="0">
              <a:spcAft>
                <a:spcPts val="100"/>
              </a:spcAft>
              <a:buNone/>
              <a:defRPr sz="1600">
                <a:solidFill>
                  <a:schemeClr val="bg1">
                    <a:lumMod val="50000"/>
                  </a:schemeClr>
                </a:solidFill>
              </a:defRPr>
            </a:lvl2pPr>
            <a:lvl3pPr marL="179388" indent="-179388">
              <a:spcBef>
                <a:spcPts val="300"/>
              </a:spcBef>
              <a:spcAft>
                <a:spcPts val="600"/>
              </a:spcAft>
              <a:buClr>
                <a:schemeClr val="accent1"/>
              </a:buClr>
              <a:buFont typeface="Arial" panose="020B0604020202020204" pitchFamily="34" charset="0"/>
              <a:buChar char="•"/>
              <a:defRPr>
                <a:solidFill>
                  <a:schemeClr val="bg1">
                    <a:lumMod val="50000"/>
                  </a:schemeClr>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Tree>
    <p:extLst>
      <p:ext uri="{BB962C8B-B14F-4D97-AF65-F5344CB8AC3E}">
        <p14:creationId xmlns:p14="http://schemas.microsoft.com/office/powerpoint/2010/main" val="28379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5" name="Rechthoek 64">
            <a:extLst>
              <a:ext uri="{FF2B5EF4-FFF2-40B4-BE49-F238E27FC236}">
                <a16:creationId xmlns:a16="http://schemas.microsoft.com/office/drawing/2014/main" id="{BD7220DF-5C88-48D7-B897-1CB149C3E17E}"/>
              </a:ext>
            </a:extLst>
          </p:cNvPr>
          <p:cNvSpPr/>
          <p:nvPr userDrawn="1"/>
        </p:nvSpPr>
        <p:spPr>
          <a:xfrm flipH="1">
            <a:off x="-1" y="0"/>
            <a:ext cx="12192000" cy="6858000"/>
          </a:xfrm>
          <a:prstGeom prst="rect">
            <a:avLst/>
          </a:prstGeom>
          <a:solidFill>
            <a:srgbClr val="4A1E47"/>
          </a:solidFill>
          <a:ln w="12692" cap="flat">
            <a:noFill/>
            <a:prstDash val="solid"/>
            <a:miter/>
          </a:ln>
        </p:spPr>
        <p:txBody>
          <a:bodyPr rtlCol="0" anchor="ctr"/>
          <a:lstStyle/>
          <a:p>
            <a:pPr lvl="0"/>
            <a:endParaRPr lang="nl-NL" sz="1633">
              <a:solidFill>
                <a:schemeClr val="tx1"/>
              </a:solidFill>
            </a:endParaRPr>
          </a:p>
        </p:txBody>
      </p:sp>
      <p:sp>
        <p:nvSpPr>
          <p:cNvPr id="227" name="Rechthoek 226">
            <a:extLst>
              <a:ext uri="{FF2B5EF4-FFF2-40B4-BE49-F238E27FC236}">
                <a16:creationId xmlns:a16="http://schemas.microsoft.com/office/drawing/2014/main" id="{D41F6AFD-F52B-410D-9360-577ECF8DDA2B}"/>
              </a:ext>
            </a:extLst>
          </p:cNvPr>
          <p:cNvSpPr/>
          <p:nvPr userDrawn="1"/>
        </p:nvSpPr>
        <p:spPr>
          <a:xfrm>
            <a:off x="-3786165" y="0"/>
            <a:ext cx="3593091" cy="359246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228" name="Ovaal 227">
            <a:extLst>
              <a:ext uri="{FF2B5EF4-FFF2-40B4-BE49-F238E27FC236}">
                <a16:creationId xmlns:a16="http://schemas.microsoft.com/office/drawing/2014/main" id="{E85019F5-A07C-4FB9-83DA-419AA98A4C1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29" name="Rechthoek 228">
            <a:extLst>
              <a:ext uri="{FF2B5EF4-FFF2-40B4-BE49-F238E27FC236}">
                <a16:creationId xmlns:a16="http://schemas.microsoft.com/office/drawing/2014/main" id="{EC095CF9-D91E-457E-AF40-A9C7B04A997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0" marR="0" lvl="0" indent="0" algn="l" defTabSz="719138" rtl="0" eaLnBrk="1" fontAlgn="auto" latinLnBrk="0" hangingPunct="1">
              <a:lnSpc>
                <a:spcPct val="90000"/>
              </a:lnSpc>
              <a:spcBef>
                <a:spcPts val="0"/>
              </a:spcBef>
              <a:spcAft>
                <a:spcPts val="100"/>
              </a:spcAft>
              <a:buClr>
                <a:schemeClr val="accent1"/>
              </a:buClr>
              <a:buSzPct val="100000"/>
              <a:buFont typeface="Segoe UI Light" panose="020B0502040204020203" pitchFamily="34" charset="0"/>
              <a:buNone/>
              <a:tabLst/>
              <a:defRPr/>
            </a:pPr>
            <a:r>
              <a:rPr lang="nl-NL" sz="1400" b="0" kern="1200" noProof="0">
                <a:solidFill>
                  <a:schemeClr val="tx2"/>
                </a:solidFill>
                <a:latin typeface="+mn-lt"/>
                <a:ea typeface="+mn-ea"/>
                <a:cs typeface="+mn-cs"/>
              </a:rPr>
              <a:t>Onderwerp titel</a:t>
            </a:r>
          </a:p>
        </p:txBody>
      </p:sp>
      <p:sp>
        <p:nvSpPr>
          <p:cNvPr id="230" name="Ovaal 229">
            <a:extLst>
              <a:ext uri="{FF2B5EF4-FFF2-40B4-BE49-F238E27FC236}">
                <a16:creationId xmlns:a16="http://schemas.microsoft.com/office/drawing/2014/main" id="{AC83DF3C-BA88-4919-9B6F-105014E25DE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1" name="Rechthoek 230">
            <a:extLst>
              <a:ext uri="{FF2B5EF4-FFF2-40B4-BE49-F238E27FC236}">
                <a16:creationId xmlns:a16="http://schemas.microsoft.com/office/drawing/2014/main" id="{D1C20458-13C1-4DB4-BB19-F747E304AF3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2" name="Rechthoek 231">
            <a:extLst>
              <a:ext uri="{FF2B5EF4-FFF2-40B4-BE49-F238E27FC236}">
                <a16:creationId xmlns:a16="http://schemas.microsoft.com/office/drawing/2014/main" id="{39960D00-3CE1-4038-83BD-64190664712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0" marR="0" lvl="1" indent="0" algn="l" defTabSz="719138" rtl="0" eaLnBrk="1" fontAlgn="auto" latinLnBrk="0" hangingPunct="1">
              <a:lnSpc>
                <a:spcPct val="90000"/>
              </a:lnSpc>
              <a:spcBef>
                <a:spcPts val="0"/>
              </a:spcBef>
              <a:spcAft>
                <a:spcPts val="100"/>
              </a:spcAft>
              <a:buClr>
                <a:schemeClr val="accent2"/>
              </a:buClr>
              <a:buSzPct val="100000"/>
              <a:buFont typeface="Arial" panose="020B0604020202020204" pitchFamily="34" charset="0"/>
              <a:buNone/>
              <a:tabLst/>
              <a:defRPr/>
            </a:pPr>
            <a:r>
              <a:rPr lang="nl-NL" sz="1200" i="0" kern="1200" noProof="0">
                <a:solidFill>
                  <a:schemeClr val="bg1">
                    <a:lumMod val="50000"/>
                  </a:schemeClr>
                </a:solidFill>
                <a:latin typeface="+mn-lt"/>
                <a:ea typeface="+mn-ea"/>
                <a:cs typeface="+mn-cs"/>
              </a:rPr>
              <a:t>Leestekst</a:t>
            </a:r>
          </a:p>
        </p:txBody>
      </p:sp>
      <p:sp>
        <p:nvSpPr>
          <p:cNvPr id="233" name="Ovaal 232">
            <a:extLst>
              <a:ext uri="{FF2B5EF4-FFF2-40B4-BE49-F238E27FC236}">
                <a16:creationId xmlns:a16="http://schemas.microsoft.com/office/drawing/2014/main" id="{DBFB15E3-5588-481A-9234-70E30EDC283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5" name="Rechthoek 234">
            <a:extLst>
              <a:ext uri="{FF2B5EF4-FFF2-40B4-BE49-F238E27FC236}">
                <a16:creationId xmlns:a16="http://schemas.microsoft.com/office/drawing/2014/main" id="{AB6217C0-14F2-463C-98F5-B332F0EBAFBE}"/>
              </a:ext>
            </a:extLst>
          </p:cNvPr>
          <p:cNvSpPr/>
          <p:nvPr userDrawn="1"/>
        </p:nvSpPr>
        <p:spPr>
          <a:xfrm>
            <a:off x="-3319415" y="2431129"/>
            <a:ext cx="2949220" cy="180000"/>
          </a:xfrm>
          <a:prstGeom prst="rect">
            <a:avLst/>
          </a:prstGeom>
          <a:noFill/>
          <a:ln w="25400" cap="flat" cmpd="sng" algn="ctr">
            <a:noFill/>
            <a:prstDash val="solid"/>
          </a:ln>
          <a:effectLst/>
        </p:spPr>
        <p:txBody>
          <a:bodyPr lIns="0" tIns="0" rIns="0" bIns="0" rtlCol="0" anchor="ctr"/>
          <a:lstStyle/>
          <a:p>
            <a:pPr marL="179388" marR="0" lvl="2" indent="-179388" algn="l" defTabSz="719138" rtl="0" eaLnBrk="1" fontAlgn="auto" latinLnBrk="0" hangingPunct="1">
              <a:lnSpc>
                <a:spcPct val="90000"/>
              </a:lnSpc>
              <a:spcBef>
                <a:spcPts val="300"/>
              </a:spcBef>
              <a:spcAft>
                <a:spcPts val="600"/>
              </a:spcAft>
              <a:buClr>
                <a:schemeClr val="accent1"/>
              </a:buClr>
              <a:buSzPct val="85000"/>
              <a:buFont typeface="Arial" panose="020B0604020202020204" pitchFamily="34" charset="0"/>
              <a:buChar char="•"/>
              <a:tabLst/>
              <a:defRPr/>
            </a:pPr>
            <a:r>
              <a:rPr lang="nl-NL" sz="1200" i="0" kern="1200" noProof="0">
                <a:solidFill>
                  <a:schemeClr val="bg1">
                    <a:lumMod val="50000"/>
                  </a:schemeClr>
                </a:solidFill>
                <a:latin typeface="+mn-lt"/>
                <a:ea typeface="+mn-ea"/>
                <a:cs typeface="+mn-cs"/>
              </a:rPr>
              <a:t>Bullet</a:t>
            </a:r>
          </a:p>
        </p:txBody>
      </p:sp>
      <p:sp>
        <p:nvSpPr>
          <p:cNvPr id="245" name="Rechthoek 244">
            <a:extLst>
              <a:ext uri="{FF2B5EF4-FFF2-40B4-BE49-F238E27FC236}">
                <a16:creationId xmlns:a16="http://schemas.microsoft.com/office/drawing/2014/main" id="{E3B0C14F-C9E9-4494-A95E-F97372784E71}"/>
              </a:ext>
            </a:extLst>
          </p:cNvPr>
          <p:cNvSpPr/>
          <p:nvPr userDrawn="1"/>
        </p:nvSpPr>
        <p:spPr>
          <a:xfrm>
            <a:off x="-3786437" y="286449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246" name="ICOON_info">
            <a:extLst>
              <a:ext uri="{FF2B5EF4-FFF2-40B4-BE49-F238E27FC236}">
                <a16:creationId xmlns:a16="http://schemas.microsoft.com/office/drawing/2014/main" id="{8A3B4C6C-020D-4AF8-B677-574D41FC68DE}"/>
              </a:ext>
            </a:extLst>
          </p:cNvPr>
          <p:cNvGrpSpPr/>
          <p:nvPr userDrawn="1"/>
        </p:nvGrpSpPr>
        <p:grpSpPr>
          <a:xfrm>
            <a:off x="-376736" y="2733332"/>
            <a:ext cx="283685" cy="283685"/>
            <a:chOff x="-510741" y="5913713"/>
            <a:chExt cx="267555" cy="267555"/>
          </a:xfrm>
        </p:grpSpPr>
        <p:sp>
          <p:nvSpPr>
            <p:cNvPr id="290" name="Ovaal 289">
              <a:extLst>
                <a:ext uri="{FF2B5EF4-FFF2-40B4-BE49-F238E27FC236}">
                  <a16:creationId xmlns:a16="http://schemas.microsoft.com/office/drawing/2014/main" id="{AB0FA0E3-5AB6-42F8-8707-03150043FCD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291" name="Graphic 163" descr="Informatie">
              <a:extLst>
                <a:ext uri="{FF2B5EF4-FFF2-40B4-BE49-F238E27FC236}">
                  <a16:creationId xmlns:a16="http://schemas.microsoft.com/office/drawing/2014/main" id="{D036D173-7164-4C47-9CBB-844D5169142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247" name="VOORBEELD">
            <a:extLst>
              <a:ext uri="{FF2B5EF4-FFF2-40B4-BE49-F238E27FC236}">
                <a16:creationId xmlns:a16="http://schemas.microsoft.com/office/drawing/2014/main" id="{B6EA0C9B-6A19-4CB5-8595-5321CAC1A959}"/>
              </a:ext>
            </a:extLst>
          </p:cNvPr>
          <p:cNvGrpSpPr/>
          <p:nvPr userDrawn="1"/>
        </p:nvGrpSpPr>
        <p:grpSpPr>
          <a:xfrm>
            <a:off x="-3605171" y="458674"/>
            <a:ext cx="3234311" cy="558875"/>
            <a:chOff x="-3605171" y="458674"/>
            <a:chExt cx="3234311" cy="558875"/>
          </a:xfrm>
        </p:grpSpPr>
        <p:sp>
          <p:nvSpPr>
            <p:cNvPr id="250" name="Rechthoek 249">
              <a:extLst>
                <a:ext uri="{FF2B5EF4-FFF2-40B4-BE49-F238E27FC236}">
                  <a16:creationId xmlns:a16="http://schemas.microsoft.com/office/drawing/2014/main" id="{3E2C0EC6-7FA1-49D1-8AF7-6A20CC508A6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251" name="Rechthoek 250">
              <a:extLst>
                <a:ext uri="{FF2B5EF4-FFF2-40B4-BE49-F238E27FC236}">
                  <a16:creationId xmlns:a16="http://schemas.microsoft.com/office/drawing/2014/main" id="{28781952-3FB8-4A90-8AE2-18660E3F671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252" name="Groep 251">
              <a:extLst>
                <a:ext uri="{FF2B5EF4-FFF2-40B4-BE49-F238E27FC236}">
                  <a16:creationId xmlns:a16="http://schemas.microsoft.com/office/drawing/2014/main" id="{C1FE0DE4-99E6-4654-921E-A062AC93D685}"/>
                </a:ext>
              </a:extLst>
            </p:cNvPr>
            <p:cNvGrpSpPr/>
            <p:nvPr userDrawn="1"/>
          </p:nvGrpSpPr>
          <p:grpSpPr>
            <a:xfrm>
              <a:off x="-3386247" y="830871"/>
              <a:ext cx="139423" cy="109566"/>
              <a:chOff x="-2866744" y="827071"/>
              <a:chExt cx="168701" cy="132575"/>
            </a:xfrm>
          </p:grpSpPr>
          <p:grpSp>
            <p:nvGrpSpPr>
              <p:cNvPr id="283" name="Groep 282">
                <a:extLst>
                  <a:ext uri="{FF2B5EF4-FFF2-40B4-BE49-F238E27FC236}">
                    <a16:creationId xmlns:a16="http://schemas.microsoft.com/office/drawing/2014/main" id="{F2A958A8-9B7D-4B0A-89C6-659B13874158}"/>
                  </a:ext>
                </a:extLst>
              </p:cNvPr>
              <p:cNvGrpSpPr/>
              <p:nvPr userDrawn="1"/>
            </p:nvGrpSpPr>
            <p:grpSpPr>
              <a:xfrm>
                <a:off x="-2866744" y="827071"/>
                <a:ext cx="168701" cy="132575"/>
                <a:chOff x="-2866744" y="827071"/>
                <a:chExt cx="168701" cy="132575"/>
              </a:xfrm>
            </p:grpSpPr>
            <p:cxnSp>
              <p:nvCxnSpPr>
                <p:cNvPr id="285" name="Rechte verbindingslijn 284">
                  <a:extLst>
                    <a:ext uri="{FF2B5EF4-FFF2-40B4-BE49-F238E27FC236}">
                      <a16:creationId xmlns:a16="http://schemas.microsoft.com/office/drawing/2014/main" id="{DF185665-577A-4D14-A133-2072C2C7A5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86" name="Rechte verbindingslijn 285">
                  <a:extLst>
                    <a:ext uri="{FF2B5EF4-FFF2-40B4-BE49-F238E27FC236}">
                      <a16:creationId xmlns:a16="http://schemas.microsoft.com/office/drawing/2014/main" id="{161C177E-5020-471C-AAB3-148B24169F3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87" name="Rechte verbindingslijn 286">
                  <a:extLst>
                    <a:ext uri="{FF2B5EF4-FFF2-40B4-BE49-F238E27FC236}">
                      <a16:creationId xmlns:a16="http://schemas.microsoft.com/office/drawing/2014/main" id="{21705B75-0471-42D9-9F58-0539702DA7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88" name="Rechte verbindingslijn 287">
                  <a:extLst>
                    <a:ext uri="{FF2B5EF4-FFF2-40B4-BE49-F238E27FC236}">
                      <a16:creationId xmlns:a16="http://schemas.microsoft.com/office/drawing/2014/main" id="{D9E9FB6B-D2E6-4571-85C0-BDD7D0FB5F8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89" name="Rechte verbindingslijn 288">
                  <a:extLst>
                    <a:ext uri="{FF2B5EF4-FFF2-40B4-BE49-F238E27FC236}">
                      <a16:creationId xmlns:a16="http://schemas.microsoft.com/office/drawing/2014/main" id="{BC76B2D0-0D43-47EF-93A0-F188EACFA51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84" name="Pijl: rechts 283">
                <a:extLst>
                  <a:ext uri="{FF2B5EF4-FFF2-40B4-BE49-F238E27FC236}">
                    <a16:creationId xmlns:a16="http://schemas.microsoft.com/office/drawing/2014/main" id="{3D244406-C1EA-48A2-9C8D-3213334D3C7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3" name="Groep 252">
              <a:extLst>
                <a:ext uri="{FF2B5EF4-FFF2-40B4-BE49-F238E27FC236}">
                  <a16:creationId xmlns:a16="http://schemas.microsoft.com/office/drawing/2014/main" id="{34240A82-8084-49DF-A8C2-446DEC0D7BD9}"/>
                </a:ext>
              </a:extLst>
            </p:cNvPr>
            <p:cNvGrpSpPr/>
            <p:nvPr userDrawn="1"/>
          </p:nvGrpSpPr>
          <p:grpSpPr>
            <a:xfrm>
              <a:off x="-3605171" y="830871"/>
              <a:ext cx="139423" cy="109566"/>
              <a:chOff x="-2866744" y="518074"/>
              <a:chExt cx="168701" cy="132575"/>
            </a:xfrm>
          </p:grpSpPr>
          <p:grpSp>
            <p:nvGrpSpPr>
              <p:cNvPr id="276" name="Groep 275">
                <a:extLst>
                  <a:ext uri="{FF2B5EF4-FFF2-40B4-BE49-F238E27FC236}">
                    <a16:creationId xmlns:a16="http://schemas.microsoft.com/office/drawing/2014/main" id="{136DFCC4-AFB5-4D8D-87A6-6D4B0C963925}"/>
                  </a:ext>
                </a:extLst>
              </p:cNvPr>
              <p:cNvGrpSpPr/>
              <p:nvPr userDrawn="1"/>
            </p:nvGrpSpPr>
            <p:grpSpPr>
              <a:xfrm>
                <a:off x="-2866744" y="518074"/>
                <a:ext cx="168701" cy="132575"/>
                <a:chOff x="-2866744" y="518074"/>
                <a:chExt cx="168701" cy="132575"/>
              </a:xfrm>
            </p:grpSpPr>
            <p:cxnSp>
              <p:nvCxnSpPr>
                <p:cNvPr id="278" name="Rechte verbindingslijn 277">
                  <a:extLst>
                    <a:ext uri="{FF2B5EF4-FFF2-40B4-BE49-F238E27FC236}">
                      <a16:creationId xmlns:a16="http://schemas.microsoft.com/office/drawing/2014/main" id="{37C7BF75-63C1-4F44-9B0B-0ED9E64A56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79" name="Rechte verbindingslijn 278">
                  <a:extLst>
                    <a:ext uri="{FF2B5EF4-FFF2-40B4-BE49-F238E27FC236}">
                      <a16:creationId xmlns:a16="http://schemas.microsoft.com/office/drawing/2014/main" id="{EB981311-968C-4CB3-9A65-B98D50C894B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80" name="Rechte verbindingslijn 279">
                  <a:extLst>
                    <a:ext uri="{FF2B5EF4-FFF2-40B4-BE49-F238E27FC236}">
                      <a16:creationId xmlns:a16="http://schemas.microsoft.com/office/drawing/2014/main" id="{4A4444FF-2F45-4F92-AD5C-9349949A27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81" name="Rechte verbindingslijn 280">
                  <a:extLst>
                    <a:ext uri="{FF2B5EF4-FFF2-40B4-BE49-F238E27FC236}">
                      <a16:creationId xmlns:a16="http://schemas.microsoft.com/office/drawing/2014/main" id="{F97385E1-1A81-4AA1-A243-AD6EEC1A2B7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82" name="Rechte verbindingslijn 281">
                  <a:extLst>
                    <a:ext uri="{FF2B5EF4-FFF2-40B4-BE49-F238E27FC236}">
                      <a16:creationId xmlns:a16="http://schemas.microsoft.com/office/drawing/2014/main" id="{6A0D85EC-A671-4C3D-9D00-6C242631EC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77" name="Pijl: rechts 276">
                <a:extLst>
                  <a:ext uri="{FF2B5EF4-FFF2-40B4-BE49-F238E27FC236}">
                    <a16:creationId xmlns:a16="http://schemas.microsoft.com/office/drawing/2014/main" id="{8C2FE879-D096-480D-9972-8DC536C5A9B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254" name="Rechte verbindingslijn 253">
              <a:extLst>
                <a:ext uri="{FF2B5EF4-FFF2-40B4-BE49-F238E27FC236}">
                  <a16:creationId xmlns:a16="http://schemas.microsoft.com/office/drawing/2014/main" id="{1E922B9F-390F-4956-AFEF-F8F697CD99C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255" name="Rechte verbindingslijn 254">
              <a:extLst>
                <a:ext uri="{FF2B5EF4-FFF2-40B4-BE49-F238E27FC236}">
                  <a16:creationId xmlns:a16="http://schemas.microsoft.com/office/drawing/2014/main" id="{D964C532-DC73-426E-932C-4839468D395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256" name="Rechthoek 255">
              <a:extLst>
                <a:ext uri="{FF2B5EF4-FFF2-40B4-BE49-F238E27FC236}">
                  <a16:creationId xmlns:a16="http://schemas.microsoft.com/office/drawing/2014/main" id="{FE28C55B-E724-469D-B4AD-49AC5779D0FF}"/>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257" name="Rechthoek 256">
              <a:extLst>
                <a:ext uri="{FF2B5EF4-FFF2-40B4-BE49-F238E27FC236}">
                  <a16:creationId xmlns:a16="http://schemas.microsoft.com/office/drawing/2014/main" id="{3B031614-032B-47B1-8A52-9B73C33E2D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258" name="Groep 257">
              <a:extLst>
                <a:ext uri="{FF2B5EF4-FFF2-40B4-BE49-F238E27FC236}">
                  <a16:creationId xmlns:a16="http://schemas.microsoft.com/office/drawing/2014/main" id="{6680A011-A8FB-4A98-A457-00BBE887EB30}"/>
                </a:ext>
              </a:extLst>
            </p:cNvPr>
            <p:cNvGrpSpPr/>
            <p:nvPr userDrawn="1"/>
          </p:nvGrpSpPr>
          <p:grpSpPr>
            <a:xfrm>
              <a:off x="-2916763" y="769168"/>
              <a:ext cx="268738" cy="248381"/>
              <a:chOff x="-2916763" y="769168"/>
              <a:chExt cx="268738" cy="248381"/>
            </a:xfrm>
          </p:grpSpPr>
          <p:sp>
            <p:nvSpPr>
              <p:cNvPr id="268" name="Rechthoek 267">
                <a:extLst>
                  <a:ext uri="{FF2B5EF4-FFF2-40B4-BE49-F238E27FC236}">
                    <a16:creationId xmlns:a16="http://schemas.microsoft.com/office/drawing/2014/main" id="{6A02F484-953B-446A-8755-35BF6CB8ED6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9" name="Groep 268">
                <a:extLst>
                  <a:ext uri="{FF2B5EF4-FFF2-40B4-BE49-F238E27FC236}">
                    <a16:creationId xmlns:a16="http://schemas.microsoft.com/office/drawing/2014/main" id="{5BD0A84A-FBB9-4676-B70D-FD872B12698A}"/>
                  </a:ext>
                </a:extLst>
              </p:cNvPr>
              <p:cNvGrpSpPr/>
              <p:nvPr userDrawn="1"/>
            </p:nvGrpSpPr>
            <p:grpSpPr>
              <a:xfrm>
                <a:off x="-2866744" y="827071"/>
                <a:ext cx="168701" cy="132575"/>
                <a:chOff x="-2866744" y="827071"/>
                <a:chExt cx="168701" cy="132575"/>
              </a:xfrm>
            </p:grpSpPr>
            <p:cxnSp>
              <p:nvCxnSpPr>
                <p:cNvPr id="271" name="Rechte verbindingslijn 270">
                  <a:extLst>
                    <a:ext uri="{FF2B5EF4-FFF2-40B4-BE49-F238E27FC236}">
                      <a16:creationId xmlns:a16="http://schemas.microsoft.com/office/drawing/2014/main" id="{446C7A37-FC46-40BB-A566-7DC617D8023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72" name="Rechte verbindingslijn 271">
                  <a:extLst>
                    <a:ext uri="{FF2B5EF4-FFF2-40B4-BE49-F238E27FC236}">
                      <a16:creationId xmlns:a16="http://schemas.microsoft.com/office/drawing/2014/main" id="{EA775097-43E6-49A5-95EF-7FDEF57D888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73" name="Rechte verbindingslijn 272">
                  <a:extLst>
                    <a:ext uri="{FF2B5EF4-FFF2-40B4-BE49-F238E27FC236}">
                      <a16:creationId xmlns:a16="http://schemas.microsoft.com/office/drawing/2014/main" id="{4BF4686D-04AF-46A9-8E9F-91B4DC4281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74" name="Rechte verbindingslijn 273">
                  <a:extLst>
                    <a:ext uri="{FF2B5EF4-FFF2-40B4-BE49-F238E27FC236}">
                      <a16:creationId xmlns:a16="http://schemas.microsoft.com/office/drawing/2014/main" id="{F1EB4E4C-6DE1-4F98-8F4B-F73CE59E76F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75" name="Rechte verbindingslijn 274">
                  <a:extLst>
                    <a:ext uri="{FF2B5EF4-FFF2-40B4-BE49-F238E27FC236}">
                      <a16:creationId xmlns:a16="http://schemas.microsoft.com/office/drawing/2014/main" id="{0B0094B7-EEB7-4616-A998-47E7E0EBFF3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70" name="Pijl: rechts 269">
                <a:extLst>
                  <a:ext uri="{FF2B5EF4-FFF2-40B4-BE49-F238E27FC236}">
                    <a16:creationId xmlns:a16="http://schemas.microsoft.com/office/drawing/2014/main" id="{A6647078-7BFA-47C9-BCA0-ED8C121191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9" name="Groep 258">
              <a:extLst>
                <a:ext uri="{FF2B5EF4-FFF2-40B4-BE49-F238E27FC236}">
                  <a16:creationId xmlns:a16="http://schemas.microsoft.com/office/drawing/2014/main" id="{D0717C83-1545-4381-95BB-06523B957867}"/>
                </a:ext>
              </a:extLst>
            </p:cNvPr>
            <p:cNvGrpSpPr/>
            <p:nvPr userDrawn="1"/>
          </p:nvGrpSpPr>
          <p:grpSpPr>
            <a:xfrm>
              <a:off x="-2916763" y="460171"/>
              <a:ext cx="268738" cy="248381"/>
              <a:chOff x="-2916763" y="460171"/>
              <a:chExt cx="268738" cy="248381"/>
            </a:xfrm>
          </p:grpSpPr>
          <p:sp>
            <p:nvSpPr>
              <p:cNvPr id="260" name="Rechthoek 259">
                <a:extLst>
                  <a:ext uri="{FF2B5EF4-FFF2-40B4-BE49-F238E27FC236}">
                    <a16:creationId xmlns:a16="http://schemas.microsoft.com/office/drawing/2014/main" id="{9EDEA73D-28AC-4B3D-B2C4-D1FAA03671B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1" name="Groep 260">
                <a:extLst>
                  <a:ext uri="{FF2B5EF4-FFF2-40B4-BE49-F238E27FC236}">
                    <a16:creationId xmlns:a16="http://schemas.microsoft.com/office/drawing/2014/main" id="{A62DCB34-325A-43B9-9521-E26F2AF93798}"/>
                  </a:ext>
                </a:extLst>
              </p:cNvPr>
              <p:cNvGrpSpPr/>
              <p:nvPr userDrawn="1"/>
            </p:nvGrpSpPr>
            <p:grpSpPr>
              <a:xfrm>
                <a:off x="-2866744" y="518074"/>
                <a:ext cx="168701" cy="132575"/>
                <a:chOff x="-2866744" y="518074"/>
                <a:chExt cx="168701" cy="132575"/>
              </a:xfrm>
            </p:grpSpPr>
            <p:cxnSp>
              <p:nvCxnSpPr>
                <p:cNvPr id="263" name="Rechte verbindingslijn 262">
                  <a:extLst>
                    <a:ext uri="{FF2B5EF4-FFF2-40B4-BE49-F238E27FC236}">
                      <a16:creationId xmlns:a16="http://schemas.microsoft.com/office/drawing/2014/main" id="{FDB8920A-0605-4918-AABC-6CFD7B3D2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64" name="Rechte verbindingslijn 263">
                  <a:extLst>
                    <a:ext uri="{FF2B5EF4-FFF2-40B4-BE49-F238E27FC236}">
                      <a16:creationId xmlns:a16="http://schemas.microsoft.com/office/drawing/2014/main" id="{78EA385E-C028-4D80-9573-B3098EFB04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65" name="Rechte verbindingslijn 264">
                  <a:extLst>
                    <a:ext uri="{FF2B5EF4-FFF2-40B4-BE49-F238E27FC236}">
                      <a16:creationId xmlns:a16="http://schemas.microsoft.com/office/drawing/2014/main" id="{2620AC03-8FDA-486A-A796-108F2B6207F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66" name="Rechte verbindingslijn 265">
                  <a:extLst>
                    <a:ext uri="{FF2B5EF4-FFF2-40B4-BE49-F238E27FC236}">
                      <a16:creationId xmlns:a16="http://schemas.microsoft.com/office/drawing/2014/main" id="{42EA0981-9F7F-4526-A7EA-37DACE04DAE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67" name="Rechte verbindingslijn 266">
                  <a:extLst>
                    <a:ext uri="{FF2B5EF4-FFF2-40B4-BE49-F238E27FC236}">
                      <a16:creationId xmlns:a16="http://schemas.microsoft.com/office/drawing/2014/main" id="{53EC698F-69CB-48CC-94FE-15DA943BB5E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62" name="Pijl: rechts 261">
                <a:extLst>
                  <a:ext uri="{FF2B5EF4-FFF2-40B4-BE49-F238E27FC236}">
                    <a16:creationId xmlns:a16="http://schemas.microsoft.com/office/drawing/2014/main" id="{6C605EAE-0DC3-46C5-A8FF-50FB7E874DB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65" name="Titel 2">
            <a:extLst>
              <a:ext uri="{FF2B5EF4-FFF2-40B4-BE49-F238E27FC236}">
                <a16:creationId xmlns:a16="http://schemas.microsoft.com/office/drawing/2014/main" id="{93E86168-1B16-4845-AF8F-729E1D7C9FF4}"/>
              </a:ext>
            </a:extLst>
          </p:cNvPr>
          <p:cNvSpPr>
            <a:spLocks noGrp="1"/>
          </p:cNvSpPr>
          <p:nvPr userDrawn="1">
            <p:ph type="title" hasCustomPrompt="1"/>
          </p:nvPr>
        </p:nvSpPr>
        <p:spPr>
          <a:xfrm>
            <a:off x="800239" y="530243"/>
            <a:ext cx="3559698" cy="895483"/>
          </a:xfrm>
        </p:spPr>
        <p:txBody>
          <a:bodyPr anchor="b"/>
          <a:lstStyle>
            <a:lvl1pPr>
              <a:defRPr sz="4000" b="1">
                <a:solidFill>
                  <a:schemeClr val="bg1"/>
                </a:solidFill>
              </a:defRPr>
            </a:lvl1pPr>
          </a:lstStyle>
          <a:p>
            <a:r>
              <a:rPr lang="nl-NL"/>
              <a:t>Agenda</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userDrawn="1">
            <p:ph type="body" orient="vert" idx="1" hasCustomPrompt="1"/>
          </p:nvPr>
        </p:nvSpPr>
        <p:spPr>
          <a:xfrm>
            <a:off x="801287" y="165122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3" name="Tijdelijke aanduiding voor verticale tekst 2">
            <a:extLst>
              <a:ext uri="{FF2B5EF4-FFF2-40B4-BE49-F238E27FC236}">
                <a16:creationId xmlns:a16="http://schemas.microsoft.com/office/drawing/2014/main" id="{330FC465-98CB-4609-9514-D28A7E83D1E1}"/>
              </a:ext>
            </a:extLst>
          </p:cNvPr>
          <p:cNvSpPr>
            <a:spLocks noGrp="1"/>
          </p:cNvSpPr>
          <p:nvPr userDrawn="1">
            <p:ph type="body" orient="vert" idx="10" hasCustomPrompt="1"/>
          </p:nvPr>
        </p:nvSpPr>
        <p:spPr>
          <a:xfrm>
            <a:off x="801287" y="272366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4" name="Tijdelijke aanduiding voor verticale tekst 2">
            <a:extLst>
              <a:ext uri="{FF2B5EF4-FFF2-40B4-BE49-F238E27FC236}">
                <a16:creationId xmlns:a16="http://schemas.microsoft.com/office/drawing/2014/main" id="{ADE17F00-6724-4DEB-B9EF-48CB63D1FC0D}"/>
              </a:ext>
            </a:extLst>
          </p:cNvPr>
          <p:cNvSpPr>
            <a:spLocks noGrp="1"/>
          </p:cNvSpPr>
          <p:nvPr userDrawn="1">
            <p:ph type="body" orient="vert" idx="11" hasCustomPrompt="1"/>
          </p:nvPr>
        </p:nvSpPr>
        <p:spPr>
          <a:xfrm>
            <a:off x="801287" y="379610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5" name="Tijdelijke aanduiding voor verticale tekst 2">
            <a:extLst>
              <a:ext uri="{FF2B5EF4-FFF2-40B4-BE49-F238E27FC236}">
                <a16:creationId xmlns:a16="http://schemas.microsoft.com/office/drawing/2014/main" id="{255EA2A6-C25F-4A37-AD19-2BCEA32E39D9}"/>
              </a:ext>
            </a:extLst>
          </p:cNvPr>
          <p:cNvSpPr>
            <a:spLocks noGrp="1"/>
          </p:cNvSpPr>
          <p:nvPr userDrawn="1">
            <p:ph type="body" orient="vert" idx="12" hasCustomPrompt="1"/>
          </p:nvPr>
        </p:nvSpPr>
        <p:spPr>
          <a:xfrm>
            <a:off x="801287" y="4868543"/>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2" name="Vrije vorm: vorm 71">
            <a:extLst>
              <a:ext uri="{FF2B5EF4-FFF2-40B4-BE49-F238E27FC236}">
                <a16:creationId xmlns:a16="http://schemas.microsoft.com/office/drawing/2014/main" id="{34226790-6256-4251-914E-B0AEBEA70B1E}"/>
              </a:ext>
            </a:extLst>
          </p:cNvPr>
          <p:cNvSpPr/>
          <p:nvPr userDrawn="1"/>
        </p:nvSpPr>
        <p:spPr>
          <a:xfrm flipH="1" flipV="1">
            <a:off x="6698988" y="0"/>
            <a:ext cx="5494058" cy="4086728"/>
          </a:xfrm>
          <a:custGeom>
            <a:avLst/>
            <a:gdLst>
              <a:gd name="connsiteX0" fmla="*/ 5494058 w 5494058"/>
              <a:gd name="connsiteY0" fmla="*/ 4086728 h 4086728"/>
              <a:gd name="connsiteX1" fmla="*/ 0 w 5494058"/>
              <a:gd name="connsiteY1" fmla="*/ 4086728 h 4086728"/>
              <a:gd name="connsiteX2" fmla="*/ 0 w 5494058"/>
              <a:gd name="connsiteY2" fmla="*/ 0 h 4086728"/>
              <a:gd name="connsiteX3" fmla="*/ 30661 w 5494058"/>
              <a:gd name="connsiteY3" fmla="*/ 26831 h 4086728"/>
              <a:gd name="connsiteX4" fmla="*/ 336626 w 5494058"/>
              <a:gd name="connsiteY4" fmla="*/ 335053 h 4086728"/>
              <a:gd name="connsiteX5" fmla="*/ 1070155 w 5494058"/>
              <a:gd name="connsiteY5" fmla="*/ 777180 h 4086728"/>
              <a:gd name="connsiteX6" fmla="*/ 1874023 w 5494058"/>
              <a:gd name="connsiteY6" fmla="*/ 1148969 h 4086728"/>
              <a:gd name="connsiteX7" fmla="*/ 2607553 w 5494058"/>
              <a:gd name="connsiteY7" fmla="*/ 1550903 h 4086728"/>
              <a:gd name="connsiteX8" fmla="*/ 3220502 w 5494058"/>
              <a:gd name="connsiteY8" fmla="*/ 2113611 h 4086728"/>
              <a:gd name="connsiteX9" fmla="*/ 3722920 w 5494058"/>
              <a:gd name="connsiteY9" fmla="*/ 2706464 h 4086728"/>
              <a:gd name="connsiteX10" fmla="*/ 4416256 w 5494058"/>
              <a:gd name="connsiteY10" fmla="*/ 3409848 h 4086728"/>
              <a:gd name="connsiteX11" fmla="*/ 5019157 w 5494058"/>
              <a:gd name="connsiteY11" fmla="*/ 3882121 h 4086728"/>
              <a:gd name="connsiteX12" fmla="*/ 5445820 w 5494058"/>
              <a:gd name="connsiteY12" fmla="*/ 4063560 h 408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94058" h="4086728">
                <a:moveTo>
                  <a:pt x="5494058" y="4086728"/>
                </a:moveTo>
                <a:lnTo>
                  <a:pt x="0" y="4086728"/>
                </a:lnTo>
                <a:lnTo>
                  <a:pt x="0" y="0"/>
                </a:lnTo>
                <a:lnTo>
                  <a:pt x="30661" y="26831"/>
                </a:lnTo>
                <a:cubicBezTo>
                  <a:pt x="118257" y="113544"/>
                  <a:pt x="212068" y="248177"/>
                  <a:pt x="336626" y="335053"/>
                </a:cubicBezTo>
                <a:cubicBezTo>
                  <a:pt x="535918" y="474055"/>
                  <a:pt x="813922" y="641527"/>
                  <a:pt x="1070155" y="777180"/>
                </a:cubicBezTo>
                <a:cubicBezTo>
                  <a:pt x="1326388" y="912833"/>
                  <a:pt x="1617790" y="1020015"/>
                  <a:pt x="1874023" y="1148969"/>
                </a:cubicBezTo>
                <a:cubicBezTo>
                  <a:pt x="2130256" y="1277923"/>
                  <a:pt x="2383140" y="1390129"/>
                  <a:pt x="2607553" y="1550903"/>
                </a:cubicBezTo>
                <a:cubicBezTo>
                  <a:pt x="2831966" y="1711677"/>
                  <a:pt x="3034608" y="1921018"/>
                  <a:pt x="3220502" y="2113611"/>
                </a:cubicBezTo>
                <a:cubicBezTo>
                  <a:pt x="3406396" y="2306204"/>
                  <a:pt x="3523628" y="2490425"/>
                  <a:pt x="3722920" y="2706464"/>
                </a:cubicBezTo>
                <a:cubicBezTo>
                  <a:pt x="3922212" y="2922503"/>
                  <a:pt x="4200217" y="3213905"/>
                  <a:pt x="4416256" y="3409848"/>
                </a:cubicBezTo>
                <a:cubicBezTo>
                  <a:pt x="4632295" y="3605791"/>
                  <a:pt x="4836612" y="3761541"/>
                  <a:pt x="5019157" y="3882121"/>
                </a:cubicBezTo>
                <a:cubicBezTo>
                  <a:pt x="5133248" y="3957483"/>
                  <a:pt x="5334346" y="4017145"/>
                  <a:pt x="5445820" y="40635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75" name="Tijdelijke aanduiding voor verticale tekst 2">
            <a:extLst>
              <a:ext uri="{FF2B5EF4-FFF2-40B4-BE49-F238E27FC236}">
                <a16:creationId xmlns:a16="http://schemas.microsoft.com/office/drawing/2014/main" id="{09CB938F-3FE2-4875-81A1-0AC16A843B21}"/>
              </a:ext>
            </a:extLst>
          </p:cNvPr>
          <p:cNvSpPr>
            <a:spLocks noGrp="1"/>
          </p:cNvSpPr>
          <p:nvPr>
            <p:ph type="body" orient="vert" idx="13" hasCustomPrompt="1"/>
          </p:nvPr>
        </p:nvSpPr>
        <p:spPr>
          <a:xfrm>
            <a:off x="4622243" y="165122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6" name="Tijdelijke aanduiding voor verticale tekst 2">
            <a:extLst>
              <a:ext uri="{FF2B5EF4-FFF2-40B4-BE49-F238E27FC236}">
                <a16:creationId xmlns:a16="http://schemas.microsoft.com/office/drawing/2014/main" id="{343E7022-B614-4E53-9CDF-B9BD8ECA1334}"/>
              </a:ext>
            </a:extLst>
          </p:cNvPr>
          <p:cNvSpPr>
            <a:spLocks noGrp="1"/>
          </p:cNvSpPr>
          <p:nvPr>
            <p:ph type="body" orient="vert" idx="14" hasCustomPrompt="1"/>
          </p:nvPr>
        </p:nvSpPr>
        <p:spPr>
          <a:xfrm>
            <a:off x="4622243" y="272366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7" name="Tijdelijke aanduiding voor verticale tekst 2">
            <a:extLst>
              <a:ext uri="{FF2B5EF4-FFF2-40B4-BE49-F238E27FC236}">
                <a16:creationId xmlns:a16="http://schemas.microsoft.com/office/drawing/2014/main" id="{4EF3FBEB-92FA-490C-B09D-8222DB835BCB}"/>
              </a:ext>
            </a:extLst>
          </p:cNvPr>
          <p:cNvSpPr>
            <a:spLocks noGrp="1"/>
          </p:cNvSpPr>
          <p:nvPr>
            <p:ph type="body" orient="vert" idx="15" hasCustomPrompt="1"/>
          </p:nvPr>
        </p:nvSpPr>
        <p:spPr>
          <a:xfrm>
            <a:off x="4622243" y="3796104"/>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8" name="Tijdelijke aanduiding voor verticale tekst 2">
            <a:extLst>
              <a:ext uri="{FF2B5EF4-FFF2-40B4-BE49-F238E27FC236}">
                <a16:creationId xmlns:a16="http://schemas.microsoft.com/office/drawing/2014/main" id="{3ED8018F-23E8-4BD8-84C4-0BC5B50ADACD}"/>
              </a:ext>
            </a:extLst>
          </p:cNvPr>
          <p:cNvSpPr>
            <a:spLocks noGrp="1"/>
          </p:cNvSpPr>
          <p:nvPr>
            <p:ph type="body" orient="vert" idx="16" hasCustomPrompt="1"/>
          </p:nvPr>
        </p:nvSpPr>
        <p:spPr>
          <a:xfrm>
            <a:off x="4622243" y="4868543"/>
            <a:ext cx="3559698" cy="948828"/>
          </a:xfrm>
        </p:spPr>
        <p:txBody>
          <a:bodyPr vert="horz" lIns="0" tIns="0" rIns="0" bIns="0"/>
          <a:lstStyle>
            <a:lvl1pPr marL="0" indent="0">
              <a:spcAft>
                <a:spcPts val="100"/>
              </a:spcAft>
              <a:buNone/>
              <a:defRPr sz="2000" b="0">
                <a:solidFill>
                  <a:schemeClr val="bg1"/>
                </a:solidFill>
              </a:defRPr>
            </a:lvl1pPr>
            <a:lvl2pPr marL="0" indent="0">
              <a:spcAft>
                <a:spcPts val="100"/>
              </a:spcAft>
              <a:buNone/>
              <a:defRPr sz="1400">
                <a:solidFill>
                  <a:schemeClr val="bg1"/>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bg1"/>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Tree>
    <p:extLst>
      <p:ext uri="{BB962C8B-B14F-4D97-AF65-F5344CB8AC3E}">
        <p14:creationId xmlns:p14="http://schemas.microsoft.com/office/powerpoint/2010/main" val="2949615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65" name="Rechthoek 64">
            <a:extLst>
              <a:ext uri="{FF2B5EF4-FFF2-40B4-BE49-F238E27FC236}">
                <a16:creationId xmlns:a16="http://schemas.microsoft.com/office/drawing/2014/main" id="{BD7220DF-5C88-48D7-B897-1CB149C3E17E}"/>
              </a:ext>
            </a:extLst>
          </p:cNvPr>
          <p:cNvSpPr/>
          <p:nvPr userDrawn="1"/>
        </p:nvSpPr>
        <p:spPr>
          <a:xfrm flipH="1">
            <a:off x="-1" y="0"/>
            <a:ext cx="12192000" cy="6858000"/>
          </a:xfrm>
          <a:prstGeom prst="rect">
            <a:avLst/>
          </a:prstGeom>
          <a:solidFill>
            <a:schemeClr val="accent4"/>
          </a:solidFill>
          <a:ln w="12692" cap="flat">
            <a:noFill/>
            <a:prstDash val="solid"/>
            <a:miter/>
          </a:ln>
        </p:spPr>
        <p:txBody>
          <a:bodyPr rtlCol="0" anchor="ctr"/>
          <a:lstStyle/>
          <a:p>
            <a:pPr lvl="0"/>
            <a:endParaRPr lang="nl-NL" sz="1633">
              <a:solidFill>
                <a:schemeClr val="tx1"/>
              </a:solidFill>
            </a:endParaRPr>
          </a:p>
        </p:txBody>
      </p:sp>
      <p:sp>
        <p:nvSpPr>
          <p:cNvPr id="227" name="Rechthoek 226">
            <a:extLst>
              <a:ext uri="{FF2B5EF4-FFF2-40B4-BE49-F238E27FC236}">
                <a16:creationId xmlns:a16="http://schemas.microsoft.com/office/drawing/2014/main" id="{D41F6AFD-F52B-410D-9360-577ECF8DDA2B}"/>
              </a:ext>
            </a:extLst>
          </p:cNvPr>
          <p:cNvSpPr/>
          <p:nvPr userDrawn="1"/>
        </p:nvSpPr>
        <p:spPr>
          <a:xfrm>
            <a:off x="-3786165" y="0"/>
            <a:ext cx="3593091" cy="359246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228" name="Ovaal 227">
            <a:extLst>
              <a:ext uri="{FF2B5EF4-FFF2-40B4-BE49-F238E27FC236}">
                <a16:creationId xmlns:a16="http://schemas.microsoft.com/office/drawing/2014/main" id="{E85019F5-A07C-4FB9-83DA-419AA98A4C1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29" name="Rechthoek 228">
            <a:extLst>
              <a:ext uri="{FF2B5EF4-FFF2-40B4-BE49-F238E27FC236}">
                <a16:creationId xmlns:a16="http://schemas.microsoft.com/office/drawing/2014/main" id="{EC095CF9-D91E-457E-AF40-A9C7B04A997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0" marR="0" lvl="0" indent="0" algn="l" defTabSz="719138" rtl="0" eaLnBrk="1" fontAlgn="auto" latinLnBrk="0" hangingPunct="1">
              <a:lnSpc>
                <a:spcPct val="90000"/>
              </a:lnSpc>
              <a:spcBef>
                <a:spcPts val="0"/>
              </a:spcBef>
              <a:spcAft>
                <a:spcPts val="100"/>
              </a:spcAft>
              <a:buClr>
                <a:schemeClr val="accent1"/>
              </a:buClr>
              <a:buSzPct val="100000"/>
              <a:buFont typeface="Segoe UI Light" panose="020B0502040204020203" pitchFamily="34" charset="0"/>
              <a:buNone/>
              <a:tabLst/>
              <a:defRPr/>
            </a:pPr>
            <a:r>
              <a:rPr lang="nl-NL" sz="1400" b="0" kern="1200" noProof="0">
                <a:solidFill>
                  <a:schemeClr val="tx2"/>
                </a:solidFill>
                <a:latin typeface="+mn-lt"/>
                <a:ea typeface="+mn-ea"/>
                <a:cs typeface="+mn-cs"/>
              </a:rPr>
              <a:t>Onderwerp titel</a:t>
            </a:r>
          </a:p>
        </p:txBody>
      </p:sp>
      <p:sp>
        <p:nvSpPr>
          <p:cNvPr id="230" name="Ovaal 229">
            <a:extLst>
              <a:ext uri="{FF2B5EF4-FFF2-40B4-BE49-F238E27FC236}">
                <a16:creationId xmlns:a16="http://schemas.microsoft.com/office/drawing/2014/main" id="{AC83DF3C-BA88-4919-9B6F-105014E25DE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1" name="Rechthoek 230">
            <a:extLst>
              <a:ext uri="{FF2B5EF4-FFF2-40B4-BE49-F238E27FC236}">
                <a16:creationId xmlns:a16="http://schemas.microsoft.com/office/drawing/2014/main" id="{D1C20458-13C1-4DB4-BB19-F747E304AF3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2" name="Rechthoek 231">
            <a:extLst>
              <a:ext uri="{FF2B5EF4-FFF2-40B4-BE49-F238E27FC236}">
                <a16:creationId xmlns:a16="http://schemas.microsoft.com/office/drawing/2014/main" id="{39960D00-3CE1-4038-83BD-64190664712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0" marR="0" lvl="1" indent="0" algn="l" defTabSz="719138" rtl="0" eaLnBrk="1" fontAlgn="auto" latinLnBrk="0" hangingPunct="1">
              <a:lnSpc>
                <a:spcPct val="90000"/>
              </a:lnSpc>
              <a:spcBef>
                <a:spcPts val="0"/>
              </a:spcBef>
              <a:spcAft>
                <a:spcPts val="100"/>
              </a:spcAft>
              <a:buClr>
                <a:schemeClr val="accent2"/>
              </a:buClr>
              <a:buSzPct val="100000"/>
              <a:buFont typeface="Arial" panose="020B0604020202020204" pitchFamily="34" charset="0"/>
              <a:buNone/>
              <a:tabLst/>
              <a:defRPr/>
            </a:pPr>
            <a:r>
              <a:rPr lang="nl-NL" sz="1200" i="0" kern="1200" noProof="0">
                <a:solidFill>
                  <a:schemeClr val="bg1">
                    <a:lumMod val="50000"/>
                  </a:schemeClr>
                </a:solidFill>
                <a:latin typeface="+mn-lt"/>
                <a:ea typeface="+mn-ea"/>
                <a:cs typeface="+mn-cs"/>
              </a:rPr>
              <a:t>Leestekst</a:t>
            </a:r>
          </a:p>
        </p:txBody>
      </p:sp>
      <p:sp>
        <p:nvSpPr>
          <p:cNvPr id="233" name="Ovaal 232">
            <a:extLst>
              <a:ext uri="{FF2B5EF4-FFF2-40B4-BE49-F238E27FC236}">
                <a16:creationId xmlns:a16="http://schemas.microsoft.com/office/drawing/2014/main" id="{DBFB15E3-5588-481A-9234-70E30EDC283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5" name="Rechthoek 234">
            <a:extLst>
              <a:ext uri="{FF2B5EF4-FFF2-40B4-BE49-F238E27FC236}">
                <a16:creationId xmlns:a16="http://schemas.microsoft.com/office/drawing/2014/main" id="{AB6217C0-14F2-463C-98F5-B332F0EBAFBE}"/>
              </a:ext>
            </a:extLst>
          </p:cNvPr>
          <p:cNvSpPr/>
          <p:nvPr userDrawn="1"/>
        </p:nvSpPr>
        <p:spPr>
          <a:xfrm>
            <a:off x="-3319415" y="2431129"/>
            <a:ext cx="2949220" cy="180000"/>
          </a:xfrm>
          <a:prstGeom prst="rect">
            <a:avLst/>
          </a:prstGeom>
          <a:noFill/>
          <a:ln w="25400" cap="flat" cmpd="sng" algn="ctr">
            <a:noFill/>
            <a:prstDash val="solid"/>
          </a:ln>
          <a:effectLst/>
        </p:spPr>
        <p:txBody>
          <a:bodyPr lIns="0" tIns="0" rIns="0" bIns="0" rtlCol="0" anchor="ctr"/>
          <a:lstStyle/>
          <a:p>
            <a:pPr marL="179388" marR="0" lvl="2" indent="-179388" algn="l" defTabSz="719138" rtl="0" eaLnBrk="1" fontAlgn="auto" latinLnBrk="0" hangingPunct="1">
              <a:lnSpc>
                <a:spcPct val="90000"/>
              </a:lnSpc>
              <a:spcBef>
                <a:spcPts val="300"/>
              </a:spcBef>
              <a:spcAft>
                <a:spcPts val="600"/>
              </a:spcAft>
              <a:buClr>
                <a:schemeClr val="accent1"/>
              </a:buClr>
              <a:buSzPct val="85000"/>
              <a:buFont typeface="Arial" panose="020B0604020202020204" pitchFamily="34" charset="0"/>
              <a:buChar char="•"/>
              <a:tabLst/>
              <a:defRPr/>
            </a:pPr>
            <a:r>
              <a:rPr lang="nl-NL" sz="1200" i="0" kern="1200" noProof="0">
                <a:solidFill>
                  <a:schemeClr val="bg1">
                    <a:lumMod val="50000"/>
                  </a:schemeClr>
                </a:solidFill>
                <a:latin typeface="+mn-lt"/>
                <a:ea typeface="+mn-ea"/>
                <a:cs typeface="+mn-cs"/>
              </a:rPr>
              <a:t>Bullet</a:t>
            </a:r>
          </a:p>
        </p:txBody>
      </p:sp>
      <p:sp>
        <p:nvSpPr>
          <p:cNvPr id="245" name="Rechthoek 244">
            <a:extLst>
              <a:ext uri="{FF2B5EF4-FFF2-40B4-BE49-F238E27FC236}">
                <a16:creationId xmlns:a16="http://schemas.microsoft.com/office/drawing/2014/main" id="{E3B0C14F-C9E9-4494-A95E-F97372784E71}"/>
              </a:ext>
            </a:extLst>
          </p:cNvPr>
          <p:cNvSpPr/>
          <p:nvPr userDrawn="1"/>
        </p:nvSpPr>
        <p:spPr>
          <a:xfrm>
            <a:off x="-3786437" y="286449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246" name="ICOON_info">
            <a:extLst>
              <a:ext uri="{FF2B5EF4-FFF2-40B4-BE49-F238E27FC236}">
                <a16:creationId xmlns:a16="http://schemas.microsoft.com/office/drawing/2014/main" id="{8A3B4C6C-020D-4AF8-B677-574D41FC68DE}"/>
              </a:ext>
            </a:extLst>
          </p:cNvPr>
          <p:cNvGrpSpPr/>
          <p:nvPr userDrawn="1"/>
        </p:nvGrpSpPr>
        <p:grpSpPr>
          <a:xfrm>
            <a:off x="-376736" y="2733332"/>
            <a:ext cx="283685" cy="283685"/>
            <a:chOff x="-510741" y="5913713"/>
            <a:chExt cx="267555" cy="267555"/>
          </a:xfrm>
        </p:grpSpPr>
        <p:sp>
          <p:nvSpPr>
            <p:cNvPr id="290" name="Ovaal 289">
              <a:extLst>
                <a:ext uri="{FF2B5EF4-FFF2-40B4-BE49-F238E27FC236}">
                  <a16:creationId xmlns:a16="http://schemas.microsoft.com/office/drawing/2014/main" id="{AB0FA0E3-5AB6-42F8-8707-03150043FCD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accent2"/>
                </a:solidFill>
                <a:latin typeface="Calibri" panose="020F0502020204030204" pitchFamily="34" charset="0"/>
                <a:cs typeface="Calibri" panose="020F0502020204030204" pitchFamily="34" charset="0"/>
              </a:endParaRPr>
            </a:p>
          </p:txBody>
        </p:sp>
        <p:sp>
          <p:nvSpPr>
            <p:cNvPr id="291" name="Graphic 163" descr="Informatie">
              <a:extLst>
                <a:ext uri="{FF2B5EF4-FFF2-40B4-BE49-F238E27FC236}">
                  <a16:creationId xmlns:a16="http://schemas.microsoft.com/office/drawing/2014/main" id="{D036D173-7164-4C47-9CBB-844D5169142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chemeClr val="accent2"/>
                </a:solidFill>
                <a:latin typeface="Calibri" panose="020F0502020204030204" pitchFamily="34" charset="0"/>
                <a:cs typeface="Calibri" panose="020F0502020204030204" pitchFamily="34" charset="0"/>
              </a:endParaRPr>
            </a:p>
          </p:txBody>
        </p:sp>
      </p:grpSp>
      <p:grpSp>
        <p:nvGrpSpPr>
          <p:cNvPr id="247" name="VOORBEELD">
            <a:extLst>
              <a:ext uri="{FF2B5EF4-FFF2-40B4-BE49-F238E27FC236}">
                <a16:creationId xmlns:a16="http://schemas.microsoft.com/office/drawing/2014/main" id="{B6EA0C9B-6A19-4CB5-8595-5321CAC1A959}"/>
              </a:ext>
            </a:extLst>
          </p:cNvPr>
          <p:cNvGrpSpPr/>
          <p:nvPr userDrawn="1"/>
        </p:nvGrpSpPr>
        <p:grpSpPr>
          <a:xfrm>
            <a:off x="-3605171" y="458674"/>
            <a:ext cx="3234311" cy="558875"/>
            <a:chOff x="-3605171" y="458674"/>
            <a:chExt cx="3234311" cy="558875"/>
          </a:xfrm>
        </p:grpSpPr>
        <p:sp>
          <p:nvSpPr>
            <p:cNvPr id="250" name="Rechthoek 249">
              <a:extLst>
                <a:ext uri="{FF2B5EF4-FFF2-40B4-BE49-F238E27FC236}">
                  <a16:creationId xmlns:a16="http://schemas.microsoft.com/office/drawing/2014/main" id="{3E2C0EC6-7FA1-49D1-8AF7-6A20CC508A6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251" name="Rechthoek 250">
              <a:extLst>
                <a:ext uri="{FF2B5EF4-FFF2-40B4-BE49-F238E27FC236}">
                  <a16:creationId xmlns:a16="http://schemas.microsoft.com/office/drawing/2014/main" id="{28781952-3FB8-4A90-8AE2-18660E3F671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252" name="Groep 251">
              <a:extLst>
                <a:ext uri="{FF2B5EF4-FFF2-40B4-BE49-F238E27FC236}">
                  <a16:creationId xmlns:a16="http://schemas.microsoft.com/office/drawing/2014/main" id="{C1FE0DE4-99E6-4654-921E-A062AC93D685}"/>
                </a:ext>
              </a:extLst>
            </p:cNvPr>
            <p:cNvGrpSpPr/>
            <p:nvPr userDrawn="1"/>
          </p:nvGrpSpPr>
          <p:grpSpPr>
            <a:xfrm>
              <a:off x="-3386247" y="830871"/>
              <a:ext cx="139423" cy="109566"/>
              <a:chOff x="-2866744" y="827071"/>
              <a:chExt cx="168701" cy="132575"/>
            </a:xfrm>
          </p:grpSpPr>
          <p:grpSp>
            <p:nvGrpSpPr>
              <p:cNvPr id="283" name="Groep 282">
                <a:extLst>
                  <a:ext uri="{FF2B5EF4-FFF2-40B4-BE49-F238E27FC236}">
                    <a16:creationId xmlns:a16="http://schemas.microsoft.com/office/drawing/2014/main" id="{F2A958A8-9B7D-4B0A-89C6-659B13874158}"/>
                  </a:ext>
                </a:extLst>
              </p:cNvPr>
              <p:cNvGrpSpPr/>
              <p:nvPr userDrawn="1"/>
            </p:nvGrpSpPr>
            <p:grpSpPr>
              <a:xfrm>
                <a:off x="-2866744" y="827071"/>
                <a:ext cx="168701" cy="132575"/>
                <a:chOff x="-2866744" y="827071"/>
                <a:chExt cx="168701" cy="132575"/>
              </a:xfrm>
            </p:grpSpPr>
            <p:cxnSp>
              <p:nvCxnSpPr>
                <p:cNvPr id="285" name="Rechte verbindingslijn 284">
                  <a:extLst>
                    <a:ext uri="{FF2B5EF4-FFF2-40B4-BE49-F238E27FC236}">
                      <a16:creationId xmlns:a16="http://schemas.microsoft.com/office/drawing/2014/main" id="{DF185665-577A-4D14-A133-2072C2C7A5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86" name="Rechte verbindingslijn 285">
                  <a:extLst>
                    <a:ext uri="{FF2B5EF4-FFF2-40B4-BE49-F238E27FC236}">
                      <a16:creationId xmlns:a16="http://schemas.microsoft.com/office/drawing/2014/main" id="{161C177E-5020-471C-AAB3-148B24169F3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87" name="Rechte verbindingslijn 286">
                  <a:extLst>
                    <a:ext uri="{FF2B5EF4-FFF2-40B4-BE49-F238E27FC236}">
                      <a16:creationId xmlns:a16="http://schemas.microsoft.com/office/drawing/2014/main" id="{21705B75-0471-42D9-9F58-0539702DA7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88" name="Rechte verbindingslijn 287">
                  <a:extLst>
                    <a:ext uri="{FF2B5EF4-FFF2-40B4-BE49-F238E27FC236}">
                      <a16:creationId xmlns:a16="http://schemas.microsoft.com/office/drawing/2014/main" id="{D9E9FB6B-D2E6-4571-85C0-BDD7D0FB5F8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89" name="Rechte verbindingslijn 288">
                  <a:extLst>
                    <a:ext uri="{FF2B5EF4-FFF2-40B4-BE49-F238E27FC236}">
                      <a16:creationId xmlns:a16="http://schemas.microsoft.com/office/drawing/2014/main" id="{BC76B2D0-0D43-47EF-93A0-F188EACFA51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84" name="Pijl: rechts 283">
                <a:extLst>
                  <a:ext uri="{FF2B5EF4-FFF2-40B4-BE49-F238E27FC236}">
                    <a16:creationId xmlns:a16="http://schemas.microsoft.com/office/drawing/2014/main" id="{3D244406-C1EA-48A2-9C8D-3213334D3C7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3" name="Groep 252">
              <a:extLst>
                <a:ext uri="{FF2B5EF4-FFF2-40B4-BE49-F238E27FC236}">
                  <a16:creationId xmlns:a16="http://schemas.microsoft.com/office/drawing/2014/main" id="{34240A82-8084-49DF-A8C2-446DEC0D7BD9}"/>
                </a:ext>
              </a:extLst>
            </p:cNvPr>
            <p:cNvGrpSpPr/>
            <p:nvPr userDrawn="1"/>
          </p:nvGrpSpPr>
          <p:grpSpPr>
            <a:xfrm>
              <a:off x="-3605171" y="830871"/>
              <a:ext cx="139423" cy="109566"/>
              <a:chOff x="-2866744" y="518074"/>
              <a:chExt cx="168701" cy="132575"/>
            </a:xfrm>
          </p:grpSpPr>
          <p:grpSp>
            <p:nvGrpSpPr>
              <p:cNvPr id="276" name="Groep 275">
                <a:extLst>
                  <a:ext uri="{FF2B5EF4-FFF2-40B4-BE49-F238E27FC236}">
                    <a16:creationId xmlns:a16="http://schemas.microsoft.com/office/drawing/2014/main" id="{136DFCC4-AFB5-4D8D-87A6-6D4B0C963925}"/>
                  </a:ext>
                </a:extLst>
              </p:cNvPr>
              <p:cNvGrpSpPr/>
              <p:nvPr userDrawn="1"/>
            </p:nvGrpSpPr>
            <p:grpSpPr>
              <a:xfrm>
                <a:off x="-2866744" y="518074"/>
                <a:ext cx="168701" cy="132575"/>
                <a:chOff x="-2866744" y="518074"/>
                <a:chExt cx="168701" cy="132575"/>
              </a:xfrm>
            </p:grpSpPr>
            <p:cxnSp>
              <p:nvCxnSpPr>
                <p:cNvPr id="278" name="Rechte verbindingslijn 277">
                  <a:extLst>
                    <a:ext uri="{FF2B5EF4-FFF2-40B4-BE49-F238E27FC236}">
                      <a16:creationId xmlns:a16="http://schemas.microsoft.com/office/drawing/2014/main" id="{37C7BF75-63C1-4F44-9B0B-0ED9E64A56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79" name="Rechte verbindingslijn 278">
                  <a:extLst>
                    <a:ext uri="{FF2B5EF4-FFF2-40B4-BE49-F238E27FC236}">
                      <a16:creationId xmlns:a16="http://schemas.microsoft.com/office/drawing/2014/main" id="{EB981311-968C-4CB3-9A65-B98D50C894B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80" name="Rechte verbindingslijn 279">
                  <a:extLst>
                    <a:ext uri="{FF2B5EF4-FFF2-40B4-BE49-F238E27FC236}">
                      <a16:creationId xmlns:a16="http://schemas.microsoft.com/office/drawing/2014/main" id="{4A4444FF-2F45-4F92-AD5C-9349949A27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81" name="Rechte verbindingslijn 280">
                  <a:extLst>
                    <a:ext uri="{FF2B5EF4-FFF2-40B4-BE49-F238E27FC236}">
                      <a16:creationId xmlns:a16="http://schemas.microsoft.com/office/drawing/2014/main" id="{F97385E1-1A81-4AA1-A243-AD6EEC1A2B7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82" name="Rechte verbindingslijn 281">
                  <a:extLst>
                    <a:ext uri="{FF2B5EF4-FFF2-40B4-BE49-F238E27FC236}">
                      <a16:creationId xmlns:a16="http://schemas.microsoft.com/office/drawing/2014/main" id="{6A0D85EC-A671-4C3D-9D00-6C242631EC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77" name="Pijl: rechts 276">
                <a:extLst>
                  <a:ext uri="{FF2B5EF4-FFF2-40B4-BE49-F238E27FC236}">
                    <a16:creationId xmlns:a16="http://schemas.microsoft.com/office/drawing/2014/main" id="{8C2FE879-D096-480D-9972-8DC536C5A9B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254" name="Rechte verbindingslijn 253">
              <a:extLst>
                <a:ext uri="{FF2B5EF4-FFF2-40B4-BE49-F238E27FC236}">
                  <a16:creationId xmlns:a16="http://schemas.microsoft.com/office/drawing/2014/main" id="{1E922B9F-390F-4956-AFEF-F8F697CD99C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255" name="Rechte verbindingslijn 254">
              <a:extLst>
                <a:ext uri="{FF2B5EF4-FFF2-40B4-BE49-F238E27FC236}">
                  <a16:creationId xmlns:a16="http://schemas.microsoft.com/office/drawing/2014/main" id="{D964C532-DC73-426E-932C-4839468D395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256" name="Rechthoek 255">
              <a:extLst>
                <a:ext uri="{FF2B5EF4-FFF2-40B4-BE49-F238E27FC236}">
                  <a16:creationId xmlns:a16="http://schemas.microsoft.com/office/drawing/2014/main" id="{FE28C55B-E724-469D-B4AD-49AC5779D0FF}"/>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257" name="Rechthoek 256">
              <a:extLst>
                <a:ext uri="{FF2B5EF4-FFF2-40B4-BE49-F238E27FC236}">
                  <a16:creationId xmlns:a16="http://schemas.microsoft.com/office/drawing/2014/main" id="{3B031614-032B-47B1-8A52-9B73C33E2D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258" name="Groep 257">
              <a:extLst>
                <a:ext uri="{FF2B5EF4-FFF2-40B4-BE49-F238E27FC236}">
                  <a16:creationId xmlns:a16="http://schemas.microsoft.com/office/drawing/2014/main" id="{6680A011-A8FB-4A98-A457-00BBE887EB30}"/>
                </a:ext>
              </a:extLst>
            </p:cNvPr>
            <p:cNvGrpSpPr/>
            <p:nvPr userDrawn="1"/>
          </p:nvGrpSpPr>
          <p:grpSpPr>
            <a:xfrm>
              <a:off x="-2916763" y="769168"/>
              <a:ext cx="268738" cy="248381"/>
              <a:chOff x="-2916763" y="769168"/>
              <a:chExt cx="268738" cy="248381"/>
            </a:xfrm>
          </p:grpSpPr>
          <p:sp>
            <p:nvSpPr>
              <p:cNvPr id="268" name="Rechthoek 267">
                <a:extLst>
                  <a:ext uri="{FF2B5EF4-FFF2-40B4-BE49-F238E27FC236}">
                    <a16:creationId xmlns:a16="http://schemas.microsoft.com/office/drawing/2014/main" id="{6A02F484-953B-446A-8755-35BF6CB8ED6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9" name="Groep 268">
                <a:extLst>
                  <a:ext uri="{FF2B5EF4-FFF2-40B4-BE49-F238E27FC236}">
                    <a16:creationId xmlns:a16="http://schemas.microsoft.com/office/drawing/2014/main" id="{5BD0A84A-FBB9-4676-B70D-FD872B12698A}"/>
                  </a:ext>
                </a:extLst>
              </p:cNvPr>
              <p:cNvGrpSpPr/>
              <p:nvPr userDrawn="1"/>
            </p:nvGrpSpPr>
            <p:grpSpPr>
              <a:xfrm>
                <a:off x="-2866744" y="827071"/>
                <a:ext cx="168701" cy="132575"/>
                <a:chOff x="-2866744" y="827071"/>
                <a:chExt cx="168701" cy="132575"/>
              </a:xfrm>
            </p:grpSpPr>
            <p:cxnSp>
              <p:nvCxnSpPr>
                <p:cNvPr id="271" name="Rechte verbindingslijn 270">
                  <a:extLst>
                    <a:ext uri="{FF2B5EF4-FFF2-40B4-BE49-F238E27FC236}">
                      <a16:creationId xmlns:a16="http://schemas.microsoft.com/office/drawing/2014/main" id="{446C7A37-FC46-40BB-A566-7DC617D8023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272" name="Rechte verbindingslijn 271">
                  <a:extLst>
                    <a:ext uri="{FF2B5EF4-FFF2-40B4-BE49-F238E27FC236}">
                      <a16:creationId xmlns:a16="http://schemas.microsoft.com/office/drawing/2014/main" id="{EA775097-43E6-49A5-95EF-7FDEF57D888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273" name="Rechte verbindingslijn 272">
                  <a:extLst>
                    <a:ext uri="{FF2B5EF4-FFF2-40B4-BE49-F238E27FC236}">
                      <a16:creationId xmlns:a16="http://schemas.microsoft.com/office/drawing/2014/main" id="{4BF4686D-04AF-46A9-8E9F-91B4DC4281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274" name="Rechte verbindingslijn 273">
                  <a:extLst>
                    <a:ext uri="{FF2B5EF4-FFF2-40B4-BE49-F238E27FC236}">
                      <a16:creationId xmlns:a16="http://schemas.microsoft.com/office/drawing/2014/main" id="{F1EB4E4C-6DE1-4F98-8F4B-F73CE59E76F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275" name="Rechte verbindingslijn 274">
                  <a:extLst>
                    <a:ext uri="{FF2B5EF4-FFF2-40B4-BE49-F238E27FC236}">
                      <a16:creationId xmlns:a16="http://schemas.microsoft.com/office/drawing/2014/main" id="{0B0094B7-EEB7-4616-A998-47E7E0EBFF3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270" name="Pijl: rechts 269">
                <a:extLst>
                  <a:ext uri="{FF2B5EF4-FFF2-40B4-BE49-F238E27FC236}">
                    <a16:creationId xmlns:a16="http://schemas.microsoft.com/office/drawing/2014/main" id="{A6647078-7BFA-47C9-BCA0-ED8C121191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9" name="Groep 258">
              <a:extLst>
                <a:ext uri="{FF2B5EF4-FFF2-40B4-BE49-F238E27FC236}">
                  <a16:creationId xmlns:a16="http://schemas.microsoft.com/office/drawing/2014/main" id="{D0717C83-1545-4381-95BB-06523B957867}"/>
                </a:ext>
              </a:extLst>
            </p:cNvPr>
            <p:cNvGrpSpPr/>
            <p:nvPr userDrawn="1"/>
          </p:nvGrpSpPr>
          <p:grpSpPr>
            <a:xfrm>
              <a:off x="-2916763" y="460171"/>
              <a:ext cx="268738" cy="248381"/>
              <a:chOff x="-2916763" y="460171"/>
              <a:chExt cx="268738" cy="248381"/>
            </a:xfrm>
          </p:grpSpPr>
          <p:sp>
            <p:nvSpPr>
              <p:cNvPr id="260" name="Rechthoek 259">
                <a:extLst>
                  <a:ext uri="{FF2B5EF4-FFF2-40B4-BE49-F238E27FC236}">
                    <a16:creationId xmlns:a16="http://schemas.microsoft.com/office/drawing/2014/main" id="{9EDEA73D-28AC-4B3D-B2C4-D1FAA03671B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261" name="Groep 260">
                <a:extLst>
                  <a:ext uri="{FF2B5EF4-FFF2-40B4-BE49-F238E27FC236}">
                    <a16:creationId xmlns:a16="http://schemas.microsoft.com/office/drawing/2014/main" id="{A62DCB34-325A-43B9-9521-E26F2AF93798}"/>
                  </a:ext>
                </a:extLst>
              </p:cNvPr>
              <p:cNvGrpSpPr/>
              <p:nvPr userDrawn="1"/>
            </p:nvGrpSpPr>
            <p:grpSpPr>
              <a:xfrm>
                <a:off x="-2866744" y="518074"/>
                <a:ext cx="168701" cy="132575"/>
                <a:chOff x="-2866744" y="518074"/>
                <a:chExt cx="168701" cy="132575"/>
              </a:xfrm>
            </p:grpSpPr>
            <p:cxnSp>
              <p:nvCxnSpPr>
                <p:cNvPr id="263" name="Rechte verbindingslijn 262">
                  <a:extLst>
                    <a:ext uri="{FF2B5EF4-FFF2-40B4-BE49-F238E27FC236}">
                      <a16:creationId xmlns:a16="http://schemas.microsoft.com/office/drawing/2014/main" id="{FDB8920A-0605-4918-AABC-6CFD7B3D2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264" name="Rechte verbindingslijn 263">
                  <a:extLst>
                    <a:ext uri="{FF2B5EF4-FFF2-40B4-BE49-F238E27FC236}">
                      <a16:creationId xmlns:a16="http://schemas.microsoft.com/office/drawing/2014/main" id="{78EA385E-C028-4D80-9573-B3098EFB04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265" name="Rechte verbindingslijn 264">
                  <a:extLst>
                    <a:ext uri="{FF2B5EF4-FFF2-40B4-BE49-F238E27FC236}">
                      <a16:creationId xmlns:a16="http://schemas.microsoft.com/office/drawing/2014/main" id="{2620AC03-8FDA-486A-A796-108F2B6207F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266" name="Rechte verbindingslijn 265">
                  <a:extLst>
                    <a:ext uri="{FF2B5EF4-FFF2-40B4-BE49-F238E27FC236}">
                      <a16:creationId xmlns:a16="http://schemas.microsoft.com/office/drawing/2014/main" id="{42EA0981-9F7F-4526-A7EA-37DACE04DAE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267" name="Rechte verbindingslijn 266">
                  <a:extLst>
                    <a:ext uri="{FF2B5EF4-FFF2-40B4-BE49-F238E27FC236}">
                      <a16:creationId xmlns:a16="http://schemas.microsoft.com/office/drawing/2014/main" id="{53EC698F-69CB-48CC-94FE-15DA943BB5E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62" name="Pijl: rechts 261">
                <a:extLst>
                  <a:ext uri="{FF2B5EF4-FFF2-40B4-BE49-F238E27FC236}">
                    <a16:creationId xmlns:a16="http://schemas.microsoft.com/office/drawing/2014/main" id="{6C605EAE-0DC3-46C5-A8FF-50FB7E874DB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65" name="Titel 2">
            <a:extLst>
              <a:ext uri="{FF2B5EF4-FFF2-40B4-BE49-F238E27FC236}">
                <a16:creationId xmlns:a16="http://schemas.microsoft.com/office/drawing/2014/main" id="{93E86168-1B16-4845-AF8F-729E1D7C9FF4}"/>
              </a:ext>
            </a:extLst>
          </p:cNvPr>
          <p:cNvSpPr>
            <a:spLocks noGrp="1"/>
          </p:cNvSpPr>
          <p:nvPr userDrawn="1">
            <p:ph type="title" hasCustomPrompt="1"/>
          </p:nvPr>
        </p:nvSpPr>
        <p:spPr>
          <a:xfrm>
            <a:off x="800239" y="530243"/>
            <a:ext cx="3559698" cy="895483"/>
          </a:xfrm>
        </p:spPr>
        <p:txBody>
          <a:bodyPr anchor="b"/>
          <a:lstStyle>
            <a:lvl1pPr>
              <a:defRPr sz="4000" b="1">
                <a:solidFill>
                  <a:schemeClr val="accent2"/>
                </a:solidFill>
              </a:defRPr>
            </a:lvl1pPr>
          </a:lstStyle>
          <a:p>
            <a:r>
              <a:rPr lang="nl-NL"/>
              <a:t>Agenda</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userDrawn="1">
            <p:ph type="body" orient="vert" idx="1" hasCustomPrompt="1"/>
          </p:nvPr>
        </p:nvSpPr>
        <p:spPr>
          <a:xfrm>
            <a:off x="801287" y="1651223"/>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3" name="Tijdelijke aanduiding voor verticale tekst 2">
            <a:extLst>
              <a:ext uri="{FF2B5EF4-FFF2-40B4-BE49-F238E27FC236}">
                <a16:creationId xmlns:a16="http://schemas.microsoft.com/office/drawing/2014/main" id="{330FC465-98CB-4609-9514-D28A7E83D1E1}"/>
              </a:ext>
            </a:extLst>
          </p:cNvPr>
          <p:cNvSpPr>
            <a:spLocks noGrp="1"/>
          </p:cNvSpPr>
          <p:nvPr userDrawn="1">
            <p:ph type="body" orient="vert" idx="10" hasCustomPrompt="1"/>
          </p:nvPr>
        </p:nvSpPr>
        <p:spPr>
          <a:xfrm>
            <a:off x="801287" y="3221027"/>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175" name="Tijdelijke aanduiding voor verticale tekst 2">
            <a:extLst>
              <a:ext uri="{FF2B5EF4-FFF2-40B4-BE49-F238E27FC236}">
                <a16:creationId xmlns:a16="http://schemas.microsoft.com/office/drawing/2014/main" id="{255EA2A6-C25F-4A37-AD19-2BCEA32E39D9}"/>
              </a:ext>
            </a:extLst>
          </p:cNvPr>
          <p:cNvSpPr>
            <a:spLocks noGrp="1"/>
          </p:cNvSpPr>
          <p:nvPr userDrawn="1">
            <p:ph type="body" orient="vert" idx="12" hasCustomPrompt="1"/>
          </p:nvPr>
        </p:nvSpPr>
        <p:spPr>
          <a:xfrm>
            <a:off x="801287" y="4790831"/>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5" name="Tijdelijke aanduiding voor verticale tekst 2">
            <a:extLst>
              <a:ext uri="{FF2B5EF4-FFF2-40B4-BE49-F238E27FC236}">
                <a16:creationId xmlns:a16="http://schemas.microsoft.com/office/drawing/2014/main" id="{09CB938F-3FE2-4875-81A1-0AC16A843B21}"/>
              </a:ext>
            </a:extLst>
          </p:cNvPr>
          <p:cNvSpPr>
            <a:spLocks noGrp="1"/>
          </p:cNvSpPr>
          <p:nvPr>
            <p:ph type="body" orient="vert" idx="13" hasCustomPrompt="1"/>
          </p:nvPr>
        </p:nvSpPr>
        <p:spPr>
          <a:xfrm>
            <a:off x="4622243" y="1651223"/>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6" name="Tijdelijke aanduiding voor verticale tekst 2">
            <a:extLst>
              <a:ext uri="{FF2B5EF4-FFF2-40B4-BE49-F238E27FC236}">
                <a16:creationId xmlns:a16="http://schemas.microsoft.com/office/drawing/2014/main" id="{343E7022-B614-4E53-9CDF-B9BD8ECA1334}"/>
              </a:ext>
            </a:extLst>
          </p:cNvPr>
          <p:cNvSpPr>
            <a:spLocks noGrp="1"/>
          </p:cNvSpPr>
          <p:nvPr>
            <p:ph type="body" orient="vert" idx="14" hasCustomPrompt="1"/>
          </p:nvPr>
        </p:nvSpPr>
        <p:spPr>
          <a:xfrm>
            <a:off x="4622243" y="3221027"/>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78" name="Tijdelijke aanduiding voor verticale tekst 2">
            <a:extLst>
              <a:ext uri="{FF2B5EF4-FFF2-40B4-BE49-F238E27FC236}">
                <a16:creationId xmlns:a16="http://schemas.microsoft.com/office/drawing/2014/main" id="{3ED8018F-23E8-4BD8-84C4-0BC5B50ADACD}"/>
              </a:ext>
            </a:extLst>
          </p:cNvPr>
          <p:cNvSpPr>
            <a:spLocks noGrp="1"/>
          </p:cNvSpPr>
          <p:nvPr>
            <p:ph type="body" orient="vert" idx="16" hasCustomPrompt="1"/>
          </p:nvPr>
        </p:nvSpPr>
        <p:spPr>
          <a:xfrm>
            <a:off x="4622243" y="4790831"/>
            <a:ext cx="3157102" cy="1213271"/>
          </a:xfrm>
        </p:spPr>
        <p:txBody>
          <a:bodyPr vert="horz" lIns="0" tIns="0" rIns="0" bIns="0"/>
          <a:lstStyle>
            <a:lvl1pPr marL="0" indent="0">
              <a:spcAft>
                <a:spcPts val="100"/>
              </a:spcAft>
              <a:buNone/>
              <a:defRPr sz="2000" b="0">
                <a:solidFill>
                  <a:schemeClr val="accent2"/>
                </a:solidFill>
              </a:defRPr>
            </a:lvl1pPr>
            <a:lvl2pPr marL="0" indent="0">
              <a:spcAft>
                <a:spcPts val="100"/>
              </a:spcAft>
              <a:buNone/>
              <a:defRPr sz="1400">
                <a:solidFill>
                  <a:schemeClr val="accent2"/>
                </a:solidFill>
              </a:defRPr>
            </a:lvl2pPr>
            <a:lvl3pPr marL="179388" indent="-179388">
              <a:spcBef>
                <a:spcPts val="300"/>
              </a:spcBef>
              <a:spcAft>
                <a:spcPts val="600"/>
              </a:spcAft>
              <a:buClr>
                <a:schemeClr val="accent5"/>
              </a:buClr>
              <a:buFont typeface="Arial" panose="020B0604020202020204" pitchFamily="34" charset="0"/>
              <a:buChar char="•"/>
              <a:defRPr sz="1200">
                <a:solidFill>
                  <a:schemeClr val="accent2"/>
                </a:solidFill>
              </a:defRPr>
            </a:lvl3pPr>
            <a:lvl4pPr>
              <a:defRPr/>
            </a:lvl4pPr>
            <a:lvl5pPr marL="0" indent="0">
              <a:buNone/>
              <a:defRPr/>
            </a:lvl5pPr>
            <a:lvl6pPr>
              <a:defRPr/>
            </a:lvl6pPr>
            <a:lvl7pPr>
              <a:defRPr/>
            </a:lvl7pPr>
            <a:lvl8pPr>
              <a:defRPr/>
            </a:lvl8pPr>
            <a:lvl9pPr>
              <a:defRPr/>
            </a:lvl9pPr>
          </a:lstStyle>
          <a:p>
            <a:pPr lvl="0"/>
            <a:r>
              <a:rPr lang="nl-NL"/>
              <a:t>Onderwerp titel</a:t>
            </a:r>
          </a:p>
          <a:p>
            <a:pPr lvl="1"/>
            <a:r>
              <a:rPr lang="nl-NL"/>
              <a:t>Plaats hier informatie</a:t>
            </a:r>
          </a:p>
          <a:p>
            <a:pPr lvl="2"/>
            <a:r>
              <a:rPr lang="nl-NL" err="1"/>
              <a:t>Bullet</a:t>
            </a:r>
            <a:endParaRPr lang="nl-NL"/>
          </a:p>
        </p:txBody>
      </p:sp>
      <p:sp>
        <p:nvSpPr>
          <p:cNvPr id="69" name="Graphic 31">
            <a:extLst>
              <a:ext uri="{FF2B5EF4-FFF2-40B4-BE49-F238E27FC236}">
                <a16:creationId xmlns:a16="http://schemas.microsoft.com/office/drawing/2014/main" id="{C32321E8-1406-4C94-B0E2-F90027AA9492}"/>
              </a:ext>
            </a:extLst>
          </p:cNvPr>
          <p:cNvSpPr>
            <a:spLocks noChangeAspect="1"/>
          </p:cNvSpPr>
          <p:nvPr userDrawn="1"/>
        </p:nvSpPr>
        <p:spPr>
          <a:xfrm rot="10800000" flipH="1" flipV="1">
            <a:off x="8568578" y="0"/>
            <a:ext cx="362342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chemeClr val="bg1"/>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
        <p:nvSpPr>
          <p:cNvPr id="70" name="Graphic 34">
            <a:extLst>
              <a:ext uri="{FF2B5EF4-FFF2-40B4-BE49-F238E27FC236}">
                <a16:creationId xmlns:a16="http://schemas.microsoft.com/office/drawing/2014/main" id="{FA97C7D3-5A9D-4921-98FC-311FA0A2593E}"/>
              </a:ext>
            </a:extLst>
          </p:cNvPr>
          <p:cNvSpPr>
            <a:spLocks noChangeAspect="1"/>
          </p:cNvSpPr>
          <p:nvPr userDrawn="1"/>
        </p:nvSpPr>
        <p:spPr>
          <a:xfrm rot="10800000" flipH="1" flipV="1">
            <a:off x="8555498" y="0"/>
            <a:ext cx="1626627"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chemeClr val="accent3"/>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80663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el en Tekst x4">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solidFill>
          <a:ln w="12692" cap="flat">
            <a:noFill/>
            <a:prstDash val="solid"/>
            <a:miter/>
          </a:ln>
        </p:spPr>
        <p:txBody>
          <a:bodyPr rtlCol="0" anchor="ctr"/>
          <a:lstStyle/>
          <a:p>
            <a:endParaRPr lang="nl-NL" sz="1633"/>
          </a:p>
        </p:txBody>
      </p:sp>
      <p:sp>
        <p:nvSpPr>
          <p:cNvPr id="4" name="Titel 2">
            <a:extLst>
              <a:ext uri="{FF2B5EF4-FFF2-40B4-BE49-F238E27FC236}">
                <a16:creationId xmlns:a16="http://schemas.microsoft.com/office/drawing/2014/main" id="{4D20EE6F-9DB1-43E9-9DF4-936AC3035312}"/>
              </a:ext>
            </a:extLst>
          </p:cNvPr>
          <p:cNvSpPr>
            <a:spLocks noGrp="1"/>
          </p:cNvSpPr>
          <p:nvPr>
            <p:ph type="title" hasCustomPrompt="1"/>
          </p:nvPr>
        </p:nvSpPr>
        <p:spPr>
          <a:xfrm>
            <a:off x="804998" y="728743"/>
            <a:ext cx="9683960" cy="895483"/>
          </a:xfrm>
        </p:spPr>
        <p:txBody>
          <a:bodyPr/>
          <a:lstStyle>
            <a:lvl1pPr>
              <a:defRPr/>
            </a:lvl1pPr>
          </a:lstStyle>
          <a:p>
            <a:r>
              <a:rPr lang="nl-NL"/>
              <a:t>Plaats hier een titel</a:t>
            </a:r>
            <a:br>
              <a:rPr lang="nl-NL"/>
            </a:br>
            <a:r>
              <a:rPr lang="nl-NL"/>
              <a:t>max. 2 regels</a:t>
            </a:r>
          </a:p>
        </p:txBody>
      </p:sp>
      <p:sp>
        <p:nvSpPr>
          <p:cNvPr id="7" name="Tijdelijke aanduiding voor verticale tekst 2">
            <a:extLst>
              <a:ext uri="{FF2B5EF4-FFF2-40B4-BE49-F238E27FC236}">
                <a16:creationId xmlns:a16="http://schemas.microsoft.com/office/drawing/2014/main" id="{D56E813C-BEBA-47BA-B648-9494279B851D}"/>
              </a:ext>
            </a:extLst>
          </p:cNvPr>
          <p:cNvSpPr>
            <a:spLocks noGrp="1"/>
          </p:cNvSpPr>
          <p:nvPr>
            <p:ph type="body" orient="vert" idx="1" hasCustomPrompt="1"/>
          </p:nvPr>
        </p:nvSpPr>
        <p:spPr>
          <a:xfrm>
            <a:off x="836374" y="195908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8" name="Tijdelijke aanduiding voor verticale tekst 2">
            <a:extLst>
              <a:ext uri="{FF2B5EF4-FFF2-40B4-BE49-F238E27FC236}">
                <a16:creationId xmlns:a16="http://schemas.microsoft.com/office/drawing/2014/main" id="{6C44E3D1-A55D-4933-A80D-8922D56EB8A7}"/>
              </a:ext>
            </a:extLst>
          </p:cNvPr>
          <p:cNvSpPr>
            <a:spLocks noGrp="1"/>
          </p:cNvSpPr>
          <p:nvPr>
            <p:ph type="body" orient="vert" idx="30" hasCustomPrompt="1"/>
          </p:nvPr>
        </p:nvSpPr>
        <p:spPr>
          <a:xfrm>
            <a:off x="836374" y="169061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9" name="Tijdelijke aanduiding voor verticale tekst 2">
            <a:extLst>
              <a:ext uri="{FF2B5EF4-FFF2-40B4-BE49-F238E27FC236}">
                <a16:creationId xmlns:a16="http://schemas.microsoft.com/office/drawing/2014/main" id="{9202E3D9-D14A-4B52-BBC3-BBB7EAC9BE62}"/>
              </a:ext>
            </a:extLst>
          </p:cNvPr>
          <p:cNvSpPr>
            <a:spLocks noGrp="1"/>
          </p:cNvSpPr>
          <p:nvPr>
            <p:ph type="body" orient="vert" idx="41" hasCustomPrompt="1"/>
          </p:nvPr>
        </p:nvSpPr>
        <p:spPr>
          <a:xfrm>
            <a:off x="836374" y="397023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0" name="Tijdelijke aanduiding voor verticale tekst 2">
            <a:extLst>
              <a:ext uri="{FF2B5EF4-FFF2-40B4-BE49-F238E27FC236}">
                <a16:creationId xmlns:a16="http://schemas.microsoft.com/office/drawing/2014/main" id="{562FBD57-B2B1-4B61-B0C1-A8269DAAF92B}"/>
              </a:ext>
            </a:extLst>
          </p:cNvPr>
          <p:cNvSpPr>
            <a:spLocks noGrp="1"/>
          </p:cNvSpPr>
          <p:nvPr>
            <p:ph type="body" orient="vert" idx="42" hasCustomPrompt="1"/>
          </p:nvPr>
        </p:nvSpPr>
        <p:spPr>
          <a:xfrm>
            <a:off x="836374" y="370176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81" name="Tijdelijke aanduiding voor verticale tekst 2">
            <a:extLst>
              <a:ext uri="{FF2B5EF4-FFF2-40B4-BE49-F238E27FC236}">
                <a16:creationId xmlns:a16="http://schemas.microsoft.com/office/drawing/2014/main" id="{18B94A39-9138-435F-A85F-E6EF904BE8CF}"/>
              </a:ext>
            </a:extLst>
          </p:cNvPr>
          <p:cNvSpPr>
            <a:spLocks noGrp="1"/>
          </p:cNvSpPr>
          <p:nvPr>
            <p:ph type="body" orient="vert" idx="43" hasCustomPrompt="1"/>
          </p:nvPr>
        </p:nvSpPr>
        <p:spPr>
          <a:xfrm>
            <a:off x="5778846" y="195908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82" name="Tijdelijke aanduiding voor verticale tekst 2">
            <a:extLst>
              <a:ext uri="{FF2B5EF4-FFF2-40B4-BE49-F238E27FC236}">
                <a16:creationId xmlns:a16="http://schemas.microsoft.com/office/drawing/2014/main" id="{2DA97F3C-2ABC-446E-A2ED-A8059CDA6233}"/>
              </a:ext>
            </a:extLst>
          </p:cNvPr>
          <p:cNvSpPr>
            <a:spLocks noGrp="1"/>
          </p:cNvSpPr>
          <p:nvPr>
            <p:ph type="body" orient="vert" idx="44" hasCustomPrompt="1"/>
          </p:nvPr>
        </p:nvSpPr>
        <p:spPr>
          <a:xfrm>
            <a:off x="5778846" y="169061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83" name="Tijdelijke aanduiding voor verticale tekst 2">
            <a:extLst>
              <a:ext uri="{FF2B5EF4-FFF2-40B4-BE49-F238E27FC236}">
                <a16:creationId xmlns:a16="http://schemas.microsoft.com/office/drawing/2014/main" id="{30EFD084-28C5-41D2-9442-E72E19990439}"/>
              </a:ext>
            </a:extLst>
          </p:cNvPr>
          <p:cNvSpPr>
            <a:spLocks noGrp="1"/>
          </p:cNvSpPr>
          <p:nvPr>
            <p:ph type="body" orient="vert" idx="45" hasCustomPrompt="1"/>
          </p:nvPr>
        </p:nvSpPr>
        <p:spPr>
          <a:xfrm>
            <a:off x="5778846" y="3970236"/>
            <a:ext cx="4749680" cy="1600570"/>
          </a:xfrm>
        </p:spPr>
        <p:txBody>
          <a:bodyPr vert="horz" lIns="0" tIns="0" rIns="0" bIns="0"/>
          <a:lstStyle>
            <a:lvl1pPr>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84" name="Tijdelijke aanduiding voor verticale tekst 2">
            <a:extLst>
              <a:ext uri="{FF2B5EF4-FFF2-40B4-BE49-F238E27FC236}">
                <a16:creationId xmlns:a16="http://schemas.microsoft.com/office/drawing/2014/main" id="{56784B59-9889-4BDC-BC95-375E5082EFC1}"/>
              </a:ext>
            </a:extLst>
          </p:cNvPr>
          <p:cNvSpPr>
            <a:spLocks noGrp="1"/>
          </p:cNvSpPr>
          <p:nvPr>
            <p:ph type="body" orient="vert" idx="46" hasCustomPrompt="1"/>
          </p:nvPr>
        </p:nvSpPr>
        <p:spPr>
          <a:xfrm>
            <a:off x="5778846" y="3701767"/>
            <a:ext cx="4749680" cy="268469"/>
          </a:xfrm>
        </p:spPr>
        <p:txBody>
          <a:bodyPr vert="horz" lIns="0" tIns="0" rIns="0" bIns="0"/>
          <a:lstStyle>
            <a:lvl1pPr marL="0" indent="0">
              <a:buNone/>
              <a:defRPr b="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359598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el en Tekst x4 #2">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4452" y="728743"/>
            <a:ext cx="9683960" cy="895483"/>
          </a:xfrm>
        </p:spPr>
        <p:txBody>
          <a:bodyPr/>
          <a:lstStyle>
            <a:lvl1pPr>
              <a:defRPr/>
            </a:lvl1pPr>
          </a:lstStyle>
          <a:p>
            <a:r>
              <a:rPr lang="nl-NL"/>
              <a:t>Plaats hier een titel</a:t>
            </a:r>
            <a:br>
              <a:rPr lang="nl-NL"/>
            </a:br>
            <a:r>
              <a:rPr lang="nl-NL"/>
              <a:t>max. 2 regels</a:t>
            </a:r>
          </a:p>
        </p:txBody>
      </p:sp>
      <p:sp>
        <p:nvSpPr>
          <p:cNvPr id="15" name="Tijdelijke aanduiding voor verticale tekst 2">
            <a:extLst>
              <a:ext uri="{FF2B5EF4-FFF2-40B4-BE49-F238E27FC236}">
                <a16:creationId xmlns:a16="http://schemas.microsoft.com/office/drawing/2014/main" id="{FCC2BCAC-5BB8-488C-B799-E2467A837BDA}"/>
              </a:ext>
            </a:extLst>
          </p:cNvPr>
          <p:cNvSpPr>
            <a:spLocks noGrp="1"/>
          </p:cNvSpPr>
          <p:nvPr>
            <p:ph type="body" orient="vert" idx="1" hasCustomPrompt="1"/>
          </p:nvPr>
        </p:nvSpPr>
        <p:spPr>
          <a:xfrm>
            <a:off x="1897187" y="2430625"/>
            <a:ext cx="3639455" cy="1600570"/>
          </a:xfrm>
        </p:spPr>
        <p:txBody>
          <a:bodyPr vert="horz" lIns="0" tIns="0" rIns="0" bIns="0"/>
          <a:lstStyle>
            <a:lvl1pPr marL="0" indent="0">
              <a:buNone/>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6" name="Tijdelijke aanduiding voor verticale tekst 2">
            <a:extLst>
              <a:ext uri="{FF2B5EF4-FFF2-40B4-BE49-F238E27FC236}">
                <a16:creationId xmlns:a16="http://schemas.microsoft.com/office/drawing/2014/main" id="{268F3E74-EB61-4DD5-ABD2-2F912243E792}"/>
              </a:ext>
            </a:extLst>
          </p:cNvPr>
          <p:cNvSpPr>
            <a:spLocks noGrp="1"/>
          </p:cNvSpPr>
          <p:nvPr>
            <p:ph type="body" orient="vert" idx="30" hasCustomPrompt="1"/>
          </p:nvPr>
        </p:nvSpPr>
        <p:spPr>
          <a:xfrm>
            <a:off x="1897187" y="2162156"/>
            <a:ext cx="3639455" cy="268469"/>
          </a:xfrm>
        </p:spPr>
        <p:txBody>
          <a:bodyPr vert="horz" lIns="0" tIns="0" rIns="0" bIns="0"/>
          <a:lstStyle>
            <a:lvl1pPr marL="0" indent="0">
              <a:buNone/>
              <a:defRPr sz="1600" b="0">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7" name="Tijdelijke aanduiding voor verticale tekst 2">
            <a:extLst>
              <a:ext uri="{FF2B5EF4-FFF2-40B4-BE49-F238E27FC236}">
                <a16:creationId xmlns:a16="http://schemas.microsoft.com/office/drawing/2014/main" id="{850DB247-445F-4284-BD6F-31D68E837F9D}"/>
              </a:ext>
            </a:extLst>
          </p:cNvPr>
          <p:cNvSpPr>
            <a:spLocks noGrp="1"/>
          </p:cNvSpPr>
          <p:nvPr>
            <p:ph type="body" orient="vert" idx="31" hasCustomPrompt="1"/>
          </p:nvPr>
        </p:nvSpPr>
        <p:spPr>
          <a:xfrm>
            <a:off x="1897187" y="4394923"/>
            <a:ext cx="3639455" cy="1600570"/>
          </a:xfrm>
        </p:spPr>
        <p:txBody>
          <a:bodyPr vert="horz" lIns="0" tIns="0" rIns="0" bIns="0"/>
          <a:lstStyle>
            <a:lvl1pPr marL="0" indent="0">
              <a:buNone/>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8" name="Tijdelijke aanduiding voor verticale tekst 2">
            <a:extLst>
              <a:ext uri="{FF2B5EF4-FFF2-40B4-BE49-F238E27FC236}">
                <a16:creationId xmlns:a16="http://schemas.microsoft.com/office/drawing/2014/main" id="{0EAAEA3B-C96F-49C7-A571-54B361D2294E}"/>
              </a:ext>
            </a:extLst>
          </p:cNvPr>
          <p:cNvSpPr>
            <a:spLocks noGrp="1"/>
          </p:cNvSpPr>
          <p:nvPr>
            <p:ph type="body" orient="vert" idx="32" hasCustomPrompt="1"/>
          </p:nvPr>
        </p:nvSpPr>
        <p:spPr>
          <a:xfrm>
            <a:off x="1897187" y="4126454"/>
            <a:ext cx="3639455" cy="268469"/>
          </a:xfrm>
        </p:spPr>
        <p:txBody>
          <a:bodyPr vert="horz" lIns="0" tIns="0" rIns="0" bIns="0"/>
          <a:lstStyle>
            <a:lvl1pPr marL="0" indent="0">
              <a:buNone/>
              <a:defRPr sz="1600" b="0">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9" name="Tijdelijke aanduiding voor verticale tekst 2">
            <a:extLst>
              <a:ext uri="{FF2B5EF4-FFF2-40B4-BE49-F238E27FC236}">
                <a16:creationId xmlns:a16="http://schemas.microsoft.com/office/drawing/2014/main" id="{D343F841-23ED-491F-902C-1582B1D18B79}"/>
              </a:ext>
            </a:extLst>
          </p:cNvPr>
          <p:cNvSpPr>
            <a:spLocks noGrp="1"/>
          </p:cNvSpPr>
          <p:nvPr>
            <p:ph type="body" orient="vert" idx="33" hasCustomPrompt="1"/>
          </p:nvPr>
        </p:nvSpPr>
        <p:spPr>
          <a:xfrm>
            <a:off x="6985471" y="2430625"/>
            <a:ext cx="3639455" cy="1600570"/>
          </a:xfrm>
        </p:spPr>
        <p:txBody>
          <a:bodyPr vert="horz" lIns="0" tIns="0" rIns="0" bIns="0"/>
          <a:lstStyle>
            <a:lvl1pPr marL="0" indent="0">
              <a:buNone/>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20" name="Tijdelijke aanduiding voor verticale tekst 2">
            <a:extLst>
              <a:ext uri="{FF2B5EF4-FFF2-40B4-BE49-F238E27FC236}">
                <a16:creationId xmlns:a16="http://schemas.microsoft.com/office/drawing/2014/main" id="{9F38F779-596D-4AE5-8470-F514D7FA944D}"/>
              </a:ext>
            </a:extLst>
          </p:cNvPr>
          <p:cNvSpPr>
            <a:spLocks noGrp="1"/>
          </p:cNvSpPr>
          <p:nvPr>
            <p:ph type="body" orient="vert" idx="34" hasCustomPrompt="1"/>
          </p:nvPr>
        </p:nvSpPr>
        <p:spPr>
          <a:xfrm>
            <a:off x="6985471" y="2162156"/>
            <a:ext cx="3639455" cy="268469"/>
          </a:xfrm>
        </p:spPr>
        <p:txBody>
          <a:bodyPr vert="horz" lIns="0" tIns="0" rIns="0" bIns="0"/>
          <a:lstStyle>
            <a:lvl1pPr marL="0" indent="0">
              <a:buNone/>
              <a:defRPr sz="1600" b="0">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1" name="Tijdelijke aanduiding voor verticale tekst 2">
            <a:extLst>
              <a:ext uri="{FF2B5EF4-FFF2-40B4-BE49-F238E27FC236}">
                <a16:creationId xmlns:a16="http://schemas.microsoft.com/office/drawing/2014/main" id="{D660ACC1-B1E3-4EE6-A15B-4C249EED7B79}"/>
              </a:ext>
            </a:extLst>
          </p:cNvPr>
          <p:cNvSpPr>
            <a:spLocks noGrp="1"/>
          </p:cNvSpPr>
          <p:nvPr>
            <p:ph type="body" orient="vert" idx="35" hasCustomPrompt="1"/>
          </p:nvPr>
        </p:nvSpPr>
        <p:spPr>
          <a:xfrm>
            <a:off x="6985471" y="4394923"/>
            <a:ext cx="3639455" cy="1600570"/>
          </a:xfrm>
        </p:spPr>
        <p:txBody>
          <a:bodyPr vert="horz" lIns="0" tIns="0" rIns="0" bIns="0"/>
          <a:lstStyle>
            <a:lvl1pPr marL="0" indent="0">
              <a:buNone/>
              <a:defRPr>
                <a:solidFill>
                  <a:schemeClr val="accent2"/>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22" name="Tijdelijke aanduiding voor verticale tekst 2">
            <a:extLst>
              <a:ext uri="{FF2B5EF4-FFF2-40B4-BE49-F238E27FC236}">
                <a16:creationId xmlns:a16="http://schemas.microsoft.com/office/drawing/2014/main" id="{41A32DFB-12DB-47A2-B798-3CF9F573FC18}"/>
              </a:ext>
            </a:extLst>
          </p:cNvPr>
          <p:cNvSpPr>
            <a:spLocks noGrp="1"/>
          </p:cNvSpPr>
          <p:nvPr>
            <p:ph type="body" orient="vert" idx="36" hasCustomPrompt="1"/>
          </p:nvPr>
        </p:nvSpPr>
        <p:spPr>
          <a:xfrm>
            <a:off x="6985471" y="4126454"/>
            <a:ext cx="3639455" cy="268469"/>
          </a:xfrm>
        </p:spPr>
        <p:txBody>
          <a:bodyPr vert="horz" lIns="0" tIns="0" rIns="0" bIns="0"/>
          <a:lstStyle>
            <a:lvl1pPr marL="0" indent="0">
              <a:buNone/>
              <a:defRPr sz="1600" b="0">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339076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el en Tekst x4 #3">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4AEE67BF-72B0-4192-887A-93CEC32FF6F7}"/>
              </a:ext>
            </a:extLst>
          </p:cNvPr>
          <p:cNvSpPr/>
          <p:nvPr userDrawn="1"/>
        </p:nvSpPr>
        <p:spPr>
          <a:xfrm>
            <a:off x="0" y="0"/>
            <a:ext cx="3735092" cy="69004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6C1D5F"/>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90384" y="728743"/>
            <a:ext cx="9683960" cy="895483"/>
          </a:xfrm>
        </p:spPr>
        <p:txBody>
          <a:bodyPr/>
          <a:lstStyle>
            <a:lvl1pPr>
              <a:defRPr>
                <a:solidFill>
                  <a:schemeClr val="bg1"/>
                </a:solidFill>
              </a:defRPr>
            </a:lvl1pPr>
          </a:lstStyle>
          <a:p>
            <a:r>
              <a:rPr lang="nl-NL"/>
              <a:t>Plaats hier een titel</a:t>
            </a:r>
            <a:br>
              <a:rPr lang="nl-NL"/>
            </a:br>
            <a:r>
              <a:rPr lang="nl-NL"/>
              <a:t>max. 2 regels</a:t>
            </a:r>
          </a:p>
        </p:txBody>
      </p:sp>
      <p:sp>
        <p:nvSpPr>
          <p:cNvPr id="15" name="Tijdelijke aanduiding voor verticale tekst 2">
            <a:extLst>
              <a:ext uri="{FF2B5EF4-FFF2-40B4-BE49-F238E27FC236}">
                <a16:creationId xmlns:a16="http://schemas.microsoft.com/office/drawing/2014/main" id="{FCC2BCAC-5BB8-488C-B799-E2467A837BDA}"/>
              </a:ext>
            </a:extLst>
          </p:cNvPr>
          <p:cNvSpPr>
            <a:spLocks noGrp="1"/>
          </p:cNvSpPr>
          <p:nvPr>
            <p:ph type="body" orient="vert" idx="1" hasCustomPrompt="1"/>
          </p:nvPr>
        </p:nvSpPr>
        <p:spPr>
          <a:xfrm>
            <a:off x="1897187" y="2430625"/>
            <a:ext cx="3639455" cy="1600570"/>
          </a:xfrm>
        </p:spPr>
        <p:txBody>
          <a:bodyPr vert="horz" lIns="0" tIns="0" rIns="0" bIns="0"/>
          <a:lstStyle>
            <a:lvl1pPr marL="0" indent="0">
              <a:buNone/>
              <a:defRPr>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6" name="Tijdelijke aanduiding voor verticale tekst 2">
            <a:extLst>
              <a:ext uri="{FF2B5EF4-FFF2-40B4-BE49-F238E27FC236}">
                <a16:creationId xmlns:a16="http://schemas.microsoft.com/office/drawing/2014/main" id="{268F3E74-EB61-4DD5-ABD2-2F912243E792}"/>
              </a:ext>
            </a:extLst>
          </p:cNvPr>
          <p:cNvSpPr>
            <a:spLocks noGrp="1"/>
          </p:cNvSpPr>
          <p:nvPr>
            <p:ph type="body" orient="vert" idx="30" hasCustomPrompt="1"/>
          </p:nvPr>
        </p:nvSpPr>
        <p:spPr>
          <a:xfrm>
            <a:off x="1897187" y="2162156"/>
            <a:ext cx="3639455" cy="268469"/>
          </a:xfrm>
        </p:spPr>
        <p:txBody>
          <a:bodyPr vert="horz" lIns="0" tIns="0" rIns="0" bIns="0"/>
          <a:lstStyle>
            <a:lvl1pPr marL="0" indent="0">
              <a:buNone/>
              <a:defRPr sz="1600" b="0">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7" name="Tijdelijke aanduiding voor verticale tekst 2">
            <a:extLst>
              <a:ext uri="{FF2B5EF4-FFF2-40B4-BE49-F238E27FC236}">
                <a16:creationId xmlns:a16="http://schemas.microsoft.com/office/drawing/2014/main" id="{850DB247-445F-4284-BD6F-31D68E837F9D}"/>
              </a:ext>
            </a:extLst>
          </p:cNvPr>
          <p:cNvSpPr>
            <a:spLocks noGrp="1"/>
          </p:cNvSpPr>
          <p:nvPr>
            <p:ph type="body" orient="vert" idx="31" hasCustomPrompt="1"/>
          </p:nvPr>
        </p:nvSpPr>
        <p:spPr>
          <a:xfrm>
            <a:off x="1897187" y="4394923"/>
            <a:ext cx="3639455" cy="1600570"/>
          </a:xfrm>
        </p:spPr>
        <p:txBody>
          <a:bodyPr vert="horz" lIns="0" tIns="0" rIns="0" bIns="0"/>
          <a:lstStyle>
            <a:lvl1pPr marL="0" indent="0">
              <a:buNone/>
              <a:defRPr>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8" name="Tijdelijke aanduiding voor verticale tekst 2">
            <a:extLst>
              <a:ext uri="{FF2B5EF4-FFF2-40B4-BE49-F238E27FC236}">
                <a16:creationId xmlns:a16="http://schemas.microsoft.com/office/drawing/2014/main" id="{0EAAEA3B-C96F-49C7-A571-54B361D2294E}"/>
              </a:ext>
            </a:extLst>
          </p:cNvPr>
          <p:cNvSpPr>
            <a:spLocks noGrp="1"/>
          </p:cNvSpPr>
          <p:nvPr>
            <p:ph type="body" orient="vert" idx="32" hasCustomPrompt="1"/>
          </p:nvPr>
        </p:nvSpPr>
        <p:spPr>
          <a:xfrm>
            <a:off x="1897187" y="4126454"/>
            <a:ext cx="3639455" cy="268469"/>
          </a:xfrm>
        </p:spPr>
        <p:txBody>
          <a:bodyPr vert="horz" lIns="0" tIns="0" rIns="0" bIns="0"/>
          <a:lstStyle>
            <a:lvl1pPr marL="0" indent="0">
              <a:buNone/>
              <a:defRPr sz="1600" b="0">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9" name="Tijdelijke aanduiding voor verticale tekst 2">
            <a:extLst>
              <a:ext uri="{FF2B5EF4-FFF2-40B4-BE49-F238E27FC236}">
                <a16:creationId xmlns:a16="http://schemas.microsoft.com/office/drawing/2014/main" id="{D343F841-23ED-491F-902C-1582B1D18B79}"/>
              </a:ext>
            </a:extLst>
          </p:cNvPr>
          <p:cNvSpPr>
            <a:spLocks noGrp="1"/>
          </p:cNvSpPr>
          <p:nvPr>
            <p:ph type="body" orient="vert" idx="33" hasCustomPrompt="1"/>
          </p:nvPr>
        </p:nvSpPr>
        <p:spPr>
          <a:xfrm>
            <a:off x="6985471" y="2430625"/>
            <a:ext cx="3639455" cy="1600570"/>
          </a:xfrm>
        </p:spPr>
        <p:txBody>
          <a:bodyPr vert="horz" lIns="0" tIns="0" rIns="0" bIns="0"/>
          <a:lstStyle>
            <a:lvl1pPr marL="0" indent="0">
              <a:buNone/>
              <a:defRPr>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20" name="Tijdelijke aanduiding voor verticale tekst 2">
            <a:extLst>
              <a:ext uri="{FF2B5EF4-FFF2-40B4-BE49-F238E27FC236}">
                <a16:creationId xmlns:a16="http://schemas.microsoft.com/office/drawing/2014/main" id="{9F38F779-596D-4AE5-8470-F514D7FA944D}"/>
              </a:ext>
            </a:extLst>
          </p:cNvPr>
          <p:cNvSpPr>
            <a:spLocks noGrp="1"/>
          </p:cNvSpPr>
          <p:nvPr>
            <p:ph type="body" orient="vert" idx="34" hasCustomPrompt="1"/>
          </p:nvPr>
        </p:nvSpPr>
        <p:spPr>
          <a:xfrm>
            <a:off x="6985471" y="2162156"/>
            <a:ext cx="3639455" cy="268469"/>
          </a:xfrm>
        </p:spPr>
        <p:txBody>
          <a:bodyPr vert="horz" lIns="0" tIns="0" rIns="0" bIns="0"/>
          <a:lstStyle>
            <a:lvl1pPr marL="0" indent="0">
              <a:buNone/>
              <a:defRPr sz="1600" b="0">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1" name="Tijdelijke aanduiding voor verticale tekst 2">
            <a:extLst>
              <a:ext uri="{FF2B5EF4-FFF2-40B4-BE49-F238E27FC236}">
                <a16:creationId xmlns:a16="http://schemas.microsoft.com/office/drawing/2014/main" id="{D660ACC1-B1E3-4EE6-A15B-4C249EED7B79}"/>
              </a:ext>
            </a:extLst>
          </p:cNvPr>
          <p:cNvSpPr>
            <a:spLocks noGrp="1"/>
          </p:cNvSpPr>
          <p:nvPr>
            <p:ph type="body" orient="vert" idx="35" hasCustomPrompt="1"/>
          </p:nvPr>
        </p:nvSpPr>
        <p:spPr>
          <a:xfrm>
            <a:off x="6985471" y="4394923"/>
            <a:ext cx="3639455" cy="1600570"/>
          </a:xfrm>
        </p:spPr>
        <p:txBody>
          <a:bodyPr vert="horz" lIns="0" tIns="0" rIns="0" bIns="0"/>
          <a:lstStyle>
            <a:lvl1pPr marL="0" indent="0">
              <a:buNone/>
              <a:defRPr>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22" name="Tijdelijke aanduiding voor verticale tekst 2">
            <a:extLst>
              <a:ext uri="{FF2B5EF4-FFF2-40B4-BE49-F238E27FC236}">
                <a16:creationId xmlns:a16="http://schemas.microsoft.com/office/drawing/2014/main" id="{41A32DFB-12DB-47A2-B798-3CF9F573FC18}"/>
              </a:ext>
            </a:extLst>
          </p:cNvPr>
          <p:cNvSpPr>
            <a:spLocks noGrp="1"/>
          </p:cNvSpPr>
          <p:nvPr>
            <p:ph type="body" orient="vert" idx="36" hasCustomPrompt="1"/>
          </p:nvPr>
        </p:nvSpPr>
        <p:spPr>
          <a:xfrm>
            <a:off x="6985471" y="4126454"/>
            <a:ext cx="3639455" cy="268469"/>
          </a:xfrm>
        </p:spPr>
        <p:txBody>
          <a:bodyPr vert="horz" lIns="0" tIns="0" rIns="0" bIns="0"/>
          <a:lstStyle>
            <a:lvl1pPr marL="0" indent="0">
              <a:buNone/>
              <a:defRPr sz="1600" b="0">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3101096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el en Tekst x10">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4" y="-3176034"/>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89750" y="283901"/>
            <a:ext cx="6798095" cy="552906"/>
          </a:xfrm>
        </p:spPr>
        <p:txBody>
          <a:bodyPr/>
          <a:lstStyle>
            <a:lvl1pPr>
              <a:defRPr/>
            </a:lvl1pPr>
          </a:lstStyle>
          <a:p>
            <a:r>
              <a:rPr lang="nl-NL"/>
              <a:t>Plaats hier een titel</a:t>
            </a:r>
          </a:p>
        </p:txBody>
      </p:sp>
      <p:sp>
        <p:nvSpPr>
          <p:cNvPr id="12" name="Tijdelijke aanduiding voor verticale tekst 2">
            <a:extLst>
              <a:ext uri="{FF2B5EF4-FFF2-40B4-BE49-F238E27FC236}">
                <a16:creationId xmlns:a16="http://schemas.microsoft.com/office/drawing/2014/main" id="{EF7AF3FF-C1B3-47AD-9EAA-88B850FFEB71}"/>
              </a:ext>
            </a:extLst>
          </p:cNvPr>
          <p:cNvSpPr>
            <a:spLocks noGrp="1"/>
          </p:cNvSpPr>
          <p:nvPr>
            <p:ph type="body" orient="vert" idx="1" hasCustomPrompt="1"/>
          </p:nvPr>
        </p:nvSpPr>
        <p:spPr>
          <a:xfrm>
            <a:off x="881287" y="141785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3" name="Tijdelijke aanduiding voor verticale tekst 2">
            <a:extLst>
              <a:ext uri="{FF2B5EF4-FFF2-40B4-BE49-F238E27FC236}">
                <a16:creationId xmlns:a16="http://schemas.microsoft.com/office/drawing/2014/main" id="{6BD8F974-554A-443F-97C9-B902344D858B}"/>
              </a:ext>
            </a:extLst>
          </p:cNvPr>
          <p:cNvSpPr>
            <a:spLocks noGrp="1"/>
          </p:cNvSpPr>
          <p:nvPr>
            <p:ph type="body" orient="vert" idx="30" hasCustomPrompt="1"/>
          </p:nvPr>
        </p:nvSpPr>
        <p:spPr>
          <a:xfrm>
            <a:off x="881287" y="114938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1" name="Tijdelijke aanduiding voor verticale tekst 2">
            <a:extLst>
              <a:ext uri="{FF2B5EF4-FFF2-40B4-BE49-F238E27FC236}">
                <a16:creationId xmlns:a16="http://schemas.microsoft.com/office/drawing/2014/main" id="{4AB4E0FB-23CD-46FB-A150-478448E2F71B}"/>
              </a:ext>
            </a:extLst>
          </p:cNvPr>
          <p:cNvSpPr>
            <a:spLocks noGrp="1"/>
          </p:cNvSpPr>
          <p:nvPr>
            <p:ph type="body" orient="vert" idx="31" hasCustomPrompt="1"/>
          </p:nvPr>
        </p:nvSpPr>
        <p:spPr>
          <a:xfrm>
            <a:off x="811835" y="858860"/>
            <a:ext cx="3694611" cy="268467"/>
          </a:xfrm>
        </p:spPr>
        <p:txBody>
          <a:bodyPr vert="horz" lIns="0" tIns="0" rIns="0" bIns="0"/>
          <a:lstStyle>
            <a:lvl1pPr marL="0" indent="0">
              <a:buNone/>
              <a:defRPr sz="16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4" name="Tijdelijke aanduiding voor verticale tekst 2">
            <a:extLst>
              <a:ext uri="{FF2B5EF4-FFF2-40B4-BE49-F238E27FC236}">
                <a16:creationId xmlns:a16="http://schemas.microsoft.com/office/drawing/2014/main" id="{1564CBB9-C6B3-42D6-AB97-D30AD6AA5577}"/>
              </a:ext>
            </a:extLst>
          </p:cNvPr>
          <p:cNvSpPr>
            <a:spLocks noGrp="1"/>
          </p:cNvSpPr>
          <p:nvPr>
            <p:ph type="body" orient="vert" idx="33" hasCustomPrompt="1"/>
          </p:nvPr>
        </p:nvSpPr>
        <p:spPr>
          <a:xfrm>
            <a:off x="3091710" y="141785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35" name="Tijdelijke aanduiding voor verticale tekst 2">
            <a:extLst>
              <a:ext uri="{FF2B5EF4-FFF2-40B4-BE49-F238E27FC236}">
                <a16:creationId xmlns:a16="http://schemas.microsoft.com/office/drawing/2014/main" id="{9C5B7778-87CE-4003-9CD1-3E6165C22A2B}"/>
              </a:ext>
            </a:extLst>
          </p:cNvPr>
          <p:cNvSpPr>
            <a:spLocks noGrp="1"/>
          </p:cNvSpPr>
          <p:nvPr>
            <p:ph type="body" orient="vert" idx="34" hasCustomPrompt="1"/>
          </p:nvPr>
        </p:nvSpPr>
        <p:spPr>
          <a:xfrm>
            <a:off x="3091710" y="114938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6" name="Tijdelijke aanduiding voor verticale tekst 2">
            <a:extLst>
              <a:ext uri="{FF2B5EF4-FFF2-40B4-BE49-F238E27FC236}">
                <a16:creationId xmlns:a16="http://schemas.microsoft.com/office/drawing/2014/main" id="{9F5A3ECC-63DE-45E6-B1AB-B965843BCB5F}"/>
              </a:ext>
            </a:extLst>
          </p:cNvPr>
          <p:cNvSpPr>
            <a:spLocks noGrp="1"/>
          </p:cNvSpPr>
          <p:nvPr>
            <p:ph type="body" orient="vert" idx="35" hasCustomPrompt="1"/>
          </p:nvPr>
        </p:nvSpPr>
        <p:spPr>
          <a:xfrm>
            <a:off x="5302133" y="141785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37" name="Tijdelijke aanduiding voor verticale tekst 2">
            <a:extLst>
              <a:ext uri="{FF2B5EF4-FFF2-40B4-BE49-F238E27FC236}">
                <a16:creationId xmlns:a16="http://schemas.microsoft.com/office/drawing/2014/main" id="{3B982D3A-E29A-4174-BC34-ED7BF7884C77}"/>
              </a:ext>
            </a:extLst>
          </p:cNvPr>
          <p:cNvSpPr>
            <a:spLocks noGrp="1"/>
          </p:cNvSpPr>
          <p:nvPr>
            <p:ph type="body" orient="vert" idx="36" hasCustomPrompt="1"/>
          </p:nvPr>
        </p:nvSpPr>
        <p:spPr>
          <a:xfrm>
            <a:off x="5302133" y="114938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8" name="Tijdelijke aanduiding voor verticale tekst 2">
            <a:extLst>
              <a:ext uri="{FF2B5EF4-FFF2-40B4-BE49-F238E27FC236}">
                <a16:creationId xmlns:a16="http://schemas.microsoft.com/office/drawing/2014/main" id="{0446144A-FC0D-48CD-AF91-405C54568958}"/>
              </a:ext>
            </a:extLst>
          </p:cNvPr>
          <p:cNvSpPr>
            <a:spLocks noGrp="1"/>
          </p:cNvSpPr>
          <p:nvPr>
            <p:ph type="body" orient="vert" idx="37" hasCustomPrompt="1"/>
          </p:nvPr>
        </p:nvSpPr>
        <p:spPr>
          <a:xfrm>
            <a:off x="7512556" y="141785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39" name="Tijdelijke aanduiding voor verticale tekst 2">
            <a:extLst>
              <a:ext uri="{FF2B5EF4-FFF2-40B4-BE49-F238E27FC236}">
                <a16:creationId xmlns:a16="http://schemas.microsoft.com/office/drawing/2014/main" id="{F3BE9B0A-A754-47F3-A849-8A1C0D1D5628}"/>
              </a:ext>
            </a:extLst>
          </p:cNvPr>
          <p:cNvSpPr>
            <a:spLocks noGrp="1"/>
          </p:cNvSpPr>
          <p:nvPr>
            <p:ph type="body" orient="vert" idx="38" hasCustomPrompt="1"/>
          </p:nvPr>
        </p:nvSpPr>
        <p:spPr>
          <a:xfrm>
            <a:off x="7512556" y="114938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40" name="Tijdelijke aanduiding voor verticale tekst 2">
            <a:extLst>
              <a:ext uri="{FF2B5EF4-FFF2-40B4-BE49-F238E27FC236}">
                <a16:creationId xmlns:a16="http://schemas.microsoft.com/office/drawing/2014/main" id="{A3847542-984E-4E85-AD47-F62C503A10A9}"/>
              </a:ext>
            </a:extLst>
          </p:cNvPr>
          <p:cNvSpPr>
            <a:spLocks noGrp="1"/>
          </p:cNvSpPr>
          <p:nvPr>
            <p:ph type="body" orient="vert" idx="39" hasCustomPrompt="1"/>
          </p:nvPr>
        </p:nvSpPr>
        <p:spPr>
          <a:xfrm>
            <a:off x="9722979" y="141785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41" name="Tijdelijke aanduiding voor verticale tekst 2">
            <a:extLst>
              <a:ext uri="{FF2B5EF4-FFF2-40B4-BE49-F238E27FC236}">
                <a16:creationId xmlns:a16="http://schemas.microsoft.com/office/drawing/2014/main" id="{01745C7D-0424-4A92-B2C9-AF969EBC4017}"/>
              </a:ext>
            </a:extLst>
          </p:cNvPr>
          <p:cNvSpPr>
            <a:spLocks noGrp="1"/>
          </p:cNvSpPr>
          <p:nvPr>
            <p:ph type="body" orient="vert" idx="40" hasCustomPrompt="1"/>
          </p:nvPr>
        </p:nvSpPr>
        <p:spPr>
          <a:xfrm>
            <a:off x="9722979" y="114938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58" name="Tijdelijke aanduiding voor verticale tekst 2">
            <a:extLst>
              <a:ext uri="{FF2B5EF4-FFF2-40B4-BE49-F238E27FC236}">
                <a16:creationId xmlns:a16="http://schemas.microsoft.com/office/drawing/2014/main" id="{2A5AA1DC-BE64-4900-93E1-324287208AE4}"/>
              </a:ext>
            </a:extLst>
          </p:cNvPr>
          <p:cNvSpPr>
            <a:spLocks noGrp="1"/>
          </p:cNvSpPr>
          <p:nvPr>
            <p:ph type="body" orient="vert" idx="41" hasCustomPrompt="1"/>
          </p:nvPr>
        </p:nvSpPr>
        <p:spPr>
          <a:xfrm>
            <a:off x="881287" y="342900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59" name="Tijdelijke aanduiding voor verticale tekst 2">
            <a:extLst>
              <a:ext uri="{FF2B5EF4-FFF2-40B4-BE49-F238E27FC236}">
                <a16:creationId xmlns:a16="http://schemas.microsoft.com/office/drawing/2014/main" id="{D0305FB1-E0B6-4744-A139-C6B1CAF533A6}"/>
              </a:ext>
            </a:extLst>
          </p:cNvPr>
          <p:cNvSpPr>
            <a:spLocks noGrp="1"/>
          </p:cNvSpPr>
          <p:nvPr>
            <p:ph type="body" orient="vert" idx="42" hasCustomPrompt="1"/>
          </p:nvPr>
        </p:nvSpPr>
        <p:spPr>
          <a:xfrm>
            <a:off x="881287" y="316053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5" name="Tijdelijke aanduiding voor verticale tekst 2">
            <a:extLst>
              <a:ext uri="{FF2B5EF4-FFF2-40B4-BE49-F238E27FC236}">
                <a16:creationId xmlns:a16="http://schemas.microsoft.com/office/drawing/2014/main" id="{F470C83E-E3CD-49A9-AC4F-6C14B1563598}"/>
              </a:ext>
            </a:extLst>
          </p:cNvPr>
          <p:cNvSpPr>
            <a:spLocks noGrp="1"/>
          </p:cNvSpPr>
          <p:nvPr>
            <p:ph type="body" orient="vert" idx="43" hasCustomPrompt="1"/>
          </p:nvPr>
        </p:nvSpPr>
        <p:spPr>
          <a:xfrm>
            <a:off x="787771" y="2870010"/>
            <a:ext cx="3694611" cy="268467"/>
          </a:xfrm>
        </p:spPr>
        <p:txBody>
          <a:bodyPr vert="horz" lIns="0" tIns="0" rIns="0" bIns="0"/>
          <a:lstStyle>
            <a:lvl1pPr marL="0" indent="0">
              <a:buNone/>
              <a:defRPr sz="16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6" name="Tijdelijke aanduiding voor verticale tekst 2">
            <a:extLst>
              <a:ext uri="{FF2B5EF4-FFF2-40B4-BE49-F238E27FC236}">
                <a16:creationId xmlns:a16="http://schemas.microsoft.com/office/drawing/2014/main" id="{45D1BA74-1327-44DC-A126-2E8D7FDA0D76}"/>
              </a:ext>
            </a:extLst>
          </p:cNvPr>
          <p:cNvSpPr>
            <a:spLocks noGrp="1"/>
          </p:cNvSpPr>
          <p:nvPr>
            <p:ph type="body" orient="vert" idx="44" hasCustomPrompt="1"/>
          </p:nvPr>
        </p:nvSpPr>
        <p:spPr>
          <a:xfrm>
            <a:off x="3091710" y="342900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7" name="Tijdelijke aanduiding voor verticale tekst 2">
            <a:extLst>
              <a:ext uri="{FF2B5EF4-FFF2-40B4-BE49-F238E27FC236}">
                <a16:creationId xmlns:a16="http://schemas.microsoft.com/office/drawing/2014/main" id="{4D25CFD4-7426-41A2-AE61-CB42D1C7A416}"/>
              </a:ext>
            </a:extLst>
          </p:cNvPr>
          <p:cNvSpPr>
            <a:spLocks noGrp="1"/>
          </p:cNvSpPr>
          <p:nvPr>
            <p:ph type="body" orient="vert" idx="45" hasCustomPrompt="1"/>
          </p:nvPr>
        </p:nvSpPr>
        <p:spPr>
          <a:xfrm>
            <a:off x="3091710" y="316053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8" name="Tijdelijke aanduiding voor verticale tekst 2">
            <a:extLst>
              <a:ext uri="{FF2B5EF4-FFF2-40B4-BE49-F238E27FC236}">
                <a16:creationId xmlns:a16="http://schemas.microsoft.com/office/drawing/2014/main" id="{3B7880A4-6E72-45FF-AF82-CC1E84178C8C}"/>
              </a:ext>
            </a:extLst>
          </p:cNvPr>
          <p:cNvSpPr>
            <a:spLocks noGrp="1"/>
          </p:cNvSpPr>
          <p:nvPr>
            <p:ph type="body" orient="vert" idx="46" hasCustomPrompt="1"/>
          </p:nvPr>
        </p:nvSpPr>
        <p:spPr>
          <a:xfrm>
            <a:off x="5302133" y="342900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9" name="Tijdelijke aanduiding voor verticale tekst 2">
            <a:extLst>
              <a:ext uri="{FF2B5EF4-FFF2-40B4-BE49-F238E27FC236}">
                <a16:creationId xmlns:a16="http://schemas.microsoft.com/office/drawing/2014/main" id="{3CB304D9-1E47-4B97-A383-80482AEE49D2}"/>
              </a:ext>
            </a:extLst>
          </p:cNvPr>
          <p:cNvSpPr>
            <a:spLocks noGrp="1"/>
          </p:cNvSpPr>
          <p:nvPr>
            <p:ph type="body" orient="vert" idx="47" hasCustomPrompt="1"/>
          </p:nvPr>
        </p:nvSpPr>
        <p:spPr>
          <a:xfrm>
            <a:off x="5302133" y="316053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70" name="Tijdelijke aanduiding voor verticale tekst 2">
            <a:extLst>
              <a:ext uri="{FF2B5EF4-FFF2-40B4-BE49-F238E27FC236}">
                <a16:creationId xmlns:a16="http://schemas.microsoft.com/office/drawing/2014/main" id="{A3164667-E006-405D-961E-4E10652EEB36}"/>
              </a:ext>
            </a:extLst>
          </p:cNvPr>
          <p:cNvSpPr>
            <a:spLocks noGrp="1"/>
          </p:cNvSpPr>
          <p:nvPr>
            <p:ph type="body" orient="vert" idx="48" hasCustomPrompt="1"/>
          </p:nvPr>
        </p:nvSpPr>
        <p:spPr>
          <a:xfrm>
            <a:off x="7512556" y="342900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71" name="Tijdelijke aanduiding voor verticale tekst 2">
            <a:extLst>
              <a:ext uri="{FF2B5EF4-FFF2-40B4-BE49-F238E27FC236}">
                <a16:creationId xmlns:a16="http://schemas.microsoft.com/office/drawing/2014/main" id="{7EC3CF2C-1A4C-4840-BFD1-55CEF827628C}"/>
              </a:ext>
            </a:extLst>
          </p:cNvPr>
          <p:cNvSpPr>
            <a:spLocks noGrp="1"/>
          </p:cNvSpPr>
          <p:nvPr>
            <p:ph type="body" orient="vert" idx="49" hasCustomPrompt="1"/>
          </p:nvPr>
        </p:nvSpPr>
        <p:spPr>
          <a:xfrm>
            <a:off x="7512556" y="316053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72" name="Tijdelijke aanduiding voor verticale tekst 2">
            <a:extLst>
              <a:ext uri="{FF2B5EF4-FFF2-40B4-BE49-F238E27FC236}">
                <a16:creationId xmlns:a16="http://schemas.microsoft.com/office/drawing/2014/main" id="{7BF4F914-A1AB-408D-BBC3-F985085978D8}"/>
              </a:ext>
            </a:extLst>
          </p:cNvPr>
          <p:cNvSpPr>
            <a:spLocks noGrp="1"/>
          </p:cNvSpPr>
          <p:nvPr>
            <p:ph type="body" orient="vert" idx="50" hasCustomPrompt="1"/>
          </p:nvPr>
        </p:nvSpPr>
        <p:spPr>
          <a:xfrm>
            <a:off x="9722979" y="3429000"/>
            <a:ext cx="1810730"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73" name="Tijdelijke aanduiding voor verticale tekst 2">
            <a:extLst>
              <a:ext uri="{FF2B5EF4-FFF2-40B4-BE49-F238E27FC236}">
                <a16:creationId xmlns:a16="http://schemas.microsoft.com/office/drawing/2014/main" id="{FBD99BFE-5B79-4DF5-AC29-B92D3CFDCA1C}"/>
              </a:ext>
            </a:extLst>
          </p:cNvPr>
          <p:cNvSpPr>
            <a:spLocks noGrp="1"/>
          </p:cNvSpPr>
          <p:nvPr>
            <p:ph type="body" orient="vert" idx="51" hasCustomPrompt="1"/>
          </p:nvPr>
        </p:nvSpPr>
        <p:spPr>
          <a:xfrm>
            <a:off x="9722979" y="3160531"/>
            <a:ext cx="1810730"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75" name="Tijdelijke aanduiding voor verticale tekst 2">
            <a:extLst>
              <a:ext uri="{FF2B5EF4-FFF2-40B4-BE49-F238E27FC236}">
                <a16:creationId xmlns:a16="http://schemas.microsoft.com/office/drawing/2014/main" id="{CED68B8F-0156-498C-8181-AD8EB48B0661}"/>
              </a:ext>
            </a:extLst>
          </p:cNvPr>
          <p:cNvSpPr>
            <a:spLocks noGrp="1"/>
          </p:cNvSpPr>
          <p:nvPr>
            <p:ph type="body" orient="vert" idx="52" hasCustomPrompt="1"/>
          </p:nvPr>
        </p:nvSpPr>
        <p:spPr>
          <a:xfrm>
            <a:off x="722653" y="6011757"/>
            <a:ext cx="10652422" cy="562342"/>
          </a:xfrm>
        </p:spPr>
        <p:txBody>
          <a:bodyPr vert="horz" lIns="0" tIns="0" rIns="0" bIns="0"/>
          <a:lstStyle>
            <a:lvl1pPr marL="0" indent="0">
              <a:buNone/>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Tree>
    <p:extLst>
      <p:ext uri="{BB962C8B-B14F-4D97-AF65-F5344CB8AC3E}">
        <p14:creationId xmlns:p14="http://schemas.microsoft.com/office/powerpoint/2010/main" val="166393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el en Tekst x6">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011184" y="-3011185"/>
            <a:ext cx="61904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90930" y="283901"/>
            <a:ext cx="6798095" cy="552906"/>
          </a:xfrm>
        </p:spPr>
        <p:txBody>
          <a:bodyPr/>
          <a:lstStyle>
            <a:lvl1pPr>
              <a:defRPr/>
            </a:lvl1pPr>
          </a:lstStyle>
          <a:p>
            <a:r>
              <a:rPr lang="nl-NL"/>
              <a:t>Plaats hier een titel</a:t>
            </a:r>
          </a:p>
        </p:txBody>
      </p:sp>
      <p:sp>
        <p:nvSpPr>
          <p:cNvPr id="31" name="Tijdelijke aanduiding voor verticale tekst 2">
            <a:extLst>
              <a:ext uri="{FF2B5EF4-FFF2-40B4-BE49-F238E27FC236}">
                <a16:creationId xmlns:a16="http://schemas.microsoft.com/office/drawing/2014/main" id="{4AB4E0FB-23CD-46FB-A150-478448E2F71B}"/>
              </a:ext>
            </a:extLst>
          </p:cNvPr>
          <p:cNvSpPr>
            <a:spLocks noGrp="1"/>
          </p:cNvSpPr>
          <p:nvPr userDrawn="1">
            <p:ph type="body" orient="vert" idx="31" hasCustomPrompt="1"/>
          </p:nvPr>
        </p:nvSpPr>
        <p:spPr>
          <a:xfrm>
            <a:off x="813014" y="858860"/>
            <a:ext cx="10661695" cy="268467"/>
          </a:xfrm>
        </p:spPr>
        <p:txBody>
          <a:bodyPr vert="horz" lIns="0" tIns="0" rIns="0" bIns="0"/>
          <a:lstStyle>
            <a:lvl1pPr marL="0" indent="0">
              <a:buNone/>
              <a:defRPr sz="16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4" name="Tijdelijke aanduiding voor verticale tekst 2">
            <a:extLst>
              <a:ext uri="{FF2B5EF4-FFF2-40B4-BE49-F238E27FC236}">
                <a16:creationId xmlns:a16="http://schemas.microsoft.com/office/drawing/2014/main" id="{1564CBB9-C6B3-42D6-AB97-D30AD6AA5577}"/>
              </a:ext>
            </a:extLst>
          </p:cNvPr>
          <p:cNvSpPr>
            <a:spLocks noGrp="1"/>
          </p:cNvSpPr>
          <p:nvPr userDrawn="1">
            <p:ph type="body" orient="vert" idx="33" hasCustomPrompt="1"/>
          </p:nvPr>
        </p:nvSpPr>
        <p:spPr>
          <a:xfrm>
            <a:off x="4472600" y="1417850"/>
            <a:ext cx="3351835"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35" name="Tijdelijke aanduiding voor verticale tekst 2">
            <a:extLst>
              <a:ext uri="{FF2B5EF4-FFF2-40B4-BE49-F238E27FC236}">
                <a16:creationId xmlns:a16="http://schemas.microsoft.com/office/drawing/2014/main" id="{9C5B7778-87CE-4003-9CD1-3E6165C22A2B}"/>
              </a:ext>
            </a:extLst>
          </p:cNvPr>
          <p:cNvSpPr>
            <a:spLocks noGrp="1"/>
          </p:cNvSpPr>
          <p:nvPr userDrawn="1">
            <p:ph type="body" orient="vert" idx="34" hasCustomPrompt="1"/>
          </p:nvPr>
        </p:nvSpPr>
        <p:spPr>
          <a:xfrm>
            <a:off x="4472600" y="1149381"/>
            <a:ext cx="3351835"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6" name="Tijdelijke aanduiding voor verticale tekst 2">
            <a:extLst>
              <a:ext uri="{FF2B5EF4-FFF2-40B4-BE49-F238E27FC236}">
                <a16:creationId xmlns:a16="http://schemas.microsoft.com/office/drawing/2014/main" id="{9F5A3ECC-63DE-45E6-B1AB-B965843BCB5F}"/>
              </a:ext>
            </a:extLst>
          </p:cNvPr>
          <p:cNvSpPr>
            <a:spLocks noGrp="1"/>
          </p:cNvSpPr>
          <p:nvPr userDrawn="1">
            <p:ph type="body" orient="vert" idx="35" hasCustomPrompt="1"/>
          </p:nvPr>
        </p:nvSpPr>
        <p:spPr>
          <a:xfrm>
            <a:off x="8122894" y="1417850"/>
            <a:ext cx="3351835"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37" name="Tijdelijke aanduiding voor verticale tekst 2">
            <a:extLst>
              <a:ext uri="{FF2B5EF4-FFF2-40B4-BE49-F238E27FC236}">
                <a16:creationId xmlns:a16="http://schemas.microsoft.com/office/drawing/2014/main" id="{3B982D3A-E29A-4174-BC34-ED7BF7884C77}"/>
              </a:ext>
            </a:extLst>
          </p:cNvPr>
          <p:cNvSpPr>
            <a:spLocks noGrp="1"/>
          </p:cNvSpPr>
          <p:nvPr userDrawn="1">
            <p:ph type="body" orient="vert" idx="36" hasCustomPrompt="1"/>
          </p:nvPr>
        </p:nvSpPr>
        <p:spPr>
          <a:xfrm>
            <a:off x="8122894" y="1149381"/>
            <a:ext cx="3351835"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5" name="Tijdelijke aanduiding voor verticale tekst 2">
            <a:extLst>
              <a:ext uri="{FF2B5EF4-FFF2-40B4-BE49-F238E27FC236}">
                <a16:creationId xmlns:a16="http://schemas.microsoft.com/office/drawing/2014/main" id="{F470C83E-E3CD-49A9-AC4F-6C14B1563598}"/>
              </a:ext>
            </a:extLst>
          </p:cNvPr>
          <p:cNvSpPr>
            <a:spLocks noGrp="1"/>
          </p:cNvSpPr>
          <p:nvPr userDrawn="1">
            <p:ph type="body" orient="vert" idx="43" hasCustomPrompt="1"/>
          </p:nvPr>
        </p:nvSpPr>
        <p:spPr>
          <a:xfrm>
            <a:off x="788950" y="2870010"/>
            <a:ext cx="10661712" cy="268467"/>
          </a:xfrm>
        </p:spPr>
        <p:txBody>
          <a:bodyPr vert="horz" lIns="0" tIns="0" rIns="0" bIns="0"/>
          <a:lstStyle>
            <a:lvl1pPr marL="0" indent="0">
              <a:buNone/>
              <a:defRPr sz="16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6" name="Tijdelijke aanduiding voor verticale tekst 2">
            <a:extLst>
              <a:ext uri="{FF2B5EF4-FFF2-40B4-BE49-F238E27FC236}">
                <a16:creationId xmlns:a16="http://schemas.microsoft.com/office/drawing/2014/main" id="{45D1BA74-1327-44DC-A126-2E8D7FDA0D76}"/>
              </a:ext>
            </a:extLst>
          </p:cNvPr>
          <p:cNvSpPr>
            <a:spLocks noGrp="1"/>
          </p:cNvSpPr>
          <p:nvPr userDrawn="1">
            <p:ph type="body" orient="vert" idx="44" hasCustomPrompt="1"/>
          </p:nvPr>
        </p:nvSpPr>
        <p:spPr>
          <a:xfrm>
            <a:off x="4472600" y="3429000"/>
            <a:ext cx="3351835"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7" name="Tijdelijke aanduiding voor verticale tekst 2">
            <a:extLst>
              <a:ext uri="{FF2B5EF4-FFF2-40B4-BE49-F238E27FC236}">
                <a16:creationId xmlns:a16="http://schemas.microsoft.com/office/drawing/2014/main" id="{4D25CFD4-7426-41A2-AE61-CB42D1C7A416}"/>
              </a:ext>
            </a:extLst>
          </p:cNvPr>
          <p:cNvSpPr>
            <a:spLocks noGrp="1"/>
          </p:cNvSpPr>
          <p:nvPr userDrawn="1">
            <p:ph type="body" orient="vert" idx="45" hasCustomPrompt="1"/>
          </p:nvPr>
        </p:nvSpPr>
        <p:spPr>
          <a:xfrm>
            <a:off x="4472600" y="3160531"/>
            <a:ext cx="3351835"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8" name="Tijdelijke aanduiding voor verticale tekst 2">
            <a:extLst>
              <a:ext uri="{FF2B5EF4-FFF2-40B4-BE49-F238E27FC236}">
                <a16:creationId xmlns:a16="http://schemas.microsoft.com/office/drawing/2014/main" id="{3B7880A4-6E72-45FF-AF82-CC1E84178C8C}"/>
              </a:ext>
            </a:extLst>
          </p:cNvPr>
          <p:cNvSpPr>
            <a:spLocks noGrp="1"/>
          </p:cNvSpPr>
          <p:nvPr userDrawn="1">
            <p:ph type="body" orient="vert" idx="46" hasCustomPrompt="1"/>
          </p:nvPr>
        </p:nvSpPr>
        <p:spPr>
          <a:xfrm>
            <a:off x="8122894" y="3429000"/>
            <a:ext cx="3351835"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9" name="Tijdelijke aanduiding voor verticale tekst 2">
            <a:extLst>
              <a:ext uri="{FF2B5EF4-FFF2-40B4-BE49-F238E27FC236}">
                <a16:creationId xmlns:a16="http://schemas.microsoft.com/office/drawing/2014/main" id="{3CB304D9-1E47-4B97-A383-80482AEE49D2}"/>
              </a:ext>
            </a:extLst>
          </p:cNvPr>
          <p:cNvSpPr>
            <a:spLocks noGrp="1"/>
          </p:cNvSpPr>
          <p:nvPr userDrawn="1">
            <p:ph type="body" orient="vert" idx="47" hasCustomPrompt="1"/>
          </p:nvPr>
        </p:nvSpPr>
        <p:spPr>
          <a:xfrm>
            <a:off x="8122894" y="3160531"/>
            <a:ext cx="3351835"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75" name="Tijdelijke aanduiding voor verticale tekst 2">
            <a:extLst>
              <a:ext uri="{FF2B5EF4-FFF2-40B4-BE49-F238E27FC236}">
                <a16:creationId xmlns:a16="http://schemas.microsoft.com/office/drawing/2014/main" id="{CED68B8F-0156-498C-8181-AD8EB48B0661}"/>
              </a:ext>
            </a:extLst>
          </p:cNvPr>
          <p:cNvSpPr>
            <a:spLocks noGrp="1"/>
          </p:cNvSpPr>
          <p:nvPr userDrawn="1">
            <p:ph type="body" orient="vert" idx="52" hasCustomPrompt="1"/>
          </p:nvPr>
        </p:nvSpPr>
        <p:spPr>
          <a:xfrm>
            <a:off x="722653" y="6011757"/>
            <a:ext cx="10652422" cy="562342"/>
          </a:xfrm>
        </p:spPr>
        <p:txBody>
          <a:bodyPr vert="horz" lIns="0" tIns="0" rIns="0" bIns="0"/>
          <a:lstStyle>
            <a:lvl1pPr marL="0" indent="0">
              <a:buNone/>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4" name="Tijdelijke aanduiding voor verticale tekst 2">
            <a:extLst>
              <a:ext uri="{FF2B5EF4-FFF2-40B4-BE49-F238E27FC236}">
                <a16:creationId xmlns:a16="http://schemas.microsoft.com/office/drawing/2014/main" id="{AEFFF933-7B83-44F7-8437-181612F05B8A}"/>
              </a:ext>
            </a:extLst>
          </p:cNvPr>
          <p:cNvSpPr>
            <a:spLocks noGrp="1"/>
          </p:cNvSpPr>
          <p:nvPr>
            <p:ph type="body" orient="vert" idx="1" hasCustomPrompt="1"/>
          </p:nvPr>
        </p:nvSpPr>
        <p:spPr>
          <a:xfrm>
            <a:off x="882467" y="1417850"/>
            <a:ext cx="3291674"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5" name="Tijdelijke aanduiding voor verticale tekst 2">
            <a:extLst>
              <a:ext uri="{FF2B5EF4-FFF2-40B4-BE49-F238E27FC236}">
                <a16:creationId xmlns:a16="http://schemas.microsoft.com/office/drawing/2014/main" id="{52571305-E4B9-4C79-BE53-DFF215B0A0F7}"/>
              </a:ext>
            </a:extLst>
          </p:cNvPr>
          <p:cNvSpPr>
            <a:spLocks noGrp="1"/>
          </p:cNvSpPr>
          <p:nvPr>
            <p:ph type="body" orient="vert" idx="30" hasCustomPrompt="1"/>
          </p:nvPr>
        </p:nvSpPr>
        <p:spPr>
          <a:xfrm>
            <a:off x="882467" y="1149381"/>
            <a:ext cx="3291674"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46" name="Tijdelijke aanduiding voor verticale tekst 2">
            <a:extLst>
              <a:ext uri="{FF2B5EF4-FFF2-40B4-BE49-F238E27FC236}">
                <a16:creationId xmlns:a16="http://schemas.microsoft.com/office/drawing/2014/main" id="{7E992326-0086-4E2C-B05A-A72C36A5C71D}"/>
              </a:ext>
            </a:extLst>
          </p:cNvPr>
          <p:cNvSpPr>
            <a:spLocks noGrp="1"/>
          </p:cNvSpPr>
          <p:nvPr>
            <p:ph type="body" orient="vert" idx="41" hasCustomPrompt="1"/>
          </p:nvPr>
        </p:nvSpPr>
        <p:spPr>
          <a:xfrm>
            <a:off x="882467" y="3429000"/>
            <a:ext cx="3291674" cy="1301192"/>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7" name="Tijdelijke aanduiding voor verticale tekst 2">
            <a:extLst>
              <a:ext uri="{FF2B5EF4-FFF2-40B4-BE49-F238E27FC236}">
                <a16:creationId xmlns:a16="http://schemas.microsoft.com/office/drawing/2014/main" id="{1ACDE7B0-85DD-4D08-BCF7-36FCB07DFA69}"/>
              </a:ext>
            </a:extLst>
          </p:cNvPr>
          <p:cNvSpPr>
            <a:spLocks noGrp="1"/>
          </p:cNvSpPr>
          <p:nvPr>
            <p:ph type="body" orient="vert" idx="42" hasCustomPrompt="1"/>
          </p:nvPr>
        </p:nvSpPr>
        <p:spPr>
          <a:xfrm>
            <a:off x="882467" y="3160531"/>
            <a:ext cx="3291674"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3832007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Roadmap #1">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2" y="-3176033"/>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sp>
        <p:nvSpPr>
          <p:cNvPr id="12" name="Tijdelijke aanduiding voor verticale tekst 2">
            <a:extLst>
              <a:ext uri="{FF2B5EF4-FFF2-40B4-BE49-F238E27FC236}">
                <a16:creationId xmlns:a16="http://schemas.microsoft.com/office/drawing/2014/main" id="{EF7AF3FF-C1B3-47AD-9EAA-88B850FFEB71}"/>
              </a:ext>
            </a:extLst>
          </p:cNvPr>
          <p:cNvSpPr>
            <a:spLocks noGrp="1"/>
          </p:cNvSpPr>
          <p:nvPr>
            <p:ph type="body" orient="vert" idx="1" hasCustomPrompt="1"/>
          </p:nvPr>
        </p:nvSpPr>
        <p:spPr>
          <a:xfrm>
            <a:off x="8056249" y="757336"/>
            <a:ext cx="3694611" cy="285673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p:txBody>
      </p:sp>
      <p:sp>
        <p:nvSpPr>
          <p:cNvPr id="13" name="Tijdelijke aanduiding voor verticale tekst 2">
            <a:extLst>
              <a:ext uri="{FF2B5EF4-FFF2-40B4-BE49-F238E27FC236}">
                <a16:creationId xmlns:a16="http://schemas.microsoft.com/office/drawing/2014/main" id="{6BD8F974-554A-443F-97C9-B902344D858B}"/>
              </a:ext>
            </a:extLst>
          </p:cNvPr>
          <p:cNvSpPr>
            <a:spLocks noGrp="1"/>
          </p:cNvSpPr>
          <p:nvPr>
            <p:ph type="body" orient="vert" idx="30" hasCustomPrompt="1"/>
          </p:nvPr>
        </p:nvSpPr>
        <p:spPr>
          <a:xfrm>
            <a:off x="8056249" y="488868"/>
            <a:ext cx="3694611" cy="268467"/>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pic>
        <p:nvPicPr>
          <p:cNvPr id="14" name="Graphic 13">
            <a:extLst>
              <a:ext uri="{FF2B5EF4-FFF2-40B4-BE49-F238E27FC236}">
                <a16:creationId xmlns:a16="http://schemas.microsoft.com/office/drawing/2014/main" id="{D582EE61-9B0A-4E1B-940D-41E32827A82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3803" y="2016019"/>
            <a:ext cx="7636933" cy="2404533"/>
          </a:xfrm>
          <a:prstGeom prst="rect">
            <a:avLst/>
          </a:prstGeom>
        </p:spPr>
      </p:pic>
      <p:pic>
        <p:nvPicPr>
          <p:cNvPr id="15" name="Graphic 14">
            <a:extLst>
              <a:ext uri="{FF2B5EF4-FFF2-40B4-BE49-F238E27FC236}">
                <a16:creationId xmlns:a16="http://schemas.microsoft.com/office/drawing/2014/main" id="{6575007D-BE34-4429-86D3-87496D9EC68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1143" y="1950115"/>
            <a:ext cx="7636933" cy="2404533"/>
          </a:xfrm>
          <a:prstGeom prst="rect">
            <a:avLst/>
          </a:prstGeom>
        </p:spPr>
      </p:pic>
      <p:sp>
        <p:nvSpPr>
          <p:cNvPr id="21" name="Titel 2">
            <a:extLst>
              <a:ext uri="{FF2B5EF4-FFF2-40B4-BE49-F238E27FC236}">
                <a16:creationId xmlns:a16="http://schemas.microsoft.com/office/drawing/2014/main" id="{881F3947-E509-4EAD-87B9-DC709632180A}"/>
              </a:ext>
            </a:extLst>
          </p:cNvPr>
          <p:cNvSpPr>
            <a:spLocks noGrp="1"/>
          </p:cNvSpPr>
          <p:nvPr>
            <p:ph type="title" hasCustomPrompt="1"/>
          </p:nvPr>
        </p:nvSpPr>
        <p:spPr>
          <a:xfrm>
            <a:off x="804998" y="283901"/>
            <a:ext cx="6798095" cy="552906"/>
          </a:xfrm>
        </p:spPr>
        <p:txBody>
          <a:bodyPr/>
          <a:lstStyle>
            <a:lvl1pPr>
              <a:defRPr/>
            </a:lvl1pPr>
          </a:lstStyle>
          <a:p>
            <a:r>
              <a:rPr lang="nl-NL"/>
              <a:t>Plaats hier een titel</a:t>
            </a:r>
          </a:p>
        </p:txBody>
      </p:sp>
      <p:sp>
        <p:nvSpPr>
          <p:cNvPr id="27" name="Tijdelijke aanduiding voor verticale tekst 2">
            <a:extLst>
              <a:ext uri="{FF2B5EF4-FFF2-40B4-BE49-F238E27FC236}">
                <a16:creationId xmlns:a16="http://schemas.microsoft.com/office/drawing/2014/main" id="{EF05331C-FC15-4006-B79A-C26E665C1B98}"/>
              </a:ext>
            </a:extLst>
          </p:cNvPr>
          <p:cNvSpPr>
            <a:spLocks noGrp="1"/>
          </p:cNvSpPr>
          <p:nvPr>
            <p:ph type="body" orient="vert" idx="31" hasCustomPrompt="1"/>
          </p:nvPr>
        </p:nvSpPr>
        <p:spPr>
          <a:xfrm>
            <a:off x="490387" y="1506244"/>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8" name="Tijdelijke aanduiding voor verticale tekst 2">
            <a:extLst>
              <a:ext uri="{FF2B5EF4-FFF2-40B4-BE49-F238E27FC236}">
                <a16:creationId xmlns:a16="http://schemas.microsoft.com/office/drawing/2014/main" id="{6E432348-1C21-4C9C-ABCA-D082DD8FB661}"/>
              </a:ext>
            </a:extLst>
          </p:cNvPr>
          <p:cNvSpPr>
            <a:spLocks noGrp="1"/>
          </p:cNvSpPr>
          <p:nvPr>
            <p:ph type="body" orient="vert" idx="32" hasCustomPrompt="1"/>
          </p:nvPr>
        </p:nvSpPr>
        <p:spPr>
          <a:xfrm>
            <a:off x="3962937" y="1506244"/>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9" name="Tijdelijke aanduiding voor verticale tekst 2">
            <a:extLst>
              <a:ext uri="{FF2B5EF4-FFF2-40B4-BE49-F238E27FC236}">
                <a16:creationId xmlns:a16="http://schemas.microsoft.com/office/drawing/2014/main" id="{25F99765-ED3C-4143-8A50-9C842F70BD39}"/>
              </a:ext>
            </a:extLst>
          </p:cNvPr>
          <p:cNvSpPr>
            <a:spLocks noGrp="1"/>
          </p:cNvSpPr>
          <p:nvPr>
            <p:ph type="body" orient="vert" idx="33" hasCustomPrompt="1"/>
          </p:nvPr>
        </p:nvSpPr>
        <p:spPr>
          <a:xfrm>
            <a:off x="6165908" y="2524655"/>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0" name="Tijdelijke aanduiding voor verticale tekst 2">
            <a:extLst>
              <a:ext uri="{FF2B5EF4-FFF2-40B4-BE49-F238E27FC236}">
                <a16:creationId xmlns:a16="http://schemas.microsoft.com/office/drawing/2014/main" id="{9CDF32C8-AABB-4ACF-BB91-74D6F39C011D}"/>
              </a:ext>
            </a:extLst>
          </p:cNvPr>
          <p:cNvSpPr>
            <a:spLocks noGrp="1"/>
          </p:cNvSpPr>
          <p:nvPr>
            <p:ph type="body" orient="vert" idx="34" hasCustomPrompt="1"/>
          </p:nvPr>
        </p:nvSpPr>
        <p:spPr>
          <a:xfrm>
            <a:off x="3999979" y="3374071"/>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1" name="Tijdelijke aanduiding voor verticale tekst 2">
            <a:extLst>
              <a:ext uri="{FF2B5EF4-FFF2-40B4-BE49-F238E27FC236}">
                <a16:creationId xmlns:a16="http://schemas.microsoft.com/office/drawing/2014/main" id="{9A9B597C-B850-4483-B069-5F534B37813D}"/>
              </a:ext>
            </a:extLst>
          </p:cNvPr>
          <p:cNvSpPr>
            <a:spLocks noGrp="1"/>
          </p:cNvSpPr>
          <p:nvPr>
            <p:ph type="body" orient="vert" idx="35" hasCustomPrompt="1"/>
          </p:nvPr>
        </p:nvSpPr>
        <p:spPr>
          <a:xfrm>
            <a:off x="1900232" y="3374071"/>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223829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Roadmap #2">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2" y="-3176033"/>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sp>
        <p:nvSpPr>
          <p:cNvPr id="12" name="Tijdelijke aanduiding voor verticale tekst 2">
            <a:extLst>
              <a:ext uri="{FF2B5EF4-FFF2-40B4-BE49-F238E27FC236}">
                <a16:creationId xmlns:a16="http://schemas.microsoft.com/office/drawing/2014/main" id="{EF7AF3FF-C1B3-47AD-9EAA-88B850FFEB71}"/>
              </a:ext>
            </a:extLst>
          </p:cNvPr>
          <p:cNvSpPr>
            <a:spLocks noGrp="1"/>
          </p:cNvSpPr>
          <p:nvPr>
            <p:ph type="body" orient="vert" idx="1" hasCustomPrompt="1"/>
          </p:nvPr>
        </p:nvSpPr>
        <p:spPr>
          <a:xfrm>
            <a:off x="8056249" y="2474927"/>
            <a:ext cx="3694611" cy="190815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p:txBody>
      </p:sp>
      <p:sp>
        <p:nvSpPr>
          <p:cNvPr id="13" name="Tijdelijke aanduiding voor verticale tekst 2">
            <a:extLst>
              <a:ext uri="{FF2B5EF4-FFF2-40B4-BE49-F238E27FC236}">
                <a16:creationId xmlns:a16="http://schemas.microsoft.com/office/drawing/2014/main" id="{6BD8F974-554A-443F-97C9-B902344D858B}"/>
              </a:ext>
            </a:extLst>
          </p:cNvPr>
          <p:cNvSpPr>
            <a:spLocks noGrp="1"/>
          </p:cNvSpPr>
          <p:nvPr>
            <p:ph type="body" orient="vert" idx="30" hasCustomPrompt="1"/>
          </p:nvPr>
        </p:nvSpPr>
        <p:spPr>
          <a:xfrm>
            <a:off x="8056249" y="2206458"/>
            <a:ext cx="3694611" cy="268467"/>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7" name="Titel 2">
            <a:extLst>
              <a:ext uri="{FF2B5EF4-FFF2-40B4-BE49-F238E27FC236}">
                <a16:creationId xmlns:a16="http://schemas.microsoft.com/office/drawing/2014/main" id="{DC52CE47-E787-40FB-97EF-4E61D0EDF1CA}"/>
              </a:ext>
            </a:extLst>
          </p:cNvPr>
          <p:cNvSpPr>
            <a:spLocks noGrp="1"/>
          </p:cNvSpPr>
          <p:nvPr>
            <p:ph type="title" hasCustomPrompt="1"/>
          </p:nvPr>
        </p:nvSpPr>
        <p:spPr>
          <a:xfrm>
            <a:off x="804998" y="283901"/>
            <a:ext cx="6798095" cy="552906"/>
          </a:xfrm>
        </p:spPr>
        <p:txBody>
          <a:bodyPr/>
          <a:lstStyle>
            <a:lvl1pPr>
              <a:defRPr/>
            </a:lvl1pPr>
          </a:lstStyle>
          <a:p>
            <a:r>
              <a:rPr lang="nl-NL"/>
              <a:t>Plaats hier een titel</a:t>
            </a:r>
          </a:p>
        </p:txBody>
      </p:sp>
      <p:pic>
        <p:nvPicPr>
          <p:cNvPr id="8" name="Graphic 7">
            <a:extLst>
              <a:ext uri="{FF2B5EF4-FFF2-40B4-BE49-F238E27FC236}">
                <a16:creationId xmlns:a16="http://schemas.microsoft.com/office/drawing/2014/main" id="{903108BE-E7E2-45D2-A686-021DBE23D0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 y="4098725"/>
            <a:ext cx="5462777" cy="487043"/>
          </a:xfrm>
          <a:prstGeom prst="rect">
            <a:avLst/>
          </a:prstGeom>
        </p:spPr>
      </p:pic>
      <p:cxnSp>
        <p:nvCxnSpPr>
          <p:cNvPr id="9" name="Rechte verbindingslijn 8">
            <a:extLst>
              <a:ext uri="{FF2B5EF4-FFF2-40B4-BE49-F238E27FC236}">
                <a16:creationId xmlns:a16="http://schemas.microsoft.com/office/drawing/2014/main" id="{B61656D7-DE81-424C-8DEA-2783457F589B}"/>
              </a:ext>
            </a:extLst>
          </p:cNvPr>
          <p:cNvCxnSpPr>
            <a:cxnSpLocks/>
            <a:stCxn id="8" idx="1"/>
          </p:cNvCxnSpPr>
          <p:nvPr userDrawn="1"/>
        </p:nvCxnSpPr>
        <p:spPr>
          <a:xfrm>
            <a:off x="-5" y="4342247"/>
            <a:ext cx="3167412" cy="0"/>
          </a:xfrm>
          <a:prstGeom prst="line">
            <a:avLst/>
          </a:prstGeom>
          <a:ln w="381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3CD482F0-5B9E-496C-8230-9456805DA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 y="2065504"/>
            <a:ext cx="7936997" cy="487043"/>
          </a:xfrm>
          <a:prstGeom prst="rect">
            <a:avLst/>
          </a:prstGeom>
        </p:spPr>
      </p:pic>
      <p:cxnSp>
        <p:nvCxnSpPr>
          <p:cNvPr id="11" name="Rechte verbindingslijn 10">
            <a:extLst>
              <a:ext uri="{FF2B5EF4-FFF2-40B4-BE49-F238E27FC236}">
                <a16:creationId xmlns:a16="http://schemas.microsoft.com/office/drawing/2014/main" id="{825E1B70-E2FB-46A4-A1F8-146C4B952FFB}"/>
              </a:ext>
            </a:extLst>
          </p:cNvPr>
          <p:cNvCxnSpPr>
            <a:cxnSpLocks/>
            <a:stCxn id="10" idx="1"/>
          </p:cNvCxnSpPr>
          <p:nvPr userDrawn="1"/>
        </p:nvCxnSpPr>
        <p:spPr>
          <a:xfrm>
            <a:off x="-5" y="2309025"/>
            <a:ext cx="5246829" cy="9131"/>
          </a:xfrm>
          <a:prstGeom prst="line">
            <a:avLst/>
          </a:prstGeom>
          <a:ln w="381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8" name="Tijdelijke aanduiding voor verticale tekst 2">
            <a:extLst>
              <a:ext uri="{FF2B5EF4-FFF2-40B4-BE49-F238E27FC236}">
                <a16:creationId xmlns:a16="http://schemas.microsoft.com/office/drawing/2014/main" id="{895CBDCD-E238-49BB-A52C-A0497A6DB5A8}"/>
              </a:ext>
            </a:extLst>
          </p:cNvPr>
          <p:cNvSpPr>
            <a:spLocks noGrp="1"/>
          </p:cNvSpPr>
          <p:nvPr>
            <p:ph type="body" orient="vert" idx="31" hasCustomPrompt="1"/>
          </p:nvPr>
        </p:nvSpPr>
        <p:spPr>
          <a:xfrm>
            <a:off x="622638" y="1592066"/>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9" name="Tijdelijke aanduiding voor verticale tekst 2">
            <a:extLst>
              <a:ext uri="{FF2B5EF4-FFF2-40B4-BE49-F238E27FC236}">
                <a16:creationId xmlns:a16="http://schemas.microsoft.com/office/drawing/2014/main" id="{645D782C-0486-42D2-8582-54724F2C683F}"/>
              </a:ext>
            </a:extLst>
          </p:cNvPr>
          <p:cNvSpPr>
            <a:spLocks noGrp="1"/>
          </p:cNvSpPr>
          <p:nvPr>
            <p:ph type="body" orient="vert" idx="36" hasCustomPrompt="1"/>
          </p:nvPr>
        </p:nvSpPr>
        <p:spPr>
          <a:xfrm>
            <a:off x="3031833" y="1592066"/>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0" name="Tijdelijke aanduiding voor verticale tekst 2">
            <a:extLst>
              <a:ext uri="{FF2B5EF4-FFF2-40B4-BE49-F238E27FC236}">
                <a16:creationId xmlns:a16="http://schemas.microsoft.com/office/drawing/2014/main" id="{4DB9425C-29AB-4844-A204-6D7117B6CEA1}"/>
              </a:ext>
            </a:extLst>
          </p:cNvPr>
          <p:cNvSpPr>
            <a:spLocks noGrp="1"/>
          </p:cNvSpPr>
          <p:nvPr>
            <p:ph type="body" orient="vert" idx="37" hasCustomPrompt="1"/>
          </p:nvPr>
        </p:nvSpPr>
        <p:spPr>
          <a:xfrm>
            <a:off x="5355673" y="1592066"/>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1" name="Tijdelijke aanduiding voor verticale tekst 2">
            <a:extLst>
              <a:ext uri="{FF2B5EF4-FFF2-40B4-BE49-F238E27FC236}">
                <a16:creationId xmlns:a16="http://schemas.microsoft.com/office/drawing/2014/main" id="{C1E71C41-4AFC-4655-B90C-B49244F5E1FA}"/>
              </a:ext>
            </a:extLst>
          </p:cNvPr>
          <p:cNvSpPr>
            <a:spLocks noGrp="1"/>
          </p:cNvSpPr>
          <p:nvPr>
            <p:ph type="body" orient="vert" idx="38" hasCustomPrompt="1"/>
          </p:nvPr>
        </p:nvSpPr>
        <p:spPr>
          <a:xfrm>
            <a:off x="3031833" y="3631594"/>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28001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Roadmap #3">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2" y="-3176033"/>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grpSp>
        <p:nvGrpSpPr>
          <p:cNvPr id="14" name="Groep 13">
            <a:extLst>
              <a:ext uri="{FF2B5EF4-FFF2-40B4-BE49-F238E27FC236}">
                <a16:creationId xmlns:a16="http://schemas.microsoft.com/office/drawing/2014/main" id="{DCA60521-31DA-4BD9-80FD-D32569188F79}"/>
              </a:ext>
            </a:extLst>
          </p:cNvPr>
          <p:cNvGrpSpPr/>
          <p:nvPr userDrawn="1"/>
        </p:nvGrpSpPr>
        <p:grpSpPr>
          <a:xfrm>
            <a:off x="0" y="2633848"/>
            <a:ext cx="11527513" cy="487043"/>
            <a:chOff x="-364551" y="2978529"/>
            <a:chExt cx="11527513" cy="487043"/>
          </a:xfrm>
        </p:grpSpPr>
        <p:pic>
          <p:nvPicPr>
            <p:cNvPr id="10" name="Graphic 9">
              <a:extLst>
                <a:ext uri="{FF2B5EF4-FFF2-40B4-BE49-F238E27FC236}">
                  <a16:creationId xmlns:a16="http://schemas.microsoft.com/office/drawing/2014/main" id="{3CD482F0-5B9E-496C-8230-9456805DA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25965" y="2978529"/>
              <a:ext cx="7936997" cy="487043"/>
            </a:xfrm>
            <a:prstGeom prst="rect">
              <a:avLst/>
            </a:prstGeom>
          </p:spPr>
        </p:pic>
        <p:sp>
          <p:nvSpPr>
            <p:cNvPr id="3" name="Rechthoek 2">
              <a:extLst>
                <a:ext uri="{FF2B5EF4-FFF2-40B4-BE49-F238E27FC236}">
                  <a16:creationId xmlns:a16="http://schemas.microsoft.com/office/drawing/2014/main" id="{C4DD60D4-0C1D-4935-8544-77975171F54C}"/>
                </a:ext>
              </a:extLst>
            </p:cNvPr>
            <p:cNvSpPr/>
            <p:nvPr userDrawn="1"/>
          </p:nvSpPr>
          <p:spPr>
            <a:xfrm>
              <a:off x="-364551" y="3057966"/>
              <a:ext cx="9318051" cy="325062"/>
            </a:xfrm>
            <a:prstGeom prst="rect">
              <a:avLst/>
            </a:prstGeom>
            <a:solidFill>
              <a:srgbClr val="9D9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itel 2">
            <a:extLst>
              <a:ext uri="{FF2B5EF4-FFF2-40B4-BE49-F238E27FC236}">
                <a16:creationId xmlns:a16="http://schemas.microsoft.com/office/drawing/2014/main" id="{DC52CE47-E787-40FB-97EF-4E61D0EDF1CA}"/>
              </a:ext>
            </a:extLst>
          </p:cNvPr>
          <p:cNvSpPr>
            <a:spLocks noGrp="1"/>
          </p:cNvSpPr>
          <p:nvPr>
            <p:ph type="title" hasCustomPrompt="1"/>
          </p:nvPr>
        </p:nvSpPr>
        <p:spPr>
          <a:xfrm>
            <a:off x="804998" y="283901"/>
            <a:ext cx="6798095" cy="552906"/>
          </a:xfrm>
        </p:spPr>
        <p:txBody>
          <a:bodyPr/>
          <a:lstStyle>
            <a:lvl1pPr>
              <a:defRPr/>
            </a:lvl1pPr>
          </a:lstStyle>
          <a:p>
            <a:r>
              <a:rPr lang="nl-NL"/>
              <a:t>Plaats hier een titel</a:t>
            </a:r>
          </a:p>
        </p:txBody>
      </p:sp>
      <p:cxnSp>
        <p:nvCxnSpPr>
          <p:cNvPr id="11" name="Rechte verbindingslijn 10">
            <a:extLst>
              <a:ext uri="{FF2B5EF4-FFF2-40B4-BE49-F238E27FC236}">
                <a16:creationId xmlns:a16="http://schemas.microsoft.com/office/drawing/2014/main" id="{825E1B70-E2FB-46A4-A1F8-146C4B952FFB}"/>
              </a:ext>
            </a:extLst>
          </p:cNvPr>
          <p:cNvCxnSpPr>
            <a:cxnSpLocks/>
          </p:cNvCxnSpPr>
          <p:nvPr userDrawn="1"/>
        </p:nvCxnSpPr>
        <p:spPr>
          <a:xfrm>
            <a:off x="0" y="2866404"/>
            <a:ext cx="11264202" cy="0"/>
          </a:xfrm>
          <a:prstGeom prst="line">
            <a:avLst/>
          </a:prstGeom>
          <a:ln w="381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8" name="Tijdelijke aanduiding voor verticale tekst 2">
            <a:extLst>
              <a:ext uri="{FF2B5EF4-FFF2-40B4-BE49-F238E27FC236}">
                <a16:creationId xmlns:a16="http://schemas.microsoft.com/office/drawing/2014/main" id="{895CBDCD-E238-49BB-A52C-A0497A6DB5A8}"/>
              </a:ext>
            </a:extLst>
          </p:cNvPr>
          <p:cNvSpPr>
            <a:spLocks noGrp="1"/>
          </p:cNvSpPr>
          <p:nvPr>
            <p:ph type="body" orient="vert" idx="31" hasCustomPrompt="1"/>
          </p:nvPr>
        </p:nvSpPr>
        <p:spPr>
          <a:xfrm>
            <a:off x="622638"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9" name="Tijdelijke aanduiding voor verticale tekst 2">
            <a:extLst>
              <a:ext uri="{FF2B5EF4-FFF2-40B4-BE49-F238E27FC236}">
                <a16:creationId xmlns:a16="http://schemas.microsoft.com/office/drawing/2014/main" id="{645D782C-0486-42D2-8582-54724F2C683F}"/>
              </a:ext>
            </a:extLst>
          </p:cNvPr>
          <p:cNvSpPr>
            <a:spLocks noGrp="1"/>
          </p:cNvSpPr>
          <p:nvPr>
            <p:ph type="body" orient="vert" idx="36" hasCustomPrompt="1"/>
          </p:nvPr>
        </p:nvSpPr>
        <p:spPr>
          <a:xfrm>
            <a:off x="2349146"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0" name="Tijdelijke aanduiding voor verticale tekst 2">
            <a:extLst>
              <a:ext uri="{FF2B5EF4-FFF2-40B4-BE49-F238E27FC236}">
                <a16:creationId xmlns:a16="http://schemas.microsoft.com/office/drawing/2014/main" id="{4DB9425C-29AB-4844-A204-6D7117B6CEA1}"/>
              </a:ext>
            </a:extLst>
          </p:cNvPr>
          <p:cNvSpPr>
            <a:spLocks noGrp="1"/>
          </p:cNvSpPr>
          <p:nvPr>
            <p:ph type="body" orient="vert" idx="37" hasCustomPrompt="1"/>
          </p:nvPr>
        </p:nvSpPr>
        <p:spPr>
          <a:xfrm>
            <a:off x="4075654"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89" name="Tijdelijke aanduiding voor verticale tekst 2">
            <a:extLst>
              <a:ext uri="{FF2B5EF4-FFF2-40B4-BE49-F238E27FC236}">
                <a16:creationId xmlns:a16="http://schemas.microsoft.com/office/drawing/2014/main" id="{ECBDD883-81C6-4977-828D-00EB6674112C}"/>
              </a:ext>
            </a:extLst>
          </p:cNvPr>
          <p:cNvSpPr>
            <a:spLocks noGrp="1"/>
          </p:cNvSpPr>
          <p:nvPr>
            <p:ph type="body" orient="vert" idx="38" hasCustomPrompt="1"/>
          </p:nvPr>
        </p:nvSpPr>
        <p:spPr>
          <a:xfrm>
            <a:off x="9255176"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90" name="Tijdelijke aanduiding voor verticale tekst 2">
            <a:extLst>
              <a:ext uri="{FF2B5EF4-FFF2-40B4-BE49-F238E27FC236}">
                <a16:creationId xmlns:a16="http://schemas.microsoft.com/office/drawing/2014/main" id="{C34B1D02-F968-48FD-84C4-A81EC8AE4685}"/>
              </a:ext>
            </a:extLst>
          </p:cNvPr>
          <p:cNvSpPr>
            <a:spLocks noGrp="1"/>
          </p:cNvSpPr>
          <p:nvPr>
            <p:ph type="body" orient="vert" idx="39" hasCustomPrompt="1"/>
          </p:nvPr>
        </p:nvSpPr>
        <p:spPr>
          <a:xfrm>
            <a:off x="5802162"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91" name="Tijdelijke aanduiding voor verticale tekst 2">
            <a:extLst>
              <a:ext uri="{FF2B5EF4-FFF2-40B4-BE49-F238E27FC236}">
                <a16:creationId xmlns:a16="http://schemas.microsoft.com/office/drawing/2014/main" id="{A1120CCC-37DA-46CC-BC80-FA3297265D9A}"/>
              </a:ext>
            </a:extLst>
          </p:cNvPr>
          <p:cNvSpPr>
            <a:spLocks noGrp="1"/>
          </p:cNvSpPr>
          <p:nvPr>
            <p:ph type="body" orient="vert" idx="40" hasCustomPrompt="1"/>
          </p:nvPr>
        </p:nvSpPr>
        <p:spPr>
          <a:xfrm>
            <a:off x="7528670" y="2255371"/>
            <a:ext cx="1271930" cy="1271930"/>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Tree>
    <p:extLst>
      <p:ext uri="{BB962C8B-B14F-4D97-AF65-F5344CB8AC3E}">
        <p14:creationId xmlns:p14="http://schemas.microsoft.com/office/powerpoint/2010/main" val="3165322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Roadmap #4">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2" y="-3176033"/>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grpSp>
        <p:nvGrpSpPr>
          <p:cNvPr id="14" name="Groep 13">
            <a:extLst>
              <a:ext uri="{FF2B5EF4-FFF2-40B4-BE49-F238E27FC236}">
                <a16:creationId xmlns:a16="http://schemas.microsoft.com/office/drawing/2014/main" id="{DCA60521-31DA-4BD9-80FD-D32569188F79}"/>
              </a:ext>
            </a:extLst>
          </p:cNvPr>
          <p:cNvGrpSpPr/>
          <p:nvPr userDrawn="1"/>
        </p:nvGrpSpPr>
        <p:grpSpPr>
          <a:xfrm>
            <a:off x="0" y="3506733"/>
            <a:ext cx="11527513" cy="487043"/>
            <a:chOff x="-364551" y="2978529"/>
            <a:chExt cx="11527513" cy="487043"/>
          </a:xfrm>
        </p:grpSpPr>
        <p:pic>
          <p:nvPicPr>
            <p:cNvPr id="10" name="Graphic 9">
              <a:extLst>
                <a:ext uri="{FF2B5EF4-FFF2-40B4-BE49-F238E27FC236}">
                  <a16:creationId xmlns:a16="http://schemas.microsoft.com/office/drawing/2014/main" id="{3CD482F0-5B9E-496C-8230-9456805DA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25965" y="2978529"/>
              <a:ext cx="7936997" cy="487043"/>
            </a:xfrm>
            <a:prstGeom prst="rect">
              <a:avLst/>
            </a:prstGeom>
          </p:spPr>
        </p:pic>
        <p:sp>
          <p:nvSpPr>
            <p:cNvPr id="3" name="Rechthoek 2">
              <a:extLst>
                <a:ext uri="{FF2B5EF4-FFF2-40B4-BE49-F238E27FC236}">
                  <a16:creationId xmlns:a16="http://schemas.microsoft.com/office/drawing/2014/main" id="{C4DD60D4-0C1D-4935-8544-77975171F54C}"/>
                </a:ext>
              </a:extLst>
            </p:cNvPr>
            <p:cNvSpPr/>
            <p:nvPr userDrawn="1"/>
          </p:nvSpPr>
          <p:spPr>
            <a:xfrm>
              <a:off x="-364551" y="3057966"/>
              <a:ext cx="9318051" cy="325062"/>
            </a:xfrm>
            <a:prstGeom prst="rect">
              <a:avLst/>
            </a:prstGeom>
            <a:solidFill>
              <a:srgbClr val="9D9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itel 2">
            <a:extLst>
              <a:ext uri="{FF2B5EF4-FFF2-40B4-BE49-F238E27FC236}">
                <a16:creationId xmlns:a16="http://schemas.microsoft.com/office/drawing/2014/main" id="{DC52CE47-E787-40FB-97EF-4E61D0EDF1CA}"/>
              </a:ext>
            </a:extLst>
          </p:cNvPr>
          <p:cNvSpPr>
            <a:spLocks noGrp="1"/>
          </p:cNvSpPr>
          <p:nvPr>
            <p:ph type="title" hasCustomPrompt="1"/>
          </p:nvPr>
        </p:nvSpPr>
        <p:spPr>
          <a:xfrm>
            <a:off x="804998" y="283901"/>
            <a:ext cx="6798095" cy="552906"/>
          </a:xfrm>
        </p:spPr>
        <p:txBody>
          <a:bodyPr/>
          <a:lstStyle>
            <a:lvl1pPr>
              <a:defRPr/>
            </a:lvl1pPr>
          </a:lstStyle>
          <a:p>
            <a:r>
              <a:rPr lang="nl-NL"/>
              <a:t>Plaats hier een titel</a:t>
            </a:r>
          </a:p>
        </p:txBody>
      </p:sp>
      <p:cxnSp>
        <p:nvCxnSpPr>
          <p:cNvPr id="11" name="Rechte verbindingslijn 10">
            <a:extLst>
              <a:ext uri="{FF2B5EF4-FFF2-40B4-BE49-F238E27FC236}">
                <a16:creationId xmlns:a16="http://schemas.microsoft.com/office/drawing/2014/main" id="{825E1B70-E2FB-46A4-A1F8-146C4B952FFB}"/>
              </a:ext>
            </a:extLst>
          </p:cNvPr>
          <p:cNvCxnSpPr>
            <a:cxnSpLocks/>
          </p:cNvCxnSpPr>
          <p:nvPr userDrawn="1"/>
        </p:nvCxnSpPr>
        <p:spPr>
          <a:xfrm>
            <a:off x="0" y="3739289"/>
            <a:ext cx="11264202" cy="0"/>
          </a:xfrm>
          <a:prstGeom prst="line">
            <a:avLst/>
          </a:prstGeom>
          <a:ln w="381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8" name="Tijdelijke aanduiding voor verticale tekst 2">
            <a:extLst>
              <a:ext uri="{FF2B5EF4-FFF2-40B4-BE49-F238E27FC236}">
                <a16:creationId xmlns:a16="http://schemas.microsoft.com/office/drawing/2014/main" id="{895CBDCD-E238-49BB-A52C-A0497A6DB5A8}"/>
              </a:ext>
            </a:extLst>
          </p:cNvPr>
          <p:cNvSpPr>
            <a:spLocks noGrp="1"/>
          </p:cNvSpPr>
          <p:nvPr>
            <p:ph type="body" orient="vert" idx="31" hasCustomPrompt="1"/>
          </p:nvPr>
        </p:nvSpPr>
        <p:spPr>
          <a:xfrm>
            <a:off x="622638" y="2966268"/>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9" name="Tijdelijke aanduiding voor verticale tekst 2">
            <a:extLst>
              <a:ext uri="{FF2B5EF4-FFF2-40B4-BE49-F238E27FC236}">
                <a16:creationId xmlns:a16="http://schemas.microsoft.com/office/drawing/2014/main" id="{645D782C-0486-42D2-8582-54724F2C683F}"/>
              </a:ext>
            </a:extLst>
          </p:cNvPr>
          <p:cNvSpPr>
            <a:spLocks noGrp="1"/>
          </p:cNvSpPr>
          <p:nvPr>
            <p:ph type="body" orient="vert" idx="36" hasCustomPrompt="1"/>
          </p:nvPr>
        </p:nvSpPr>
        <p:spPr>
          <a:xfrm>
            <a:off x="2722604" y="2966268"/>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20" name="Tijdelijke aanduiding voor verticale tekst 2">
            <a:extLst>
              <a:ext uri="{FF2B5EF4-FFF2-40B4-BE49-F238E27FC236}">
                <a16:creationId xmlns:a16="http://schemas.microsoft.com/office/drawing/2014/main" id="{4DB9425C-29AB-4844-A204-6D7117B6CEA1}"/>
              </a:ext>
            </a:extLst>
          </p:cNvPr>
          <p:cNvSpPr>
            <a:spLocks noGrp="1"/>
          </p:cNvSpPr>
          <p:nvPr>
            <p:ph type="body" orient="vert" idx="37" hasCustomPrompt="1"/>
          </p:nvPr>
        </p:nvSpPr>
        <p:spPr>
          <a:xfrm>
            <a:off x="4822570" y="2966268"/>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89" name="Tijdelijke aanduiding voor verticale tekst 2">
            <a:extLst>
              <a:ext uri="{FF2B5EF4-FFF2-40B4-BE49-F238E27FC236}">
                <a16:creationId xmlns:a16="http://schemas.microsoft.com/office/drawing/2014/main" id="{ECBDD883-81C6-4977-828D-00EB6674112C}"/>
              </a:ext>
            </a:extLst>
          </p:cNvPr>
          <p:cNvSpPr>
            <a:spLocks noGrp="1"/>
          </p:cNvSpPr>
          <p:nvPr>
            <p:ph type="body" orient="vert" idx="38" hasCustomPrompt="1"/>
          </p:nvPr>
        </p:nvSpPr>
        <p:spPr>
          <a:xfrm>
            <a:off x="9022501" y="2966268"/>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90" name="Tijdelijke aanduiding voor verticale tekst 2">
            <a:extLst>
              <a:ext uri="{FF2B5EF4-FFF2-40B4-BE49-F238E27FC236}">
                <a16:creationId xmlns:a16="http://schemas.microsoft.com/office/drawing/2014/main" id="{C34B1D02-F968-48FD-84C4-A81EC8AE4685}"/>
              </a:ext>
            </a:extLst>
          </p:cNvPr>
          <p:cNvSpPr>
            <a:spLocks noGrp="1"/>
          </p:cNvSpPr>
          <p:nvPr>
            <p:ph type="body" orient="vert" idx="39" hasCustomPrompt="1"/>
          </p:nvPr>
        </p:nvSpPr>
        <p:spPr>
          <a:xfrm>
            <a:off x="6922536" y="2966268"/>
            <a:ext cx="1433918" cy="1433918"/>
          </a:xfrm>
          <a:prstGeom prst="ellipse">
            <a:avLst/>
          </a:prstGeom>
          <a:solidFill>
            <a:schemeClr val="bg1"/>
          </a:solidFill>
        </p:spPr>
        <p:txBody>
          <a:bodyPr vert="horz" lIns="0" tIns="0" rIns="0" bIns="0" anchor="ctr"/>
          <a:lstStyle>
            <a:lvl1pPr marL="0" indent="0" algn="ctr">
              <a:buNone/>
              <a:defRPr sz="1200" b="0"/>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88" name="Tijdelijke aanduiding voor verticale tekst 2">
            <a:extLst>
              <a:ext uri="{FF2B5EF4-FFF2-40B4-BE49-F238E27FC236}">
                <a16:creationId xmlns:a16="http://schemas.microsoft.com/office/drawing/2014/main" id="{1CCB7F2D-E244-42B8-82DD-EC614A9B6BAB}"/>
              </a:ext>
            </a:extLst>
          </p:cNvPr>
          <p:cNvSpPr>
            <a:spLocks noGrp="1"/>
          </p:cNvSpPr>
          <p:nvPr>
            <p:ph type="body" orient="vert" idx="33" hasCustomPrompt="1"/>
          </p:nvPr>
        </p:nvSpPr>
        <p:spPr>
          <a:xfrm>
            <a:off x="715688" y="1725178"/>
            <a:ext cx="1686604" cy="908152"/>
          </a:xfrm>
        </p:spPr>
        <p:txBody>
          <a:bodyPr vert="horz" lIns="0" tIns="0" rIns="0" bIns="0"/>
          <a:lstStyle>
            <a:lvl1pPr>
              <a:defRPr sz="120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91" name="Tijdelijke aanduiding voor verticale tekst 2">
            <a:extLst>
              <a:ext uri="{FF2B5EF4-FFF2-40B4-BE49-F238E27FC236}">
                <a16:creationId xmlns:a16="http://schemas.microsoft.com/office/drawing/2014/main" id="{943A4B16-B2D3-4434-98C3-DC55DA084F94}"/>
              </a:ext>
            </a:extLst>
          </p:cNvPr>
          <p:cNvSpPr>
            <a:spLocks noGrp="1"/>
          </p:cNvSpPr>
          <p:nvPr>
            <p:ph type="body" orient="vert" idx="34" hasCustomPrompt="1"/>
          </p:nvPr>
        </p:nvSpPr>
        <p:spPr>
          <a:xfrm>
            <a:off x="715688" y="1456709"/>
            <a:ext cx="1686604" cy="268469"/>
          </a:xfrm>
        </p:spPr>
        <p:txBody>
          <a:bodyPr vert="horz" lIns="0" tIns="0" rIns="0" bIns="0"/>
          <a:lstStyle>
            <a:lvl1pPr marL="0" indent="0">
              <a:buNone/>
              <a:defRPr sz="1200"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cxnSp>
        <p:nvCxnSpPr>
          <p:cNvPr id="92" name="Rechte verbindingslijn 91">
            <a:extLst>
              <a:ext uri="{FF2B5EF4-FFF2-40B4-BE49-F238E27FC236}">
                <a16:creationId xmlns:a16="http://schemas.microsoft.com/office/drawing/2014/main" id="{D6956F92-C6AB-4DEF-A88A-5CEFFED2F13F}"/>
              </a:ext>
            </a:extLst>
          </p:cNvPr>
          <p:cNvCxnSpPr>
            <a:cxnSpLocks/>
          </p:cNvCxnSpPr>
          <p:nvPr userDrawn="1"/>
        </p:nvCxnSpPr>
        <p:spPr>
          <a:xfrm>
            <a:off x="622638" y="1456709"/>
            <a:ext cx="0" cy="1159387"/>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93" name="Tijdelijke aanduiding voor verticale tekst 2">
            <a:extLst>
              <a:ext uri="{FF2B5EF4-FFF2-40B4-BE49-F238E27FC236}">
                <a16:creationId xmlns:a16="http://schemas.microsoft.com/office/drawing/2014/main" id="{5E72DA37-0184-4C09-9749-4FD66D7DA332}"/>
              </a:ext>
            </a:extLst>
          </p:cNvPr>
          <p:cNvSpPr>
            <a:spLocks noGrp="1"/>
          </p:cNvSpPr>
          <p:nvPr>
            <p:ph type="body" orient="vert" idx="40" hasCustomPrompt="1"/>
          </p:nvPr>
        </p:nvSpPr>
        <p:spPr>
          <a:xfrm>
            <a:off x="2820446" y="1725178"/>
            <a:ext cx="1686604" cy="908152"/>
          </a:xfrm>
        </p:spPr>
        <p:txBody>
          <a:bodyPr vert="horz" lIns="0" tIns="0" rIns="0" bIns="0"/>
          <a:lstStyle>
            <a:lvl1pPr>
              <a:defRPr sz="120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94" name="Tijdelijke aanduiding voor verticale tekst 2">
            <a:extLst>
              <a:ext uri="{FF2B5EF4-FFF2-40B4-BE49-F238E27FC236}">
                <a16:creationId xmlns:a16="http://schemas.microsoft.com/office/drawing/2014/main" id="{580AE0D6-4E88-4B43-9DE1-5C6B7F8D5001}"/>
              </a:ext>
            </a:extLst>
          </p:cNvPr>
          <p:cNvSpPr>
            <a:spLocks noGrp="1"/>
          </p:cNvSpPr>
          <p:nvPr>
            <p:ph type="body" orient="vert" idx="41" hasCustomPrompt="1"/>
          </p:nvPr>
        </p:nvSpPr>
        <p:spPr>
          <a:xfrm>
            <a:off x="2820446" y="1456709"/>
            <a:ext cx="1686604" cy="268469"/>
          </a:xfrm>
        </p:spPr>
        <p:txBody>
          <a:bodyPr vert="horz" lIns="0" tIns="0" rIns="0" bIns="0"/>
          <a:lstStyle>
            <a:lvl1pPr marL="0" indent="0">
              <a:buNone/>
              <a:defRPr sz="1200"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cxnSp>
        <p:nvCxnSpPr>
          <p:cNvPr id="95" name="Rechte verbindingslijn 94">
            <a:extLst>
              <a:ext uri="{FF2B5EF4-FFF2-40B4-BE49-F238E27FC236}">
                <a16:creationId xmlns:a16="http://schemas.microsoft.com/office/drawing/2014/main" id="{87A82D78-13BF-4A07-9297-A7E9EA12035C}"/>
              </a:ext>
            </a:extLst>
          </p:cNvPr>
          <p:cNvCxnSpPr>
            <a:cxnSpLocks/>
          </p:cNvCxnSpPr>
          <p:nvPr userDrawn="1"/>
        </p:nvCxnSpPr>
        <p:spPr>
          <a:xfrm>
            <a:off x="2727396" y="1456709"/>
            <a:ext cx="0" cy="1159387"/>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96" name="Tijdelijke aanduiding voor verticale tekst 2">
            <a:extLst>
              <a:ext uri="{FF2B5EF4-FFF2-40B4-BE49-F238E27FC236}">
                <a16:creationId xmlns:a16="http://schemas.microsoft.com/office/drawing/2014/main" id="{0E79D17E-8817-4018-851B-370C57096172}"/>
              </a:ext>
            </a:extLst>
          </p:cNvPr>
          <p:cNvSpPr>
            <a:spLocks noGrp="1"/>
          </p:cNvSpPr>
          <p:nvPr>
            <p:ph type="body" orient="vert" idx="42" hasCustomPrompt="1"/>
          </p:nvPr>
        </p:nvSpPr>
        <p:spPr>
          <a:xfrm>
            <a:off x="4925205" y="1725178"/>
            <a:ext cx="1686604" cy="908152"/>
          </a:xfrm>
        </p:spPr>
        <p:txBody>
          <a:bodyPr vert="horz" lIns="0" tIns="0" rIns="0" bIns="0"/>
          <a:lstStyle>
            <a:lvl1pPr>
              <a:defRPr sz="120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97" name="Tijdelijke aanduiding voor verticale tekst 2">
            <a:extLst>
              <a:ext uri="{FF2B5EF4-FFF2-40B4-BE49-F238E27FC236}">
                <a16:creationId xmlns:a16="http://schemas.microsoft.com/office/drawing/2014/main" id="{BCAA31C9-752C-4622-8787-9C25BA6E7EB0}"/>
              </a:ext>
            </a:extLst>
          </p:cNvPr>
          <p:cNvSpPr>
            <a:spLocks noGrp="1"/>
          </p:cNvSpPr>
          <p:nvPr>
            <p:ph type="body" orient="vert" idx="43" hasCustomPrompt="1"/>
          </p:nvPr>
        </p:nvSpPr>
        <p:spPr>
          <a:xfrm>
            <a:off x="4925205" y="1456709"/>
            <a:ext cx="1686604" cy="268469"/>
          </a:xfrm>
        </p:spPr>
        <p:txBody>
          <a:bodyPr vert="horz" lIns="0" tIns="0" rIns="0" bIns="0"/>
          <a:lstStyle>
            <a:lvl1pPr marL="0" indent="0">
              <a:buNone/>
              <a:defRPr sz="1200"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cxnSp>
        <p:nvCxnSpPr>
          <p:cNvPr id="98" name="Rechte verbindingslijn 97">
            <a:extLst>
              <a:ext uri="{FF2B5EF4-FFF2-40B4-BE49-F238E27FC236}">
                <a16:creationId xmlns:a16="http://schemas.microsoft.com/office/drawing/2014/main" id="{B0FE916E-AF0E-4E8D-B712-341D5D373550}"/>
              </a:ext>
            </a:extLst>
          </p:cNvPr>
          <p:cNvCxnSpPr>
            <a:cxnSpLocks/>
          </p:cNvCxnSpPr>
          <p:nvPr userDrawn="1"/>
        </p:nvCxnSpPr>
        <p:spPr>
          <a:xfrm>
            <a:off x="4787308" y="1456709"/>
            <a:ext cx="0" cy="1159387"/>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99" name="Tijdelijke aanduiding voor verticale tekst 2">
            <a:extLst>
              <a:ext uri="{FF2B5EF4-FFF2-40B4-BE49-F238E27FC236}">
                <a16:creationId xmlns:a16="http://schemas.microsoft.com/office/drawing/2014/main" id="{AE194A5F-CE72-4227-9A6D-857F64272A24}"/>
              </a:ext>
            </a:extLst>
          </p:cNvPr>
          <p:cNvSpPr>
            <a:spLocks noGrp="1"/>
          </p:cNvSpPr>
          <p:nvPr>
            <p:ph type="body" orient="vert" idx="44" hasCustomPrompt="1"/>
          </p:nvPr>
        </p:nvSpPr>
        <p:spPr>
          <a:xfrm>
            <a:off x="6985117" y="1725178"/>
            <a:ext cx="1686604" cy="908152"/>
          </a:xfrm>
        </p:spPr>
        <p:txBody>
          <a:bodyPr vert="horz" lIns="0" tIns="0" rIns="0" bIns="0"/>
          <a:lstStyle>
            <a:lvl1pPr>
              <a:defRPr sz="120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00" name="Tijdelijke aanduiding voor verticale tekst 2">
            <a:extLst>
              <a:ext uri="{FF2B5EF4-FFF2-40B4-BE49-F238E27FC236}">
                <a16:creationId xmlns:a16="http://schemas.microsoft.com/office/drawing/2014/main" id="{9CFFA5BE-C3DD-4822-99CC-0C3C87BC01B8}"/>
              </a:ext>
            </a:extLst>
          </p:cNvPr>
          <p:cNvSpPr>
            <a:spLocks noGrp="1"/>
          </p:cNvSpPr>
          <p:nvPr>
            <p:ph type="body" orient="vert" idx="45" hasCustomPrompt="1"/>
          </p:nvPr>
        </p:nvSpPr>
        <p:spPr>
          <a:xfrm>
            <a:off x="6985117" y="1456709"/>
            <a:ext cx="1686604" cy="268469"/>
          </a:xfrm>
        </p:spPr>
        <p:txBody>
          <a:bodyPr vert="horz" lIns="0" tIns="0" rIns="0" bIns="0"/>
          <a:lstStyle>
            <a:lvl1pPr marL="0" indent="0">
              <a:buNone/>
              <a:defRPr sz="1200"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cxnSp>
        <p:nvCxnSpPr>
          <p:cNvPr id="101" name="Rechte verbindingslijn 100">
            <a:extLst>
              <a:ext uri="{FF2B5EF4-FFF2-40B4-BE49-F238E27FC236}">
                <a16:creationId xmlns:a16="http://schemas.microsoft.com/office/drawing/2014/main" id="{A0621CE7-7F5E-40C0-BDCC-4746D53D4B18}"/>
              </a:ext>
            </a:extLst>
          </p:cNvPr>
          <p:cNvCxnSpPr>
            <a:cxnSpLocks/>
          </p:cNvCxnSpPr>
          <p:nvPr userDrawn="1"/>
        </p:nvCxnSpPr>
        <p:spPr>
          <a:xfrm>
            <a:off x="6892067" y="1456709"/>
            <a:ext cx="0" cy="1159387"/>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02" name="Tijdelijke aanduiding voor verticale tekst 2">
            <a:extLst>
              <a:ext uri="{FF2B5EF4-FFF2-40B4-BE49-F238E27FC236}">
                <a16:creationId xmlns:a16="http://schemas.microsoft.com/office/drawing/2014/main" id="{21F1942C-FBDB-4774-807E-4C66FAF0F458}"/>
              </a:ext>
            </a:extLst>
          </p:cNvPr>
          <p:cNvSpPr>
            <a:spLocks noGrp="1"/>
          </p:cNvSpPr>
          <p:nvPr>
            <p:ph type="body" orient="vert" idx="46" hasCustomPrompt="1"/>
          </p:nvPr>
        </p:nvSpPr>
        <p:spPr>
          <a:xfrm>
            <a:off x="9125416" y="1725178"/>
            <a:ext cx="1686604" cy="908152"/>
          </a:xfrm>
        </p:spPr>
        <p:txBody>
          <a:bodyPr vert="horz" lIns="0" tIns="0" rIns="0" bIns="0"/>
          <a:lstStyle>
            <a:lvl1pPr>
              <a:defRPr sz="120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03" name="Tijdelijke aanduiding voor verticale tekst 2">
            <a:extLst>
              <a:ext uri="{FF2B5EF4-FFF2-40B4-BE49-F238E27FC236}">
                <a16:creationId xmlns:a16="http://schemas.microsoft.com/office/drawing/2014/main" id="{2E9ED120-DA00-4319-B132-0A2640D65AF3}"/>
              </a:ext>
            </a:extLst>
          </p:cNvPr>
          <p:cNvSpPr>
            <a:spLocks noGrp="1"/>
          </p:cNvSpPr>
          <p:nvPr>
            <p:ph type="body" orient="vert" idx="47" hasCustomPrompt="1"/>
          </p:nvPr>
        </p:nvSpPr>
        <p:spPr>
          <a:xfrm>
            <a:off x="9125416" y="1456709"/>
            <a:ext cx="1686604" cy="268469"/>
          </a:xfrm>
        </p:spPr>
        <p:txBody>
          <a:bodyPr vert="horz" lIns="0" tIns="0" rIns="0" bIns="0"/>
          <a:lstStyle>
            <a:lvl1pPr marL="0" indent="0">
              <a:buNone/>
              <a:defRPr sz="1200"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cxnSp>
        <p:nvCxnSpPr>
          <p:cNvPr id="104" name="Rechte verbindingslijn 103">
            <a:extLst>
              <a:ext uri="{FF2B5EF4-FFF2-40B4-BE49-F238E27FC236}">
                <a16:creationId xmlns:a16="http://schemas.microsoft.com/office/drawing/2014/main" id="{62B02E2D-D2D4-47F3-A241-EE6FCF4FA6A6}"/>
              </a:ext>
            </a:extLst>
          </p:cNvPr>
          <p:cNvCxnSpPr>
            <a:cxnSpLocks/>
          </p:cNvCxnSpPr>
          <p:nvPr userDrawn="1"/>
        </p:nvCxnSpPr>
        <p:spPr>
          <a:xfrm>
            <a:off x="9032366" y="1456709"/>
            <a:ext cx="0" cy="1159387"/>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153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kst en Tabel">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84" name="Tijdelijke aanduiding voor tabel 8">
            <a:extLst>
              <a:ext uri="{FF2B5EF4-FFF2-40B4-BE49-F238E27FC236}">
                <a16:creationId xmlns:a16="http://schemas.microsoft.com/office/drawing/2014/main" id="{ABF4736A-9630-47D8-8864-CB7B6A3FBACF}"/>
              </a:ext>
            </a:extLst>
          </p:cNvPr>
          <p:cNvSpPr>
            <a:spLocks noGrp="1"/>
          </p:cNvSpPr>
          <p:nvPr>
            <p:ph type="tbl" sz="quarter" idx="15" hasCustomPrompt="1"/>
          </p:nvPr>
        </p:nvSpPr>
        <p:spPr>
          <a:xfrm>
            <a:off x="6096000" y="900881"/>
            <a:ext cx="5412323" cy="5257382"/>
          </a:xfrm>
          <a:noFill/>
          <a:effectLst/>
        </p:spPr>
        <p:txBody>
          <a:bodyPr bIns="1620000" anchor="ctr"/>
          <a:lstStyle>
            <a:lvl1pPr marL="0" indent="0" algn="ctr">
              <a:lnSpc>
                <a:spcPct val="90000"/>
              </a:lnSpc>
              <a:spcBef>
                <a:spcPts val="0"/>
              </a:spcBef>
              <a:spcAft>
                <a:spcPts val="0"/>
              </a:spcAft>
              <a:buNone/>
              <a:defRPr sz="1500">
                <a:solidFill>
                  <a:schemeClr val="tx1">
                    <a:lumMod val="50000"/>
                    <a:lumOff val="50000"/>
                  </a:schemeClr>
                </a:solidFill>
              </a:defRPr>
            </a:lvl1pPr>
          </a:lstStyle>
          <a:p>
            <a:r>
              <a:rPr lang="nl-NL"/>
              <a:t>Klik op het onderstaand icoon </a:t>
            </a:r>
            <a:br>
              <a:rPr lang="nl-NL"/>
            </a:br>
            <a:r>
              <a:rPr lang="nl-NL"/>
              <a:t>om een tabel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1" name="Titel 2">
            <a:extLst>
              <a:ext uri="{FF2B5EF4-FFF2-40B4-BE49-F238E27FC236}">
                <a16:creationId xmlns:a16="http://schemas.microsoft.com/office/drawing/2014/main" id="{A37AA7A8-E01D-424E-815A-ECD22A3C047D}"/>
              </a:ext>
            </a:extLst>
          </p:cNvPr>
          <p:cNvSpPr>
            <a:spLocks noGrp="1"/>
          </p:cNvSpPr>
          <p:nvPr>
            <p:ph type="title" hasCustomPrompt="1"/>
          </p:nvPr>
        </p:nvSpPr>
        <p:spPr>
          <a:xfrm>
            <a:off x="782814" y="901540"/>
            <a:ext cx="4911084" cy="461665"/>
          </a:xfrm>
        </p:spPr>
        <p:txBody>
          <a:bodyPr/>
          <a:lstStyle>
            <a:lvl1pPr>
              <a:defRPr>
                <a:solidFill>
                  <a:schemeClr val="accent1"/>
                </a:solidFill>
              </a:defRPr>
            </a:lvl1pPr>
          </a:lstStyle>
          <a:p>
            <a:r>
              <a:rPr lang="nl-NL"/>
              <a:t>Plaats hier een titel</a:t>
            </a:r>
          </a:p>
        </p:txBody>
      </p:sp>
      <p:sp>
        <p:nvSpPr>
          <p:cNvPr id="162" name="Tijdelijke aanduiding voor verticale tekst 2">
            <a:extLst>
              <a:ext uri="{FF2B5EF4-FFF2-40B4-BE49-F238E27FC236}">
                <a16:creationId xmlns:a16="http://schemas.microsoft.com/office/drawing/2014/main" id="{A9AF92CE-EEC7-40D9-B7E3-D27371A9151D}"/>
              </a:ext>
            </a:extLst>
          </p:cNvPr>
          <p:cNvSpPr>
            <a:spLocks noGrp="1"/>
          </p:cNvSpPr>
          <p:nvPr>
            <p:ph type="body" orient="vert" idx="1" hasCustomPrompt="1"/>
          </p:nvPr>
        </p:nvSpPr>
        <p:spPr>
          <a:xfrm>
            <a:off x="807910" y="1837485"/>
            <a:ext cx="4880821" cy="4320778"/>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63" name="Tijdelijke aanduiding voor verticale tekst 2">
            <a:extLst>
              <a:ext uri="{FF2B5EF4-FFF2-40B4-BE49-F238E27FC236}">
                <a16:creationId xmlns:a16="http://schemas.microsoft.com/office/drawing/2014/main" id="{D7D67AFC-C660-4148-AE86-8CFC180460D0}"/>
              </a:ext>
            </a:extLst>
          </p:cNvPr>
          <p:cNvSpPr>
            <a:spLocks noGrp="1"/>
          </p:cNvSpPr>
          <p:nvPr>
            <p:ph type="body" orient="vert" idx="16" hasCustomPrompt="1"/>
          </p:nvPr>
        </p:nvSpPr>
        <p:spPr>
          <a:xfrm>
            <a:off x="807910" y="1425726"/>
            <a:ext cx="4880821"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Tree>
    <p:extLst>
      <p:ext uri="{BB962C8B-B14F-4D97-AF65-F5344CB8AC3E}">
        <p14:creationId xmlns:p14="http://schemas.microsoft.com/office/powerpoint/2010/main" val="95140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34380"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162" name="Tijdelijke aanduiding voor tabel 8">
            <a:extLst>
              <a:ext uri="{FF2B5EF4-FFF2-40B4-BE49-F238E27FC236}">
                <a16:creationId xmlns:a16="http://schemas.microsoft.com/office/drawing/2014/main" id="{8851A065-3A68-43DE-A686-96F4F470D311}"/>
              </a:ext>
            </a:extLst>
          </p:cNvPr>
          <p:cNvSpPr>
            <a:spLocks noGrp="1"/>
          </p:cNvSpPr>
          <p:nvPr>
            <p:ph type="tbl" sz="quarter" idx="15" hasCustomPrompt="1"/>
          </p:nvPr>
        </p:nvSpPr>
        <p:spPr>
          <a:xfrm>
            <a:off x="782814" y="1837485"/>
            <a:ext cx="10725509" cy="4320778"/>
          </a:xfrm>
          <a:noFill/>
          <a:effectLst/>
        </p:spPr>
        <p:txBody>
          <a:bodyPr bIns="1620000" anchor="ctr"/>
          <a:lstStyle>
            <a:lvl1pPr marL="0" indent="0" algn="ctr">
              <a:lnSpc>
                <a:spcPct val="90000"/>
              </a:lnSpc>
              <a:spcBef>
                <a:spcPts val="0"/>
              </a:spcBef>
              <a:spcAft>
                <a:spcPts val="0"/>
              </a:spcAft>
              <a:buNone/>
              <a:defRPr sz="1500">
                <a:solidFill>
                  <a:schemeClr val="tx1">
                    <a:lumMod val="50000"/>
                    <a:lumOff val="50000"/>
                  </a:schemeClr>
                </a:solidFill>
              </a:defRPr>
            </a:lvl1pPr>
          </a:lstStyle>
          <a:p>
            <a:r>
              <a:rPr lang="nl-NL"/>
              <a:t>Klik op het onderstaand icoon </a:t>
            </a:r>
            <a:br>
              <a:rPr lang="nl-NL"/>
            </a:br>
            <a:r>
              <a:rPr lang="nl-NL"/>
              <a:t>om een tabel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3" name="Titel 2">
            <a:extLst>
              <a:ext uri="{FF2B5EF4-FFF2-40B4-BE49-F238E27FC236}">
                <a16:creationId xmlns:a16="http://schemas.microsoft.com/office/drawing/2014/main" id="{92331F6E-F0BA-4DE7-953C-0698C7D3943D}"/>
              </a:ext>
            </a:extLst>
          </p:cNvPr>
          <p:cNvSpPr>
            <a:spLocks noGrp="1"/>
          </p:cNvSpPr>
          <p:nvPr>
            <p:ph type="title" hasCustomPrompt="1"/>
          </p:nvPr>
        </p:nvSpPr>
        <p:spPr>
          <a:xfrm>
            <a:off x="782814" y="901540"/>
            <a:ext cx="10725508" cy="461665"/>
          </a:xfrm>
        </p:spPr>
        <p:txBody>
          <a:bodyPr/>
          <a:lstStyle>
            <a:lvl1pPr>
              <a:defRPr>
                <a:solidFill>
                  <a:schemeClr val="accent1"/>
                </a:solidFill>
              </a:defRPr>
            </a:lvl1pPr>
          </a:lstStyle>
          <a:p>
            <a:r>
              <a:rPr lang="nl-NL"/>
              <a:t>Plaats hier een titel</a:t>
            </a:r>
          </a:p>
        </p:txBody>
      </p:sp>
      <p:sp>
        <p:nvSpPr>
          <p:cNvPr id="165" name="Tijdelijke aanduiding voor verticale tekst 2">
            <a:extLst>
              <a:ext uri="{FF2B5EF4-FFF2-40B4-BE49-F238E27FC236}">
                <a16:creationId xmlns:a16="http://schemas.microsoft.com/office/drawing/2014/main" id="{42034BA7-A5C1-421B-8194-7C5BC9EECB18}"/>
              </a:ext>
            </a:extLst>
          </p:cNvPr>
          <p:cNvSpPr>
            <a:spLocks noGrp="1"/>
          </p:cNvSpPr>
          <p:nvPr>
            <p:ph type="body" orient="vert" idx="16" hasCustomPrompt="1"/>
          </p:nvPr>
        </p:nvSpPr>
        <p:spPr>
          <a:xfrm>
            <a:off x="807910" y="1425726"/>
            <a:ext cx="10659415"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Tree>
    <p:extLst>
      <p:ext uri="{BB962C8B-B14F-4D97-AF65-F5344CB8AC3E}">
        <p14:creationId xmlns:p14="http://schemas.microsoft.com/office/powerpoint/2010/main" val="3825724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abel #2">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CEC8A5B-C8C7-47AA-B49F-07DDDC492905}"/>
              </a:ext>
            </a:extLst>
          </p:cNvPr>
          <p:cNvSpPr>
            <a:spLocks noChangeAspect="1"/>
          </p:cNvSpPr>
          <p:nvPr userDrawn="1"/>
        </p:nvSpPr>
        <p:spPr>
          <a:xfrm rot="5400000" flipH="1">
            <a:off x="3176032" y="-3176033"/>
            <a:ext cx="5860789"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639" h="7576751">
                <a:moveTo>
                  <a:pt x="892481" y="12938"/>
                </a:moveTo>
                <a:cubicBezTo>
                  <a:pt x="1110972" y="1879432"/>
                  <a:pt x="88385" y="2184373"/>
                  <a:pt x="5816" y="3584562"/>
                </a:cubicBezTo>
                <a:cubicBezTo>
                  <a:pt x="-81834" y="5062256"/>
                  <a:pt x="851832" y="6160044"/>
                  <a:pt x="747667" y="7576750"/>
                </a:cubicBezTo>
                <a:lnTo>
                  <a:pt x="4901639" y="7576751"/>
                </a:lnTo>
                <a:lnTo>
                  <a:pt x="4901639" y="0"/>
                </a:lnTo>
                <a:lnTo>
                  <a:pt x="892481" y="12938"/>
                </a:lnTo>
                <a:close/>
              </a:path>
            </a:pathLst>
          </a:custGeom>
          <a:solidFill>
            <a:srgbClr val="E5DDE8"/>
          </a:solidFill>
          <a:ln w="12692" cap="flat">
            <a:noFill/>
            <a:prstDash val="solid"/>
            <a:miter/>
          </a:ln>
        </p:spPr>
        <p:txBody>
          <a:bodyPr rtlCol="0" anchor="ctr"/>
          <a:lstStyle/>
          <a:p>
            <a:endParaRPr lang="nl-NL" sz="1633"/>
          </a:p>
        </p:txBody>
      </p:sp>
      <p:sp>
        <p:nvSpPr>
          <p:cNvPr id="7" name="Titel 2">
            <a:extLst>
              <a:ext uri="{FF2B5EF4-FFF2-40B4-BE49-F238E27FC236}">
                <a16:creationId xmlns:a16="http://schemas.microsoft.com/office/drawing/2014/main" id="{9DF2A9A8-44DF-4127-BF6A-BFF43F1DD3AE}"/>
              </a:ext>
            </a:extLst>
          </p:cNvPr>
          <p:cNvSpPr>
            <a:spLocks noGrp="1"/>
          </p:cNvSpPr>
          <p:nvPr>
            <p:ph type="title" hasCustomPrompt="1"/>
          </p:nvPr>
        </p:nvSpPr>
        <p:spPr>
          <a:xfrm>
            <a:off x="791263" y="283901"/>
            <a:ext cx="6798095" cy="552906"/>
          </a:xfrm>
        </p:spPr>
        <p:txBody>
          <a:bodyPr/>
          <a:lstStyle>
            <a:lvl1pPr>
              <a:defRPr/>
            </a:lvl1pPr>
          </a:lstStyle>
          <a:p>
            <a:r>
              <a:rPr lang="nl-NL"/>
              <a:t>Plaats hier een titel</a:t>
            </a:r>
          </a:p>
        </p:txBody>
      </p:sp>
      <p:sp>
        <p:nvSpPr>
          <p:cNvPr id="86" name="Tijdelijke aanduiding voor tabel 8">
            <a:extLst>
              <a:ext uri="{FF2B5EF4-FFF2-40B4-BE49-F238E27FC236}">
                <a16:creationId xmlns:a16="http://schemas.microsoft.com/office/drawing/2014/main" id="{5AAF1DC8-20D0-4687-B2C0-3C9F7479BB9D}"/>
              </a:ext>
            </a:extLst>
          </p:cNvPr>
          <p:cNvSpPr>
            <a:spLocks noGrp="1"/>
          </p:cNvSpPr>
          <p:nvPr>
            <p:ph type="tbl" sz="quarter" idx="15" hasCustomPrompt="1"/>
          </p:nvPr>
        </p:nvSpPr>
        <p:spPr>
          <a:xfrm>
            <a:off x="810335" y="1291742"/>
            <a:ext cx="10272187" cy="3188860"/>
          </a:xfrm>
          <a:noFill/>
          <a:effectLst/>
        </p:spPr>
        <p:txBody>
          <a:bodyPr bIns="1620000" anchor="ctr"/>
          <a:lstStyle>
            <a:lvl1pPr marL="0" indent="0" algn="ctr">
              <a:lnSpc>
                <a:spcPct val="90000"/>
              </a:lnSpc>
              <a:spcBef>
                <a:spcPts val="0"/>
              </a:spcBef>
              <a:spcAft>
                <a:spcPts val="0"/>
              </a:spcAft>
              <a:buNone/>
              <a:defRPr sz="1500">
                <a:solidFill>
                  <a:schemeClr val="tx1">
                    <a:lumMod val="50000"/>
                    <a:lumOff val="50000"/>
                  </a:schemeClr>
                </a:solidFill>
              </a:defRPr>
            </a:lvl1pPr>
          </a:lstStyle>
          <a:p>
            <a:r>
              <a:rPr lang="nl-NL"/>
              <a:t>Klik op het onderstaand icoon </a:t>
            </a:r>
            <a:br>
              <a:rPr lang="nl-NL"/>
            </a:br>
            <a:r>
              <a:rPr lang="nl-NL"/>
              <a:t>om een tabel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48614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10316"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213" name="Titel 2">
            <a:extLst>
              <a:ext uri="{FF2B5EF4-FFF2-40B4-BE49-F238E27FC236}">
                <a16:creationId xmlns:a16="http://schemas.microsoft.com/office/drawing/2014/main" id="{72E649A9-0CBA-461C-B78A-23892D124E53}"/>
              </a:ext>
            </a:extLst>
          </p:cNvPr>
          <p:cNvSpPr>
            <a:spLocks noGrp="1"/>
          </p:cNvSpPr>
          <p:nvPr>
            <p:ph type="title" hasCustomPrompt="1"/>
          </p:nvPr>
        </p:nvSpPr>
        <p:spPr>
          <a:xfrm>
            <a:off x="782814" y="901540"/>
            <a:ext cx="4911084" cy="461665"/>
          </a:xfrm>
        </p:spPr>
        <p:txBody>
          <a:bodyPr/>
          <a:lstStyle>
            <a:lvl1pPr>
              <a:defRPr>
                <a:solidFill>
                  <a:schemeClr val="accent1"/>
                </a:solidFill>
              </a:defRPr>
            </a:lvl1pPr>
          </a:lstStyle>
          <a:p>
            <a:r>
              <a:rPr lang="nl-NL"/>
              <a:t>Plaats hier een titel</a:t>
            </a:r>
          </a:p>
        </p:txBody>
      </p:sp>
      <p:sp>
        <p:nvSpPr>
          <p:cNvPr id="214" name="Tijdelijke aanduiding voor verticale tekst 2">
            <a:extLst>
              <a:ext uri="{FF2B5EF4-FFF2-40B4-BE49-F238E27FC236}">
                <a16:creationId xmlns:a16="http://schemas.microsoft.com/office/drawing/2014/main" id="{36159837-19D9-46E3-BD98-A1AF4C9D7A58}"/>
              </a:ext>
            </a:extLst>
          </p:cNvPr>
          <p:cNvSpPr>
            <a:spLocks noGrp="1"/>
          </p:cNvSpPr>
          <p:nvPr>
            <p:ph type="body" orient="vert" idx="1" hasCustomPrompt="1"/>
          </p:nvPr>
        </p:nvSpPr>
        <p:spPr>
          <a:xfrm>
            <a:off x="807910" y="1837485"/>
            <a:ext cx="4880821" cy="4320778"/>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215" name="Tijdelijke aanduiding voor verticale tekst 2">
            <a:extLst>
              <a:ext uri="{FF2B5EF4-FFF2-40B4-BE49-F238E27FC236}">
                <a16:creationId xmlns:a16="http://schemas.microsoft.com/office/drawing/2014/main" id="{F3134D84-3F2F-4C3F-BA90-699D51DA56B1}"/>
              </a:ext>
            </a:extLst>
          </p:cNvPr>
          <p:cNvSpPr>
            <a:spLocks noGrp="1"/>
          </p:cNvSpPr>
          <p:nvPr>
            <p:ph type="body" orient="vert" idx="16" hasCustomPrompt="1"/>
          </p:nvPr>
        </p:nvSpPr>
        <p:spPr>
          <a:xfrm>
            <a:off x="807910" y="1425726"/>
            <a:ext cx="4880821"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
        <p:nvSpPr>
          <p:cNvPr id="217" name="Tijdelijke aanduiding voor grafiek 12">
            <a:extLst>
              <a:ext uri="{FF2B5EF4-FFF2-40B4-BE49-F238E27FC236}">
                <a16:creationId xmlns:a16="http://schemas.microsoft.com/office/drawing/2014/main" id="{3E51FD52-6E64-4C3B-A504-05CDE5F1440A}"/>
              </a:ext>
            </a:extLst>
          </p:cNvPr>
          <p:cNvSpPr>
            <a:spLocks noGrp="1"/>
          </p:cNvSpPr>
          <p:nvPr>
            <p:ph type="chart" sz="quarter" idx="14" hasCustomPrompt="1"/>
          </p:nvPr>
        </p:nvSpPr>
        <p:spPr>
          <a:xfrm>
            <a:off x="6101167" y="900880"/>
            <a:ext cx="5433950" cy="5257381"/>
          </a:xfrm>
          <a:prstGeom prst="rect">
            <a:avLst/>
          </a:prstGeom>
          <a:noFill/>
          <a:ln>
            <a:noFill/>
          </a:ln>
        </p:spPr>
        <p:txBody>
          <a:bodyPr bIns="1620000" anchor="ct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grafiek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3770301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8" name="Graphic 31">
            <a:extLst>
              <a:ext uri="{FF2B5EF4-FFF2-40B4-BE49-F238E27FC236}">
                <a16:creationId xmlns:a16="http://schemas.microsoft.com/office/drawing/2014/main" id="{3D319972-9B28-4EB1-A98E-96503CC03C59}"/>
              </a:ext>
            </a:extLst>
          </p:cNvPr>
          <p:cNvSpPr>
            <a:spLocks noChangeAspect="1"/>
          </p:cNvSpPr>
          <p:nvPr userDrawn="1"/>
        </p:nvSpPr>
        <p:spPr>
          <a:xfrm rot="5400000" flipV="1">
            <a:off x="2610316"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63" name="Titel 2">
            <a:extLst>
              <a:ext uri="{FF2B5EF4-FFF2-40B4-BE49-F238E27FC236}">
                <a16:creationId xmlns:a16="http://schemas.microsoft.com/office/drawing/2014/main" id="{762692BA-53BC-479C-8C17-B88C93ECCE58}"/>
              </a:ext>
            </a:extLst>
          </p:cNvPr>
          <p:cNvSpPr>
            <a:spLocks noGrp="1"/>
          </p:cNvSpPr>
          <p:nvPr>
            <p:ph type="title" hasCustomPrompt="1"/>
          </p:nvPr>
        </p:nvSpPr>
        <p:spPr>
          <a:xfrm>
            <a:off x="782814" y="901540"/>
            <a:ext cx="10725508" cy="461665"/>
          </a:xfrm>
        </p:spPr>
        <p:txBody>
          <a:bodyPr/>
          <a:lstStyle>
            <a:lvl1pPr>
              <a:defRPr>
                <a:solidFill>
                  <a:schemeClr val="accent1"/>
                </a:solidFill>
              </a:defRPr>
            </a:lvl1pPr>
          </a:lstStyle>
          <a:p>
            <a:r>
              <a:rPr lang="nl-NL"/>
              <a:t>Plaats hier een titel</a:t>
            </a:r>
          </a:p>
        </p:txBody>
      </p:sp>
      <p:sp>
        <p:nvSpPr>
          <p:cNvPr id="64" name="Tijdelijke aanduiding voor verticale tekst 2">
            <a:extLst>
              <a:ext uri="{FF2B5EF4-FFF2-40B4-BE49-F238E27FC236}">
                <a16:creationId xmlns:a16="http://schemas.microsoft.com/office/drawing/2014/main" id="{AE3D540E-DA7A-473A-A732-E27D15BF4ADF}"/>
              </a:ext>
            </a:extLst>
          </p:cNvPr>
          <p:cNvSpPr>
            <a:spLocks noGrp="1"/>
          </p:cNvSpPr>
          <p:nvPr>
            <p:ph type="body" orient="vert" idx="17" hasCustomPrompt="1"/>
          </p:nvPr>
        </p:nvSpPr>
        <p:spPr>
          <a:xfrm>
            <a:off x="807910" y="1425726"/>
            <a:ext cx="10659415"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
        <p:nvSpPr>
          <p:cNvPr id="66" name="Tijdelijke aanduiding voor grafiek 12">
            <a:extLst>
              <a:ext uri="{FF2B5EF4-FFF2-40B4-BE49-F238E27FC236}">
                <a16:creationId xmlns:a16="http://schemas.microsoft.com/office/drawing/2014/main" id="{6746AF9D-F6AC-4E89-BF46-AFDC9C06122D}"/>
              </a:ext>
            </a:extLst>
          </p:cNvPr>
          <p:cNvSpPr>
            <a:spLocks noGrp="1"/>
          </p:cNvSpPr>
          <p:nvPr>
            <p:ph type="chart" sz="quarter" idx="15" hasCustomPrompt="1"/>
          </p:nvPr>
        </p:nvSpPr>
        <p:spPr>
          <a:xfrm>
            <a:off x="776932" y="1837484"/>
            <a:ext cx="10725508" cy="4320777"/>
          </a:xfrm>
          <a:prstGeom prst="rect">
            <a:avLst/>
          </a:prstGeom>
          <a:noFill/>
          <a:ln>
            <a:noFill/>
          </a:ln>
        </p:spPr>
        <p:txBody>
          <a:bodyPr bIns="1620000" anchor="ct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grafiek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124486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kst x2 #1">
    <p:spTree>
      <p:nvGrpSpPr>
        <p:cNvPr id="1" name=""/>
        <p:cNvGrpSpPr/>
        <p:nvPr/>
      </p:nvGrpSpPr>
      <p:grpSpPr>
        <a:xfrm>
          <a:off x="0" y="0"/>
          <a:ext cx="0" cy="0"/>
          <a:chOff x="0" y="0"/>
          <a:chExt cx="0" cy="0"/>
        </a:xfrm>
      </p:grpSpPr>
      <p:sp>
        <p:nvSpPr>
          <p:cNvPr id="9" name="Graphic 34">
            <a:extLst>
              <a:ext uri="{FF2B5EF4-FFF2-40B4-BE49-F238E27FC236}">
                <a16:creationId xmlns:a16="http://schemas.microsoft.com/office/drawing/2014/main" id="{D6E9BDB1-8232-45A3-9FA4-1E3023B60C3B}"/>
              </a:ext>
            </a:extLst>
          </p:cNvPr>
          <p:cNvSpPr>
            <a:spLocks noChangeAspect="1"/>
          </p:cNvSpPr>
          <p:nvPr userDrawn="1"/>
        </p:nvSpPr>
        <p:spPr>
          <a:xfrm rot="10800000" flipV="1">
            <a:off x="2547498" y="1"/>
            <a:ext cx="3692269"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0" name="Graphic 31">
            <a:extLst>
              <a:ext uri="{FF2B5EF4-FFF2-40B4-BE49-F238E27FC236}">
                <a16:creationId xmlns:a16="http://schemas.microsoft.com/office/drawing/2014/main" id="{17B96036-A3FC-4077-A470-2EE9D013C8E6}"/>
              </a:ext>
            </a:extLst>
          </p:cNvPr>
          <p:cNvSpPr>
            <a:spLocks noChangeAspect="1"/>
          </p:cNvSpPr>
          <p:nvPr userDrawn="1"/>
        </p:nvSpPr>
        <p:spPr>
          <a:xfrm rot="10800000">
            <a:off x="0" y="-1"/>
            <a:ext cx="5486400"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6573521" y="1142171"/>
            <a:ext cx="5046780" cy="895483"/>
          </a:xfrm>
        </p:spPr>
        <p:txBody>
          <a:bodyPr/>
          <a:lstStyle>
            <a:lvl1pPr>
              <a:defRPr/>
            </a:lvl1pPr>
          </a:lstStyle>
          <a:p>
            <a:r>
              <a:rPr lang="nl-NL"/>
              <a:t>Plaats hier een titel</a:t>
            </a:r>
            <a:br>
              <a:rPr lang="nl-NL"/>
            </a:br>
            <a:r>
              <a:rPr lang="nl-NL"/>
              <a:t>max. 2 regels</a:t>
            </a:r>
          </a:p>
        </p:txBody>
      </p:sp>
      <p:sp>
        <p:nvSpPr>
          <p:cNvPr id="13" name="Tijdelijke aanduiding voor verticale tekst 2">
            <a:extLst>
              <a:ext uri="{FF2B5EF4-FFF2-40B4-BE49-F238E27FC236}">
                <a16:creationId xmlns:a16="http://schemas.microsoft.com/office/drawing/2014/main" id="{BE1F228E-83A2-4CA0-95D9-7EC742C14C6D}"/>
              </a:ext>
            </a:extLst>
          </p:cNvPr>
          <p:cNvSpPr>
            <a:spLocks noGrp="1"/>
          </p:cNvSpPr>
          <p:nvPr>
            <p:ph type="body" orient="vert" idx="1" hasCustomPrompt="1"/>
          </p:nvPr>
        </p:nvSpPr>
        <p:spPr>
          <a:xfrm>
            <a:off x="6573519" y="2186692"/>
            <a:ext cx="5046773" cy="3773841"/>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4" name="Tijdelijke aanduiding voor verticale tekst 2">
            <a:extLst>
              <a:ext uri="{FF2B5EF4-FFF2-40B4-BE49-F238E27FC236}">
                <a16:creationId xmlns:a16="http://schemas.microsoft.com/office/drawing/2014/main" id="{51815690-6EF4-408A-9E19-D59003942DD3}"/>
              </a:ext>
            </a:extLst>
          </p:cNvPr>
          <p:cNvSpPr>
            <a:spLocks noGrp="1"/>
          </p:cNvSpPr>
          <p:nvPr>
            <p:ph type="body" orient="vert" idx="10" hasCustomPrompt="1"/>
          </p:nvPr>
        </p:nvSpPr>
        <p:spPr>
          <a:xfrm>
            <a:off x="804998" y="1677499"/>
            <a:ext cx="3474533" cy="4735489"/>
          </a:xfrm>
        </p:spPr>
        <p:txBody>
          <a:bodyPr vert="horz" lIns="0" tIns="0" rIns="0" bIns="0"/>
          <a:lstStyle>
            <a:lvl1pPr marL="0" indent="0">
              <a:buNone/>
              <a:defRPr>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Klik hier om een tekst te plaatsen.</a:t>
            </a:r>
          </a:p>
        </p:txBody>
      </p:sp>
    </p:spTree>
    <p:extLst>
      <p:ext uri="{BB962C8B-B14F-4D97-AF65-F5344CB8AC3E}">
        <p14:creationId xmlns:p14="http://schemas.microsoft.com/office/powerpoint/2010/main" val="9759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kst x2 #2">
    <p:spTree>
      <p:nvGrpSpPr>
        <p:cNvPr id="1" name=""/>
        <p:cNvGrpSpPr/>
        <p:nvPr/>
      </p:nvGrpSpPr>
      <p:grpSpPr>
        <a:xfrm>
          <a:off x="0" y="0"/>
          <a:ext cx="0" cy="0"/>
          <a:chOff x="0" y="0"/>
          <a:chExt cx="0" cy="0"/>
        </a:xfrm>
      </p:grpSpPr>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782814" y="852112"/>
            <a:ext cx="4072716" cy="499257"/>
          </a:xfrm>
        </p:spPr>
        <p:txBody>
          <a:bodyPr/>
          <a:lstStyle>
            <a:lvl1pPr>
              <a:defRPr>
                <a:solidFill>
                  <a:schemeClr val="accent1"/>
                </a:solidFill>
              </a:defRPr>
            </a:lvl1pPr>
          </a:lstStyle>
          <a:p>
            <a:r>
              <a:rPr lang="nl-NL"/>
              <a:t>Plaats hier een titel</a:t>
            </a:r>
          </a:p>
        </p:txBody>
      </p:sp>
      <p:sp>
        <p:nvSpPr>
          <p:cNvPr id="179" name="Tijdelijke aanduiding voor verticale tekst 2">
            <a:extLst>
              <a:ext uri="{FF2B5EF4-FFF2-40B4-BE49-F238E27FC236}">
                <a16:creationId xmlns:a16="http://schemas.microsoft.com/office/drawing/2014/main" id="{79DE9FE5-EAAA-4AB7-B342-3624901F9704}"/>
              </a:ext>
            </a:extLst>
          </p:cNvPr>
          <p:cNvSpPr>
            <a:spLocks noGrp="1"/>
          </p:cNvSpPr>
          <p:nvPr>
            <p:ph type="body" orient="vert" idx="1" hasCustomPrompt="1"/>
          </p:nvPr>
        </p:nvSpPr>
        <p:spPr>
          <a:xfrm>
            <a:off x="807910" y="1578028"/>
            <a:ext cx="4566978" cy="4580235"/>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0" name="Tijdelijke aanduiding voor verticale tekst 2">
            <a:extLst>
              <a:ext uri="{FF2B5EF4-FFF2-40B4-BE49-F238E27FC236}">
                <a16:creationId xmlns:a16="http://schemas.microsoft.com/office/drawing/2014/main" id="{A71EA3B1-553E-45BA-847B-90C429EBAA9A}"/>
              </a:ext>
            </a:extLst>
          </p:cNvPr>
          <p:cNvSpPr>
            <a:spLocks noGrp="1"/>
          </p:cNvSpPr>
          <p:nvPr>
            <p:ph type="body" orient="vert" idx="15" hasCustomPrompt="1"/>
          </p:nvPr>
        </p:nvSpPr>
        <p:spPr>
          <a:xfrm>
            <a:off x="807910" y="662415"/>
            <a:ext cx="4047619" cy="194626"/>
          </a:xfrm>
        </p:spPr>
        <p:txBody>
          <a:bodyPr vert="horz" lIns="0" tIns="0" rIns="0" bIns="0" anchor="b"/>
          <a:lstStyle>
            <a:lvl1pPr marL="0" indent="0">
              <a:buNone/>
              <a:defRPr>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Hoofdstuktitel</a:t>
            </a:r>
          </a:p>
        </p:txBody>
      </p:sp>
      <p:sp>
        <p:nvSpPr>
          <p:cNvPr id="167" name="Vrije vorm: vorm 166">
            <a:extLst>
              <a:ext uri="{FF2B5EF4-FFF2-40B4-BE49-F238E27FC236}">
                <a16:creationId xmlns:a16="http://schemas.microsoft.com/office/drawing/2014/main" id="{CDA1D25D-F54E-4EC6-88D1-34A4CDF67BD7}"/>
              </a:ext>
            </a:extLst>
          </p:cNvPr>
          <p:cNvSpPr/>
          <p:nvPr userDrawn="1"/>
        </p:nvSpPr>
        <p:spPr>
          <a:xfrm>
            <a:off x="6082748" y="0"/>
            <a:ext cx="6109653" cy="6858000"/>
          </a:xfrm>
          <a:custGeom>
            <a:avLst/>
            <a:gdLst>
              <a:gd name="connsiteX0" fmla="*/ 458734 w 6439670"/>
              <a:gd name="connsiteY0" fmla="*/ 0 h 6858000"/>
              <a:gd name="connsiteX1" fmla="*/ 1041288 w 6439670"/>
              <a:gd name="connsiteY1" fmla="*/ 0 h 6858000"/>
              <a:gd name="connsiteX2" fmla="*/ 6439670 w 6439670"/>
              <a:gd name="connsiteY2" fmla="*/ 0 h 6858000"/>
              <a:gd name="connsiteX3" fmla="*/ 6439670 w 6439670"/>
              <a:gd name="connsiteY3" fmla="*/ 6858000 h 6858000"/>
              <a:gd name="connsiteX4" fmla="*/ 176147 w 6439670"/>
              <a:gd name="connsiteY4" fmla="*/ 6858000 h 6858000"/>
              <a:gd name="connsiteX5" fmla="*/ 129265 w 6439670"/>
              <a:gd name="connsiteY5" fmla="*/ 6621529 h 6858000"/>
              <a:gd name="connsiteX6" fmla="*/ 3583 w 6439670"/>
              <a:gd name="connsiteY6" fmla="*/ 5411548 h 6858000"/>
              <a:gd name="connsiteX7" fmla="*/ 458734 w 6439670"/>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39670" h="6858000">
                <a:moveTo>
                  <a:pt x="458734" y="0"/>
                </a:moveTo>
                <a:lnTo>
                  <a:pt x="1041288" y="0"/>
                </a:lnTo>
                <a:lnTo>
                  <a:pt x="6439670" y="0"/>
                </a:lnTo>
                <a:lnTo>
                  <a:pt x="6439670" y="6858000"/>
                </a:lnTo>
                <a:lnTo>
                  <a:pt x="176147" y="6858000"/>
                </a:lnTo>
                <a:lnTo>
                  <a:pt x="129265" y="6621529"/>
                </a:lnTo>
                <a:cubicBezTo>
                  <a:pt x="65283" y="6273960"/>
                  <a:pt x="16399" y="5889597"/>
                  <a:pt x="3583" y="5411548"/>
                </a:cubicBezTo>
                <a:cubicBezTo>
                  <a:pt x="-50010" y="3407719"/>
                  <a:pt x="516211" y="1915655"/>
                  <a:pt x="458734" y="0"/>
                </a:cubicBezTo>
                <a:close/>
              </a:path>
            </a:pathLst>
          </a:custGeom>
          <a:solidFill>
            <a:srgbClr val="E5DDE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sz="1633"/>
          </a:p>
        </p:txBody>
      </p:sp>
      <p:sp>
        <p:nvSpPr>
          <p:cNvPr id="169" name="Tijdelijke aanduiding voor verticale tekst 2">
            <a:extLst>
              <a:ext uri="{FF2B5EF4-FFF2-40B4-BE49-F238E27FC236}">
                <a16:creationId xmlns:a16="http://schemas.microsoft.com/office/drawing/2014/main" id="{EDA5F084-205A-4C14-9C53-A8FF92E2EC4C}"/>
              </a:ext>
            </a:extLst>
          </p:cNvPr>
          <p:cNvSpPr>
            <a:spLocks noGrp="1"/>
          </p:cNvSpPr>
          <p:nvPr>
            <p:ph type="body" orient="vert" idx="16" hasCustomPrompt="1"/>
          </p:nvPr>
        </p:nvSpPr>
        <p:spPr>
          <a:xfrm>
            <a:off x="6958360" y="1578028"/>
            <a:ext cx="4268055" cy="4580235"/>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407754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kst x2 #3">
    <p:spTree>
      <p:nvGrpSpPr>
        <p:cNvPr id="1" name=""/>
        <p:cNvGrpSpPr/>
        <p:nvPr/>
      </p:nvGrpSpPr>
      <p:grpSpPr>
        <a:xfrm>
          <a:off x="0" y="0"/>
          <a:ext cx="0" cy="0"/>
          <a:chOff x="0" y="0"/>
          <a:chExt cx="0" cy="0"/>
        </a:xfrm>
      </p:grpSpPr>
      <p:sp>
        <p:nvSpPr>
          <p:cNvPr id="75" name="Vrije vorm: vorm 74">
            <a:extLst>
              <a:ext uri="{FF2B5EF4-FFF2-40B4-BE49-F238E27FC236}">
                <a16:creationId xmlns:a16="http://schemas.microsoft.com/office/drawing/2014/main" id="{CD72C2CA-BDE6-4BF8-9995-5DD0D4D44BAD}"/>
              </a:ext>
            </a:extLst>
          </p:cNvPr>
          <p:cNvSpPr/>
          <p:nvPr userDrawn="1"/>
        </p:nvSpPr>
        <p:spPr>
          <a:xfrm flipH="1">
            <a:off x="1" y="0"/>
            <a:ext cx="6215569" cy="6858000"/>
          </a:xfrm>
          <a:custGeom>
            <a:avLst/>
            <a:gdLst>
              <a:gd name="connsiteX0" fmla="*/ 6215569 w 6215569"/>
              <a:gd name="connsiteY0" fmla="*/ 0 h 6858000"/>
              <a:gd name="connsiteX1" fmla="*/ 4104 w 6215569"/>
              <a:gd name="connsiteY1" fmla="*/ 0 h 6858000"/>
              <a:gd name="connsiteX2" fmla="*/ 459255 w 6215569"/>
              <a:gd name="connsiteY2" fmla="*/ 5411548 h 6858000"/>
              <a:gd name="connsiteX3" fmla="*/ 333573 w 6215569"/>
              <a:gd name="connsiteY3" fmla="*/ 6621529 h 6858000"/>
              <a:gd name="connsiteX4" fmla="*/ 286691 w 6215569"/>
              <a:gd name="connsiteY4" fmla="*/ 6858000 h 6858000"/>
              <a:gd name="connsiteX5" fmla="*/ 6215569 w 6215569"/>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5569" h="6858000">
                <a:moveTo>
                  <a:pt x="6215569" y="0"/>
                </a:moveTo>
                <a:lnTo>
                  <a:pt x="4104" y="0"/>
                </a:lnTo>
                <a:cubicBezTo>
                  <a:pt x="-53373" y="1915655"/>
                  <a:pt x="512848" y="3407719"/>
                  <a:pt x="459255" y="5411548"/>
                </a:cubicBezTo>
                <a:cubicBezTo>
                  <a:pt x="446439" y="5889597"/>
                  <a:pt x="397555" y="6273960"/>
                  <a:pt x="333573" y="6621529"/>
                </a:cubicBezTo>
                <a:lnTo>
                  <a:pt x="286691" y="6858000"/>
                </a:lnTo>
                <a:lnTo>
                  <a:pt x="6215569"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sz="1633"/>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782814" y="852112"/>
            <a:ext cx="4072716" cy="499257"/>
          </a:xfrm>
        </p:spPr>
        <p:txBody>
          <a:bodyPr/>
          <a:lstStyle>
            <a:lvl1pPr>
              <a:defRPr>
                <a:solidFill>
                  <a:schemeClr val="bg1"/>
                </a:solidFill>
              </a:defRPr>
            </a:lvl1pPr>
          </a:lstStyle>
          <a:p>
            <a:r>
              <a:rPr lang="nl-NL"/>
              <a:t>Plaats hier een titel</a:t>
            </a:r>
          </a:p>
        </p:txBody>
      </p:sp>
      <p:sp>
        <p:nvSpPr>
          <p:cNvPr id="179" name="Tijdelijke aanduiding voor verticale tekst 2">
            <a:extLst>
              <a:ext uri="{FF2B5EF4-FFF2-40B4-BE49-F238E27FC236}">
                <a16:creationId xmlns:a16="http://schemas.microsoft.com/office/drawing/2014/main" id="{79DE9FE5-EAAA-4AB7-B342-3624901F9704}"/>
              </a:ext>
            </a:extLst>
          </p:cNvPr>
          <p:cNvSpPr>
            <a:spLocks noGrp="1"/>
          </p:cNvSpPr>
          <p:nvPr>
            <p:ph type="body" orient="vert" idx="1" hasCustomPrompt="1"/>
          </p:nvPr>
        </p:nvSpPr>
        <p:spPr>
          <a:xfrm>
            <a:off x="807910" y="1578028"/>
            <a:ext cx="4566978" cy="4580235"/>
          </a:xfrm>
        </p:spPr>
        <p:txBody>
          <a:bodyPr vert="horz" lIns="0" tIns="0" rIns="0" bIns="0"/>
          <a:lstStyle>
            <a:lvl1pPr>
              <a:buClr>
                <a:schemeClr val="bg1"/>
              </a:buClr>
              <a:defRPr>
                <a:solidFill>
                  <a:schemeClr val="bg1"/>
                </a:solidFill>
              </a:defRPr>
            </a:lvl1pPr>
            <a:lvl2pPr>
              <a:defRPr>
                <a:solidFill>
                  <a:schemeClr val="bg1"/>
                </a:solidFill>
              </a:defRPr>
            </a:lvl2pPr>
            <a:lvl3pPr>
              <a:defRPr>
                <a:solidFill>
                  <a:schemeClr val="bg1"/>
                </a:solidFill>
              </a:defRPr>
            </a:lvl3pPr>
            <a:lvl4pPr>
              <a:spcBef>
                <a:spcPts val="600"/>
              </a:spcBef>
              <a:spcAft>
                <a:spcPts val="300"/>
              </a:spcAft>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0" name="Tijdelijke aanduiding voor verticale tekst 2">
            <a:extLst>
              <a:ext uri="{FF2B5EF4-FFF2-40B4-BE49-F238E27FC236}">
                <a16:creationId xmlns:a16="http://schemas.microsoft.com/office/drawing/2014/main" id="{A71EA3B1-553E-45BA-847B-90C429EBAA9A}"/>
              </a:ext>
            </a:extLst>
          </p:cNvPr>
          <p:cNvSpPr>
            <a:spLocks noGrp="1"/>
          </p:cNvSpPr>
          <p:nvPr>
            <p:ph type="body" orient="vert" idx="15" hasCustomPrompt="1"/>
          </p:nvPr>
        </p:nvSpPr>
        <p:spPr>
          <a:xfrm>
            <a:off x="807910" y="662415"/>
            <a:ext cx="4047619" cy="194626"/>
          </a:xfrm>
        </p:spPr>
        <p:txBody>
          <a:bodyPr vert="horz" lIns="0" tIns="0" rIns="0" bIns="0" anchor="b"/>
          <a:lstStyle>
            <a:lvl1pPr marL="0" indent="0">
              <a:buNone/>
              <a:defRPr>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Hoofdstuktitel</a:t>
            </a:r>
          </a:p>
        </p:txBody>
      </p:sp>
      <p:sp>
        <p:nvSpPr>
          <p:cNvPr id="169" name="Tijdelijke aanduiding voor verticale tekst 2">
            <a:extLst>
              <a:ext uri="{FF2B5EF4-FFF2-40B4-BE49-F238E27FC236}">
                <a16:creationId xmlns:a16="http://schemas.microsoft.com/office/drawing/2014/main" id="{EDA5F084-205A-4C14-9C53-A8FF92E2EC4C}"/>
              </a:ext>
            </a:extLst>
          </p:cNvPr>
          <p:cNvSpPr>
            <a:spLocks noGrp="1"/>
          </p:cNvSpPr>
          <p:nvPr>
            <p:ph type="body" orient="vert" idx="16" hasCustomPrompt="1"/>
          </p:nvPr>
        </p:nvSpPr>
        <p:spPr>
          <a:xfrm>
            <a:off x="6958360" y="1578028"/>
            <a:ext cx="4268055" cy="4580235"/>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86244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kst x2 #4">
    <p:spTree>
      <p:nvGrpSpPr>
        <p:cNvPr id="1" name=""/>
        <p:cNvGrpSpPr/>
        <p:nvPr/>
      </p:nvGrpSpPr>
      <p:grpSpPr>
        <a:xfrm>
          <a:off x="0" y="0"/>
          <a:ext cx="0" cy="0"/>
          <a:chOff x="0" y="0"/>
          <a:chExt cx="0" cy="0"/>
        </a:xfrm>
      </p:grpSpPr>
      <p:sp>
        <p:nvSpPr>
          <p:cNvPr id="74" name="Vrije vorm: vorm 73">
            <a:extLst>
              <a:ext uri="{FF2B5EF4-FFF2-40B4-BE49-F238E27FC236}">
                <a16:creationId xmlns:a16="http://schemas.microsoft.com/office/drawing/2014/main" id="{9DFC5023-CF5F-484D-BB03-840CDB763317}"/>
              </a:ext>
            </a:extLst>
          </p:cNvPr>
          <p:cNvSpPr/>
          <p:nvPr userDrawn="1"/>
        </p:nvSpPr>
        <p:spPr>
          <a:xfrm flipH="1">
            <a:off x="5010846" y="0"/>
            <a:ext cx="6215569" cy="6858000"/>
          </a:xfrm>
          <a:custGeom>
            <a:avLst/>
            <a:gdLst>
              <a:gd name="connsiteX0" fmla="*/ 6215569 w 6215569"/>
              <a:gd name="connsiteY0" fmla="*/ 0 h 6858000"/>
              <a:gd name="connsiteX1" fmla="*/ 4104 w 6215569"/>
              <a:gd name="connsiteY1" fmla="*/ 0 h 6858000"/>
              <a:gd name="connsiteX2" fmla="*/ 459255 w 6215569"/>
              <a:gd name="connsiteY2" fmla="*/ 5411548 h 6858000"/>
              <a:gd name="connsiteX3" fmla="*/ 333573 w 6215569"/>
              <a:gd name="connsiteY3" fmla="*/ 6621529 h 6858000"/>
              <a:gd name="connsiteX4" fmla="*/ 286691 w 6215569"/>
              <a:gd name="connsiteY4" fmla="*/ 6858000 h 6858000"/>
              <a:gd name="connsiteX5" fmla="*/ 6215569 w 6215569"/>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5569" h="6858000">
                <a:moveTo>
                  <a:pt x="6215569" y="0"/>
                </a:moveTo>
                <a:lnTo>
                  <a:pt x="4104" y="0"/>
                </a:lnTo>
                <a:cubicBezTo>
                  <a:pt x="-53373" y="1915655"/>
                  <a:pt x="512848" y="3407719"/>
                  <a:pt x="459255" y="5411548"/>
                </a:cubicBezTo>
                <a:cubicBezTo>
                  <a:pt x="446439" y="5889597"/>
                  <a:pt x="397555" y="6273960"/>
                  <a:pt x="333573" y="6621529"/>
                </a:cubicBezTo>
                <a:lnTo>
                  <a:pt x="286691" y="6858000"/>
                </a:lnTo>
                <a:lnTo>
                  <a:pt x="6215569" y="6858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sz="1633"/>
          </a:p>
        </p:txBody>
      </p:sp>
      <p:sp>
        <p:nvSpPr>
          <p:cNvPr id="77" name="Vrije vorm: vorm 76">
            <a:extLst>
              <a:ext uri="{FF2B5EF4-FFF2-40B4-BE49-F238E27FC236}">
                <a16:creationId xmlns:a16="http://schemas.microsoft.com/office/drawing/2014/main" id="{C1BE7241-3BFA-4EEA-B75C-91FA8DD57664}"/>
              </a:ext>
            </a:extLst>
          </p:cNvPr>
          <p:cNvSpPr/>
          <p:nvPr userDrawn="1"/>
        </p:nvSpPr>
        <p:spPr>
          <a:xfrm flipH="1">
            <a:off x="-12080" y="0"/>
            <a:ext cx="5542977" cy="6858000"/>
          </a:xfrm>
          <a:custGeom>
            <a:avLst/>
            <a:gdLst>
              <a:gd name="connsiteX0" fmla="*/ 5542977 w 5542977"/>
              <a:gd name="connsiteY0" fmla="*/ 0 h 6858000"/>
              <a:gd name="connsiteX1" fmla="*/ 4104 w 5542977"/>
              <a:gd name="connsiteY1" fmla="*/ 0 h 6858000"/>
              <a:gd name="connsiteX2" fmla="*/ 459255 w 5542977"/>
              <a:gd name="connsiteY2" fmla="*/ 5411548 h 6858000"/>
              <a:gd name="connsiteX3" fmla="*/ 333573 w 5542977"/>
              <a:gd name="connsiteY3" fmla="*/ 6621529 h 6858000"/>
              <a:gd name="connsiteX4" fmla="*/ 286691 w 5542977"/>
              <a:gd name="connsiteY4" fmla="*/ 6858000 h 6858000"/>
              <a:gd name="connsiteX5" fmla="*/ 5542977 w 554297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2977" h="6858000">
                <a:moveTo>
                  <a:pt x="5542977" y="0"/>
                </a:moveTo>
                <a:lnTo>
                  <a:pt x="4104" y="0"/>
                </a:lnTo>
                <a:cubicBezTo>
                  <a:pt x="-53373" y="1915655"/>
                  <a:pt x="512848" y="3407719"/>
                  <a:pt x="459255" y="5411548"/>
                </a:cubicBezTo>
                <a:cubicBezTo>
                  <a:pt x="446439" y="5889597"/>
                  <a:pt x="397555" y="6273960"/>
                  <a:pt x="333573" y="6621529"/>
                </a:cubicBezTo>
                <a:lnTo>
                  <a:pt x="286691" y="6858000"/>
                </a:lnTo>
                <a:lnTo>
                  <a:pt x="5542977"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sz="1633"/>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782814" y="852112"/>
            <a:ext cx="4072716" cy="499257"/>
          </a:xfrm>
        </p:spPr>
        <p:txBody>
          <a:bodyPr/>
          <a:lstStyle>
            <a:lvl1pPr>
              <a:defRPr>
                <a:solidFill>
                  <a:schemeClr val="bg1"/>
                </a:solidFill>
              </a:defRPr>
            </a:lvl1pPr>
          </a:lstStyle>
          <a:p>
            <a:r>
              <a:rPr lang="nl-NL"/>
              <a:t>Plaats hier een titel</a:t>
            </a:r>
          </a:p>
        </p:txBody>
      </p:sp>
      <p:sp>
        <p:nvSpPr>
          <p:cNvPr id="179" name="Tijdelijke aanduiding voor verticale tekst 2">
            <a:extLst>
              <a:ext uri="{FF2B5EF4-FFF2-40B4-BE49-F238E27FC236}">
                <a16:creationId xmlns:a16="http://schemas.microsoft.com/office/drawing/2014/main" id="{79DE9FE5-EAAA-4AB7-B342-3624901F9704}"/>
              </a:ext>
            </a:extLst>
          </p:cNvPr>
          <p:cNvSpPr>
            <a:spLocks noGrp="1"/>
          </p:cNvSpPr>
          <p:nvPr>
            <p:ph type="body" orient="vert" idx="1" hasCustomPrompt="1"/>
          </p:nvPr>
        </p:nvSpPr>
        <p:spPr>
          <a:xfrm>
            <a:off x="807910" y="1578028"/>
            <a:ext cx="4072716" cy="4580235"/>
          </a:xfrm>
        </p:spPr>
        <p:txBody>
          <a:bodyPr vert="horz" lIns="0" tIns="0" rIns="0" bIns="0"/>
          <a:lstStyle>
            <a:lvl1pPr>
              <a:buClr>
                <a:schemeClr val="bg1"/>
              </a:buClr>
              <a:defRPr>
                <a:solidFill>
                  <a:schemeClr val="bg1"/>
                </a:solidFill>
              </a:defRPr>
            </a:lvl1pPr>
            <a:lvl2pPr>
              <a:buClr>
                <a:schemeClr val="accent5"/>
              </a:buClr>
              <a:defRPr>
                <a:solidFill>
                  <a:schemeClr val="bg1"/>
                </a:solidFill>
              </a:defRPr>
            </a:lvl2pPr>
            <a:lvl3pPr>
              <a:defRPr>
                <a:solidFill>
                  <a:schemeClr val="bg1"/>
                </a:solidFill>
              </a:defRPr>
            </a:lvl3pPr>
            <a:lvl4pPr>
              <a:spcBef>
                <a:spcPts val="600"/>
              </a:spcBef>
              <a:spcAft>
                <a:spcPts val="300"/>
              </a:spcAft>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0" name="Tijdelijke aanduiding voor verticale tekst 2">
            <a:extLst>
              <a:ext uri="{FF2B5EF4-FFF2-40B4-BE49-F238E27FC236}">
                <a16:creationId xmlns:a16="http://schemas.microsoft.com/office/drawing/2014/main" id="{A71EA3B1-553E-45BA-847B-90C429EBAA9A}"/>
              </a:ext>
            </a:extLst>
          </p:cNvPr>
          <p:cNvSpPr>
            <a:spLocks noGrp="1"/>
          </p:cNvSpPr>
          <p:nvPr>
            <p:ph type="body" orient="vert" idx="15" hasCustomPrompt="1"/>
          </p:nvPr>
        </p:nvSpPr>
        <p:spPr>
          <a:xfrm>
            <a:off x="807910" y="662415"/>
            <a:ext cx="4047619" cy="194626"/>
          </a:xfrm>
        </p:spPr>
        <p:txBody>
          <a:bodyPr vert="horz" lIns="0" tIns="0" rIns="0" bIns="0" anchor="b"/>
          <a:lstStyle>
            <a:lvl1pPr marL="0" indent="0">
              <a:buNone/>
              <a:defRPr>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Hoofdstuktitel</a:t>
            </a:r>
          </a:p>
        </p:txBody>
      </p:sp>
      <p:sp>
        <p:nvSpPr>
          <p:cNvPr id="78" name="Tijdelijke aanduiding voor verticale tekst 2">
            <a:extLst>
              <a:ext uri="{FF2B5EF4-FFF2-40B4-BE49-F238E27FC236}">
                <a16:creationId xmlns:a16="http://schemas.microsoft.com/office/drawing/2014/main" id="{E721AEBE-DB02-4E13-8589-C3EF7B62E056}"/>
              </a:ext>
            </a:extLst>
          </p:cNvPr>
          <p:cNvSpPr>
            <a:spLocks noGrp="1"/>
          </p:cNvSpPr>
          <p:nvPr>
            <p:ph type="body" orient="vert" idx="16" hasCustomPrompt="1"/>
          </p:nvPr>
        </p:nvSpPr>
        <p:spPr>
          <a:xfrm>
            <a:off x="5984602" y="1578028"/>
            <a:ext cx="4268055" cy="4580235"/>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157787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ogo en Tekst">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0DAEC88-62C8-43D5-A5F2-46C0AD7D5671}"/>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bg1">
              <a:lumMod val="95000"/>
            </a:scheme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5852213" y="1142171"/>
            <a:ext cx="5768088" cy="895483"/>
          </a:xfrm>
        </p:spPr>
        <p:txBody>
          <a:bodyPr/>
          <a:lstStyle>
            <a:lvl1pPr>
              <a:defRPr/>
            </a:lvl1pPr>
          </a:lstStyle>
          <a:p>
            <a:r>
              <a:rPr lang="nl-NL"/>
              <a:t>Plaats hier een titel</a:t>
            </a:r>
            <a:br>
              <a:rPr lang="nl-NL"/>
            </a:br>
            <a:r>
              <a:rPr lang="nl-NL"/>
              <a:t>max. 2 regels</a:t>
            </a:r>
          </a:p>
        </p:txBody>
      </p:sp>
      <p:pic>
        <p:nvPicPr>
          <p:cNvPr id="7" name="Afbeelding" descr="Afbeelding">
            <a:extLst>
              <a:ext uri="{FF2B5EF4-FFF2-40B4-BE49-F238E27FC236}">
                <a16:creationId xmlns:a16="http://schemas.microsoft.com/office/drawing/2014/main" id="{2C572579-0014-4DC0-85C5-4C6B44A7A0A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202223" y="2156764"/>
            <a:ext cx="2489244" cy="822025"/>
          </a:xfrm>
          <a:prstGeom prst="rect">
            <a:avLst/>
          </a:prstGeom>
          <a:ln w="12700">
            <a:miter lim="400000"/>
          </a:ln>
        </p:spPr>
      </p:pic>
      <p:cxnSp>
        <p:nvCxnSpPr>
          <p:cNvPr id="12" name="Rechte verbindingslijn 11">
            <a:extLst>
              <a:ext uri="{FF2B5EF4-FFF2-40B4-BE49-F238E27FC236}">
                <a16:creationId xmlns:a16="http://schemas.microsoft.com/office/drawing/2014/main" id="{DDA9C18D-CAC3-4D76-8FF2-1BD4A1A1E1D7}"/>
              </a:ext>
            </a:extLst>
          </p:cNvPr>
          <p:cNvCxnSpPr>
            <a:cxnSpLocks/>
          </p:cNvCxnSpPr>
          <p:nvPr userDrawn="1"/>
        </p:nvCxnSpPr>
        <p:spPr>
          <a:xfrm>
            <a:off x="5143779"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3" name="Tijdelijke aanduiding voor verticale tekst 2">
            <a:extLst>
              <a:ext uri="{FF2B5EF4-FFF2-40B4-BE49-F238E27FC236}">
                <a16:creationId xmlns:a16="http://schemas.microsoft.com/office/drawing/2014/main" id="{BE1F228E-83A2-4CA0-95D9-7EC742C14C6D}"/>
              </a:ext>
            </a:extLst>
          </p:cNvPr>
          <p:cNvSpPr>
            <a:spLocks noGrp="1"/>
          </p:cNvSpPr>
          <p:nvPr>
            <p:ph type="body" orient="vert" idx="1" hasCustomPrompt="1"/>
          </p:nvPr>
        </p:nvSpPr>
        <p:spPr>
          <a:xfrm>
            <a:off x="5852213" y="2186692"/>
            <a:ext cx="5768080" cy="3773841"/>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4" name="Tijdelijke aanduiding voor verticale tekst 2">
            <a:extLst>
              <a:ext uri="{FF2B5EF4-FFF2-40B4-BE49-F238E27FC236}">
                <a16:creationId xmlns:a16="http://schemas.microsoft.com/office/drawing/2014/main" id="{51815690-6EF4-408A-9E19-D59003942DD3}"/>
              </a:ext>
            </a:extLst>
          </p:cNvPr>
          <p:cNvSpPr>
            <a:spLocks noGrp="1"/>
          </p:cNvSpPr>
          <p:nvPr>
            <p:ph type="body" orient="vert" idx="10" hasCustomPrompt="1"/>
          </p:nvPr>
        </p:nvSpPr>
        <p:spPr>
          <a:xfrm>
            <a:off x="1280142" y="3293606"/>
            <a:ext cx="3271079" cy="2666928"/>
          </a:xfrm>
        </p:spPr>
        <p:txBody>
          <a:bodyPr vert="horz" lIns="0" tIns="0" rIns="0" bIns="0"/>
          <a:lstStyle>
            <a:lvl1pPr marL="0" indent="0">
              <a:buNone/>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Klik hier om een tekst te plaatsen.</a:t>
            </a:r>
          </a:p>
        </p:txBody>
      </p:sp>
    </p:spTree>
    <p:extLst>
      <p:ext uri="{BB962C8B-B14F-4D97-AF65-F5344CB8AC3E}">
        <p14:creationId xmlns:p14="http://schemas.microsoft.com/office/powerpoint/2010/main" val="89921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ogo en Tekst #2">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0DAEC88-62C8-43D5-A5F2-46C0AD7D5671}"/>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accent1"/>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5852213" y="1142171"/>
            <a:ext cx="5768088" cy="895483"/>
          </a:xfrm>
        </p:spPr>
        <p:txBody>
          <a:bodyPr/>
          <a:lstStyle>
            <a:lvl1pPr>
              <a:defRPr>
                <a:solidFill>
                  <a:schemeClr val="bg1"/>
                </a:solidFill>
              </a:defRPr>
            </a:lvl1pPr>
          </a:lstStyle>
          <a:p>
            <a:r>
              <a:rPr lang="nl-NL"/>
              <a:t>Plaats hier een titel</a:t>
            </a:r>
            <a:br>
              <a:rPr lang="nl-NL"/>
            </a:br>
            <a:r>
              <a:rPr lang="nl-NL"/>
              <a:t>max. 2 regels</a:t>
            </a:r>
          </a:p>
        </p:txBody>
      </p:sp>
      <p:pic>
        <p:nvPicPr>
          <p:cNvPr id="7" name="Afbeelding" descr="Afbeelding">
            <a:extLst>
              <a:ext uri="{FF2B5EF4-FFF2-40B4-BE49-F238E27FC236}">
                <a16:creationId xmlns:a16="http://schemas.microsoft.com/office/drawing/2014/main" id="{2C572579-0014-4DC0-85C5-4C6B44A7A0AD}"/>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69000" contrast="100000"/>
                    </a14:imgEffect>
                  </a14:imgLayer>
                </a14:imgProps>
              </a:ext>
              <a:ext uri="{28A0092B-C50C-407E-A947-70E740481C1C}">
                <a14:useLocalDpi xmlns:a14="http://schemas.microsoft.com/office/drawing/2010/main"/>
              </a:ext>
            </a:extLst>
          </a:blip>
          <a:stretch>
            <a:fillRect/>
          </a:stretch>
        </p:blipFill>
        <p:spPr>
          <a:xfrm>
            <a:off x="1202223" y="2156764"/>
            <a:ext cx="2489244" cy="822025"/>
          </a:xfrm>
          <a:prstGeom prst="rect">
            <a:avLst/>
          </a:prstGeom>
          <a:ln w="12700">
            <a:miter lim="400000"/>
          </a:ln>
        </p:spPr>
      </p:pic>
      <p:cxnSp>
        <p:nvCxnSpPr>
          <p:cNvPr id="12" name="Rechte verbindingslijn 11">
            <a:extLst>
              <a:ext uri="{FF2B5EF4-FFF2-40B4-BE49-F238E27FC236}">
                <a16:creationId xmlns:a16="http://schemas.microsoft.com/office/drawing/2014/main" id="{DDA9C18D-CAC3-4D76-8FF2-1BD4A1A1E1D7}"/>
              </a:ext>
            </a:extLst>
          </p:cNvPr>
          <p:cNvCxnSpPr>
            <a:cxnSpLocks/>
          </p:cNvCxnSpPr>
          <p:nvPr userDrawn="1"/>
        </p:nvCxnSpPr>
        <p:spPr>
          <a:xfrm>
            <a:off x="5143779" y="897467"/>
            <a:ext cx="0" cy="506306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jdelijke aanduiding voor verticale tekst 2">
            <a:extLst>
              <a:ext uri="{FF2B5EF4-FFF2-40B4-BE49-F238E27FC236}">
                <a16:creationId xmlns:a16="http://schemas.microsoft.com/office/drawing/2014/main" id="{BE1F228E-83A2-4CA0-95D9-7EC742C14C6D}"/>
              </a:ext>
            </a:extLst>
          </p:cNvPr>
          <p:cNvSpPr>
            <a:spLocks noGrp="1"/>
          </p:cNvSpPr>
          <p:nvPr>
            <p:ph type="body" orient="vert" idx="1" hasCustomPrompt="1"/>
          </p:nvPr>
        </p:nvSpPr>
        <p:spPr>
          <a:xfrm>
            <a:off x="5852213" y="2186692"/>
            <a:ext cx="5768080" cy="3773841"/>
          </a:xfrm>
        </p:spPr>
        <p:txBody>
          <a:bodyPr vert="horz" lIns="0" tIns="0" rIns="0" bIns="0"/>
          <a:lstStyle>
            <a:lvl1pPr>
              <a:buClr>
                <a:schemeClr val="accent3"/>
              </a:buCl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defRPr>
                <a:solidFill>
                  <a:schemeClr val="bg1"/>
                </a:solidFill>
              </a:defRPr>
            </a:lvl8pPr>
            <a:lvl9pPr>
              <a:defRPr>
                <a:solidFill>
                  <a:schemeClr val="bg1"/>
                </a:solidFill>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4" name="Tijdelijke aanduiding voor verticale tekst 2">
            <a:extLst>
              <a:ext uri="{FF2B5EF4-FFF2-40B4-BE49-F238E27FC236}">
                <a16:creationId xmlns:a16="http://schemas.microsoft.com/office/drawing/2014/main" id="{51815690-6EF4-408A-9E19-D59003942DD3}"/>
              </a:ext>
            </a:extLst>
          </p:cNvPr>
          <p:cNvSpPr>
            <a:spLocks noGrp="1"/>
          </p:cNvSpPr>
          <p:nvPr>
            <p:ph type="body" orient="vert" idx="10" hasCustomPrompt="1"/>
          </p:nvPr>
        </p:nvSpPr>
        <p:spPr>
          <a:xfrm>
            <a:off x="1280142" y="3293606"/>
            <a:ext cx="3271079" cy="2666928"/>
          </a:xfrm>
        </p:spPr>
        <p:txBody>
          <a:bodyPr vert="horz" lIns="0" tIns="0" rIns="0" bIns="0"/>
          <a:lstStyle>
            <a:lvl1pPr marL="0" indent="0">
              <a:buNone/>
              <a:defRPr>
                <a:solidFill>
                  <a:schemeClr val="bg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Klik hier om een tekst te plaatsen.</a:t>
            </a:r>
          </a:p>
        </p:txBody>
      </p:sp>
    </p:spTree>
    <p:extLst>
      <p:ext uri="{BB962C8B-B14F-4D97-AF65-F5344CB8AC3E}">
        <p14:creationId xmlns:p14="http://schemas.microsoft.com/office/powerpoint/2010/main" val="223434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ogo en Tekst #3">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B0DAEC88-62C8-43D5-A5F2-46C0AD7D5671}"/>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bg1">
              <a:lumMod val="95000"/>
            </a:scheme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10816" y="1142171"/>
            <a:ext cx="5768088" cy="895483"/>
          </a:xfrm>
        </p:spPr>
        <p:txBody>
          <a:bodyPr/>
          <a:lstStyle>
            <a:lvl1pPr>
              <a:defRPr/>
            </a:lvl1pPr>
          </a:lstStyle>
          <a:p>
            <a:r>
              <a:rPr lang="nl-NL"/>
              <a:t>Plaats hier een titel</a:t>
            </a:r>
            <a:br>
              <a:rPr lang="nl-NL"/>
            </a:br>
            <a:r>
              <a:rPr lang="nl-NL"/>
              <a:t>max. 2 regels</a:t>
            </a:r>
          </a:p>
        </p:txBody>
      </p:sp>
      <p:pic>
        <p:nvPicPr>
          <p:cNvPr id="7" name="Afbeelding" descr="Afbeelding">
            <a:extLst>
              <a:ext uri="{FF2B5EF4-FFF2-40B4-BE49-F238E27FC236}">
                <a16:creationId xmlns:a16="http://schemas.microsoft.com/office/drawing/2014/main" id="{2C572579-0014-4DC0-85C5-4C6B44A7A0A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920594" y="2156764"/>
            <a:ext cx="2489244" cy="822025"/>
          </a:xfrm>
          <a:prstGeom prst="rect">
            <a:avLst/>
          </a:prstGeom>
          <a:ln w="12700">
            <a:miter lim="400000"/>
          </a:ln>
        </p:spPr>
      </p:pic>
      <p:cxnSp>
        <p:nvCxnSpPr>
          <p:cNvPr id="12" name="Rechte verbindingslijn 11">
            <a:extLst>
              <a:ext uri="{FF2B5EF4-FFF2-40B4-BE49-F238E27FC236}">
                <a16:creationId xmlns:a16="http://schemas.microsoft.com/office/drawing/2014/main" id="{DDA9C18D-CAC3-4D76-8FF2-1BD4A1A1E1D7}"/>
              </a:ext>
            </a:extLst>
          </p:cNvPr>
          <p:cNvCxnSpPr>
            <a:cxnSpLocks/>
          </p:cNvCxnSpPr>
          <p:nvPr userDrawn="1"/>
        </p:nvCxnSpPr>
        <p:spPr>
          <a:xfrm>
            <a:off x="7290079"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3" name="Tijdelijke aanduiding voor verticale tekst 2">
            <a:extLst>
              <a:ext uri="{FF2B5EF4-FFF2-40B4-BE49-F238E27FC236}">
                <a16:creationId xmlns:a16="http://schemas.microsoft.com/office/drawing/2014/main" id="{BE1F228E-83A2-4CA0-95D9-7EC742C14C6D}"/>
              </a:ext>
            </a:extLst>
          </p:cNvPr>
          <p:cNvSpPr>
            <a:spLocks noGrp="1"/>
          </p:cNvSpPr>
          <p:nvPr>
            <p:ph type="body" orient="vert" idx="1" hasCustomPrompt="1"/>
          </p:nvPr>
        </p:nvSpPr>
        <p:spPr>
          <a:xfrm>
            <a:off x="810816" y="2186692"/>
            <a:ext cx="5768080" cy="3773841"/>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4" name="Tijdelijke aanduiding voor verticale tekst 2">
            <a:extLst>
              <a:ext uri="{FF2B5EF4-FFF2-40B4-BE49-F238E27FC236}">
                <a16:creationId xmlns:a16="http://schemas.microsoft.com/office/drawing/2014/main" id="{51815690-6EF4-408A-9E19-D59003942DD3}"/>
              </a:ext>
            </a:extLst>
          </p:cNvPr>
          <p:cNvSpPr>
            <a:spLocks noGrp="1"/>
          </p:cNvSpPr>
          <p:nvPr>
            <p:ph type="body" orient="vert" idx="10" hasCustomPrompt="1"/>
          </p:nvPr>
        </p:nvSpPr>
        <p:spPr>
          <a:xfrm>
            <a:off x="7998513" y="3293606"/>
            <a:ext cx="3271079" cy="2666928"/>
          </a:xfrm>
        </p:spPr>
        <p:txBody>
          <a:bodyPr vert="horz" lIns="0" tIns="0" rIns="0" bIns="0"/>
          <a:lstStyle>
            <a:lvl1pPr marL="0" indent="0">
              <a:buNone/>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Klik hier om een tekst te plaatsen.</a:t>
            </a:r>
          </a:p>
        </p:txBody>
      </p:sp>
    </p:spTree>
    <p:extLst>
      <p:ext uri="{BB962C8B-B14F-4D97-AF65-F5344CB8AC3E}">
        <p14:creationId xmlns:p14="http://schemas.microsoft.com/office/powerpoint/2010/main" val="380325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Leeg en Tekst">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642523" y="2167854"/>
            <a:ext cx="3981201" cy="895483"/>
          </a:xfrm>
        </p:spPr>
        <p:txBody>
          <a:bodyPr/>
          <a:lstStyle>
            <a:lvl1pPr>
              <a:defRPr/>
            </a:lvl1pPr>
          </a:lstStyle>
          <a:p>
            <a:r>
              <a:rPr lang="nl-NL"/>
              <a:t>Plaats hier een titel</a:t>
            </a:r>
            <a:br>
              <a:rPr lang="nl-NL"/>
            </a:br>
            <a:r>
              <a:rPr lang="nl-NL"/>
              <a:t>max. 2 regels</a:t>
            </a:r>
          </a:p>
        </p:txBody>
      </p:sp>
      <p:cxnSp>
        <p:nvCxnSpPr>
          <p:cNvPr id="10" name="Rechte verbindingslijn 9">
            <a:extLst>
              <a:ext uri="{FF2B5EF4-FFF2-40B4-BE49-F238E27FC236}">
                <a16:creationId xmlns:a16="http://schemas.microsoft.com/office/drawing/2014/main" id="{E8854872-3CE7-41DB-B613-807CF26CA2E7}"/>
              </a:ext>
            </a:extLst>
          </p:cNvPr>
          <p:cNvCxnSpPr>
            <a:cxnSpLocks/>
          </p:cNvCxnSpPr>
          <p:nvPr userDrawn="1"/>
        </p:nvCxnSpPr>
        <p:spPr>
          <a:xfrm>
            <a:off x="7096403"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7642523" y="3264526"/>
            <a:ext cx="3981195" cy="1097297"/>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Tree>
    <p:extLst>
      <p:ext uri="{BB962C8B-B14F-4D97-AF65-F5344CB8AC3E}">
        <p14:creationId xmlns:p14="http://schemas.microsoft.com/office/powerpoint/2010/main" val="77614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Leeg en Tekst #4">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642523" y="2167854"/>
            <a:ext cx="3981201" cy="895483"/>
          </a:xfrm>
        </p:spPr>
        <p:txBody>
          <a:bodyPr/>
          <a:lstStyle>
            <a:lvl1pPr>
              <a:defRPr/>
            </a:lvl1pPr>
          </a:lstStyle>
          <a:p>
            <a:r>
              <a:rPr lang="nl-NL"/>
              <a:t>Plaats hier een titel</a:t>
            </a:r>
            <a:br>
              <a:rPr lang="nl-NL"/>
            </a:br>
            <a:r>
              <a:rPr lang="nl-NL"/>
              <a:t>max. 2 regels</a:t>
            </a:r>
          </a:p>
        </p:txBody>
      </p: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7642523" y="3264526"/>
            <a:ext cx="3981195" cy="1097297"/>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
        <p:nvSpPr>
          <p:cNvPr id="6" name="Graphic 31">
            <a:extLst>
              <a:ext uri="{FF2B5EF4-FFF2-40B4-BE49-F238E27FC236}">
                <a16:creationId xmlns:a16="http://schemas.microsoft.com/office/drawing/2014/main" id="{0FCFF012-86BF-453E-8E25-107BA431D653}"/>
              </a:ext>
            </a:extLst>
          </p:cNvPr>
          <p:cNvSpPr>
            <a:spLocks noChangeAspect="1"/>
          </p:cNvSpPr>
          <p:nvPr userDrawn="1"/>
        </p:nvSpPr>
        <p:spPr>
          <a:xfrm flipH="1" flipV="1">
            <a:off x="1527711" y="-1"/>
            <a:ext cx="556869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7" name="Graphic 34">
            <a:extLst>
              <a:ext uri="{FF2B5EF4-FFF2-40B4-BE49-F238E27FC236}">
                <a16:creationId xmlns:a16="http://schemas.microsoft.com/office/drawing/2014/main" id="{1757A37A-C00F-4F99-9EED-5825EDFFCFFD}"/>
              </a:ext>
            </a:extLst>
          </p:cNvPr>
          <p:cNvSpPr>
            <a:spLocks noChangeAspect="1"/>
          </p:cNvSpPr>
          <p:nvPr userDrawn="1"/>
        </p:nvSpPr>
        <p:spPr>
          <a:xfrm flipH="1" flipV="1">
            <a:off x="4939233" y="1"/>
            <a:ext cx="2267100"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8" name="Graphic 31">
            <a:extLst>
              <a:ext uri="{FF2B5EF4-FFF2-40B4-BE49-F238E27FC236}">
                <a16:creationId xmlns:a16="http://schemas.microsoft.com/office/drawing/2014/main" id="{A7606077-A3EF-4A86-8BC7-EB75B73C49E5}"/>
              </a:ext>
            </a:extLst>
          </p:cNvPr>
          <p:cNvSpPr>
            <a:spLocks noChangeAspect="1"/>
          </p:cNvSpPr>
          <p:nvPr userDrawn="1"/>
        </p:nvSpPr>
        <p:spPr>
          <a:xfrm flipH="1" flipV="1">
            <a:off x="0" y="-1"/>
            <a:ext cx="556869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Tree>
    <p:extLst>
      <p:ext uri="{BB962C8B-B14F-4D97-AF65-F5344CB8AC3E}">
        <p14:creationId xmlns:p14="http://schemas.microsoft.com/office/powerpoint/2010/main" val="158176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Leeg en Tekst #2">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286" y="2167854"/>
            <a:ext cx="3981201" cy="895483"/>
          </a:xfrm>
        </p:spPr>
        <p:txBody>
          <a:bodyPr/>
          <a:lstStyle>
            <a:lvl1pPr>
              <a:defRPr/>
            </a:lvl1pPr>
          </a:lstStyle>
          <a:p>
            <a:r>
              <a:rPr lang="nl-NL"/>
              <a:t>Plaats hier een titel</a:t>
            </a:r>
            <a:br>
              <a:rPr lang="nl-NL"/>
            </a:br>
            <a:r>
              <a:rPr lang="nl-NL"/>
              <a:t>max. 2 regels</a:t>
            </a:r>
          </a:p>
        </p:txBody>
      </p:sp>
      <p:cxnSp>
        <p:nvCxnSpPr>
          <p:cNvPr id="10" name="Rechte verbindingslijn 9">
            <a:extLst>
              <a:ext uri="{FF2B5EF4-FFF2-40B4-BE49-F238E27FC236}">
                <a16:creationId xmlns:a16="http://schemas.microsoft.com/office/drawing/2014/main" id="{E8854872-3CE7-41DB-B613-807CF26CA2E7}"/>
              </a:ext>
            </a:extLst>
          </p:cNvPr>
          <p:cNvCxnSpPr>
            <a:cxnSpLocks/>
          </p:cNvCxnSpPr>
          <p:nvPr userDrawn="1"/>
        </p:nvCxnSpPr>
        <p:spPr>
          <a:xfrm>
            <a:off x="5460108" y="897467"/>
            <a:ext cx="0" cy="5063066"/>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801286" y="3264526"/>
            <a:ext cx="3981195" cy="1097297"/>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Tree>
    <p:extLst>
      <p:ext uri="{BB962C8B-B14F-4D97-AF65-F5344CB8AC3E}">
        <p14:creationId xmlns:p14="http://schemas.microsoft.com/office/powerpoint/2010/main" val="59790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Leeg en Tekst #3">
    <p:spTree>
      <p:nvGrpSpPr>
        <p:cNvPr id="1" name=""/>
        <p:cNvGrpSpPr/>
        <p:nvPr/>
      </p:nvGrpSpPr>
      <p:grpSpPr>
        <a:xfrm>
          <a:off x="0" y="0"/>
          <a:ext cx="0" cy="0"/>
          <a:chOff x="0" y="0"/>
          <a:chExt cx="0" cy="0"/>
        </a:xfrm>
      </p:grpSpPr>
      <p:grpSp>
        <p:nvGrpSpPr>
          <p:cNvPr id="2" name="Groep 1">
            <a:extLst>
              <a:ext uri="{FF2B5EF4-FFF2-40B4-BE49-F238E27FC236}">
                <a16:creationId xmlns:a16="http://schemas.microsoft.com/office/drawing/2014/main" id="{88DA954E-E3C7-41A7-B8FC-F1D939E5AE26}"/>
              </a:ext>
            </a:extLst>
          </p:cNvPr>
          <p:cNvGrpSpPr/>
          <p:nvPr userDrawn="1"/>
        </p:nvGrpSpPr>
        <p:grpSpPr>
          <a:xfrm flipH="1">
            <a:off x="5861447" y="-1"/>
            <a:ext cx="6331835" cy="6858297"/>
            <a:chOff x="-3" y="-1"/>
            <a:chExt cx="6331835" cy="6858297"/>
          </a:xfrm>
        </p:grpSpPr>
        <p:sp>
          <p:nvSpPr>
            <p:cNvPr id="6" name="Graphic 31">
              <a:extLst>
                <a:ext uri="{FF2B5EF4-FFF2-40B4-BE49-F238E27FC236}">
                  <a16:creationId xmlns:a16="http://schemas.microsoft.com/office/drawing/2014/main" id="{F91C5304-AB37-48FA-85AB-54815310F455}"/>
                </a:ext>
              </a:extLst>
            </p:cNvPr>
            <p:cNvSpPr>
              <a:spLocks noChangeAspect="1"/>
            </p:cNvSpPr>
            <p:nvPr userDrawn="1"/>
          </p:nvSpPr>
          <p:spPr>
            <a:xfrm flipH="1" flipV="1">
              <a:off x="-3" y="-1"/>
              <a:ext cx="6227808"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7" name="Graphic 34">
              <a:extLst>
                <a:ext uri="{FF2B5EF4-FFF2-40B4-BE49-F238E27FC236}">
                  <a16:creationId xmlns:a16="http://schemas.microsoft.com/office/drawing/2014/main" id="{B4AF1AEE-2F17-4372-BA8D-AFDF6E9D197C}"/>
                </a:ext>
              </a:extLst>
            </p:cNvPr>
            <p:cNvSpPr>
              <a:spLocks noChangeAspect="1"/>
            </p:cNvSpPr>
            <p:nvPr userDrawn="1"/>
          </p:nvSpPr>
          <p:spPr>
            <a:xfrm flipH="1" flipV="1">
              <a:off x="3822568" y="1"/>
              <a:ext cx="2509264"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gr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642523" y="2167854"/>
            <a:ext cx="3981201" cy="895483"/>
          </a:xfrm>
        </p:spPr>
        <p:txBody>
          <a:bodyPr/>
          <a:lstStyle>
            <a:lvl1pPr>
              <a:defRPr>
                <a:solidFill>
                  <a:schemeClr val="bg1"/>
                </a:solidFill>
              </a:defRPr>
            </a:lvl1pPr>
          </a:lstStyle>
          <a:p>
            <a:r>
              <a:rPr lang="nl-NL"/>
              <a:t>Plaats hier een titel</a:t>
            </a:r>
            <a:br>
              <a:rPr lang="nl-NL"/>
            </a:br>
            <a:r>
              <a:rPr lang="nl-NL"/>
              <a:t>max. 2 regels</a:t>
            </a:r>
          </a:p>
        </p:txBody>
      </p: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7642523" y="3264526"/>
            <a:ext cx="3981195" cy="1097297"/>
          </a:xfrm>
        </p:spPr>
        <p:txBody>
          <a:bodyPr vert="horz" lIns="0" tIns="0" rIns="0" bIns="0"/>
          <a:lstStyle>
            <a:lvl1pPr marL="0" indent="0">
              <a:spcAft>
                <a:spcPts val="0"/>
              </a:spcAft>
              <a:buNone/>
              <a:defRPr sz="1400" b="0">
                <a:solidFill>
                  <a:schemeClr val="bg1"/>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Subtitel</a:t>
            </a:r>
          </a:p>
        </p:txBody>
      </p:sp>
    </p:spTree>
    <p:extLst>
      <p:ext uri="{BB962C8B-B14F-4D97-AF65-F5344CB8AC3E}">
        <p14:creationId xmlns:p14="http://schemas.microsoft.com/office/powerpoint/2010/main" val="4279476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ijfers">
    <p:spTree>
      <p:nvGrpSpPr>
        <p:cNvPr id="1" name=""/>
        <p:cNvGrpSpPr/>
        <p:nvPr/>
      </p:nvGrpSpPr>
      <p:grpSpPr>
        <a:xfrm>
          <a:off x="0" y="0"/>
          <a:ext cx="0" cy="0"/>
          <a:chOff x="0" y="0"/>
          <a:chExt cx="0" cy="0"/>
        </a:xfrm>
      </p:grpSpPr>
      <p:sp>
        <p:nvSpPr>
          <p:cNvPr id="191" name="Tijdelijke aanduiding voor verticale tekst 2">
            <a:extLst>
              <a:ext uri="{FF2B5EF4-FFF2-40B4-BE49-F238E27FC236}">
                <a16:creationId xmlns:a16="http://schemas.microsoft.com/office/drawing/2014/main" id="{EF63A5CF-1E26-46E5-9F0F-85B524BDF242}"/>
              </a:ext>
            </a:extLst>
          </p:cNvPr>
          <p:cNvSpPr>
            <a:spLocks noGrp="1"/>
          </p:cNvSpPr>
          <p:nvPr>
            <p:ph type="body" orient="vert" idx="36" hasCustomPrompt="1"/>
          </p:nvPr>
        </p:nvSpPr>
        <p:spPr>
          <a:xfrm>
            <a:off x="9419081" y="1330463"/>
            <a:ext cx="2348518" cy="268469"/>
          </a:xfrm>
        </p:spPr>
        <p:txBody>
          <a:bodyPr vert="horz" lIns="0" tIns="0" rIns="0" bIns="0"/>
          <a:lstStyle>
            <a:lvl1pPr marL="0" indent="0">
              <a:buNone/>
              <a:defRPr sz="1800" b="1">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69" name="Tijdelijke aanduiding voor verticale tekst 2">
            <a:extLst>
              <a:ext uri="{FF2B5EF4-FFF2-40B4-BE49-F238E27FC236}">
                <a16:creationId xmlns:a16="http://schemas.microsoft.com/office/drawing/2014/main" id="{EDA5F084-205A-4C14-9C53-A8FF92E2EC4C}"/>
              </a:ext>
            </a:extLst>
          </p:cNvPr>
          <p:cNvSpPr>
            <a:spLocks noGrp="1"/>
          </p:cNvSpPr>
          <p:nvPr>
            <p:ph type="body" orient="vert" idx="16" hasCustomPrompt="1"/>
          </p:nvPr>
        </p:nvSpPr>
        <p:spPr>
          <a:xfrm>
            <a:off x="3978354" y="1655341"/>
            <a:ext cx="2348518" cy="3277820"/>
          </a:xfrm>
        </p:spPr>
        <p:txBody>
          <a:bodyPr vert="horz" lIns="0" tIns="0" rIns="0" bIns="0"/>
          <a:lstStyle>
            <a:lvl1pPr marL="0" indent="0">
              <a:spcAft>
                <a:spcPts val="300"/>
              </a:spcAft>
              <a:buNone/>
              <a:defRPr sz="1050"/>
            </a:lvl1pPr>
            <a:lvl2pPr marL="177800" indent="-177800">
              <a:spcAft>
                <a:spcPts val="300"/>
              </a:spcAft>
              <a:buClr>
                <a:schemeClr val="tx2"/>
              </a:buClr>
              <a:buFont typeface="Segoe UI" panose="020B0502040204020203" pitchFamily="34" charset="0"/>
              <a:buChar char="+"/>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accent1"/>
                </a:solidFill>
              </a:defRPr>
            </a:lvl4pPr>
            <a:lvl5pPr>
              <a:defRPr sz="1050"/>
            </a:lvl5pPr>
            <a:lvl6pPr>
              <a:defRPr sz="1050"/>
            </a:lvl6pPr>
            <a:lvl7pPr>
              <a:defRPr sz="1050"/>
            </a:lvl7pPr>
            <a:lvl8pPr>
              <a:defRPr sz="1100"/>
            </a:lvl8pPr>
            <a:lvl9pPr>
              <a:defRPr sz="1200"/>
            </a:lvl9pPr>
          </a:lstStyle>
          <a:p>
            <a:pPr lvl="0"/>
            <a:r>
              <a:rPr lang="nl-NL"/>
              <a:t>Klik hier om tekst te plaatsen.</a:t>
            </a:r>
          </a:p>
          <a:p>
            <a:pPr lvl="1"/>
            <a:r>
              <a:rPr lang="nl-NL"/>
              <a:t>Plaats hier informatie</a:t>
            </a:r>
          </a:p>
          <a:p>
            <a:pPr lvl="2"/>
            <a:r>
              <a:rPr lang="nl-NL"/>
              <a:t>Plaats hier informatie</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64" name="Graphic 34">
            <a:extLst>
              <a:ext uri="{FF2B5EF4-FFF2-40B4-BE49-F238E27FC236}">
                <a16:creationId xmlns:a16="http://schemas.microsoft.com/office/drawing/2014/main" id="{B29C37AD-C914-4655-89A7-933B40A8B2A6}"/>
              </a:ext>
            </a:extLst>
          </p:cNvPr>
          <p:cNvSpPr>
            <a:spLocks noChangeAspect="1"/>
          </p:cNvSpPr>
          <p:nvPr userDrawn="1"/>
        </p:nvSpPr>
        <p:spPr>
          <a:xfrm flipH="1" flipV="1">
            <a:off x="1205843" y="1"/>
            <a:ext cx="2509264"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65" name="Graphic 31">
            <a:extLst>
              <a:ext uri="{FF2B5EF4-FFF2-40B4-BE49-F238E27FC236}">
                <a16:creationId xmlns:a16="http://schemas.microsoft.com/office/drawing/2014/main" id="{DD12BAB7-881A-44E1-880D-864FDABC3767}"/>
              </a:ext>
            </a:extLst>
          </p:cNvPr>
          <p:cNvSpPr>
            <a:spLocks noChangeAspect="1"/>
          </p:cNvSpPr>
          <p:nvPr userDrawn="1"/>
        </p:nvSpPr>
        <p:spPr>
          <a:xfrm flipH="1" flipV="1">
            <a:off x="-4" y="-6"/>
            <a:ext cx="3047886"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368996" y="353896"/>
            <a:ext cx="1770815" cy="499257"/>
          </a:xfrm>
        </p:spPr>
        <p:txBody>
          <a:bodyPr/>
          <a:lstStyle>
            <a:lvl1pPr>
              <a:defRPr b="1">
                <a:solidFill>
                  <a:schemeClr val="bg1"/>
                </a:solidFill>
              </a:defRPr>
            </a:lvl1pPr>
          </a:lstStyle>
          <a:p>
            <a:r>
              <a:rPr lang="nl-NL"/>
              <a:t>Plaats hier een titel</a:t>
            </a:r>
          </a:p>
        </p:txBody>
      </p:sp>
      <p:sp>
        <p:nvSpPr>
          <p:cNvPr id="179" name="Tijdelijke aanduiding voor verticale tekst 2">
            <a:extLst>
              <a:ext uri="{FF2B5EF4-FFF2-40B4-BE49-F238E27FC236}">
                <a16:creationId xmlns:a16="http://schemas.microsoft.com/office/drawing/2014/main" id="{79DE9FE5-EAAA-4AB7-B342-3624901F9704}"/>
              </a:ext>
            </a:extLst>
          </p:cNvPr>
          <p:cNvSpPr>
            <a:spLocks noGrp="1"/>
          </p:cNvSpPr>
          <p:nvPr>
            <p:ph type="body" orient="vert" idx="1" hasCustomPrompt="1"/>
          </p:nvPr>
        </p:nvSpPr>
        <p:spPr>
          <a:xfrm>
            <a:off x="394092" y="1079812"/>
            <a:ext cx="1770815" cy="2102917"/>
          </a:xfrm>
        </p:spPr>
        <p:txBody>
          <a:bodyPr vert="horz" lIns="0" tIns="0" rIns="0" bIns="0"/>
          <a:lstStyle>
            <a:lvl1pPr marL="0" indent="0">
              <a:buNone/>
              <a:defRPr>
                <a:solidFill>
                  <a:schemeClr val="bg1"/>
                </a:solidFill>
              </a:defRPr>
            </a:lvl1pPr>
            <a:lvl2pPr marL="260350" indent="0">
              <a:buNone/>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tekst te plaatsen.</a:t>
            </a:r>
          </a:p>
        </p:txBody>
      </p:sp>
      <p:cxnSp>
        <p:nvCxnSpPr>
          <p:cNvPr id="174" name="Rechte verbindingslijn 173">
            <a:extLst>
              <a:ext uri="{FF2B5EF4-FFF2-40B4-BE49-F238E27FC236}">
                <a16:creationId xmlns:a16="http://schemas.microsoft.com/office/drawing/2014/main" id="{F969B738-417F-4997-AFA7-5D35895EA8CE}"/>
              </a:ext>
            </a:extLst>
          </p:cNvPr>
          <p:cNvCxnSpPr>
            <a:cxnSpLocks/>
          </p:cNvCxnSpPr>
          <p:nvPr userDrawn="1"/>
        </p:nvCxnSpPr>
        <p:spPr>
          <a:xfrm>
            <a:off x="6540117" y="1301101"/>
            <a:ext cx="0" cy="4197491"/>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cxnSp>
        <p:nvCxnSpPr>
          <p:cNvPr id="175" name="Rechte verbindingslijn 174">
            <a:extLst>
              <a:ext uri="{FF2B5EF4-FFF2-40B4-BE49-F238E27FC236}">
                <a16:creationId xmlns:a16="http://schemas.microsoft.com/office/drawing/2014/main" id="{A983D523-648A-4DDF-91C2-3B6BECAF4C87}"/>
              </a:ext>
            </a:extLst>
          </p:cNvPr>
          <p:cNvCxnSpPr>
            <a:cxnSpLocks/>
          </p:cNvCxnSpPr>
          <p:nvPr userDrawn="1"/>
        </p:nvCxnSpPr>
        <p:spPr>
          <a:xfrm>
            <a:off x="9258178" y="1301101"/>
            <a:ext cx="0" cy="4197491"/>
          </a:xfrm>
          <a:prstGeom prst="line">
            <a:avLst/>
          </a:prstGeom>
          <a:ln>
            <a:solidFill>
              <a:srgbClr val="5A5A5A"/>
            </a:solidFill>
          </a:ln>
        </p:spPr>
        <p:style>
          <a:lnRef idx="1">
            <a:schemeClr val="accent1"/>
          </a:lnRef>
          <a:fillRef idx="0">
            <a:schemeClr val="accent1"/>
          </a:fillRef>
          <a:effectRef idx="0">
            <a:schemeClr val="accent1"/>
          </a:effectRef>
          <a:fontRef idx="minor">
            <a:schemeClr val="tx1"/>
          </a:fontRef>
        </p:style>
      </p:cxnSp>
      <p:sp>
        <p:nvSpPr>
          <p:cNvPr id="183" name="Tijdelijke aanduiding voor verticale tekst 2">
            <a:extLst>
              <a:ext uri="{FF2B5EF4-FFF2-40B4-BE49-F238E27FC236}">
                <a16:creationId xmlns:a16="http://schemas.microsoft.com/office/drawing/2014/main" id="{DC022C9B-F93D-4C1D-AC45-C04099290174}"/>
              </a:ext>
            </a:extLst>
          </p:cNvPr>
          <p:cNvSpPr>
            <a:spLocks noGrp="1"/>
          </p:cNvSpPr>
          <p:nvPr>
            <p:ph type="body" orient="vert" idx="30" hasCustomPrompt="1"/>
          </p:nvPr>
        </p:nvSpPr>
        <p:spPr>
          <a:xfrm>
            <a:off x="3978355" y="1330463"/>
            <a:ext cx="2348518" cy="268469"/>
          </a:xfrm>
        </p:spPr>
        <p:txBody>
          <a:bodyPr vert="horz" lIns="0" tIns="0" rIns="0" bIns="0"/>
          <a:lstStyle>
            <a:lvl1pPr marL="0" indent="0">
              <a:buNone/>
              <a:defRPr sz="1800" b="1">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86" name="Tijdelijke aanduiding voor verticale tekst 2">
            <a:extLst>
              <a:ext uri="{FF2B5EF4-FFF2-40B4-BE49-F238E27FC236}">
                <a16:creationId xmlns:a16="http://schemas.microsoft.com/office/drawing/2014/main" id="{73A6DFCA-86E5-4D55-A4E3-69B12B2516A7}"/>
              </a:ext>
            </a:extLst>
          </p:cNvPr>
          <p:cNvSpPr>
            <a:spLocks noGrp="1"/>
          </p:cNvSpPr>
          <p:nvPr>
            <p:ph type="body" orient="vert" idx="31" hasCustomPrompt="1"/>
          </p:nvPr>
        </p:nvSpPr>
        <p:spPr>
          <a:xfrm>
            <a:off x="3978354" y="5261207"/>
            <a:ext cx="2348518" cy="248031"/>
          </a:xfrm>
        </p:spPr>
        <p:txBody>
          <a:bodyPr vert="horz" lIns="0" tIns="0" rIns="0" bIns="0"/>
          <a:lstStyle>
            <a:lvl1pPr marL="0" indent="0">
              <a:spcAft>
                <a:spcPts val="300"/>
              </a:spcAft>
              <a:buNone/>
              <a:defRPr sz="2000"/>
            </a:lvl1pPr>
            <a:lvl2pPr marL="0" indent="0">
              <a:spcAft>
                <a:spcPts val="300"/>
              </a:spcAft>
              <a:buClr>
                <a:schemeClr val="tx2"/>
              </a:buClr>
              <a:buFont typeface="Segoe UI" panose="020B0502040204020203" pitchFamily="34" charset="0"/>
              <a:buNone/>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tx2"/>
                </a:solidFill>
              </a:defRPr>
            </a:lvl4pPr>
            <a:lvl5pPr>
              <a:defRPr sz="1050"/>
            </a:lvl5pPr>
            <a:lvl6pPr>
              <a:defRPr sz="1050"/>
            </a:lvl6pPr>
            <a:lvl7pPr>
              <a:defRPr sz="1050"/>
            </a:lvl7pPr>
            <a:lvl8pPr>
              <a:defRPr sz="1100"/>
            </a:lvl8pPr>
            <a:lvl9pPr>
              <a:defRPr sz="1200"/>
            </a:lvl9pPr>
          </a:lstStyle>
          <a:p>
            <a:pPr lvl="0"/>
            <a:r>
              <a:rPr lang="nl-NL"/>
              <a:t>€ 00.000,-</a:t>
            </a:r>
          </a:p>
        </p:txBody>
      </p:sp>
      <p:sp>
        <p:nvSpPr>
          <p:cNvPr id="187" name="Tijdelijke aanduiding voor verticale tekst 2">
            <a:extLst>
              <a:ext uri="{FF2B5EF4-FFF2-40B4-BE49-F238E27FC236}">
                <a16:creationId xmlns:a16="http://schemas.microsoft.com/office/drawing/2014/main" id="{00B64859-AAF2-43C8-9B2F-C51DE38762EB}"/>
              </a:ext>
            </a:extLst>
          </p:cNvPr>
          <p:cNvSpPr>
            <a:spLocks noGrp="1"/>
          </p:cNvSpPr>
          <p:nvPr>
            <p:ph type="body" orient="vert" idx="32" hasCustomPrompt="1"/>
          </p:nvPr>
        </p:nvSpPr>
        <p:spPr>
          <a:xfrm>
            <a:off x="6699505" y="1655341"/>
            <a:ext cx="2348518" cy="3277820"/>
          </a:xfrm>
        </p:spPr>
        <p:txBody>
          <a:bodyPr vert="horz" lIns="0" tIns="0" rIns="0" bIns="0"/>
          <a:lstStyle>
            <a:lvl1pPr marL="0" indent="0">
              <a:spcAft>
                <a:spcPts val="300"/>
              </a:spcAft>
              <a:buNone/>
              <a:defRPr sz="1050"/>
            </a:lvl1pPr>
            <a:lvl2pPr marL="177800" indent="-177800">
              <a:spcAft>
                <a:spcPts val="300"/>
              </a:spcAft>
              <a:buClr>
                <a:schemeClr val="tx2"/>
              </a:buClr>
              <a:buFont typeface="Segoe UI" panose="020B0502040204020203" pitchFamily="34" charset="0"/>
              <a:buChar char="+"/>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accent1"/>
                </a:solidFill>
              </a:defRPr>
            </a:lvl4pPr>
            <a:lvl5pPr>
              <a:defRPr sz="1050"/>
            </a:lvl5pPr>
            <a:lvl6pPr>
              <a:defRPr sz="1050"/>
            </a:lvl6pPr>
            <a:lvl7pPr>
              <a:defRPr sz="1050"/>
            </a:lvl7pPr>
            <a:lvl8pPr>
              <a:defRPr sz="1100"/>
            </a:lvl8pPr>
            <a:lvl9pPr>
              <a:defRPr sz="1200"/>
            </a:lvl9pPr>
          </a:lstStyle>
          <a:p>
            <a:pPr lvl="0"/>
            <a:r>
              <a:rPr lang="nl-NL"/>
              <a:t>Klik hier om tekst te plaatsen.</a:t>
            </a:r>
          </a:p>
          <a:p>
            <a:pPr lvl="1"/>
            <a:r>
              <a:rPr lang="nl-NL"/>
              <a:t>Plaats hier informatie</a:t>
            </a:r>
          </a:p>
          <a:p>
            <a:pPr lvl="2"/>
            <a:r>
              <a:rPr lang="nl-NL"/>
              <a:t>Plaats hier informatie</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8" name="Tijdelijke aanduiding voor verticale tekst 2">
            <a:extLst>
              <a:ext uri="{FF2B5EF4-FFF2-40B4-BE49-F238E27FC236}">
                <a16:creationId xmlns:a16="http://schemas.microsoft.com/office/drawing/2014/main" id="{D91C0394-81A2-4140-8F76-49D574DEEB6E}"/>
              </a:ext>
            </a:extLst>
          </p:cNvPr>
          <p:cNvSpPr>
            <a:spLocks noGrp="1"/>
          </p:cNvSpPr>
          <p:nvPr>
            <p:ph type="body" orient="vert" idx="33" hasCustomPrompt="1"/>
          </p:nvPr>
        </p:nvSpPr>
        <p:spPr>
          <a:xfrm>
            <a:off x="6699506" y="1330463"/>
            <a:ext cx="2348518" cy="268469"/>
          </a:xfrm>
        </p:spPr>
        <p:txBody>
          <a:bodyPr vert="horz" lIns="0" tIns="0" rIns="0" bIns="0"/>
          <a:lstStyle>
            <a:lvl1pPr marL="0" indent="0">
              <a:buNone/>
              <a:defRPr sz="1800" b="1">
                <a:solidFill>
                  <a:schemeClr val="accent1"/>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89" name="Tijdelijke aanduiding voor verticale tekst 2">
            <a:extLst>
              <a:ext uri="{FF2B5EF4-FFF2-40B4-BE49-F238E27FC236}">
                <a16:creationId xmlns:a16="http://schemas.microsoft.com/office/drawing/2014/main" id="{1D4B276D-FA1C-42CF-8EA9-88850AFEE29F}"/>
              </a:ext>
            </a:extLst>
          </p:cNvPr>
          <p:cNvSpPr>
            <a:spLocks noGrp="1"/>
          </p:cNvSpPr>
          <p:nvPr>
            <p:ph type="body" orient="vert" idx="34" hasCustomPrompt="1"/>
          </p:nvPr>
        </p:nvSpPr>
        <p:spPr>
          <a:xfrm>
            <a:off x="6699505" y="5261207"/>
            <a:ext cx="2348518" cy="248031"/>
          </a:xfrm>
        </p:spPr>
        <p:txBody>
          <a:bodyPr vert="horz" lIns="0" tIns="0" rIns="0" bIns="0"/>
          <a:lstStyle>
            <a:lvl1pPr marL="0" indent="0">
              <a:spcAft>
                <a:spcPts val="300"/>
              </a:spcAft>
              <a:buNone/>
              <a:defRPr sz="2000"/>
            </a:lvl1pPr>
            <a:lvl2pPr marL="0" indent="0">
              <a:spcAft>
                <a:spcPts val="300"/>
              </a:spcAft>
              <a:buClr>
                <a:schemeClr val="tx2"/>
              </a:buClr>
              <a:buFont typeface="Segoe UI" panose="020B0502040204020203" pitchFamily="34" charset="0"/>
              <a:buNone/>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tx2"/>
                </a:solidFill>
              </a:defRPr>
            </a:lvl4pPr>
            <a:lvl5pPr>
              <a:defRPr sz="1050"/>
            </a:lvl5pPr>
            <a:lvl6pPr>
              <a:defRPr sz="1050"/>
            </a:lvl6pPr>
            <a:lvl7pPr>
              <a:defRPr sz="1050"/>
            </a:lvl7pPr>
            <a:lvl8pPr>
              <a:defRPr sz="1100"/>
            </a:lvl8pPr>
            <a:lvl9pPr>
              <a:defRPr sz="1200"/>
            </a:lvl9pPr>
          </a:lstStyle>
          <a:p>
            <a:pPr lvl="0"/>
            <a:r>
              <a:rPr lang="nl-NL"/>
              <a:t>€ 00.000,-</a:t>
            </a:r>
          </a:p>
        </p:txBody>
      </p:sp>
      <p:sp>
        <p:nvSpPr>
          <p:cNvPr id="190" name="Tijdelijke aanduiding voor verticale tekst 2">
            <a:extLst>
              <a:ext uri="{FF2B5EF4-FFF2-40B4-BE49-F238E27FC236}">
                <a16:creationId xmlns:a16="http://schemas.microsoft.com/office/drawing/2014/main" id="{8FFCDADF-D733-4D17-A9A5-888AF817A9DD}"/>
              </a:ext>
            </a:extLst>
          </p:cNvPr>
          <p:cNvSpPr>
            <a:spLocks noGrp="1"/>
          </p:cNvSpPr>
          <p:nvPr>
            <p:ph type="body" orient="vert" idx="35" hasCustomPrompt="1"/>
          </p:nvPr>
        </p:nvSpPr>
        <p:spPr>
          <a:xfrm>
            <a:off x="9419080" y="1655341"/>
            <a:ext cx="2348518" cy="3277820"/>
          </a:xfrm>
        </p:spPr>
        <p:txBody>
          <a:bodyPr vert="horz" lIns="0" tIns="0" rIns="0" bIns="0"/>
          <a:lstStyle>
            <a:lvl1pPr marL="0" indent="0">
              <a:spcAft>
                <a:spcPts val="300"/>
              </a:spcAft>
              <a:buNone/>
              <a:defRPr sz="1050"/>
            </a:lvl1pPr>
            <a:lvl2pPr marL="177800" indent="-177800">
              <a:spcAft>
                <a:spcPts val="300"/>
              </a:spcAft>
              <a:buClr>
                <a:schemeClr val="tx2"/>
              </a:buClr>
              <a:buFont typeface="Segoe UI" panose="020B0502040204020203" pitchFamily="34" charset="0"/>
              <a:buChar char="+"/>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accent1"/>
                </a:solidFill>
              </a:defRPr>
            </a:lvl4pPr>
            <a:lvl5pPr>
              <a:defRPr sz="1050"/>
            </a:lvl5pPr>
            <a:lvl6pPr>
              <a:defRPr sz="1050"/>
            </a:lvl6pPr>
            <a:lvl7pPr>
              <a:defRPr sz="1050"/>
            </a:lvl7pPr>
            <a:lvl8pPr>
              <a:defRPr sz="1100"/>
            </a:lvl8pPr>
            <a:lvl9pPr>
              <a:defRPr sz="1200"/>
            </a:lvl9pPr>
          </a:lstStyle>
          <a:p>
            <a:pPr lvl="0"/>
            <a:r>
              <a:rPr lang="nl-NL"/>
              <a:t>Klik hier om tekst te plaatsen.</a:t>
            </a:r>
          </a:p>
          <a:p>
            <a:pPr lvl="1"/>
            <a:r>
              <a:rPr lang="nl-NL"/>
              <a:t>Plaats hier informatie</a:t>
            </a:r>
          </a:p>
          <a:p>
            <a:pPr lvl="2"/>
            <a:r>
              <a:rPr lang="nl-NL"/>
              <a:t>Plaats hier informatie</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92" name="Tijdelijke aanduiding voor verticale tekst 2">
            <a:extLst>
              <a:ext uri="{FF2B5EF4-FFF2-40B4-BE49-F238E27FC236}">
                <a16:creationId xmlns:a16="http://schemas.microsoft.com/office/drawing/2014/main" id="{F5FA5DCC-F941-4ED7-ADA6-664EA89B3B56}"/>
              </a:ext>
            </a:extLst>
          </p:cNvPr>
          <p:cNvSpPr>
            <a:spLocks noGrp="1"/>
          </p:cNvSpPr>
          <p:nvPr>
            <p:ph type="body" orient="vert" idx="37" hasCustomPrompt="1"/>
          </p:nvPr>
        </p:nvSpPr>
        <p:spPr>
          <a:xfrm>
            <a:off x="9419080" y="5261207"/>
            <a:ext cx="2348518" cy="248031"/>
          </a:xfrm>
        </p:spPr>
        <p:txBody>
          <a:bodyPr vert="horz" lIns="0" tIns="0" rIns="0" bIns="0"/>
          <a:lstStyle>
            <a:lvl1pPr marL="0" indent="0">
              <a:spcAft>
                <a:spcPts val="300"/>
              </a:spcAft>
              <a:buNone/>
              <a:defRPr sz="2000"/>
            </a:lvl1pPr>
            <a:lvl2pPr marL="0" indent="0">
              <a:spcAft>
                <a:spcPts val="300"/>
              </a:spcAft>
              <a:buClr>
                <a:schemeClr val="tx2"/>
              </a:buClr>
              <a:buFont typeface="Segoe UI" panose="020B0502040204020203" pitchFamily="34" charset="0"/>
              <a:buNone/>
              <a:defRPr sz="1050"/>
            </a:lvl2pPr>
            <a:lvl3pPr marL="177800" indent="-177800">
              <a:spcAft>
                <a:spcPts val="300"/>
              </a:spcAft>
              <a:buClr>
                <a:schemeClr val="tx2"/>
              </a:buClr>
              <a:buFont typeface="Segoe UI" panose="020B0502040204020203" pitchFamily="34" charset="0"/>
              <a:buChar char="-"/>
              <a:defRPr sz="1050"/>
            </a:lvl3pPr>
            <a:lvl4pPr>
              <a:spcBef>
                <a:spcPts val="600"/>
              </a:spcBef>
              <a:spcAft>
                <a:spcPts val="300"/>
              </a:spcAft>
              <a:defRPr sz="1100" b="1">
                <a:solidFill>
                  <a:schemeClr val="tx2"/>
                </a:solidFill>
              </a:defRPr>
            </a:lvl4pPr>
            <a:lvl5pPr>
              <a:defRPr sz="1050"/>
            </a:lvl5pPr>
            <a:lvl6pPr>
              <a:defRPr sz="1050"/>
            </a:lvl6pPr>
            <a:lvl7pPr>
              <a:defRPr sz="1050"/>
            </a:lvl7pPr>
            <a:lvl8pPr>
              <a:defRPr sz="1100"/>
            </a:lvl8pPr>
            <a:lvl9pPr>
              <a:defRPr sz="1200"/>
            </a:lvl9pPr>
          </a:lstStyle>
          <a:p>
            <a:pPr lvl="0"/>
            <a:r>
              <a:rPr lang="nl-NL"/>
              <a:t>€ 00.000,-</a:t>
            </a:r>
          </a:p>
        </p:txBody>
      </p:sp>
      <p:sp>
        <p:nvSpPr>
          <p:cNvPr id="194" name="Tijdelijke aanduiding voor verticale tekst 2">
            <a:extLst>
              <a:ext uri="{FF2B5EF4-FFF2-40B4-BE49-F238E27FC236}">
                <a16:creationId xmlns:a16="http://schemas.microsoft.com/office/drawing/2014/main" id="{98FB3E39-AEF5-4DE6-BFC5-D034440E49B5}"/>
              </a:ext>
            </a:extLst>
          </p:cNvPr>
          <p:cNvSpPr>
            <a:spLocks noGrp="1"/>
          </p:cNvSpPr>
          <p:nvPr>
            <p:ph type="body" orient="vert" idx="52" hasCustomPrompt="1"/>
          </p:nvPr>
        </p:nvSpPr>
        <p:spPr>
          <a:xfrm>
            <a:off x="3978353" y="6223501"/>
            <a:ext cx="7789245" cy="328296"/>
          </a:xfrm>
        </p:spPr>
        <p:txBody>
          <a:bodyPr vert="horz" lIns="0" tIns="0" rIns="0" bIns="0"/>
          <a:lstStyle>
            <a:lvl1pPr marL="0" indent="0">
              <a:buNone/>
              <a:defRPr sz="1050"/>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Tree>
    <p:extLst>
      <p:ext uri="{BB962C8B-B14F-4D97-AF65-F5344CB8AC3E}">
        <p14:creationId xmlns:p14="http://schemas.microsoft.com/office/powerpoint/2010/main" val="301104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sp>
        <p:nvSpPr>
          <p:cNvPr id="171" name="Graphic 31">
            <a:extLst>
              <a:ext uri="{FF2B5EF4-FFF2-40B4-BE49-F238E27FC236}">
                <a16:creationId xmlns:a16="http://schemas.microsoft.com/office/drawing/2014/main" id="{C7D7D5C5-25C3-4BF4-9DCE-2CAF3D87CBE3}"/>
              </a:ext>
            </a:extLst>
          </p:cNvPr>
          <p:cNvSpPr>
            <a:spLocks noChangeAspect="1"/>
          </p:cNvSpPr>
          <p:nvPr userDrawn="1"/>
        </p:nvSpPr>
        <p:spPr>
          <a:xfrm rot="10800000" flipH="1" flipV="1">
            <a:off x="8568578" y="-2"/>
            <a:ext cx="362342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E7E6E6"/>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
        <p:nvSpPr>
          <p:cNvPr id="172" name="Graphic 34">
            <a:extLst>
              <a:ext uri="{FF2B5EF4-FFF2-40B4-BE49-F238E27FC236}">
                <a16:creationId xmlns:a16="http://schemas.microsoft.com/office/drawing/2014/main" id="{864E3505-BE49-4902-9F65-A4D8C7896516}"/>
              </a:ext>
            </a:extLst>
          </p:cNvPr>
          <p:cNvSpPr>
            <a:spLocks noChangeAspect="1"/>
          </p:cNvSpPr>
          <p:nvPr userDrawn="1"/>
        </p:nvSpPr>
        <p:spPr>
          <a:xfrm rot="10800000" flipH="1" flipV="1">
            <a:off x="8568578" y="0"/>
            <a:ext cx="1626627"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A5A5A5"/>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
        <p:nvSpPr>
          <p:cNvPr id="173" name="Titel 2">
            <a:extLst>
              <a:ext uri="{FF2B5EF4-FFF2-40B4-BE49-F238E27FC236}">
                <a16:creationId xmlns:a16="http://schemas.microsoft.com/office/drawing/2014/main" id="{8926F8C0-0A91-49E3-ACB3-8BA99DEA31BE}"/>
              </a:ext>
            </a:extLst>
          </p:cNvPr>
          <p:cNvSpPr>
            <a:spLocks noGrp="1"/>
          </p:cNvSpPr>
          <p:nvPr>
            <p:ph type="title" hasCustomPrompt="1"/>
          </p:nvPr>
        </p:nvSpPr>
        <p:spPr>
          <a:xfrm>
            <a:off x="785719" y="728743"/>
            <a:ext cx="7603794" cy="895483"/>
          </a:xfrm>
        </p:spPr>
        <p:txBody>
          <a:bodyPr/>
          <a:lstStyle>
            <a:lvl1pPr>
              <a:defRPr/>
            </a:lvl1pPr>
          </a:lstStyle>
          <a:p>
            <a:r>
              <a:rPr lang="nl-NL"/>
              <a:t>Plaats hier een titel</a:t>
            </a:r>
            <a:br>
              <a:rPr lang="nl-NL"/>
            </a:br>
            <a:r>
              <a:rPr lang="nl-NL"/>
              <a:t>max. 2 regels</a:t>
            </a:r>
          </a:p>
        </p:txBody>
      </p:sp>
      <p:sp>
        <p:nvSpPr>
          <p:cNvPr id="174" name="Tijdelijke aanduiding voor verticale tekst 2">
            <a:extLst>
              <a:ext uri="{FF2B5EF4-FFF2-40B4-BE49-F238E27FC236}">
                <a16:creationId xmlns:a16="http://schemas.microsoft.com/office/drawing/2014/main" id="{A8843C7B-6AA0-4B3A-935F-56E1D615D163}"/>
              </a:ext>
            </a:extLst>
          </p:cNvPr>
          <p:cNvSpPr>
            <a:spLocks noGrp="1"/>
          </p:cNvSpPr>
          <p:nvPr>
            <p:ph type="body" orient="vert" idx="1" hasCustomPrompt="1"/>
          </p:nvPr>
        </p:nvSpPr>
        <p:spPr>
          <a:xfrm>
            <a:off x="810816" y="1817249"/>
            <a:ext cx="3654276"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75" name="Tijdelijke aanduiding voor verticale tekst 2">
            <a:extLst>
              <a:ext uri="{FF2B5EF4-FFF2-40B4-BE49-F238E27FC236}">
                <a16:creationId xmlns:a16="http://schemas.microsoft.com/office/drawing/2014/main" id="{D73830E4-B653-4C51-A1F1-80E40FDD737E}"/>
              </a:ext>
            </a:extLst>
          </p:cNvPr>
          <p:cNvSpPr>
            <a:spLocks noGrp="1"/>
          </p:cNvSpPr>
          <p:nvPr>
            <p:ph type="body" orient="vert" idx="15" hasCustomPrompt="1"/>
          </p:nvPr>
        </p:nvSpPr>
        <p:spPr>
          <a:xfrm>
            <a:off x="4827518" y="1817249"/>
            <a:ext cx="3561995"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80543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kst 3 kolommen">
    <p:spTree>
      <p:nvGrpSpPr>
        <p:cNvPr id="1" name=""/>
        <p:cNvGrpSpPr/>
        <p:nvPr/>
      </p:nvGrpSpPr>
      <p:grpSpPr>
        <a:xfrm>
          <a:off x="0" y="0"/>
          <a:ext cx="0" cy="0"/>
          <a:chOff x="0" y="0"/>
          <a:chExt cx="0" cy="0"/>
        </a:xfrm>
      </p:grpSpPr>
      <p:sp>
        <p:nvSpPr>
          <p:cNvPr id="175" name="Vrije vorm: vorm 174">
            <a:extLst>
              <a:ext uri="{FF2B5EF4-FFF2-40B4-BE49-F238E27FC236}">
                <a16:creationId xmlns:a16="http://schemas.microsoft.com/office/drawing/2014/main" id="{F369F7C0-452D-4DF4-B191-EE2ED7B0EDA5}"/>
              </a:ext>
            </a:extLst>
          </p:cNvPr>
          <p:cNvSpPr/>
          <p:nvPr userDrawn="1"/>
        </p:nvSpPr>
        <p:spPr>
          <a:xfrm>
            <a:off x="3963631" y="1"/>
            <a:ext cx="5779131" cy="6880515"/>
          </a:xfrm>
          <a:custGeom>
            <a:avLst/>
            <a:gdLst>
              <a:gd name="connsiteX0" fmla="*/ 337211 w 5779131"/>
              <a:gd name="connsiteY0" fmla="*/ 0 h 6880515"/>
              <a:gd name="connsiteX1" fmla="*/ 5779131 w 5779131"/>
              <a:gd name="connsiteY1" fmla="*/ 0 h 6880515"/>
              <a:gd name="connsiteX2" fmla="*/ 5779131 w 5779131"/>
              <a:gd name="connsiteY2" fmla="*/ 6880515 h 6880515"/>
              <a:gd name="connsiteX3" fmla="*/ 409973 w 5779131"/>
              <a:gd name="connsiteY3" fmla="*/ 6880515 h 6880515"/>
              <a:gd name="connsiteX4" fmla="*/ 383256 w 5779131"/>
              <a:gd name="connsiteY4" fmla="*/ 6675008 h 6880515"/>
              <a:gd name="connsiteX5" fmla="*/ 3063 w 5779131"/>
              <a:gd name="connsiteY5" fmla="*/ 3957313 h 6880515"/>
              <a:gd name="connsiteX6" fmla="*/ 278566 w 5779131"/>
              <a:gd name="connsiteY6" fmla="*/ 571500 h 688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9131" h="6880515">
                <a:moveTo>
                  <a:pt x="337211" y="0"/>
                </a:moveTo>
                <a:lnTo>
                  <a:pt x="5779131" y="0"/>
                </a:lnTo>
                <a:lnTo>
                  <a:pt x="5779131" y="6880515"/>
                </a:lnTo>
                <a:lnTo>
                  <a:pt x="409973" y="6880515"/>
                </a:lnTo>
                <a:lnTo>
                  <a:pt x="383256" y="6675008"/>
                </a:lnTo>
                <a:cubicBezTo>
                  <a:pt x="250560" y="5762018"/>
                  <a:pt x="30454" y="5152436"/>
                  <a:pt x="3063" y="3957313"/>
                </a:cubicBezTo>
                <a:cubicBezTo>
                  <a:pt x="-25572" y="2704920"/>
                  <a:pt x="152775" y="1652435"/>
                  <a:pt x="278566" y="571500"/>
                </a:cubicBezTo>
                <a:close/>
              </a:path>
            </a:pathLst>
          </a:custGeom>
          <a:solidFill>
            <a:sysClr val="window" lastClr="FFFFFF">
              <a:lumMod val="95000"/>
            </a:sysClr>
          </a:solid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6" name="Vrije vorm: vorm 175">
            <a:extLst>
              <a:ext uri="{FF2B5EF4-FFF2-40B4-BE49-F238E27FC236}">
                <a16:creationId xmlns:a16="http://schemas.microsoft.com/office/drawing/2014/main" id="{3C116A33-B253-43AF-992A-10B9F6E787D5}"/>
              </a:ext>
            </a:extLst>
          </p:cNvPr>
          <p:cNvSpPr/>
          <p:nvPr userDrawn="1"/>
        </p:nvSpPr>
        <p:spPr>
          <a:xfrm>
            <a:off x="7926457" y="1"/>
            <a:ext cx="4265543" cy="6880515"/>
          </a:xfrm>
          <a:custGeom>
            <a:avLst/>
            <a:gdLst>
              <a:gd name="connsiteX0" fmla="*/ 228979 w 4265543"/>
              <a:gd name="connsiteY0" fmla="*/ 0 h 6880515"/>
              <a:gd name="connsiteX1" fmla="*/ 4265543 w 4265543"/>
              <a:gd name="connsiteY1" fmla="*/ 0 h 6880515"/>
              <a:gd name="connsiteX2" fmla="*/ 4265543 w 4265543"/>
              <a:gd name="connsiteY2" fmla="*/ 6880515 h 6880515"/>
              <a:gd name="connsiteX3" fmla="*/ 323403 w 4265543"/>
              <a:gd name="connsiteY3" fmla="*/ 6880515 h 6880515"/>
              <a:gd name="connsiteX4" fmla="*/ 310119 w 4265543"/>
              <a:gd name="connsiteY4" fmla="*/ 6695973 h 6880515"/>
              <a:gd name="connsiteX5" fmla="*/ 2261 w 4265543"/>
              <a:gd name="connsiteY5" fmla="*/ 3694390 h 6880515"/>
              <a:gd name="connsiteX6" fmla="*/ 205607 w 4265543"/>
              <a:gd name="connsiteY6" fmla="*/ 308577 h 688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543" h="6880515">
                <a:moveTo>
                  <a:pt x="228979" y="0"/>
                </a:moveTo>
                <a:lnTo>
                  <a:pt x="4265543" y="0"/>
                </a:lnTo>
                <a:lnTo>
                  <a:pt x="4265543" y="6880515"/>
                </a:lnTo>
                <a:lnTo>
                  <a:pt x="323403" y="6880515"/>
                </a:lnTo>
                <a:lnTo>
                  <a:pt x="310119" y="6695973"/>
                </a:lnTo>
                <a:cubicBezTo>
                  <a:pt x="218851" y="5615157"/>
                  <a:pt x="24499" y="5009025"/>
                  <a:pt x="2261" y="3694390"/>
                </a:cubicBezTo>
                <a:cubicBezTo>
                  <a:pt x="-18875" y="2441997"/>
                  <a:pt x="112762" y="1389512"/>
                  <a:pt x="205607" y="308577"/>
                </a:cubicBezTo>
                <a:close/>
              </a:path>
            </a:pathLst>
          </a:custGeom>
          <a:solidFill>
            <a:srgbClr val="E7E6E6"/>
          </a:solid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784168" y="728743"/>
            <a:ext cx="10793609" cy="895483"/>
          </a:xfrm>
        </p:spPr>
        <p:txBody>
          <a:bodyPr/>
          <a:lstStyle>
            <a:lvl1pPr>
              <a:defRPr/>
            </a:lvl1pPr>
          </a:lstStyle>
          <a:p>
            <a:r>
              <a:rPr lang="nl-NL"/>
              <a:t>Plaats hier een titel</a:t>
            </a:r>
            <a:br>
              <a:rPr lang="nl-NL"/>
            </a:br>
            <a:r>
              <a:rPr lang="nl-NL"/>
              <a:t>max. 2 regels</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p:ph type="body" orient="vert" idx="1" hasCustomPrompt="1"/>
          </p:nvPr>
        </p:nvSpPr>
        <p:spPr>
          <a:xfrm>
            <a:off x="813854" y="1817249"/>
            <a:ext cx="3034015"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0" name="Tijdelijke aanduiding voor verticale tekst 2">
            <a:extLst>
              <a:ext uri="{FF2B5EF4-FFF2-40B4-BE49-F238E27FC236}">
                <a16:creationId xmlns:a16="http://schemas.microsoft.com/office/drawing/2014/main" id="{DC34CA85-D3B0-45B3-99E1-EF763A21E453}"/>
              </a:ext>
            </a:extLst>
          </p:cNvPr>
          <p:cNvSpPr>
            <a:spLocks noGrp="1"/>
          </p:cNvSpPr>
          <p:nvPr>
            <p:ph type="body" orient="vert" idx="10" hasCustomPrompt="1"/>
          </p:nvPr>
        </p:nvSpPr>
        <p:spPr>
          <a:xfrm>
            <a:off x="4565098" y="1817249"/>
            <a:ext cx="3034015"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1" name="Tijdelijke aanduiding voor verticale tekst 2">
            <a:extLst>
              <a:ext uri="{FF2B5EF4-FFF2-40B4-BE49-F238E27FC236}">
                <a16:creationId xmlns:a16="http://schemas.microsoft.com/office/drawing/2014/main" id="{147C42A9-CC2F-4B90-80B2-0168561CA4D7}"/>
              </a:ext>
            </a:extLst>
          </p:cNvPr>
          <p:cNvSpPr>
            <a:spLocks noGrp="1"/>
          </p:cNvSpPr>
          <p:nvPr>
            <p:ph type="body" orient="vert" idx="11" hasCustomPrompt="1"/>
          </p:nvPr>
        </p:nvSpPr>
        <p:spPr>
          <a:xfrm>
            <a:off x="8439735" y="1817249"/>
            <a:ext cx="3034015"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3450888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kst 3 kolommen #2">
    <p:spTree>
      <p:nvGrpSpPr>
        <p:cNvPr id="1" name=""/>
        <p:cNvGrpSpPr/>
        <p:nvPr/>
      </p:nvGrpSpPr>
      <p:grpSpPr>
        <a:xfrm>
          <a:off x="0" y="0"/>
          <a:ext cx="0" cy="0"/>
          <a:chOff x="0" y="0"/>
          <a:chExt cx="0" cy="0"/>
        </a:xfrm>
      </p:grpSpPr>
      <p:grpSp>
        <p:nvGrpSpPr>
          <p:cNvPr id="2" name="Groep 1">
            <a:extLst>
              <a:ext uri="{FF2B5EF4-FFF2-40B4-BE49-F238E27FC236}">
                <a16:creationId xmlns:a16="http://schemas.microsoft.com/office/drawing/2014/main" id="{614036B8-05BE-4377-BDD3-6A52A4D76D8B}"/>
              </a:ext>
            </a:extLst>
          </p:cNvPr>
          <p:cNvGrpSpPr/>
          <p:nvPr userDrawn="1"/>
        </p:nvGrpSpPr>
        <p:grpSpPr>
          <a:xfrm flipH="1">
            <a:off x="0" y="1"/>
            <a:ext cx="12192000" cy="6880515"/>
            <a:chOff x="0" y="1"/>
            <a:chExt cx="12192000" cy="6880515"/>
          </a:xfrm>
        </p:grpSpPr>
        <p:sp>
          <p:nvSpPr>
            <p:cNvPr id="77" name="Rechthoek 76">
              <a:extLst>
                <a:ext uri="{FF2B5EF4-FFF2-40B4-BE49-F238E27FC236}">
                  <a16:creationId xmlns:a16="http://schemas.microsoft.com/office/drawing/2014/main" id="{6215C95E-FC8C-41E6-843C-0C8A384ECD4E}"/>
                </a:ext>
              </a:extLst>
            </p:cNvPr>
            <p:cNvSpPr/>
            <p:nvPr userDrawn="1"/>
          </p:nvSpPr>
          <p:spPr>
            <a:xfrm>
              <a:off x="0" y="1"/>
              <a:ext cx="5806065" cy="6880515"/>
            </a:xfrm>
            <a:prstGeom prst="rect">
              <a:avLst/>
            </a:prstGeom>
            <a:solidFill>
              <a:srgbClr val="E5DDE8"/>
            </a:solidFill>
            <a:ln w="29622" cap="flat">
              <a:noFill/>
              <a:prstDash val="solid"/>
              <a:miter/>
            </a:ln>
          </p:spPr>
          <p:txBody>
            <a:bodyPr wrap="square" rtlCol="0" anchor="ctr">
              <a:noAutofit/>
            </a:bodyPr>
            <a:lstStyle/>
            <a:p>
              <a:pPr marR="0" lvl="0" indent="0" algn="ctr" defTabSz="457200" fontAlgn="auto">
                <a:lnSpc>
                  <a:spcPct val="100000"/>
                </a:lnSpc>
                <a:spcBef>
                  <a:spcPts val="0"/>
                </a:spcBef>
                <a:spcAft>
                  <a:spcPts val="0"/>
                </a:spcAft>
                <a:buClrTx/>
                <a:buSzTx/>
                <a:buFontTx/>
                <a:buNone/>
                <a:tabLst/>
              </a:pPr>
              <a:endParaRPr kumimoji="0" lang="nl-NL" sz="1633" b="0" i="0" u="none" strike="noStrike" kern="0" cap="none" spc="0" normalizeH="0" baseline="0" noProof="0">
                <a:ln>
                  <a:noFill/>
                </a:ln>
                <a:solidFill>
                  <a:prstClr val="white"/>
                </a:solidFill>
                <a:effectLst/>
                <a:uLnTx/>
                <a:uFillTx/>
                <a:latin typeface="Calibri" panose="020F0502020204030204"/>
              </a:endParaRPr>
            </a:p>
          </p:txBody>
        </p:sp>
        <p:sp>
          <p:nvSpPr>
            <p:cNvPr id="175" name="Vrije vorm: vorm 174">
              <a:extLst>
                <a:ext uri="{FF2B5EF4-FFF2-40B4-BE49-F238E27FC236}">
                  <a16:creationId xmlns:a16="http://schemas.microsoft.com/office/drawing/2014/main" id="{F369F7C0-452D-4DF4-B191-EE2ED7B0EDA5}"/>
                </a:ext>
              </a:extLst>
            </p:cNvPr>
            <p:cNvSpPr/>
            <p:nvPr userDrawn="1"/>
          </p:nvSpPr>
          <p:spPr>
            <a:xfrm>
              <a:off x="3963631" y="1"/>
              <a:ext cx="5779131" cy="6880515"/>
            </a:xfrm>
            <a:custGeom>
              <a:avLst/>
              <a:gdLst>
                <a:gd name="connsiteX0" fmla="*/ 337211 w 5779131"/>
                <a:gd name="connsiteY0" fmla="*/ 0 h 6880515"/>
                <a:gd name="connsiteX1" fmla="*/ 5779131 w 5779131"/>
                <a:gd name="connsiteY1" fmla="*/ 0 h 6880515"/>
                <a:gd name="connsiteX2" fmla="*/ 5779131 w 5779131"/>
                <a:gd name="connsiteY2" fmla="*/ 6880515 h 6880515"/>
                <a:gd name="connsiteX3" fmla="*/ 409973 w 5779131"/>
                <a:gd name="connsiteY3" fmla="*/ 6880515 h 6880515"/>
                <a:gd name="connsiteX4" fmla="*/ 383256 w 5779131"/>
                <a:gd name="connsiteY4" fmla="*/ 6675008 h 6880515"/>
                <a:gd name="connsiteX5" fmla="*/ 3063 w 5779131"/>
                <a:gd name="connsiteY5" fmla="*/ 3957313 h 6880515"/>
                <a:gd name="connsiteX6" fmla="*/ 278566 w 5779131"/>
                <a:gd name="connsiteY6" fmla="*/ 571500 h 688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9131" h="6880515">
                  <a:moveTo>
                    <a:pt x="337211" y="0"/>
                  </a:moveTo>
                  <a:lnTo>
                    <a:pt x="5779131" y="0"/>
                  </a:lnTo>
                  <a:lnTo>
                    <a:pt x="5779131" y="6880515"/>
                  </a:lnTo>
                  <a:lnTo>
                    <a:pt x="409973" y="6880515"/>
                  </a:lnTo>
                  <a:lnTo>
                    <a:pt x="383256" y="6675008"/>
                  </a:lnTo>
                  <a:cubicBezTo>
                    <a:pt x="250560" y="5762018"/>
                    <a:pt x="30454" y="5152436"/>
                    <a:pt x="3063" y="3957313"/>
                  </a:cubicBezTo>
                  <a:cubicBezTo>
                    <a:pt x="-25572" y="2704920"/>
                    <a:pt x="152775" y="1652435"/>
                    <a:pt x="278566" y="571500"/>
                  </a:cubicBezTo>
                  <a:close/>
                </a:path>
              </a:pathLst>
            </a:custGeom>
            <a:solidFill>
              <a:srgbClr val="6C1D5F"/>
            </a:solidFill>
            <a:ln w="12692" cap="flat">
              <a:noFill/>
              <a:prstDash val="solid"/>
              <a:miter/>
            </a:ln>
          </p:spPr>
          <p:txBody>
            <a:bodyPr rtlCol="0" anchor="ctr"/>
            <a:lstStyle/>
            <a:p>
              <a:pPr lvl="0"/>
              <a:endParaRPr lang="nl-NL" sz="1633" noProof="0"/>
            </a:p>
          </p:txBody>
        </p:sp>
        <p:sp>
          <p:nvSpPr>
            <p:cNvPr id="176" name="Vrije vorm: vorm 175">
              <a:extLst>
                <a:ext uri="{FF2B5EF4-FFF2-40B4-BE49-F238E27FC236}">
                  <a16:creationId xmlns:a16="http://schemas.microsoft.com/office/drawing/2014/main" id="{3C116A33-B253-43AF-992A-10B9F6E787D5}"/>
                </a:ext>
              </a:extLst>
            </p:cNvPr>
            <p:cNvSpPr/>
            <p:nvPr userDrawn="1"/>
          </p:nvSpPr>
          <p:spPr>
            <a:xfrm>
              <a:off x="7926457" y="1"/>
              <a:ext cx="4265543" cy="6880515"/>
            </a:xfrm>
            <a:custGeom>
              <a:avLst/>
              <a:gdLst>
                <a:gd name="connsiteX0" fmla="*/ 228979 w 4265543"/>
                <a:gd name="connsiteY0" fmla="*/ 0 h 6880515"/>
                <a:gd name="connsiteX1" fmla="*/ 4265543 w 4265543"/>
                <a:gd name="connsiteY1" fmla="*/ 0 h 6880515"/>
                <a:gd name="connsiteX2" fmla="*/ 4265543 w 4265543"/>
                <a:gd name="connsiteY2" fmla="*/ 6880515 h 6880515"/>
                <a:gd name="connsiteX3" fmla="*/ 323403 w 4265543"/>
                <a:gd name="connsiteY3" fmla="*/ 6880515 h 6880515"/>
                <a:gd name="connsiteX4" fmla="*/ 310119 w 4265543"/>
                <a:gd name="connsiteY4" fmla="*/ 6695973 h 6880515"/>
                <a:gd name="connsiteX5" fmla="*/ 2261 w 4265543"/>
                <a:gd name="connsiteY5" fmla="*/ 3694390 h 6880515"/>
                <a:gd name="connsiteX6" fmla="*/ 205607 w 4265543"/>
                <a:gd name="connsiteY6" fmla="*/ 308577 h 688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543" h="6880515">
                  <a:moveTo>
                    <a:pt x="228979" y="0"/>
                  </a:moveTo>
                  <a:lnTo>
                    <a:pt x="4265543" y="0"/>
                  </a:lnTo>
                  <a:lnTo>
                    <a:pt x="4265543" y="6880515"/>
                  </a:lnTo>
                  <a:lnTo>
                    <a:pt x="323403" y="6880515"/>
                  </a:lnTo>
                  <a:lnTo>
                    <a:pt x="310119" y="6695973"/>
                  </a:lnTo>
                  <a:cubicBezTo>
                    <a:pt x="218851" y="5615157"/>
                    <a:pt x="24499" y="5009025"/>
                    <a:pt x="2261" y="3694390"/>
                  </a:cubicBezTo>
                  <a:cubicBezTo>
                    <a:pt x="-18875" y="2441997"/>
                    <a:pt x="112762" y="1389512"/>
                    <a:pt x="205607" y="308577"/>
                  </a:cubicBezTo>
                  <a:close/>
                </a:path>
              </a:pathLst>
            </a:custGeom>
            <a:solidFill>
              <a:srgbClr val="501C49"/>
            </a:solidFill>
            <a:ln w="12692" cap="flat">
              <a:noFill/>
              <a:prstDash val="solid"/>
              <a:miter/>
            </a:ln>
          </p:spPr>
          <p:txBody>
            <a:bodyPr rtlCol="0" anchor="ctr"/>
            <a:lstStyle/>
            <a:p>
              <a:pPr lvl="0"/>
              <a:endParaRPr lang="nl-NL" sz="1633" noProof="0"/>
            </a:p>
          </p:txBody>
        </p:sp>
      </p:gr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784168" y="728743"/>
            <a:ext cx="10793609" cy="895483"/>
          </a:xfrm>
        </p:spPr>
        <p:txBody>
          <a:bodyPr/>
          <a:lstStyle>
            <a:lvl1pPr>
              <a:defRPr>
                <a:solidFill>
                  <a:schemeClr val="bg1"/>
                </a:solidFill>
              </a:defRPr>
            </a:lvl1pPr>
          </a:lstStyle>
          <a:p>
            <a:r>
              <a:rPr lang="nl-NL"/>
              <a:t>Plaats hier een titel</a:t>
            </a:r>
            <a:br>
              <a:rPr lang="nl-NL"/>
            </a:br>
            <a:r>
              <a:rPr lang="nl-NL"/>
              <a:t>max. 2 regels</a:t>
            </a:r>
          </a:p>
        </p:txBody>
      </p:sp>
      <p:sp>
        <p:nvSpPr>
          <p:cNvPr id="180" name="Tijdelijke aanduiding voor verticale tekst 2">
            <a:extLst>
              <a:ext uri="{FF2B5EF4-FFF2-40B4-BE49-F238E27FC236}">
                <a16:creationId xmlns:a16="http://schemas.microsoft.com/office/drawing/2014/main" id="{DC34CA85-D3B0-45B3-99E1-EF763A21E453}"/>
              </a:ext>
            </a:extLst>
          </p:cNvPr>
          <p:cNvSpPr>
            <a:spLocks noGrp="1"/>
          </p:cNvSpPr>
          <p:nvPr>
            <p:ph type="body" orient="vert" idx="10" hasCustomPrompt="1"/>
          </p:nvPr>
        </p:nvSpPr>
        <p:spPr>
          <a:xfrm>
            <a:off x="4565098" y="1817249"/>
            <a:ext cx="3034015" cy="4312008"/>
          </a:xfrm>
        </p:spPr>
        <p:txBody>
          <a:bodyPr vert="horz" lIns="0" tIns="0" rIns="0" bIns="0"/>
          <a:lstStyle>
            <a:lvl1pPr>
              <a:buClr>
                <a:schemeClr val="bg1"/>
              </a:buClr>
              <a:buSzPct val="10100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80" name="Tijdelijke aanduiding voor verticale tekst 2">
            <a:extLst>
              <a:ext uri="{FF2B5EF4-FFF2-40B4-BE49-F238E27FC236}">
                <a16:creationId xmlns:a16="http://schemas.microsoft.com/office/drawing/2014/main" id="{6B896B16-8C6C-4FCE-9980-C24A50D54B75}"/>
              </a:ext>
            </a:extLst>
          </p:cNvPr>
          <p:cNvSpPr>
            <a:spLocks noGrp="1"/>
          </p:cNvSpPr>
          <p:nvPr>
            <p:ph type="body" orient="vert" idx="12" hasCustomPrompt="1"/>
          </p:nvPr>
        </p:nvSpPr>
        <p:spPr>
          <a:xfrm>
            <a:off x="8543762" y="1817249"/>
            <a:ext cx="3034015"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81" name="Tijdelijke aanduiding voor verticale tekst 2">
            <a:extLst>
              <a:ext uri="{FF2B5EF4-FFF2-40B4-BE49-F238E27FC236}">
                <a16:creationId xmlns:a16="http://schemas.microsoft.com/office/drawing/2014/main" id="{66F25C2A-4B39-4201-80A9-78B64B8938FB}"/>
              </a:ext>
            </a:extLst>
          </p:cNvPr>
          <p:cNvSpPr>
            <a:spLocks noGrp="1"/>
          </p:cNvSpPr>
          <p:nvPr>
            <p:ph type="body" orient="vert" idx="11" hasCustomPrompt="1"/>
          </p:nvPr>
        </p:nvSpPr>
        <p:spPr>
          <a:xfrm>
            <a:off x="824849" y="1817249"/>
            <a:ext cx="3034015" cy="4312008"/>
          </a:xfrm>
        </p:spPr>
        <p:txBody>
          <a:bodyPr vert="horz" lIns="0" tIns="0" rIns="0" bIns="0"/>
          <a:lstStyle>
            <a:lvl1pPr>
              <a:buClr>
                <a:schemeClr val="bg1"/>
              </a:buCl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187968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kst x2 en Afbeelding">
    <p:spTree>
      <p:nvGrpSpPr>
        <p:cNvPr id="1" name=""/>
        <p:cNvGrpSpPr/>
        <p:nvPr/>
      </p:nvGrpSpPr>
      <p:grpSpPr>
        <a:xfrm>
          <a:off x="0" y="0"/>
          <a:ext cx="0" cy="0"/>
          <a:chOff x="0" y="0"/>
          <a:chExt cx="0" cy="0"/>
        </a:xfrm>
      </p:grpSpPr>
      <p:sp>
        <p:nvSpPr>
          <p:cNvPr id="186" name="Tijdelijke aanduiding voor afbeelding 185">
            <a:extLst>
              <a:ext uri="{FF2B5EF4-FFF2-40B4-BE49-F238E27FC236}">
                <a16:creationId xmlns:a16="http://schemas.microsoft.com/office/drawing/2014/main" id="{F59D94D8-16FE-4F78-9ED1-5B93711C5634}"/>
              </a:ext>
            </a:extLst>
          </p:cNvPr>
          <p:cNvSpPr>
            <a:spLocks noGrp="1"/>
          </p:cNvSpPr>
          <p:nvPr>
            <p:ph type="pic" sz="quarter" idx="14" hasCustomPrompt="1"/>
          </p:nvPr>
        </p:nvSpPr>
        <p:spPr>
          <a:xfrm>
            <a:off x="9126615" y="-1"/>
            <a:ext cx="3071036" cy="6857761"/>
          </a:xfrm>
          <a:prstGeom prst="rect">
            <a:avLst/>
          </a:pr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785719" y="728743"/>
            <a:ext cx="7698994" cy="895483"/>
          </a:xfrm>
        </p:spPr>
        <p:txBody>
          <a:bodyPr/>
          <a:lstStyle>
            <a:lvl1pPr>
              <a:defRPr/>
            </a:lvl1pPr>
          </a:lstStyle>
          <a:p>
            <a:r>
              <a:rPr lang="nl-NL"/>
              <a:t>Plaats hier een titel</a:t>
            </a:r>
            <a:br>
              <a:rPr lang="nl-NL"/>
            </a:br>
            <a:r>
              <a:rPr lang="nl-NL"/>
              <a:t>max. 2 regels</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p:ph type="body" orient="vert" idx="1" hasCustomPrompt="1"/>
          </p:nvPr>
        </p:nvSpPr>
        <p:spPr>
          <a:xfrm>
            <a:off x="810816" y="1817249"/>
            <a:ext cx="3654276"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68" name="Tijdelijke aanduiding voor verticale tekst 2">
            <a:extLst>
              <a:ext uri="{FF2B5EF4-FFF2-40B4-BE49-F238E27FC236}">
                <a16:creationId xmlns:a16="http://schemas.microsoft.com/office/drawing/2014/main" id="{08F65C9E-3A6F-423D-AADA-E541F440CE37}"/>
              </a:ext>
            </a:extLst>
          </p:cNvPr>
          <p:cNvSpPr>
            <a:spLocks noGrp="1"/>
          </p:cNvSpPr>
          <p:nvPr>
            <p:ph type="body" orient="vert" idx="15" hasCustomPrompt="1"/>
          </p:nvPr>
        </p:nvSpPr>
        <p:spPr>
          <a:xfrm>
            <a:off x="4827518" y="1817249"/>
            <a:ext cx="3654276"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3503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kst x2 en Afbeelding #2">
    <p:spTree>
      <p:nvGrpSpPr>
        <p:cNvPr id="1" name=""/>
        <p:cNvGrpSpPr/>
        <p:nvPr/>
      </p:nvGrpSpPr>
      <p:grpSpPr>
        <a:xfrm>
          <a:off x="0" y="0"/>
          <a:ext cx="0" cy="0"/>
          <a:chOff x="0" y="0"/>
          <a:chExt cx="0" cy="0"/>
        </a:xfrm>
      </p:grpSpPr>
      <p:sp>
        <p:nvSpPr>
          <p:cNvPr id="186" name="Tijdelijke aanduiding voor afbeelding 185">
            <a:extLst>
              <a:ext uri="{FF2B5EF4-FFF2-40B4-BE49-F238E27FC236}">
                <a16:creationId xmlns:a16="http://schemas.microsoft.com/office/drawing/2014/main" id="{F59D94D8-16FE-4F78-9ED1-5B93711C5634}"/>
              </a:ext>
            </a:extLst>
          </p:cNvPr>
          <p:cNvSpPr>
            <a:spLocks noGrp="1"/>
          </p:cNvSpPr>
          <p:nvPr>
            <p:ph type="pic" sz="quarter" idx="14" hasCustomPrompt="1"/>
          </p:nvPr>
        </p:nvSpPr>
        <p:spPr>
          <a:xfrm>
            <a:off x="0" y="239"/>
            <a:ext cx="3071036" cy="6857761"/>
          </a:xfrm>
          <a:prstGeom prst="rect">
            <a:avLst/>
          </a:pr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3721183" y="728743"/>
            <a:ext cx="7698994" cy="895483"/>
          </a:xfrm>
        </p:spPr>
        <p:txBody>
          <a:bodyPr/>
          <a:lstStyle>
            <a:lvl1pPr>
              <a:defRPr/>
            </a:lvl1pPr>
          </a:lstStyle>
          <a:p>
            <a:r>
              <a:rPr lang="nl-NL"/>
              <a:t>Plaats hier een titel</a:t>
            </a:r>
            <a:br>
              <a:rPr lang="nl-NL"/>
            </a:br>
            <a:r>
              <a:rPr lang="nl-NL"/>
              <a:t>max. 2 regels</a:t>
            </a:r>
          </a:p>
        </p:txBody>
      </p:sp>
      <p:sp>
        <p:nvSpPr>
          <p:cNvPr id="166" name="Tijdelijke aanduiding voor verticale tekst 2">
            <a:extLst>
              <a:ext uri="{FF2B5EF4-FFF2-40B4-BE49-F238E27FC236}">
                <a16:creationId xmlns:a16="http://schemas.microsoft.com/office/drawing/2014/main" id="{19A18D93-1992-4352-8B55-735271BAD86A}"/>
              </a:ext>
            </a:extLst>
          </p:cNvPr>
          <p:cNvSpPr>
            <a:spLocks noGrp="1"/>
          </p:cNvSpPr>
          <p:nvPr>
            <p:ph type="body" orient="vert" idx="1" hasCustomPrompt="1"/>
          </p:nvPr>
        </p:nvSpPr>
        <p:spPr>
          <a:xfrm>
            <a:off x="3746280" y="1817249"/>
            <a:ext cx="3654276"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68" name="Tijdelijke aanduiding voor verticale tekst 2">
            <a:extLst>
              <a:ext uri="{FF2B5EF4-FFF2-40B4-BE49-F238E27FC236}">
                <a16:creationId xmlns:a16="http://schemas.microsoft.com/office/drawing/2014/main" id="{08F65C9E-3A6F-423D-AADA-E541F440CE37}"/>
              </a:ext>
            </a:extLst>
          </p:cNvPr>
          <p:cNvSpPr>
            <a:spLocks noGrp="1"/>
          </p:cNvSpPr>
          <p:nvPr>
            <p:ph type="body" orient="vert" idx="15" hasCustomPrompt="1"/>
          </p:nvPr>
        </p:nvSpPr>
        <p:spPr>
          <a:xfrm>
            <a:off x="7762982" y="1817249"/>
            <a:ext cx="3654276" cy="4312008"/>
          </a:xfrm>
        </p:spPr>
        <p:txBody>
          <a:bodyPr vert="horz" lIns="0" tIns="0" rIns="0" bIns="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Tree>
    <p:extLst>
      <p:ext uri="{BB962C8B-B14F-4D97-AF65-F5344CB8AC3E}">
        <p14:creationId xmlns:p14="http://schemas.microsoft.com/office/powerpoint/2010/main" val="296986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eeld en Titel">
    <p:spTree>
      <p:nvGrpSpPr>
        <p:cNvPr id="1" name=""/>
        <p:cNvGrpSpPr/>
        <p:nvPr/>
      </p:nvGrpSpPr>
      <p:grpSpPr>
        <a:xfrm>
          <a:off x="0" y="0"/>
          <a:ext cx="0" cy="0"/>
          <a:chOff x="0" y="0"/>
          <a:chExt cx="0" cy="0"/>
        </a:xfrm>
      </p:grpSpPr>
      <p:sp>
        <p:nvSpPr>
          <p:cNvPr id="186" name="Tijdelijke aanduiding voor afbeelding 185">
            <a:extLst>
              <a:ext uri="{FF2B5EF4-FFF2-40B4-BE49-F238E27FC236}">
                <a16:creationId xmlns:a16="http://schemas.microsoft.com/office/drawing/2014/main" id="{F59D94D8-16FE-4F78-9ED1-5B93711C5634}"/>
              </a:ext>
            </a:extLst>
          </p:cNvPr>
          <p:cNvSpPr>
            <a:spLocks noGrp="1"/>
          </p:cNvSpPr>
          <p:nvPr>
            <p:ph type="pic" sz="quarter" idx="14" hasCustomPrompt="1"/>
          </p:nvPr>
        </p:nvSpPr>
        <p:spPr>
          <a:xfrm>
            <a:off x="-14754" y="-1"/>
            <a:ext cx="3015119" cy="6857761"/>
          </a:xfrm>
          <a:prstGeom prst="rect">
            <a:avLst/>
          </a:pr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3700176" y="728743"/>
            <a:ext cx="7793778" cy="895483"/>
          </a:xfrm>
        </p:spPr>
        <p:txBody>
          <a:bodyPr/>
          <a:lstStyle>
            <a:lvl1pPr>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218188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eeld en Titel #2">
    <p:spTree>
      <p:nvGrpSpPr>
        <p:cNvPr id="1" name=""/>
        <p:cNvGrpSpPr/>
        <p:nvPr/>
      </p:nvGrpSpPr>
      <p:grpSpPr>
        <a:xfrm>
          <a:off x="0" y="0"/>
          <a:ext cx="0" cy="0"/>
          <a:chOff x="0" y="0"/>
          <a:chExt cx="0" cy="0"/>
        </a:xfrm>
      </p:grpSpPr>
      <p:sp>
        <p:nvSpPr>
          <p:cNvPr id="186" name="Tijdelijke aanduiding voor afbeelding 185">
            <a:extLst>
              <a:ext uri="{FF2B5EF4-FFF2-40B4-BE49-F238E27FC236}">
                <a16:creationId xmlns:a16="http://schemas.microsoft.com/office/drawing/2014/main" id="{F59D94D8-16FE-4F78-9ED1-5B93711C5634}"/>
              </a:ext>
            </a:extLst>
          </p:cNvPr>
          <p:cNvSpPr>
            <a:spLocks noGrp="1"/>
          </p:cNvSpPr>
          <p:nvPr>
            <p:ph type="pic" sz="quarter" idx="14" hasCustomPrompt="1"/>
          </p:nvPr>
        </p:nvSpPr>
        <p:spPr>
          <a:xfrm>
            <a:off x="7604936" y="-1"/>
            <a:ext cx="4592715" cy="6857761"/>
          </a:xfrm>
          <a:prstGeom prst="rect">
            <a:avLst/>
          </a:pr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5" name="Titel 2">
            <a:extLst>
              <a:ext uri="{FF2B5EF4-FFF2-40B4-BE49-F238E27FC236}">
                <a16:creationId xmlns:a16="http://schemas.microsoft.com/office/drawing/2014/main" id="{93E86168-1B16-4845-AF8F-729E1D7C9FF4}"/>
              </a:ext>
            </a:extLst>
          </p:cNvPr>
          <p:cNvSpPr>
            <a:spLocks noGrp="1"/>
          </p:cNvSpPr>
          <p:nvPr>
            <p:ph type="title" hasCustomPrompt="1"/>
          </p:nvPr>
        </p:nvSpPr>
        <p:spPr>
          <a:xfrm>
            <a:off x="785719" y="728743"/>
            <a:ext cx="6254059" cy="895483"/>
          </a:xfrm>
        </p:spPr>
        <p:txBody>
          <a:bodyPr/>
          <a:lstStyle>
            <a:lvl1pPr>
              <a:defRPr/>
            </a:lvl1pPr>
          </a:lstStyle>
          <a:p>
            <a:r>
              <a:rPr lang="nl-NL"/>
              <a:t>Plaats hier een titel</a:t>
            </a:r>
            <a:br>
              <a:rPr lang="nl-NL"/>
            </a:br>
            <a:r>
              <a:rPr lang="nl-NL"/>
              <a:t>max. 2 regels</a:t>
            </a:r>
          </a:p>
        </p:txBody>
      </p:sp>
    </p:spTree>
    <p:extLst>
      <p:ext uri="{BB962C8B-B14F-4D97-AF65-F5344CB8AC3E}">
        <p14:creationId xmlns:p14="http://schemas.microsoft.com/office/powerpoint/2010/main" val="178139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ekst en Beeld #1">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925CFFD9-AC91-400D-912A-27D0528354E6}"/>
              </a:ext>
            </a:extLst>
          </p:cNvPr>
          <p:cNvPicPr>
            <a:picLocks noChangeAspect="1"/>
          </p:cNvPicPr>
          <p:nvPr userDrawn="1"/>
        </p:nvPicPr>
        <p:blipFill rotWithShape="1">
          <a:blip r:embed="rId2"/>
          <a:srcRect l="22420" t="27539" r="28027" b="19803"/>
          <a:stretch/>
        </p:blipFill>
        <p:spPr>
          <a:xfrm>
            <a:off x="5133109" y="0"/>
            <a:ext cx="7086312" cy="6858000"/>
          </a:xfrm>
          <a:prstGeom prst="rect">
            <a:avLst/>
          </a:prstGeom>
        </p:spPr>
      </p:pic>
      <p:sp>
        <p:nvSpPr>
          <p:cNvPr id="168" name="Tijdelijke aanduiding voor afbeelding 167">
            <a:extLst>
              <a:ext uri="{FF2B5EF4-FFF2-40B4-BE49-F238E27FC236}">
                <a16:creationId xmlns:a16="http://schemas.microsoft.com/office/drawing/2014/main" id="{C6F7CCD5-A23C-461E-8511-2F66BE6F11B6}"/>
              </a:ext>
            </a:extLst>
          </p:cNvPr>
          <p:cNvSpPr>
            <a:spLocks noGrp="1"/>
          </p:cNvSpPr>
          <p:nvPr>
            <p:ph type="pic" sz="quarter" idx="14" hasCustomPrompt="1"/>
          </p:nvPr>
        </p:nvSpPr>
        <p:spPr>
          <a:xfrm>
            <a:off x="5572758" y="3"/>
            <a:ext cx="6626648" cy="6858000"/>
          </a:xfrm>
          <a:custGeom>
            <a:avLst/>
            <a:gdLst>
              <a:gd name="connsiteX0" fmla="*/ 19264 w 6626648"/>
              <a:gd name="connsiteY0" fmla="*/ 0 h 6858000"/>
              <a:gd name="connsiteX1" fmla="*/ 6626648 w 6626648"/>
              <a:gd name="connsiteY1" fmla="*/ 0 h 6858000"/>
              <a:gd name="connsiteX2" fmla="*/ 6626648 w 6626648"/>
              <a:gd name="connsiteY2" fmla="*/ 6858000 h 6858000"/>
              <a:gd name="connsiteX3" fmla="*/ 825001 w 6626648"/>
              <a:gd name="connsiteY3" fmla="*/ 6858000 h 6858000"/>
              <a:gd name="connsiteX4" fmla="*/ 713454 w 6626648"/>
              <a:gd name="connsiteY4" fmla="*/ 6652262 h 6858000"/>
              <a:gd name="connsiteX5" fmla="*/ 301 w 6626648"/>
              <a:gd name="connsiteY5" fmla="*/ 3635946 h 6858000"/>
              <a:gd name="connsiteX6" fmla="*/ 19264 w 662664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6648" h="6858000">
                <a:moveTo>
                  <a:pt x="19264" y="0"/>
                </a:moveTo>
                <a:lnTo>
                  <a:pt x="6626648" y="0"/>
                </a:lnTo>
                <a:lnTo>
                  <a:pt x="6626648" y="6858000"/>
                </a:lnTo>
                <a:lnTo>
                  <a:pt x="825001" y="6858000"/>
                </a:lnTo>
                <a:lnTo>
                  <a:pt x="713454" y="6652262"/>
                </a:lnTo>
                <a:cubicBezTo>
                  <a:pt x="178350" y="5620370"/>
                  <a:pt x="-8587" y="4565886"/>
                  <a:pt x="301" y="3635946"/>
                </a:cubicBezTo>
                <a:cubicBezTo>
                  <a:pt x="16103" y="2402074"/>
                  <a:pt x="377968" y="1384793"/>
                  <a:pt x="19264" y="0"/>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782814" y="852112"/>
            <a:ext cx="4072716" cy="895483"/>
          </a:xfrm>
        </p:spPr>
        <p:txBody>
          <a:bodyPr/>
          <a:lstStyle>
            <a:lvl1pPr>
              <a:defRPr>
                <a:solidFill>
                  <a:schemeClr val="accent1"/>
                </a:solidFill>
              </a:defRPr>
            </a:lvl1pPr>
          </a:lstStyle>
          <a:p>
            <a:r>
              <a:rPr lang="nl-NL"/>
              <a:t>Plaats hier </a:t>
            </a:r>
            <a:br>
              <a:rPr lang="nl-NL"/>
            </a:br>
            <a:r>
              <a:rPr lang="nl-NL"/>
              <a:t>een titel</a:t>
            </a:r>
          </a:p>
        </p:txBody>
      </p:sp>
      <p:sp>
        <p:nvSpPr>
          <p:cNvPr id="179" name="Tijdelijke aanduiding voor verticale tekst 2">
            <a:extLst>
              <a:ext uri="{FF2B5EF4-FFF2-40B4-BE49-F238E27FC236}">
                <a16:creationId xmlns:a16="http://schemas.microsoft.com/office/drawing/2014/main" id="{79DE9FE5-EAAA-4AB7-B342-3624901F9704}"/>
              </a:ext>
            </a:extLst>
          </p:cNvPr>
          <p:cNvSpPr>
            <a:spLocks noGrp="1"/>
          </p:cNvSpPr>
          <p:nvPr>
            <p:ph type="body" orient="vert" idx="1" hasCustomPrompt="1"/>
          </p:nvPr>
        </p:nvSpPr>
        <p:spPr>
          <a:xfrm>
            <a:off x="807910" y="2342732"/>
            <a:ext cx="4047619" cy="3815530"/>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80" name="Tijdelijke aanduiding voor verticale tekst 2">
            <a:extLst>
              <a:ext uri="{FF2B5EF4-FFF2-40B4-BE49-F238E27FC236}">
                <a16:creationId xmlns:a16="http://schemas.microsoft.com/office/drawing/2014/main" id="{A71EA3B1-553E-45BA-847B-90C429EBAA9A}"/>
              </a:ext>
            </a:extLst>
          </p:cNvPr>
          <p:cNvSpPr>
            <a:spLocks noGrp="1"/>
          </p:cNvSpPr>
          <p:nvPr>
            <p:ph type="body" orient="vert" idx="15" hasCustomPrompt="1"/>
          </p:nvPr>
        </p:nvSpPr>
        <p:spPr>
          <a:xfrm>
            <a:off x="807910" y="662415"/>
            <a:ext cx="4047619" cy="194626"/>
          </a:xfrm>
        </p:spPr>
        <p:txBody>
          <a:bodyPr vert="horz" lIns="0" tIns="0" rIns="0" bIns="0" anchor="b"/>
          <a:lstStyle>
            <a:lvl1pPr marL="0" indent="0">
              <a:buNone/>
              <a:defRPr>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Hoofdstuktitel</a:t>
            </a:r>
          </a:p>
        </p:txBody>
      </p:sp>
    </p:spTree>
    <p:extLst>
      <p:ext uri="{BB962C8B-B14F-4D97-AF65-F5344CB8AC3E}">
        <p14:creationId xmlns:p14="http://schemas.microsoft.com/office/powerpoint/2010/main" val="251878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ekst en Beeld #2">
    <p:spTree>
      <p:nvGrpSpPr>
        <p:cNvPr id="1" name=""/>
        <p:cNvGrpSpPr/>
        <p:nvPr/>
      </p:nvGrpSpPr>
      <p:grpSpPr>
        <a:xfrm>
          <a:off x="0" y="0"/>
          <a:ext cx="0" cy="0"/>
          <a:chOff x="0" y="0"/>
          <a:chExt cx="0" cy="0"/>
        </a:xfrm>
      </p:grpSpPr>
      <p:sp>
        <p:nvSpPr>
          <p:cNvPr id="164" name="Graphic 34">
            <a:extLst>
              <a:ext uri="{FF2B5EF4-FFF2-40B4-BE49-F238E27FC236}">
                <a16:creationId xmlns:a16="http://schemas.microsoft.com/office/drawing/2014/main" id="{68C18975-3734-4159-8983-15B5EB4489C3}"/>
              </a:ext>
            </a:extLst>
          </p:cNvPr>
          <p:cNvSpPr>
            <a:spLocks noChangeAspect="1"/>
          </p:cNvSpPr>
          <p:nvPr userDrawn="1"/>
        </p:nvSpPr>
        <p:spPr>
          <a:xfrm flipV="1">
            <a:off x="5130801" y="-1"/>
            <a:ext cx="3175111"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65" name="Graphic 31">
            <a:extLst>
              <a:ext uri="{FF2B5EF4-FFF2-40B4-BE49-F238E27FC236}">
                <a16:creationId xmlns:a16="http://schemas.microsoft.com/office/drawing/2014/main" id="{E4690393-5771-429A-BDFA-C5BFBCE3092D}"/>
              </a:ext>
            </a:extLst>
          </p:cNvPr>
          <p:cNvSpPr>
            <a:spLocks noChangeAspect="1"/>
          </p:cNvSpPr>
          <p:nvPr userDrawn="1"/>
        </p:nvSpPr>
        <p:spPr>
          <a:xfrm>
            <a:off x="5618480" y="1"/>
            <a:ext cx="6573520"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167" name="Tijdelijke aanduiding voor afbeelding 166">
            <a:extLst>
              <a:ext uri="{FF2B5EF4-FFF2-40B4-BE49-F238E27FC236}">
                <a16:creationId xmlns:a16="http://schemas.microsoft.com/office/drawing/2014/main" id="{F5FAF9D4-82BB-4AEB-BE03-DEE45794F6A5}"/>
              </a:ext>
            </a:extLst>
          </p:cNvPr>
          <p:cNvSpPr>
            <a:spLocks noGrp="1"/>
          </p:cNvSpPr>
          <p:nvPr>
            <p:ph type="pic" sz="quarter" idx="14" hasCustomPrompt="1"/>
          </p:nvPr>
        </p:nvSpPr>
        <p:spPr>
          <a:xfrm>
            <a:off x="6339840" y="3"/>
            <a:ext cx="5852160" cy="6858000"/>
          </a:xfrm>
          <a:custGeom>
            <a:avLst/>
            <a:gdLst>
              <a:gd name="connsiteX0" fmla="*/ 16971 w 5852160"/>
              <a:gd name="connsiteY0" fmla="*/ 0 h 6858000"/>
              <a:gd name="connsiteX1" fmla="*/ 5852160 w 5852160"/>
              <a:gd name="connsiteY1" fmla="*/ 0 h 6858000"/>
              <a:gd name="connsiteX2" fmla="*/ 5852160 w 5852160"/>
              <a:gd name="connsiteY2" fmla="*/ 6858000 h 6858000"/>
              <a:gd name="connsiteX3" fmla="*/ 726802 w 5852160"/>
              <a:gd name="connsiteY3" fmla="*/ 6858000 h 6858000"/>
              <a:gd name="connsiteX4" fmla="*/ 628532 w 5852160"/>
              <a:gd name="connsiteY4" fmla="*/ 6652262 h 6858000"/>
              <a:gd name="connsiteX5" fmla="*/ 266 w 5852160"/>
              <a:gd name="connsiteY5" fmla="*/ 3635946 h 6858000"/>
              <a:gd name="connsiteX6" fmla="*/ 16971 w 585216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52160" h="6858000">
                <a:moveTo>
                  <a:pt x="16971" y="0"/>
                </a:moveTo>
                <a:lnTo>
                  <a:pt x="5852160" y="0"/>
                </a:lnTo>
                <a:lnTo>
                  <a:pt x="5852160" y="6858000"/>
                </a:lnTo>
                <a:lnTo>
                  <a:pt x="726802" y="6858000"/>
                </a:lnTo>
                <a:lnTo>
                  <a:pt x="628532" y="6652262"/>
                </a:lnTo>
                <a:cubicBezTo>
                  <a:pt x="157122" y="5620370"/>
                  <a:pt x="-7565" y="4565886"/>
                  <a:pt x="266" y="3635946"/>
                </a:cubicBezTo>
                <a:cubicBezTo>
                  <a:pt x="14186" y="2402075"/>
                  <a:pt x="332979" y="1384793"/>
                  <a:pt x="16971" y="0"/>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9" name="Titel 2">
            <a:extLst>
              <a:ext uri="{FF2B5EF4-FFF2-40B4-BE49-F238E27FC236}">
                <a16:creationId xmlns:a16="http://schemas.microsoft.com/office/drawing/2014/main" id="{B029408C-69BD-45D5-8CE4-8AA711AC91C8}"/>
              </a:ext>
            </a:extLst>
          </p:cNvPr>
          <p:cNvSpPr>
            <a:spLocks noGrp="1"/>
          </p:cNvSpPr>
          <p:nvPr>
            <p:ph type="title" hasCustomPrompt="1"/>
          </p:nvPr>
        </p:nvSpPr>
        <p:spPr>
          <a:xfrm>
            <a:off x="782814" y="901540"/>
            <a:ext cx="4072716" cy="461665"/>
          </a:xfrm>
        </p:spPr>
        <p:txBody>
          <a:bodyPr/>
          <a:lstStyle>
            <a:lvl1pPr>
              <a:defRPr>
                <a:solidFill>
                  <a:schemeClr val="accent1"/>
                </a:solidFill>
              </a:defRPr>
            </a:lvl1pPr>
          </a:lstStyle>
          <a:p>
            <a:r>
              <a:rPr lang="nl-NL"/>
              <a:t>Plaats hier een titel</a:t>
            </a:r>
          </a:p>
        </p:txBody>
      </p:sp>
      <p:sp>
        <p:nvSpPr>
          <p:cNvPr id="170" name="Tijdelijke aanduiding voor verticale tekst 2">
            <a:extLst>
              <a:ext uri="{FF2B5EF4-FFF2-40B4-BE49-F238E27FC236}">
                <a16:creationId xmlns:a16="http://schemas.microsoft.com/office/drawing/2014/main" id="{48F9D9F8-D7CD-4C00-BE89-6343F0620370}"/>
              </a:ext>
            </a:extLst>
          </p:cNvPr>
          <p:cNvSpPr>
            <a:spLocks noGrp="1"/>
          </p:cNvSpPr>
          <p:nvPr>
            <p:ph type="body" orient="vert" idx="1" hasCustomPrompt="1"/>
          </p:nvPr>
        </p:nvSpPr>
        <p:spPr>
          <a:xfrm>
            <a:off x="807910" y="1837485"/>
            <a:ext cx="4047619" cy="4320778"/>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71" name="Tijdelijke aanduiding voor verticale tekst 2">
            <a:extLst>
              <a:ext uri="{FF2B5EF4-FFF2-40B4-BE49-F238E27FC236}">
                <a16:creationId xmlns:a16="http://schemas.microsoft.com/office/drawing/2014/main" id="{BDB596EE-DDB5-40B8-8CDA-76460E629690}"/>
              </a:ext>
            </a:extLst>
          </p:cNvPr>
          <p:cNvSpPr>
            <a:spLocks noGrp="1"/>
          </p:cNvSpPr>
          <p:nvPr>
            <p:ph type="body" orient="vert" idx="15" hasCustomPrompt="1"/>
          </p:nvPr>
        </p:nvSpPr>
        <p:spPr>
          <a:xfrm>
            <a:off x="807910" y="1425726"/>
            <a:ext cx="4047619"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Tree>
    <p:extLst>
      <p:ext uri="{BB962C8B-B14F-4D97-AF65-F5344CB8AC3E}">
        <p14:creationId xmlns:p14="http://schemas.microsoft.com/office/powerpoint/2010/main" val="2491395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ekst en Beeld #3">
    <p:spTree>
      <p:nvGrpSpPr>
        <p:cNvPr id="1" name=""/>
        <p:cNvGrpSpPr/>
        <p:nvPr/>
      </p:nvGrpSpPr>
      <p:grpSpPr>
        <a:xfrm>
          <a:off x="0" y="0"/>
          <a:ext cx="0" cy="0"/>
          <a:chOff x="0" y="0"/>
          <a:chExt cx="0" cy="0"/>
        </a:xfrm>
      </p:grpSpPr>
      <p:sp>
        <p:nvSpPr>
          <p:cNvPr id="166" name="Graphic 34">
            <a:extLst>
              <a:ext uri="{FF2B5EF4-FFF2-40B4-BE49-F238E27FC236}">
                <a16:creationId xmlns:a16="http://schemas.microsoft.com/office/drawing/2014/main" id="{EB04C5EF-0EC3-490D-A97E-C5047207C82C}"/>
              </a:ext>
            </a:extLst>
          </p:cNvPr>
          <p:cNvSpPr>
            <a:spLocks noChangeAspect="1"/>
          </p:cNvSpPr>
          <p:nvPr userDrawn="1"/>
        </p:nvSpPr>
        <p:spPr>
          <a:xfrm rot="10800000" flipV="1">
            <a:off x="2993127" y="1"/>
            <a:ext cx="3692269"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72" name="Tijdelijke aanduiding voor afbeelding 171">
            <a:extLst>
              <a:ext uri="{FF2B5EF4-FFF2-40B4-BE49-F238E27FC236}">
                <a16:creationId xmlns:a16="http://schemas.microsoft.com/office/drawing/2014/main" id="{8C4B1A6B-BCA9-44B1-93C5-54B21C9AD8B3}"/>
              </a:ext>
            </a:extLst>
          </p:cNvPr>
          <p:cNvSpPr>
            <a:spLocks noGrp="1"/>
          </p:cNvSpPr>
          <p:nvPr>
            <p:ph type="pic" sz="quarter" idx="14" hasCustomPrompt="1"/>
          </p:nvPr>
        </p:nvSpPr>
        <p:spPr>
          <a:xfrm>
            <a:off x="2" y="4"/>
            <a:ext cx="5792434" cy="6857997"/>
          </a:xfrm>
          <a:custGeom>
            <a:avLst/>
            <a:gdLst>
              <a:gd name="connsiteX0" fmla="*/ 0 w 5792434"/>
              <a:gd name="connsiteY0" fmla="*/ 0 h 6857997"/>
              <a:gd name="connsiteX1" fmla="*/ 4977706 w 5792434"/>
              <a:gd name="connsiteY1" fmla="*/ 0 h 6857997"/>
              <a:gd name="connsiteX2" fmla="*/ 4969128 w 5792434"/>
              <a:gd name="connsiteY2" fmla="*/ 237618 h 6857997"/>
              <a:gd name="connsiteX3" fmla="*/ 5786097 w 5792434"/>
              <a:gd name="connsiteY3" fmla="*/ 3619812 h 6857997"/>
              <a:gd name="connsiteX4" fmla="*/ 4790528 w 5792434"/>
              <a:gd name="connsiteY4" fmla="*/ 6556973 h 6857997"/>
              <a:gd name="connsiteX5" fmla="*/ 4819874 w 5792434"/>
              <a:gd name="connsiteY5" fmla="*/ 6857997 h 6857997"/>
              <a:gd name="connsiteX6" fmla="*/ 0 w 5792434"/>
              <a:gd name="connsiteY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2434" h="6857997">
                <a:moveTo>
                  <a:pt x="0" y="0"/>
                </a:moveTo>
                <a:lnTo>
                  <a:pt x="4977706" y="0"/>
                </a:lnTo>
                <a:lnTo>
                  <a:pt x="4969128" y="237618"/>
                </a:lnTo>
                <a:cubicBezTo>
                  <a:pt x="4987026" y="1410328"/>
                  <a:pt x="5875640" y="2363692"/>
                  <a:pt x="5786097" y="3619812"/>
                </a:cubicBezTo>
                <a:cubicBezTo>
                  <a:pt x="5701745" y="4810050"/>
                  <a:pt x="4717100" y="5127454"/>
                  <a:pt x="4790528" y="6556973"/>
                </a:cubicBezTo>
                <a:lnTo>
                  <a:pt x="4819874" y="6857997"/>
                </a:lnTo>
                <a:lnTo>
                  <a:pt x="0" y="6857997"/>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69" name="Titel 2">
            <a:extLst>
              <a:ext uri="{FF2B5EF4-FFF2-40B4-BE49-F238E27FC236}">
                <a16:creationId xmlns:a16="http://schemas.microsoft.com/office/drawing/2014/main" id="{B029408C-69BD-45D5-8CE4-8AA711AC91C8}"/>
              </a:ext>
            </a:extLst>
          </p:cNvPr>
          <p:cNvSpPr>
            <a:spLocks noGrp="1"/>
          </p:cNvSpPr>
          <p:nvPr>
            <p:ph type="title" hasCustomPrompt="1"/>
          </p:nvPr>
        </p:nvSpPr>
        <p:spPr>
          <a:xfrm>
            <a:off x="6955829" y="901540"/>
            <a:ext cx="4434727" cy="461665"/>
          </a:xfrm>
        </p:spPr>
        <p:txBody>
          <a:bodyPr/>
          <a:lstStyle>
            <a:lvl1pPr>
              <a:defRPr>
                <a:solidFill>
                  <a:schemeClr val="accent1"/>
                </a:solidFill>
              </a:defRPr>
            </a:lvl1pPr>
          </a:lstStyle>
          <a:p>
            <a:r>
              <a:rPr lang="nl-NL"/>
              <a:t>Plaats hier een titel</a:t>
            </a:r>
          </a:p>
        </p:txBody>
      </p:sp>
      <p:sp>
        <p:nvSpPr>
          <p:cNvPr id="170" name="Tijdelijke aanduiding voor verticale tekst 2">
            <a:extLst>
              <a:ext uri="{FF2B5EF4-FFF2-40B4-BE49-F238E27FC236}">
                <a16:creationId xmlns:a16="http://schemas.microsoft.com/office/drawing/2014/main" id="{48F9D9F8-D7CD-4C00-BE89-6343F0620370}"/>
              </a:ext>
            </a:extLst>
          </p:cNvPr>
          <p:cNvSpPr>
            <a:spLocks noGrp="1"/>
          </p:cNvSpPr>
          <p:nvPr>
            <p:ph type="body" orient="vert" idx="1" hasCustomPrompt="1"/>
          </p:nvPr>
        </p:nvSpPr>
        <p:spPr>
          <a:xfrm>
            <a:off x="6983156" y="1837485"/>
            <a:ext cx="4407399" cy="4320778"/>
          </a:xfrm>
        </p:spPr>
        <p:txBody>
          <a:bodyPr vert="horz" lIns="0" tIns="0" rIns="0" bIns="0"/>
          <a:lstStyle>
            <a:lvl1pPr>
              <a:defRPr/>
            </a:lvl1pPr>
            <a:lvl2pPr>
              <a:defRPr/>
            </a:lvl2pPr>
            <a:lvl3pPr>
              <a:defRPr/>
            </a:lvl3pPr>
            <a:lvl4pPr>
              <a:spcBef>
                <a:spcPts val="600"/>
              </a:spcBef>
              <a:spcAft>
                <a:spcPts val="300"/>
              </a:spcAft>
              <a:defRPr/>
            </a:lvl4pPr>
            <a:lvl5pPr>
              <a:defRPr/>
            </a:lvl5pPr>
            <a:lvl6pPr>
              <a:defRPr/>
            </a:lvl6pPr>
            <a:lvl7pPr>
              <a:defRPr/>
            </a:lvl7pPr>
            <a:lvl8pPr>
              <a:defRPr/>
            </a:lvl8pPr>
            <a:lvl9pPr>
              <a:defRPr/>
            </a:lvl9p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sp>
        <p:nvSpPr>
          <p:cNvPr id="171" name="Tijdelijke aanduiding voor verticale tekst 2">
            <a:extLst>
              <a:ext uri="{FF2B5EF4-FFF2-40B4-BE49-F238E27FC236}">
                <a16:creationId xmlns:a16="http://schemas.microsoft.com/office/drawing/2014/main" id="{BDB596EE-DDB5-40B8-8CDA-76460E629690}"/>
              </a:ext>
            </a:extLst>
          </p:cNvPr>
          <p:cNvSpPr>
            <a:spLocks noGrp="1"/>
          </p:cNvSpPr>
          <p:nvPr>
            <p:ph type="body" orient="vert" idx="15" hasCustomPrompt="1"/>
          </p:nvPr>
        </p:nvSpPr>
        <p:spPr>
          <a:xfrm>
            <a:off x="6983156" y="1425726"/>
            <a:ext cx="4407399" cy="194626"/>
          </a:xfrm>
        </p:spPr>
        <p:txBody>
          <a:bodyPr vert="horz" lIns="0" tIns="0" rIns="0" bIns="0" anchor="b"/>
          <a:lstStyle>
            <a:lvl1pPr marL="0" indent="0">
              <a:buNone/>
              <a:defRPr sz="1600">
                <a:solidFill>
                  <a:schemeClr val="accent2"/>
                </a:solidFill>
              </a:defRPr>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Plaats hier een subtitel</a:t>
            </a:r>
          </a:p>
        </p:txBody>
      </p:sp>
    </p:spTree>
    <p:extLst>
      <p:ext uri="{BB962C8B-B14F-4D97-AF65-F5344CB8AC3E}">
        <p14:creationId xmlns:p14="http://schemas.microsoft.com/office/powerpoint/2010/main" val="4139970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ekst en Beeld #4">
    <p:spTree>
      <p:nvGrpSpPr>
        <p:cNvPr id="1" name=""/>
        <p:cNvGrpSpPr/>
        <p:nvPr/>
      </p:nvGrpSpPr>
      <p:grpSpPr>
        <a:xfrm>
          <a:off x="0" y="0"/>
          <a:ext cx="0" cy="0"/>
          <a:chOff x="0" y="0"/>
          <a:chExt cx="0" cy="0"/>
        </a:xfrm>
      </p:grpSpPr>
      <p:sp>
        <p:nvSpPr>
          <p:cNvPr id="171" name="Tijdelijke aanduiding voor afbeelding 170">
            <a:extLst>
              <a:ext uri="{FF2B5EF4-FFF2-40B4-BE49-F238E27FC236}">
                <a16:creationId xmlns:a16="http://schemas.microsoft.com/office/drawing/2014/main" id="{8F2CEDD5-2C15-4D5B-AC04-E3D9734FC5F6}"/>
              </a:ext>
            </a:extLst>
          </p:cNvPr>
          <p:cNvSpPr>
            <a:spLocks noGrp="1"/>
          </p:cNvSpPr>
          <p:nvPr>
            <p:ph type="pic" sz="quarter" idx="14" hasCustomPrompt="1"/>
          </p:nvPr>
        </p:nvSpPr>
        <p:spPr>
          <a:xfrm>
            <a:off x="0" y="3"/>
            <a:ext cx="6803150" cy="6858000"/>
          </a:xfrm>
          <a:custGeom>
            <a:avLst/>
            <a:gdLst>
              <a:gd name="connsiteX0" fmla="*/ 0 w 6803150"/>
              <a:gd name="connsiteY0" fmla="*/ 0 h 6858000"/>
              <a:gd name="connsiteX1" fmla="*/ 6354785 w 6803150"/>
              <a:gd name="connsiteY1" fmla="*/ 0 h 6858000"/>
              <a:gd name="connsiteX2" fmla="*/ 6337745 w 6803150"/>
              <a:gd name="connsiteY2" fmla="*/ 231075 h 6858000"/>
              <a:gd name="connsiteX3" fmla="*/ 6802798 w 6803150"/>
              <a:gd name="connsiteY3" fmla="*/ 3062476 h 6858000"/>
              <a:gd name="connsiteX4" fmla="*/ 6251926 w 6803150"/>
              <a:gd name="connsiteY4" fmla="*/ 5934829 h 6858000"/>
              <a:gd name="connsiteX5" fmla="*/ 6348390 w 6803150"/>
              <a:gd name="connsiteY5" fmla="*/ 6858000 h 6858000"/>
              <a:gd name="connsiteX6" fmla="*/ 202634 w 6803150"/>
              <a:gd name="connsiteY6" fmla="*/ 6858000 h 6858000"/>
              <a:gd name="connsiteX7" fmla="*/ 202632 w 6803150"/>
              <a:gd name="connsiteY7" fmla="*/ 6857997 h 6858000"/>
              <a:gd name="connsiteX8" fmla="*/ 3318 w 6803150"/>
              <a:gd name="connsiteY8" fmla="*/ 6857997 h 6858000"/>
              <a:gd name="connsiteX9" fmla="*/ 3318 w 6803150"/>
              <a:gd name="connsiteY9" fmla="*/ 6543284 h 6858000"/>
              <a:gd name="connsiteX10" fmla="*/ 0 w 6803150"/>
              <a:gd name="connsiteY10" fmla="*/ 653773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03150" h="6858000">
                <a:moveTo>
                  <a:pt x="0" y="0"/>
                </a:moveTo>
                <a:lnTo>
                  <a:pt x="6354785" y="0"/>
                </a:lnTo>
                <a:lnTo>
                  <a:pt x="6337745" y="231075"/>
                </a:lnTo>
                <a:cubicBezTo>
                  <a:pt x="6289215" y="1339801"/>
                  <a:pt x="6769097" y="1782052"/>
                  <a:pt x="6802798" y="3062476"/>
                </a:cubicBezTo>
                <a:cubicBezTo>
                  <a:pt x="6819095" y="4252713"/>
                  <a:pt x="6264589" y="4479388"/>
                  <a:pt x="6251926" y="5934829"/>
                </a:cubicBezTo>
                <a:lnTo>
                  <a:pt x="6348390" y="6858000"/>
                </a:lnTo>
                <a:lnTo>
                  <a:pt x="202634" y="6858000"/>
                </a:lnTo>
                <a:lnTo>
                  <a:pt x="202632" y="6857997"/>
                </a:lnTo>
                <a:lnTo>
                  <a:pt x="3318" y="6857997"/>
                </a:lnTo>
                <a:lnTo>
                  <a:pt x="3318" y="6543284"/>
                </a:lnTo>
                <a:lnTo>
                  <a:pt x="0" y="6537734"/>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7220412" y="681628"/>
            <a:ext cx="4101102" cy="2101216"/>
          </a:xfrm>
        </p:spPr>
        <p:txBody>
          <a:bodyPr anchor="b"/>
          <a:lstStyle>
            <a:lvl1pPr>
              <a:defRPr sz="4800" b="1">
                <a:solidFill>
                  <a:schemeClr val="accent1"/>
                </a:solidFill>
              </a:defRPr>
            </a:lvl1pPr>
          </a:lstStyle>
          <a:p>
            <a:r>
              <a:rPr lang="nl-NL"/>
              <a:t>Plaats hier </a:t>
            </a:r>
            <a:br>
              <a:rPr lang="nl-NL"/>
            </a:br>
            <a:r>
              <a:rPr lang="nl-NL"/>
              <a:t>een titel</a:t>
            </a:r>
          </a:p>
        </p:txBody>
      </p:sp>
      <p:sp>
        <p:nvSpPr>
          <p:cNvPr id="169" name="Tijdelijke aanduiding voor verticale tekst 2">
            <a:extLst>
              <a:ext uri="{FF2B5EF4-FFF2-40B4-BE49-F238E27FC236}">
                <a16:creationId xmlns:a16="http://schemas.microsoft.com/office/drawing/2014/main" id="{DB0FFE09-5F66-4272-A2AA-3C0B7FCB7845}"/>
              </a:ext>
            </a:extLst>
          </p:cNvPr>
          <p:cNvSpPr>
            <a:spLocks noGrp="1"/>
          </p:cNvSpPr>
          <p:nvPr>
            <p:ph type="body" orient="vert" idx="1" hasCustomPrompt="1"/>
          </p:nvPr>
        </p:nvSpPr>
        <p:spPr>
          <a:xfrm>
            <a:off x="7220412" y="3045470"/>
            <a:ext cx="4136002" cy="2868041"/>
          </a:xfrm>
        </p:spPr>
        <p:txBody>
          <a:bodyPr vert="horz" lIns="0" tIns="0" rIns="0" bIns="0"/>
          <a:lstStyle>
            <a:lvl1pPr marL="0" indent="0">
              <a:buNone/>
              <a:defRPr sz="2800">
                <a:solidFill>
                  <a:schemeClr val="accent2"/>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Klik hier om een subtitel te plaatsen.</a:t>
            </a:r>
          </a:p>
          <a:p>
            <a:pPr lvl="1"/>
            <a:r>
              <a:rPr lang="nl-NL"/>
              <a:t>Leestekst</a:t>
            </a:r>
          </a:p>
          <a:p>
            <a:pPr lvl="2"/>
            <a:r>
              <a:rPr lang="nl-NL" err="1"/>
              <a:t>Bullet</a:t>
            </a:r>
            <a:endParaRPr lang="nl-NL"/>
          </a:p>
        </p:txBody>
      </p:sp>
    </p:spTree>
    <p:extLst>
      <p:ext uri="{BB962C8B-B14F-4D97-AF65-F5344CB8AC3E}">
        <p14:creationId xmlns:p14="http://schemas.microsoft.com/office/powerpoint/2010/main" val="3283863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ekst en Beeld #5">
    <p:spTree>
      <p:nvGrpSpPr>
        <p:cNvPr id="1" name=""/>
        <p:cNvGrpSpPr/>
        <p:nvPr/>
      </p:nvGrpSpPr>
      <p:grpSpPr>
        <a:xfrm>
          <a:off x="0" y="0"/>
          <a:ext cx="0" cy="0"/>
          <a:chOff x="0" y="0"/>
          <a:chExt cx="0" cy="0"/>
        </a:xfrm>
      </p:grpSpPr>
      <p:sp>
        <p:nvSpPr>
          <p:cNvPr id="167" name="Tijdelijke aanduiding voor afbeelding 166">
            <a:extLst>
              <a:ext uri="{FF2B5EF4-FFF2-40B4-BE49-F238E27FC236}">
                <a16:creationId xmlns:a16="http://schemas.microsoft.com/office/drawing/2014/main" id="{A90C4272-01CF-4B44-A88B-62E5932E4BC9}"/>
              </a:ext>
            </a:extLst>
          </p:cNvPr>
          <p:cNvSpPr>
            <a:spLocks noGrp="1"/>
          </p:cNvSpPr>
          <p:nvPr>
            <p:ph type="pic" sz="quarter" idx="15" hasCustomPrompt="1"/>
          </p:nvPr>
        </p:nvSpPr>
        <p:spPr>
          <a:xfrm>
            <a:off x="5371977" y="0"/>
            <a:ext cx="6826552" cy="6858003"/>
          </a:xfrm>
          <a:custGeom>
            <a:avLst/>
            <a:gdLst>
              <a:gd name="connsiteX0" fmla="*/ 3133044 w 6826552"/>
              <a:gd name="connsiteY0" fmla="*/ 0 h 6858003"/>
              <a:gd name="connsiteX1" fmla="*/ 6826552 w 6826552"/>
              <a:gd name="connsiteY1" fmla="*/ 0 h 6858003"/>
              <a:gd name="connsiteX2" fmla="*/ 6826552 w 6826552"/>
              <a:gd name="connsiteY2" fmla="*/ 6857760 h 6858003"/>
              <a:gd name="connsiteX3" fmla="*/ 6799833 w 6826552"/>
              <a:gd name="connsiteY3" fmla="*/ 6857760 h 6858003"/>
              <a:gd name="connsiteX4" fmla="*/ 6799833 w 6826552"/>
              <a:gd name="connsiteY4" fmla="*/ 6858000 h 6858003"/>
              <a:gd name="connsiteX5" fmla="*/ 6600519 w 6826552"/>
              <a:gd name="connsiteY5" fmla="*/ 6858000 h 6858003"/>
              <a:gd name="connsiteX6" fmla="*/ 6600517 w 6826552"/>
              <a:gd name="connsiteY6" fmla="*/ 6858003 h 6858003"/>
              <a:gd name="connsiteX7" fmla="*/ 454761 w 6826552"/>
              <a:gd name="connsiteY7" fmla="*/ 6858003 h 6858003"/>
              <a:gd name="connsiteX8" fmla="*/ 551225 w 6826552"/>
              <a:gd name="connsiteY8" fmla="*/ 5934832 h 6858003"/>
              <a:gd name="connsiteX9" fmla="*/ 353 w 6826552"/>
              <a:gd name="connsiteY9" fmla="*/ 3062479 h 6858003"/>
              <a:gd name="connsiteX10" fmla="*/ 465406 w 6826552"/>
              <a:gd name="connsiteY10" fmla="*/ 231078 h 6858003"/>
              <a:gd name="connsiteX11" fmla="*/ 448366 w 6826552"/>
              <a:gd name="connsiteY11" fmla="*/ 3 h 6858003"/>
              <a:gd name="connsiteX12" fmla="*/ 3133044 w 6826552"/>
              <a:gd name="connsiteY12" fmla="*/ 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26552" h="6858003">
                <a:moveTo>
                  <a:pt x="3133044" y="0"/>
                </a:moveTo>
                <a:lnTo>
                  <a:pt x="6826552" y="0"/>
                </a:lnTo>
                <a:lnTo>
                  <a:pt x="6826552" y="6857760"/>
                </a:lnTo>
                <a:lnTo>
                  <a:pt x="6799833" y="6857760"/>
                </a:lnTo>
                <a:lnTo>
                  <a:pt x="6799833" y="6858000"/>
                </a:lnTo>
                <a:lnTo>
                  <a:pt x="6600519" y="6858000"/>
                </a:lnTo>
                <a:lnTo>
                  <a:pt x="6600517" y="6858003"/>
                </a:lnTo>
                <a:lnTo>
                  <a:pt x="454761" y="6858003"/>
                </a:lnTo>
                <a:lnTo>
                  <a:pt x="551225" y="5934832"/>
                </a:lnTo>
                <a:cubicBezTo>
                  <a:pt x="538562" y="4479391"/>
                  <a:pt x="-15944" y="4252716"/>
                  <a:pt x="353" y="3062479"/>
                </a:cubicBezTo>
                <a:cubicBezTo>
                  <a:pt x="34054" y="1782055"/>
                  <a:pt x="513936" y="1339804"/>
                  <a:pt x="465406" y="231078"/>
                </a:cubicBezTo>
                <a:lnTo>
                  <a:pt x="448366" y="3"/>
                </a:lnTo>
                <a:lnTo>
                  <a:pt x="3133044" y="3"/>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819066" y="681628"/>
            <a:ext cx="4101102" cy="2101216"/>
          </a:xfrm>
        </p:spPr>
        <p:txBody>
          <a:bodyPr anchor="b"/>
          <a:lstStyle>
            <a:lvl1pPr>
              <a:defRPr sz="4800" b="1">
                <a:solidFill>
                  <a:schemeClr val="accent1"/>
                </a:solidFill>
              </a:defRPr>
            </a:lvl1pPr>
          </a:lstStyle>
          <a:p>
            <a:r>
              <a:rPr lang="nl-NL"/>
              <a:t>Plaats hier </a:t>
            </a:r>
            <a:br>
              <a:rPr lang="nl-NL"/>
            </a:br>
            <a:r>
              <a:rPr lang="nl-NL"/>
              <a:t>een titel</a:t>
            </a:r>
          </a:p>
        </p:txBody>
      </p:sp>
      <p:sp>
        <p:nvSpPr>
          <p:cNvPr id="169" name="Tijdelijke aanduiding voor verticale tekst 2">
            <a:extLst>
              <a:ext uri="{FF2B5EF4-FFF2-40B4-BE49-F238E27FC236}">
                <a16:creationId xmlns:a16="http://schemas.microsoft.com/office/drawing/2014/main" id="{DB0FFE09-5F66-4272-A2AA-3C0B7FCB7845}"/>
              </a:ext>
            </a:extLst>
          </p:cNvPr>
          <p:cNvSpPr>
            <a:spLocks noGrp="1"/>
          </p:cNvSpPr>
          <p:nvPr>
            <p:ph type="body" orient="vert" idx="1" hasCustomPrompt="1"/>
          </p:nvPr>
        </p:nvSpPr>
        <p:spPr>
          <a:xfrm>
            <a:off x="819066" y="3045470"/>
            <a:ext cx="4136002" cy="2868041"/>
          </a:xfrm>
        </p:spPr>
        <p:txBody>
          <a:bodyPr vert="horz" lIns="0" tIns="0" rIns="0" bIns="0"/>
          <a:lstStyle>
            <a:lvl1pPr marL="0" indent="0">
              <a:buNone/>
              <a:defRPr sz="2800">
                <a:solidFill>
                  <a:schemeClr val="accent2"/>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Klik hier om een subtitel te plaatsen.</a:t>
            </a:r>
          </a:p>
          <a:p>
            <a:pPr lvl="1"/>
            <a:r>
              <a:rPr lang="nl-NL"/>
              <a:t>Leestekst</a:t>
            </a:r>
          </a:p>
          <a:p>
            <a:pPr lvl="2"/>
            <a:r>
              <a:rPr lang="nl-NL" err="1"/>
              <a:t>Bullet</a:t>
            </a:r>
            <a:endParaRPr lang="nl-NL"/>
          </a:p>
        </p:txBody>
      </p:sp>
    </p:spTree>
    <p:extLst>
      <p:ext uri="{BB962C8B-B14F-4D97-AF65-F5344CB8AC3E}">
        <p14:creationId xmlns:p14="http://schemas.microsoft.com/office/powerpoint/2010/main" val="133884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Quote slide #1">
    <p:spTree>
      <p:nvGrpSpPr>
        <p:cNvPr id="1" name=""/>
        <p:cNvGrpSpPr/>
        <p:nvPr/>
      </p:nvGrpSpPr>
      <p:grpSpPr>
        <a:xfrm>
          <a:off x="0" y="0"/>
          <a:ext cx="0" cy="0"/>
          <a:chOff x="0" y="0"/>
          <a:chExt cx="0" cy="0"/>
        </a:xfrm>
      </p:grpSpPr>
      <p:sp>
        <p:nvSpPr>
          <p:cNvPr id="173" name="Tijdelijke aanduiding voor afbeelding 172">
            <a:extLst>
              <a:ext uri="{FF2B5EF4-FFF2-40B4-BE49-F238E27FC236}">
                <a16:creationId xmlns:a16="http://schemas.microsoft.com/office/drawing/2014/main" id="{C2AD75C5-BA5F-4B8E-AC99-1A8996EDA811}"/>
              </a:ext>
            </a:extLst>
          </p:cNvPr>
          <p:cNvSpPr>
            <a:spLocks noGrp="1"/>
          </p:cNvSpPr>
          <p:nvPr>
            <p:ph type="pic" sz="quarter" idx="14" hasCustomPrompt="1"/>
          </p:nvPr>
        </p:nvSpPr>
        <p:spPr>
          <a:xfrm>
            <a:off x="0" y="3"/>
            <a:ext cx="6535933" cy="6858000"/>
          </a:xfrm>
          <a:custGeom>
            <a:avLst/>
            <a:gdLst>
              <a:gd name="connsiteX0" fmla="*/ 0 w 6535933"/>
              <a:gd name="connsiteY0" fmla="*/ 0 h 6858000"/>
              <a:gd name="connsiteX1" fmla="*/ 975 w 6535933"/>
              <a:gd name="connsiteY1" fmla="*/ 0 h 6858000"/>
              <a:gd name="connsiteX2" fmla="*/ 5552272 w 6535933"/>
              <a:gd name="connsiteY2" fmla="*/ 16931 h 6858000"/>
              <a:gd name="connsiteX3" fmla="*/ 6535933 w 6535933"/>
              <a:gd name="connsiteY3" fmla="*/ 3214874 h 6858000"/>
              <a:gd name="connsiteX4" fmla="*/ 5793396 w 6535933"/>
              <a:gd name="connsiteY4" fmla="*/ 5816296 h 6858000"/>
              <a:gd name="connsiteX5" fmla="*/ 5171501 w 6535933"/>
              <a:gd name="connsiteY5" fmla="*/ 6769981 h 6858000"/>
              <a:gd name="connsiteX6" fmla="*/ 5096677 w 6535933"/>
              <a:gd name="connsiteY6" fmla="*/ 6858000 h 6858000"/>
              <a:gd name="connsiteX7" fmla="*/ 213846 w 6535933"/>
              <a:gd name="connsiteY7" fmla="*/ 6858000 h 6858000"/>
              <a:gd name="connsiteX8" fmla="*/ 213679 w 6535933"/>
              <a:gd name="connsiteY8" fmla="*/ 6857757 h 6858000"/>
              <a:gd name="connsiteX9" fmla="*/ 0 w 6535933"/>
              <a:gd name="connsiteY9" fmla="*/ 6857757 h 6858000"/>
              <a:gd name="connsiteX10" fmla="*/ 0 w 6535933"/>
              <a:gd name="connsiteY10" fmla="*/ 6537736 h 6858000"/>
              <a:gd name="connsiteX11" fmla="*/ 0 w 6535933"/>
              <a:gd name="connsiteY11" fmla="*/ 3428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35933" h="6858000">
                <a:moveTo>
                  <a:pt x="0" y="0"/>
                </a:moveTo>
                <a:lnTo>
                  <a:pt x="975" y="0"/>
                </a:lnTo>
                <a:lnTo>
                  <a:pt x="5552272" y="16931"/>
                </a:lnTo>
                <a:cubicBezTo>
                  <a:pt x="6172600" y="1182961"/>
                  <a:pt x="6501843" y="1849089"/>
                  <a:pt x="6535933" y="3214874"/>
                </a:cubicBezTo>
                <a:cubicBezTo>
                  <a:pt x="6500589" y="4405111"/>
                  <a:pt x="6138545" y="5221721"/>
                  <a:pt x="5793396" y="5816296"/>
                </a:cubicBezTo>
                <a:cubicBezTo>
                  <a:pt x="5491390" y="6336549"/>
                  <a:pt x="5381282" y="6517222"/>
                  <a:pt x="5171501" y="6769981"/>
                </a:cubicBezTo>
                <a:lnTo>
                  <a:pt x="5096677" y="6858000"/>
                </a:lnTo>
                <a:lnTo>
                  <a:pt x="213846" y="6858000"/>
                </a:lnTo>
                <a:lnTo>
                  <a:pt x="213679" y="6857757"/>
                </a:lnTo>
                <a:lnTo>
                  <a:pt x="0" y="6857757"/>
                </a:lnTo>
                <a:lnTo>
                  <a:pt x="0" y="6537736"/>
                </a:lnTo>
                <a:lnTo>
                  <a:pt x="0" y="3428997"/>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0" name="Titel 2">
            <a:extLst>
              <a:ext uri="{FF2B5EF4-FFF2-40B4-BE49-F238E27FC236}">
                <a16:creationId xmlns:a16="http://schemas.microsoft.com/office/drawing/2014/main" id="{9749C5F8-5360-41BA-8DA2-649767F88D8D}"/>
              </a:ext>
            </a:extLst>
          </p:cNvPr>
          <p:cNvSpPr>
            <a:spLocks noGrp="1"/>
          </p:cNvSpPr>
          <p:nvPr>
            <p:ph type="title" hasCustomPrompt="1"/>
          </p:nvPr>
        </p:nvSpPr>
        <p:spPr>
          <a:xfrm>
            <a:off x="6973773" y="1130109"/>
            <a:ext cx="4720891" cy="3880345"/>
          </a:xfrm>
        </p:spPr>
        <p:txBody>
          <a:bodyPr anchor="ctr"/>
          <a:lstStyle>
            <a:lvl1pPr>
              <a:defRPr sz="5400" b="1">
                <a:solidFill>
                  <a:schemeClr val="accent1"/>
                </a:solidFill>
              </a:defRPr>
            </a:lvl1pPr>
          </a:lstStyle>
          <a:p>
            <a:r>
              <a:rPr lang="nl-NL"/>
              <a:t>Plaats hier </a:t>
            </a:r>
            <a:br>
              <a:rPr lang="nl-NL"/>
            </a:br>
            <a:r>
              <a:rPr lang="nl-NL"/>
              <a:t>een quote</a:t>
            </a:r>
          </a:p>
        </p:txBody>
      </p:sp>
      <p:sp>
        <p:nvSpPr>
          <p:cNvPr id="171" name="Tijdelijke aanduiding voor verticale tekst 2">
            <a:extLst>
              <a:ext uri="{FF2B5EF4-FFF2-40B4-BE49-F238E27FC236}">
                <a16:creationId xmlns:a16="http://schemas.microsoft.com/office/drawing/2014/main" id="{43E32F30-C191-4B5C-94AB-2E214A4B57A9}"/>
              </a:ext>
            </a:extLst>
          </p:cNvPr>
          <p:cNvSpPr>
            <a:spLocks noGrp="1"/>
          </p:cNvSpPr>
          <p:nvPr>
            <p:ph type="body" orient="vert" idx="1" hasCustomPrompt="1"/>
          </p:nvPr>
        </p:nvSpPr>
        <p:spPr>
          <a:xfrm>
            <a:off x="7002683" y="5105891"/>
            <a:ext cx="4711341" cy="457657"/>
          </a:xfrm>
        </p:spPr>
        <p:txBody>
          <a:bodyPr vert="horz" lIns="0" tIns="0" rIns="0" bIns="0"/>
          <a:lstStyle>
            <a:lvl1pPr marL="0" indent="0">
              <a:buNone/>
              <a:defRPr sz="1600">
                <a:solidFill>
                  <a:schemeClr val="accent2"/>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 Klik hier om een subtitel te plaatsen.</a:t>
            </a:r>
          </a:p>
        </p:txBody>
      </p:sp>
    </p:spTree>
    <p:extLst>
      <p:ext uri="{BB962C8B-B14F-4D97-AF65-F5344CB8AC3E}">
        <p14:creationId xmlns:p14="http://schemas.microsoft.com/office/powerpoint/2010/main" val="940823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64" name="Rechthoek 163">
            <a:extLst>
              <a:ext uri="{FF2B5EF4-FFF2-40B4-BE49-F238E27FC236}">
                <a16:creationId xmlns:a16="http://schemas.microsoft.com/office/drawing/2014/main" id="{CA9D735F-EE13-4F82-905C-204A3EC6EBCE}"/>
              </a:ext>
            </a:extLst>
          </p:cNvPr>
          <p:cNvSpPr/>
          <p:nvPr userDrawn="1"/>
        </p:nvSpPr>
        <p:spPr>
          <a:xfrm>
            <a:off x="0" y="0"/>
            <a:ext cx="12192000" cy="6858000"/>
          </a:xfrm>
          <a:prstGeom prst="rect">
            <a:avLst/>
          </a:prstGeom>
          <a:solidFill>
            <a:srgbClr val="D4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7" name="Tijdelijke aanduiding voor afbeelding 166">
            <a:extLst>
              <a:ext uri="{FF2B5EF4-FFF2-40B4-BE49-F238E27FC236}">
                <a16:creationId xmlns:a16="http://schemas.microsoft.com/office/drawing/2014/main" id="{55102495-73E7-42AA-BAF6-BB9A8FE6F54C}"/>
              </a:ext>
            </a:extLst>
          </p:cNvPr>
          <p:cNvSpPr>
            <a:spLocks noGrp="1"/>
          </p:cNvSpPr>
          <p:nvPr>
            <p:ph type="pic" sz="quarter" idx="14" hasCustomPrompt="1"/>
          </p:nvPr>
        </p:nvSpPr>
        <p:spPr>
          <a:xfrm>
            <a:off x="6311820" y="2085"/>
            <a:ext cx="5880181" cy="6855918"/>
          </a:xfrm>
          <a:custGeom>
            <a:avLst/>
            <a:gdLst>
              <a:gd name="connsiteX0" fmla="*/ 17478 w 5880181"/>
              <a:gd name="connsiteY0" fmla="*/ 0 h 6855918"/>
              <a:gd name="connsiteX1" fmla="*/ 5880181 w 5880181"/>
              <a:gd name="connsiteY1" fmla="*/ 11878 h 6855918"/>
              <a:gd name="connsiteX2" fmla="*/ 5880181 w 5880181"/>
              <a:gd name="connsiteY2" fmla="*/ 6855918 h 6855918"/>
              <a:gd name="connsiteX3" fmla="*/ 730282 w 5880181"/>
              <a:gd name="connsiteY3" fmla="*/ 6855918 h 6855918"/>
              <a:gd name="connsiteX4" fmla="*/ 631542 w 5880181"/>
              <a:gd name="connsiteY4" fmla="*/ 6650180 h 6855918"/>
              <a:gd name="connsiteX5" fmla="*/ 267 w 5880181"/>
              <a:gd name="connsiteY5" fmla="*/ 3633864 h 6855918"/>
              <a:gd name="connsiteX6" fmla="*/ 69343 w 5880181"/>
              <a:gd name="connsiteY6" fmla="*/ 253403 h 685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181" h="6855918">
                <a:moveTo>
                  <a:pt x="17478" y="0"/>
                </a:moveTo>
                <a:lnTo>
                  <a:pt x="5880181" y="11878"/>
                </a:lnTo>
                <a:lnTo>
                  <a:pt x="5880181" y="6855918"/>
                </a:lnTo>
                <a:lnTo>
                  <a:pt x="730282" y="6855918"/>
                </a:lnTo>
                <a:lnTo>
                  <a:pt x="631542" y="6650180"/>
                </a:lnTo>
                <a:cubicBezTo>
                  <a:pt x="157874" y="5618288"/>
                  <a:pt x="-7601" y="4563804"/>
                  <a:pt x="267" y="3633864"/>
                </a:cubicBezTo>
                <a:cubicBezTo>
                  <a:pt x="13380" y="2477109"/>
                  <a:pt x="295730" y="1510717"/>
                  <a:pt x="69343" y="253403"/>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0" name="Titel 2">
            <a:extLst>
              <a:ext uri="{FF2B5EF4-FFF2-40B4-BE49-F238E27FC236}">
                <a16:creationId xmlns:a16="http://schemas.microsoft.com/office/drawing/2014/main" id="{9749C5F8-5360-41BA-8DA2-649767F88D8D}"/>
              </a:ext>
            </a:extLst>
          </p:cNvPr>
          <p:cNvSpPr>
            <a:spLocks noGrp="1"/>
          </p:cNvSpPr>
          <p:nvPr>
            <p:ph type="title" hasCustomPrompt="1"/>
          </p:nvPr>
        </p:nvSpPr>
        <p:spPr>
          <a:xfrm>
            <a:off x="820940" y="1130109"/>
            <a:ext cx="4720891" cy="3880345"/>
          </a:xfrm>
        </p:spPr>
        <p:txBody>
          <a:bodyPr anchor="ctr"/>
          <a:lstStyle>
            <a:lvl1pPr>
              <a:defRPr sz="5400" b="1">
                <a:solidFill>
                  <a:schemeClr val="accent1"/>
                </a:solidFill>
              </a:defRPr>
            </a:lvl1pPr>
          </a:lstStyle>
          <a:p>
            <a:r>
              <a:rPr lang="nl-NL"/>
              <a:t>Plaats hier </a:t>
            </a:r>
            <a:br>
              <a:rPr lang="nl-NL"/>
            </a:br>
            <a:r>
              <a:rPr lang="nl-NL"/>
              <a:t>een quote</a:t>
            </a:r>
          </a:p>
        </p:txBody>
      </p:sp>
      <p:sp>
        <p:nvSpPr>
          <p:cNvPr id="171" name="Tijdelijke aanduiding voor verticale tekst 2">
            <a:extLst>
              <a:ext uri="{FF2B5EF4-FFF2-40B4-BE49-F238E27FC236}">
                <a16:creationId xmlns:a16="http://schemas.microsoft.com/office/drawing/2014/main" id="{43E32F30-C191-4B5C-94AB-2E214A4B57A9}"/>
              </a:ext>
            </a:extLst>
          </p:cNvPr>
          <p:cNvSpPr>
            <a:spLocks noGrp="1"/>
          </p:cNvSpPr>
          <p:nvPr>
            <p:ph type="body" orient="vert" idx="1" hasCustomPrompt="1"/>
          </p:nvPr>
        </p:nvSpPr>
        <p:spPr>
          <a:xfrm>
            <a:off x="849850" y="5105891"/>
            <a:ext cx="4711341" cy="457657"/>
          </a:xfrm>
        </p:spPr>
        <p:txBody>
          <a:bodyPr vert="horz" lIns="0" tIns="0" rIns="0" bIns="0"/>
          <a:lstStyle>
            <a:lvl1pPr marL="0" indent="0">
              <a:buNone/>
              <a:defRPr sz="1600">
                <a:solidFill>
                  <a:schemeClr val="accent2"/>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 Klik hier om een subtitel te plaatsen.</a:t>
            </a:r>
          </a:p>
        </p:txBody>
      </p:sp>
    </p:spTree>
    <p:extLst>
      <p:ext uri="{BB962C8B-B14F-4D97-AF65-F5344CB8AC3E}">
        <p14:creationId xmlns:p14="http://schemas.microsoft.com/office/powerpoint/2010/main" val="378465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64" name="Rechthoek 163">
            <a:extLst>
              <a:ext uri="{FF2B5EF4-FFF2-40B4-BE49-F238E27FC236}">
                <a16:creationId xmlns:a16="http://schemas.microsoft.com/office/drawing/2014/main" id="{CA9D735F-EE13-4F82-905C-204A3EC6EBC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0" name="Titel 2">
            <a:extLst>
              <a:ext uri="{FF2B5EF4-FFF2-40B4-BE49-F238E27FC236}">
                <a16:creationId xmlns:a16="http://schemas.microsoft.com/office/drawing/2014/main" id="{9749C5F8-5360-41BA-8DA2-649767F88D8D}"/>
              </a:ext>
            </a:extLst>
          </p:cNvPr>
          <p:cNvSpPr>
            <a:spLocks noGrp="1"/>
          </p:cNvSpPr>
          <p:nvPr>
            <p:ph type="title" hasCustomPrompt="1"/>
          </p:nvPr>
        </p:nvSpPr>
        <p:spPr>
          <a:xfrm>
            <a:off x="6080463" y="1130109"/>
            <a:ext cx="5181135" cy="3880345"/>
          </a:xfrm>
        </p:spPr>
        <p:txBody>
          <a:bodyPr anchor="ctr"/>
          <a:lstStyle>
            <a:lvl1pPr>
              <a:defRPr sz="5400" b="1">
                <a:solidFill>
                  <a:schemeClr val="bg1"/>
                </a:solidFill>
              </a:defRPr>
            </a:lvl1pPr>
          </a:lstStyle>
          <a:p>
            <a:r>
              <a:rPr lang="nl-NL"/>
              <a:t>Plaats hier </a:t>
            </a:r>
            <a:br>
              <a:rPr lang="nl-NL"/>
            </a:br>
            <a:r>
              <a:rPr lang="nl-NL"/>
              <a:t>een quote</a:t>
            </a:r>
          </a:p>
        </p:txBody>
      </p:sp>
      <p:sp>
        <p:nvSpPr>
          <p:cNvPr id="171" name="Tijdelijke aanduiding voor verticale tekst 2">
            <a:extLst>
              <a:ext uri="{FF2B5EF4-FFF2-40B4-BE49-F238E27FC236}">
                <a16:creationId xmlns:a16="http://schemas.microsoft.com/office/drawing/2014/main" id="{43E32F30-C191-4B5C-94AB-2E214A4B57A9}"/>
              </a:ext>
            </a:extLst>
          </p:cNvPr>
          <p:cNvSpPr>
            <a:spLocks noGrp="1"/>
          </p:cNvSpPr>
          <p:nvPr>
            <p:ph type="body" orient="vert" idx="1" hasCustomPrompt="1"/>
          </p:nvPr>
        </p:nvSpPr>
        <p:spPr>
          <a:xfrm>
            <a:off x="6109373" y="5105891"/>
            <a:ext cx="5170654" cy="457657"/>
          </a:xfrm>
        </p:spPr>
        <p:txBody>
          <a:bodyPr vert="horz" lIns="0" tIns="0" rIns="0" bIns="0"/>
          <a:lstStyle>
            <a:lvl1pPr marL="0" indent="0">
              <a:buNone/>
              <a:defRPr sz="1600">
                <a:solidFill>
                  <a:schemeClr val="bg1"/>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 Klik hier om een subtitel te plaatsen.</a:t>
            </a:r>
          </a:p>
        </p:txBody>
      </p:sp>
      <p:sp>
        <p:nvSpPr>
          <p:cNvPr id="74" name="Tijdelijke aanduiding voor afbeelding 73">
            <a:extLst>
              <a:ext uri="{FF2B5EF4-FFF2-40B4-BE49-F238E27FC236}">
                <a16:creationId xmlns:a16="http://schemas.microsoft.com/office/drawing/2014/main" id="{AC8ED7AE-8206-4A38-86E2-655CB6041057}"/>
              </a:ext>
            </a:extLst>
          </p:cNvPr>
          <p:cNvSpPr>
            <a:spLocks noGrp="1"/>
          </p:cNvSpPr>
          <p:nvPr>
            <p:ph type="pic" sz="quarter" idx="15" hasCustomPrompt="1"/>
          </p:nvPr>
        </p:nvSpPr>
        <p:spPr>
          <a:xfrm>
            <a:off x="-9977" y="2085"/>
            <a:ext cx="5880181" cy="6855918"/>
          </a:xfrm>
          <a:custGeom>
            <a:avLst/>
            <a:gdLst>
              <a:gd name="connsiteX0" fmla="*/ 5158773 w 5880181"/>
              <a:gd name="connsiteY0" fmla="*/ 0 h 6855918"/>
              <a:gd name="connsiteX1" fmla="*/ 5880181 w 5880181"/>
              <a:gd name="connsiteY1" fmla="*/ 0 h 6855918"/>
              <a:gd name="connsiteX2" fmla="*/ 5880181 w 5880181"/>
              <a:gd name="connsiteY2" fmla="*/ 1462 h 6855918"/>
              <a:gd name="connsiteX3" fmla="*/ 0 w 5880181"/>
              <a:gd name="connsiteY3" fmla="*/ 0 h 6855918"/>
              <a:gd name="connsiteX4" fmla="*/ 5158773 w 5880181"/>
              <a:gd name="connsiteY4" fmla="*/ 0 h 6855918"/>
              <a:gd name="connsiteX5" fmla="*/ 5210638 w 5880181"/>
              <a:gd name="connsiteY5" fmla="*/ 253403 h 6855918"/>
              <a:gd name="connsiteX6" fmla="*/ 5141562 w 5880181"/>
              <a:gd name="connsiteY6" fmla="*/ 3633864 h 6855918"/>
              <a:gd name="connsiteX7" fmla="*/ 5772837 w 5880181"/>
              <a:gd name="connsiteY7" fmla="*/ 6650180 h 6855918"/>
              <a:gd name="connsiteX8" fmla="*/ 5871577 w 5880181"/>
              <a:gd name="connsiteY8" fmla="*/ 6855918 h 6855918"/>
              <a:gd name="connsiteX9" fmla="*/ 0 w 5880181"/>
              <a:gd name="connsiteY9" fmla="*/ 6855918 h 685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0181" h="6855918">
                <a:moveTo>
                  <a:pt x="5158773" y="0"/>
                </a:moveTo>
                <a:lnTo>
                  <a:pt x="5880181" y="0"/>
                </a:lnTo>
                <a:lnTo>
                  <a:pt x="5880181" y="1462"/>
                </a:lnTo>
                <a:close/>
                <a:moveTo>
                  <a:pt x="0" y="0"/>
                </a:moveTo>
                <a:lnTo>
                  <a:pt x="5158773" y="0"/>
                </a:lnTo>
                <a:lnTo>
                  <a:pt x="5210638" y="253403"/>
                </a:lnTo>
                <a:cubicBezTo>
                  <a:pt x="5437025" y="1510717"/>
                  <a:pt x="5154675" y="2477109"/>
                  <a:pt x="5141562" y="3633864"/>
                </a:cubicBezTo>
                <a:cubicBezTo>
                  <a:pt x="5133694" y="4563804"/>
                  <a:pt x="5299169" y="5618288"/>
                  <a:pt x="5772837" y="6650180"/>
                </a:cubicBezTo>
                <a:lnTo>
                  <a:pt x="5871577" y="6855918"/>
                </a:lnTo>
                <a:lnTo>
                  <a:pt x="0" y="6855918"/>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992377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Beeld">
    <p:spTree>
      <p:nvGrpSpPr>
        <p:cNvPr id="1" name=""/>
        <p:cNvGrpSpPr/>
        <p:nvPr/>
      </p:nvGrpSpPr>
      <p:grpSpPr>
        <a:xfrm>
          <a:off x="0" y="0"/>
          <a:ext cx="0" cy="0"/>
          <a:chOff x="0" y="0"/>
          <a:chExt cx="0" cy="0"/>
        </a:xfrm>
      </p:grpSpPr>
      <p:sp>
        <p:nvSpPr>
          <p:cNvPr id="169" name="Graphic 34">
            <a:extLst>
              <a:ext uri="{FF2B5EF4-FFF2-40B4-BE49-F238E27FC236}">
                <a16:creationId xmlns:a16="http://schemas.microsoft.com/office/drawing/2014/main" id="{6D542527-AE04-45C1-B242-72D3FA4414AE}"/>
              </a:ext>
            </a:extLst>
          </p:cNvPr>
          <p:cNvSpPr>
            <a:spLocks noChangeAspect="1"/>
          </p:cNvSpPr>
          <p:nvPr userDrawn="1"/>
        </p:nvSpPr>
        <p:spPr>
          <a:xfrm flipH="1" flipV="1">
            <a:off x="541769" y="1"/>
            <a:ext cx="2774873"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65" name="Graphic 31">
            <a:extLst>
              <a:ext uri="{FF2B5EF4-FFF2-40B4-BE49-F238E27FC236}">
                <a16:creationId xmlns:a16="http://schemas.microsoft.com/office/drawing/2014/main" id="{E2EC7F84-75F8-4A72-A830-9E6FE7A4D6C0}"/>
              </a:ext>
            </a:extLst>
          </p:cNvPr>
          <p:cNvSpPr>
            <a:spLocks noChangeAspect="1"/>
          </p:cNvSpPr>
          <p:nvPr userDrawn="1"/>
        </p:nvSpPr>
        <p:spPr>
          <a:xfrm flipH="1" flipV="1">
            <a:off x="-9447" y="-3"/>
            <a:ext cx="2903252" cy="6858296"/>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2"/>
              <a:gd name="connsiteX1" fmla="*/ 5816 w 5315644"/>
              <a:gd name="connsiteY1" fmla="*/ 3571624 h 7563812"/>
              <a:gd name="connsiteX2" fmla="*/ 747667 w 5315644"/>
              <a:gd name="connsiteY2" fmla="*/ 7563812 h 7563812"/>
              <a:gd name="connsiteX3" fmla="*/ 2927500 w 5315644"/>
              <a:gd name="connsiteY3" fmla="*/ 7563812 h 7563812"/>
              <a:gd name="connsiteX4" fmla="*/ 5315644 w 5315644"/>
              <a:gd name="connsiteY4" fmla="*/ 0 h 7563812"/>
              <a:gd name="connsiteX5" fmla="*/ 892481 w 5315644"/>
              <a:gd name="connsiteY5" fmla="*/ 0 h 7563812"/>
              <a:gd name="connsiteX0" fmla="*/ 892481 w 5315644"/>
              <a:gd name="connsiteY0" fmla="*/ 0 h 7563812"/>
              <a:gd name="connsiteX1" fmla="*/ 5816 w 5315644"/>
              <a:gd name="connsiteY1" fmla="*/ 3571624 h 7563812"/>
              <a:gd name="connsiteX2" fmla="*/ 747667 w 5315644"/>
              <a:gd name="connsiteY2" fmla="*/ 7563812 h 7563812"/>
              <a:gd name="connsiteX3" fmla="*/ 2357198 w 5315644"/>
              <a:gd name="connsiteY3" fmla="*/ 7551931 h 7563812"/>
              <a:gd name="connsiteX4" fmla="*/ 5315644 w 5315644"/>
              <a:gd name="connsiteY4" fmla="*/ 0 h 7563812"/>
              <a:gd name="connsiteX5" fmla="*/ 892481 w 5315644"/>
              <a:gd name="connsiteY5" fmla="*/ 0 h 7563812"/>
              <a:gd name="connsiteX0" fmla="*/ 892481 w 5315644"/>
              <a:gd name="connsiteY0" fmla="*/ 0 h 7563813"/>
              <a:gd name="connsiteX1" fmla="*/ 5816 w 5315644"/>
              <a:gd name="connsiteY1" fmla="*/ 3571624 h 7563813"/>
              <a:gd name="connsiteX2" fmla="*/ 747667 w 5315644"/>
              <a:gd name="connsiteY2" fmla="*/ 7563812 h 7563813"/>
              <a:gd name="connsiteX3" fmla="*/ 2535418 w 5315644"/>
              <a:gd name="connsiteY3" fmla="*/ 7563813 h 7563813"/>
              <a:gd name="connsiteX4" fmla="*/ 5315644 w 5315644"/>
              <a:gd name="connsiteY4" fmla="*/ 0 h 7563813"/>
              <a:gd name="connsiteX5" fmla="*/ 892481 w 5315644"/>
              <a:gd name="connsiteY5" fmla="*/ 0 h 7563813"/>
              <a:gd name="connsiteX0" fmla="*/ 892481 w 2535418"/>
              <a:gd name="connsiteY0" fmla="*/ 0 h 7563813"/>
              <a:gd name="connsiteX1" fmla="*/ 5816 w 2535418"/>
              <a:gd name="connsiteY1" fmla="*/ 3571624 h 7563813"/>
              <a:gd name="connsiteX2" fmla="*/ 747667 w 2535418"/>
              <a:gd name="connsiteY2" fmla="*/ 7563812 h 7563813"/>
              <a:gd name="connsiteX3" fmla="*/ 2535418 w 2535418"/>
              <a:gd name="connsiteY3" fmla="*/ 7563813 h 7563813"/>
              <a:gd name="connsiteX4" fmla="*/ 2250266 w 2535418"/>
              <a:gd name="connsiteY4" fmla="*/ 59407 h 7563813"/>
              <a:gd name="connsiteX5" fmla="*/ 892481 w 2535418"/>
              <a:gd name="connsiteY5" fmla="*/ 0 h 7563813"/>
              <a:gd name="connsiteX0" fmla="*/ 892481 w 2547299"/>
              <a:gd name="connsiteY0" fmla="*/ 0 h 7563813"/>
              <a:gd name="connsiteX1" fmla="*/ 5816 w 2547299"/>
              <a:gd name="connsiteY1" fmla="*/ 3571624 h 7563813"/>
              <a:gd name="connsiteX2" fmla="*/ 747667 w 2547299"/>
              <a:gd name="connsiteY2" fmla="*/ 7563812 h 7563813"/>
              <a:gd name="connsiteX3" fmla="*/ 2535418 w 2547299"/>
              <a:gd name="connsiteY3" fmla="*/ 7563813 h 7563813"/>
              <a:gd name="connsiteX4" fmla="*/ 2547299 w 2547299"/>
              <a:gd name="connsiteY4" fmla="*/ 1 h 7563813"/>
              <a:gd name="connsiteX5" fmla="*/ 892481 w 2547299"/>
              <a:gd name="connsiteY5" fmla="*/ 0 h 756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7299" h="7563813">
                <a:moveTo>
                  <a:pt x="892481" y="0"/>
                </a:moveTo>
                <a:cubicBezTo>
                  <a:pt x="1110972" y="1866494"/>
                  <a:pt x="88385" y="2171435"/>
                  <a:pt x="5816" y="3571624"/>
                </a:cubicBezTo>
                <a:cubicBezTo>
                  <a:pt x="-81834" y="5049318"/>
                  <a:pt x="851832" y="6147106"/>
                  <a:pt x="747667" y="7563812"/>
                </a:cubicBezTo>
                <a:lnTo>
                  <a:pt x="2535418" y="7563813"/>
                </a:lnTo>
                <a:cubicBezTo>
                  <a:pt x="2539378" y="5042542"/>
                  <a:pt x="2543339" y="2521272"/>
                  <a:pt x="2547299" y="1"/>
                </a:cubicBezTo>
                <a:lnTo>
                  <a:pt x="892481" y="0"/>
                </a:lnTo>
                <a:close/>
              </a:path>
            </a:pathLst>
          </a:custGeom>
          <a:solidFill>
            <a:srgbClr val="6C1D5F"/>
          </a:solidFill>
          <a:ln w="12692" cap="flat">
            <a:noFill/>
            <a:prstDash val="solid"/>
            <a:miter/>
          </a:ln>
        </p:spPr>
        <p:txBody>
          <a:bodyPr rtlCol="0" anchor="ctr"/>
          <a:lstStyle/>
          <a:p>
            <a:endParaRPr lang="nl-NL" sz="1633"/>
          </a:p>
        </p:txBody>
      </p:sp>
      <p:sp>
        <p:nvSpPr>
          <p:cNvPr id="166" name="Graphic 34">
            <a:extLst>
              <a:ext uri="{FF2B5EF4-FFF2-40B4-BE49-F238E27FC236}">
                <a16:creationId xmlns:a16="http://schemas.microsoft.com/office/drawing/2014/main" id="{33734807-619D-411E-9862-97346CC2C89F}"/>
              </a:ext>
            </a:extLst>
          </p:cNvPr>
          <p:cNvSpPr>
            <a:spLocks noChangeAspect="1"/>
          </p:cNvSpPr>
          <p:nvPr userDrawn="1"/>
        </p:nvSpPr>
        <p:spPr>
          <a:xfrm flipH="1" flipV="1">
            <a:off x="412431" y="1"/>
            <a:ext cx="2774873"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168" name="Tijdelijke aanduiding voor afbeelding 167">
            <a:extLst>
              <a:ext uri="{FF2B5EF4-FFF2-40B4-BE49-F238E27FC236}">
                <a16:creationId xmlns:a16="http://schemas.microsoft.com/office/drawing/2014/main" id="{442F66B3-4294-4624-9C2C-DED6896C8B75}"/>
              </a:ext>
            </a:extLst>
          </p:cNvPr>
          <p:cNvSpPr>
            <a:spLocks noGrp="1"/>
          </p:cNvSpPr>
          <p:nvPr>
            <p:ph type="pic" sz="quarter" idx="14" hasCustomPrompt="1"/>
          </p:nvPr>
        </p:nvSpPr>
        <p:spPr>
          <a:xfrm>
            <a:off x="2134948" y="3"/>
            <a:ext cx="10057053" cy="6858000"/>
          </a:xfrm>
          <a:custGeom>
            <a:avLst/>
            <a:gdLst>
              <a:gd name="connsiteX0" fmla="*/ 198775 w 10057053"/>
              <a:gd name="connsiteY0" fmla="*/ 0 h 6858000"/>
              <a:gd name="connsiteX1" fmla="*/ 10057053 w 10057053"/>
              <a:gd name="connsiteY1" fmla="*/ 0 h 6858000"/>
              <a:gd name="connsiteX2" fmla="*/ 10057053 w 10057053"/>
              <a:gd name="connsiteY2" fmla="*/ 6858000 h 6858000"/>
              <a:gd name="connsiteX3" fmla="*/ 36104 w 10057053"/>
              <a:gd name="connsiteY3" fmla="*/ 6858000 h 6858000"/>
              <a:gd name="connsiteX4" fmla="*/ 16622 w 10057053"/>
              <a:gd name="connsiteY4" fmla="*/ 6705860 h 6858000"/>
              <a:gd name="connsiteX5" fmla="*/ 1047577 w 10057053"/>
              <a:gd name="connsiteY5" fmla="*/ 3607653 h 6858000"/>
              <a:gd name="connsiteX6" fmla="*/ 191725 w 10057053"/>
              <a:gd name="connsiteY6" fmla="*/ 2362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7053" h="6858000">
                <a:moveTo>
                  <a:pt x="198775" y="0"/>
                </a:moveTo>
                <a:lnTo>
                  <a:pt x="10057053" y="0"/>
                </a:lnTo>
                <a:lnTo>
                  <a:pt x="10057053" y="6858000"/>
                </a:lnTo>
                <a:lnTo>
                  <a:pt x="36104" y="6858000"/>
                </a:lnTo>
                <a:lnTo>
                  <a:pt x="16622" y="6705860"/>
                </a:lnTo>
                <a:cubicBezTo>
                  <a:pt x="-147557" y="5139714"/>
                  <a:pt x="956369" y="4842598"/>
                  <a:pt x="1047577" y="3607653"/>
                </a:cubicBezTo>
                <a:cubicBezTo>
                  <a:pt x="1139917" y="2354195"/>
                  <a:pt x="218895" y="1402620"/>
                  <a:pt x="191725" y="236284"/>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1208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Beeld #2">
    <p:spTree>
      <p:nvGrpSpPr>
        <p:cNvPr id="1" name=""/>
        <p:cNvGrpSpPr/>
        <p:nvPr/>
      </p:nvGrpSpPr>
      <p:grpSpPr>
        <a:xfrm>
          <a:off x="0" y="0"/>
          <a:ext cx="0" cy="0"/>
          <a:chOff x="0" y="0"/>
          <a:chExt cx="0" cy="0"/>
        </a:xfrm>
      </p:grpSpPr>
      <p:sp>
        <p:nvSpPr>
          <p:cNvPr id="73" name="Graphic 31">
            <a:extLst>
              <a:ext uri="{FF2B5EF4-FFF2-40B4-BE49-F238E27FC236}">
                <a16:creationId xmlns:a16="http://schemas.microsoft.com/office/drawing/2014/main" id="{DA0A5056-9AF2-4AA1-BDE7-6379BBE65329}"/>
              </a:ext>
            </a:extLst>
          </p:cNvPr>
          <p:cNvSpPr>
            <a:spLocks noChangeAspect="1"/>
          </p:cNvSpPr>
          <p:nvPr userDrawn="1"/>
        </p:nvSpPr>
        <p:spPr>
          <a:xfrm flipV="1">
            <a:off x="7623222" y="-3"/>
            <a:ext cx="4568778" cy="687468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chemeClr val="accent4"/>
          </a:solidFill>
          <a:ln w="12692" cap="flat">
            <a:noFill/>
            <a:prstDash val="solid"/>
            <a:miter/>
          </a:ln>
        </p:spPr>
        <p:txBody>
          <a:bodyPr rtlCol="0" anchor="ctr"/>
          <a:lstStyle/>
          <a:p>
            <a:endParaRPr lang="nl-NL" sz="1633"/>
          </a:p>
        </p:txBody>
      </p:sp>
      <p:sp>
        <p:nvSpPr>
          <p:cNvPr id="78" name="Graphic 34">
            <a:extLst>
              <a:ext uri="{FF2B5EF4-FFF2-40B4-BE49-F238E27FC236}">
                <a16:creationId xmlns:a16="http://schemas.microsoft.com/office/drawing/2014/main" id="{468DB5A3-8AB5-415B-A50B-5B280A9E4EAE}"/>
              </a:ext>
            </a:extLst>
          </p:cNvPr>
          <p:cNvSpPr>
            <a:spLocks noChangeAspect="1"/>
          </p:cNvSpPr>
          <p:nvPr userDrawn="1"/>
        </p:nvSpPr>
        <p:spPr>
          <a:xfrm flipV="1">
            <a:off x="7296461" y="-1"/>
            <a:ext cx="2609523" cy="687468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chemeClr val="accent3"/>
          </a:solidFill>
          <a:ln w="12692" cap="flat">
            <a:noFill/>
            <a:prstDash val="solid"/>
            <a:miter/>
          </a:ln>
        </p:spPr>
        <p:txBody>
          <a:bodyPr rtlCol="0" anchor="ctr"/>
          <a:lstStyle/>
          <a:p>
            <a:endParaRPr lang="nl-NL" sz="1633"/>
          </a:p>
        </p:txBody>
      </p:sp>
      <p:sp>
        <p:nvSpPr>
          <p:cNvPr id="80" name="Tijdelijke aanduiding voor afbeelding 79">
            <a:extLst>
              <a:ext uri="{FF2B5EF4-FFF2-40B4-BE49-F238E27FC236}">
                <a16:creationId xmlns:a16="http://schemas.microsoft.com/office/drawing/2014/main" id="{9888B31C-8A30-4D2D-9DD1-E79ACA8D4AD2}"/>
              </a:ext>
            </a:extLst>
          </p:cNvPr>
          <p:cNvSpPr>
            <a:spLocks noGrp="1"/>
          </p:cNvSpPr>
          <p:nvPr>
            <p:ph type="pic" sz="quarter" idx="14" hasCustomPrompt="1"/>
          </p:nvPr>
        </p:nvSpPr>
        <p:spPr>
          <a:xfrm>
            <a:off x="6792" y="3"/>
            <a:ext cx="8281683" cy="6858000"/>
          </a:xfrm>
          <a:custGeom>
            <a:avLst/>
            <a:gdLst>
              <a:gd name="connsiteX0" fmla="*/ 0 w 8281683"/>
              <a:gd name="connsiteY0" fmla="*/ 0 h 6858000"/>
              <a:gd name="connsiteX1" fmla="*/ 8093806 w 8281683"/>
              <a:gd name="connsiteY1" fmla="*/ 0 h 6858000"/>
              <a:gd name="connsiteX2" fmla="*/ 8100417 w 8281683"/>
              <a:gd name="connsiteY2" fmla="*/ 236747 h 6858000"/>
              <a:gd name="connsiteX3" fmla="*/ 7295950 w 8281683"/>
              <a:gd name="connsiteY3" fmla="*/ 3614604 h 6858000"/>
              <a:gd name="connsiteX4" fmla="*/ 8266266 w 8281683"/>
              <a:gd name="connsiteY4" fmla="*/ 6718783 h 6858000"/>
              <a:gd name="connsiteX5" fmla="*/ 8249649 w 8281683"/>
              <a:gd name="connsiteY5" fmla="*/ 6858000 h 6858000"/>
              <a:gd name="connsiteX6" fmla="*/ 0 w 828168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1683" h="6858000">
                <a:moveTo>
                  <a:pt x="0" y="0"/>
                </a:moveTo>
                <a:lnTo>
                  <a:pt x="8093806" y="0"/>
                </a:lnTo>
                <a:lnTo>
                  <a:pt x="8100417" y="236747"/>
                </a:lnTo>
                <a:cubicBezTo>
                  <a:pt x="8074734" y="1405456"/>
                  <a:pt x="7207876" y="2359812"/>
                  <a:pt x="7295950" y="3614604"/>
                </a:cubicBezTo>
                <a:cubicBezTo>
                  <a:pt x="7383004" y="4851930"/>
                  <a:pt x="8419433" y="5149618"/>
                  <a:pt x="8266266" y="6718783"/>
                </a:cubicBezTo>
                <a:lnTo>
                  <a:pt x="8249649" y="6858000"/>
                </a:lnTo>
                <a:lnTo>
                  <a:pt x="0" y="6858000"/>
                </a:ln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Tree>
    <p:extLst>
      <p:ext uri="{BB962C8B-B14F-4D97-AF65-F5344CB8AC3E}">
        <p14:creationId xmlns:p14="http://schemas.microsoft.com/office/powerpoint/2010/main" val="3237757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Logo slide #1">
    <p:spTree>
      <p:nvGrpSpPr>
        <p:cNvPr id="1" name=""/>
        <p:cNvGrpSpPr/>
        <p:nvPr/>
      </p:nvGrpSpPr>
      <p:grpSpPr>
        <a:xfrm>
          <a:off x="0" y="0"/>
          <a:ext cx="0" cy="0"/>
          <a:chOff x="0" y="0"/>
          <a:chExt cx="0" cy="0"/>
        </a:xfrm>
      </p:grpSpPr>
      <p:sp>
        <p:nvSpPr>
          <p:cNvPr id="9" name="Graphic 31">
            <a:extLst>
              <a:ext uri="{FF2B5EF4-FFF2-40B4-BE49-F238E27FC236}">
                <a16:creationId xmlns:a16="http://schemas.microsoft.com/office/drawing/2014/main" id="{C40B4CC7-42D5-48DB-80C8-AB86DB20662F}"/>
              </a:ext>
            </a:extLst>
          </p:cNvPr>
          <p:cNvSpPr>
            <a:spLocks noChangeAspect="1"/>
          </p:cNvSpPr>
          <p:nvPr userDrawn="1"/>
        </p:nvSpPr>
        <p:spPr>
          <a:xfrm flipH="1" flipV="1">
            <a:off x="1" y="-1"/>
            <a:ext cx="556869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10" name="Graphic 34">
            <a:extLst>
              <a:ext uri="{FF2B5EF4-FFF2-40B4-BE49-F238E27FC236}">
                <a16:creationId xmlns:a16="http://schemas.microsoft.com/office/drawing/2014/main" id="{7B13FAEA-1951-494F-988A-894ED6C56D74}"/>
              </a:ext>
            </a:extLst>
          </p:cNvPr>
          <p:cNvSpPr>
            <a:spLocks noChangeAspect="1"/>
          </p:cNvSpPr>
          <p:nvPr userDrawn="1"/>
        </p:nvSpPr>
        <p:spPr>
          <a:xfrm flipH="1" flipV="1">
            <a:off x="3411523" y="1"/>
            <a:ext cx="2267100"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355" y="4138048"/>
            <a:ext cx="3462310" cy="1390370"/>
          </a:xfrm>
        </p:spPr>
        <p:txBody>
          <a:bodyPr anchor="b"/>
          <a:lstStyle>
            <a:lvl1pPr>
              <a:defRPr b="1">
                <a:solidFill>
                  <a:schemeClr val="bg2"/>
                </a:solidFill>
              </a:defRPr>
            </a:lvl1pPr>
          </a:lstStyle>
          <a:p>
            <a:r>
              <a:rPr lang="nl-NL"/>
              <a:t>Plaats hier een titel</a:t>
            </a:r>
          </a:p>
        </p:txBody>
      </p:sp>
      <p:sp>
        <p:nvSpPr>
          <p:cNvPr id="13" name="Tijdelijke aanduiding voor verticale tekst 2">
            <a:extLst>
              <a:ext uri="{FF2B5EF4-FFF2-40B4-BE49-F238E27FC236}">
                <a16:creationId xmlns:a16="http://schemas.microsoft.com/office/drawing/2014/main" id="{A36605FB-19C7-4C18-974E-464F2DBF4355}"/>
              </a:ext>
            </a:extLst>
          </p:cNvPr>
          <p:cNvSpPr>
            <a:spLocks noGrp="1"/>
          </p:cNvSpPr>
          <p:nvPr>
            <p:ph type="body" orient="vert" idx="1" hasCustomPrompt="1"/>
          </p:nvPr>
        </p:nvSpPr>
        <p:spPr>
          <a:xfrm>
            <a:off x="801356" y="5623701"/>
            <a:ext cx="3462310" cy="730604"/>
          </a:xfrm>
        </p:spPr>
        <p:txBody>
          <a:bodyPr vert="horz" lIns="0" tIns="0" rIns="0" bIns="0"/>
          <a:lstStyle>
            <a:lvl1pPr marL="0" indent="0">
              <a:buNone/>
              <a:defRPr sz="1200">
                <a:solidFill>
                  <a:schemeClr val="bg2"/>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Klik hier om een subtitel te plaatsen.</a:t>
            </a:r>
          </a:p>
        </p:txBody>
      </p:sp>
      <p:sp>
        <p:nvSpPr>
          <p:cNvPr id="68" name="Tijdelijke aanduiding voor verticale tekst 2">
            <a:extLst>
              <a:ext uri="{FF2B5EF4-FFF2-40B4-BE49-F238E27FC236}">
                <a16:creationId xmlns:a16="http://schemas.microsoft.com/office/drawing/2014/main" id="{A2755F26-7ED5-4905-9C66-5716618AB469}"/>
              </a:ext>
            </a:extLst>
          </p:cNvPr>
          <p:cNvSpPr>
            <a:spLocks noGrp="1"/>
          </p:cNvSpPr>
          <p:nvPr>
            <p:ph type="body" orient="vert" idx="10" hasCustomPrompt="1"/>
          </p:nvPr>
        </p:nvSpPr>
        <p:spPr>
          <a:xfrm>
            <a:off x="6346807" y="452228"/>
            <a:ext cx="4711341" cy="202734"/>
          </a:xfrm>
        </p:spPr>
        <p:txBody>
          <a:bodyPr vert="horz" lIns="0" tIns="0" rIns="0" bIns="0"/>
          <a:lstStyle>
            <a:lvl1pPr marL="0" indent="0">
              <a:buNone/>
              <a:defRPr sz="1400" b="1">
                <a:solidFill>
                  <a:schemeClr val="accent1"/>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Onderwerp titel</a:t>
            </a:r>
          </a:p>
        </p:txBody>
      </p:sp>
      <p:sp>
        <p:nvSpPr>
          <p:cNvPr id="70" name="Tijdelijke aanduiding voor verticale tekst 2">
            <a:extLst>
              <a:ext uri="{FF2B5EF4-FFF2-40B4-BE49-F238E27FC236}">
                <a16:creationId xmlns:a16="http://schemas.microsoft.com/office/drawing/2014/main" id="{B5D7C9A5-2B97-4AB6-B4B7-30F02F5FF8B8}"/>
              </a:ext>
            </a:extLst>
          </p:cNvPr>
          <p:cNvSpPr>
            <a:spLocks noGrp="1"/>
          </p:cNvSpPr>
          <p:nvPr>
            <p:ph type="body" orient="vert" idx="11" hasCustomPrompt="1"/>
          </p:nvPr>
        </p:nvSpPr>
        <p:spPr>
          <a:xfrm>
            <a:off x="6346807" y="1975282"/>
            <a:ext cx="4711341" cy="202734"/>
          </a:xfrm>
        </p:spPr>
        <p:txBody>
          <a:bodyPr vert="horz" lIns="0" tIns="0" rIns="0" bIns="0"/>
          <a:lstStyle>
            <a:lvl1pPr marL="0" indent="0">
              <a:buNone/>
              <a:defRPr sz="1400" b="1">
                <a:solidFill>
                  <a:schemeClr val="accent1"/>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Onderwerp titel</a:t>
            </a:r>
          </a:p>
        </p:txBody>
      </p:sp>
      <p:sp>
        <p:nvSpPr>
          <p:cNvPr id="72" name="Tijdelijke aanduiding voor verticale tekst 2">
            <a:extLst>
              <a:ext uri="{FF2B5EF4-FFF2-40B4-BE49-F238E27FC236}">
                <a16:creationId xmlns:a16="http://schemas.microsoft.com/office/drawing/2014/main" id="{A45672E7-2585-471A-A1BF-5DBC17D2F1DA}"/>
              </a:ext>
            </a:extLst>
          </p:cNvPr>
          <p:cNvSpPr>
            <a:spLocks noGrp="1"/>
          </p:cNvSpPr>
          <p:nvPr>
            <p:ph type="body" orient="vert" idx="12" hasCustomPrompt="1"/>
          </p:nvPr>
        </p:nvSpPr>
        <p:spPr>
          <a:xfrm>
            <a:off x="6346808" y="3498336"/>
            <a:ext cx="3798522" cy="202734"/>
          </a:xfrm>
        </p:spPr>
        <p:txBody>
          <a:bodyPr vert="horz" lIns="0" tIns="0" rIns="0" bIns="0"/>
          <a:lstStyle>
            <a:lvl1pPr marL="0" indent="0">
              <a:buNone/>
              <a:defRPr sz="1400" b="1">
                <a:solidFill>
                  <a:schemeClr val="accent1"/>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Onderwerp titel</a:t>
            </a:r>
          </a:p>
        </p:txBody>
      </p:sp>
      <p:sp>
        <p:nvSpPr>
          <p:cNvPr id="74" name="Tijdelijke aanduiding voor verticale tekst 2">
            <a:extLst>
              <a:ext uri="{FF2B5EF4-FFF2-40B4-BE49-F238E27FC236}">
                <a16:creationId xmlns:a16="http://schemas.microsoft.com/office/drawing/2014/main" id="{585350C1-B1D4-4793-9105-717894346EE1}"/>
              </a:ext>
            </a:extLst>
          </p:cNvPr>
          <p:cNvSpPr>
            <a:spLocks noGrp="1"/>
          </p:cNvSpPr>
          <p:nvPr>
            <p:ph type="body" orient="vert" idx="13" hasCustomPrompt="1"/>
          </p:nvPr>
        </p:nvSpPr>
        <p:spPr>
          <a:xfrm>
            <a:off x="6346807" y="5021390"/>
            <a:ext cx="4711341" cy="202734"/>
          </a:xfrm>
        </p:spPr>
        <p:txBody>
          <a:bodyPr vert="horz" lIns="0" tIns="0" rIns="0" bIns="0"/>
          <a:lstStyle>
            <a:lvl1pPr marL="0" indent="0">
              <a:buNone/>
              <a:defRPr sz="1400" b="1">
                <a:solidFill>
                  <a:schemeClr val="accent1"/>
                </a:solidFill>
              </a:defRPr>
            </a:lvl1pPr>
            <a:lvl2pPr marL="0" indent="0">
              <a:buNone/>
              <a:defRPr sz="1600"/>
            </a:lvl2pPr>
            <a:lvl3pPr marL="185738" indent="-185738">
              <a:buClr>
                <a:schemeClr val="accent2"/>
              </a:buClr>
              <a:buFont typeface="Arial" panose="020B0604020202020204" pitchFamily="34" charset="0"/>
              <a:buChar char="•"/>
              <a:defRPr/>
            </a:lvl3pPr>
            <a:lvl4pPr>
              <a:defRPr/>
            </a:lvl4pPr>
            <a:lvl5pPr>
              <a:defRPr/>
            </a:lvl5pPr>
            <a:lvl6pPr>
              <a:defRPr/>
            </a:lvl6pPr>
            <a:lvl7pPr>
              <a:defRPr/>
            </a:lvl7pPr>
            <a:lvl8pPr>
              <a:defRPr/>
            </a:lvl8pPr>
            <a:lvl9pPr>
              <a:defRPr/>
            </a:lvl9pPr>
          </a:lstStyle>
          <a:p>
            <a:pPr lvl="0"/>
            <a:r>
              <a:rPr lang="nl-NL"/>
              <a:t>Onderwerp titel</a:t>
            </a:r>
          </a:p>
        </p:txBody>
      </p:sp>
      <p:sp>
        <p:nvSpPr>
          <p:cNvPr id="75" name="Tijdelijke aanduiding voor afbeelding 74">
            <a:extLst>
              <a:ext uri="{FF2B5EF4-FFF2-40B4-BE49-F238E27FC236}">
                <a16:creationId xmlns:a16="http://schemas.microsoft.com/office/drawing/2014/main" id="{19D26856-B9DF-494C-85D6-E71741706FC4}"/>
              </a:ext>
            </a:extLst>
          </p:cNvPr>
          <p:cNvSpPr>
            <a:spLocks noGrp="1"/>
          </p:cNvSpPr>
          <p:nvPr>
            <p:ph type="pic" sz="quarter" idx="14" hasCustomPrompt="1"/>
          </p:nvPr>
        </p:nvSpPr>
        <p:spPr>
          <a:xfrm>
            <a:off x="6341237" y="715037"/>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8" name="Tijdelijke aanduiding voor afbeelding 77">
            <a:extLst>
              <a:ext uri="{FF2B5EF4-FFF2-40B4-BE49-F238E27FC236}">
                <a16:creationId xmlns:a16="http://schemas.microsoft.com/office/drawing/2014/main" id="{561DF0DE-DB08-472F-B2CC-213CB4B9D936}"/>
              </a:ext>
            </a:extLst>
          </p:cNvPr>
          <p:cNvSpPr>
            <a:spLocks noGrp="1"/>
          </p:cNvSpPr>
          <p:nvPr>
            <p:ph type="pic" sz="quarter" idx="15" hasCustomPrompt="1"/>
          </p:nvPr>
        </p:nvSpPr>
        <p:spPr>
          <a:xfrm>
            <a:off x="6341237" y="126966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9" name="Tijdelijke aanduiding voor afbeelding 78">
            <a:extLst>
              <a:ext uri="{FF2B5EF4-FFF2-40B4-BE49-F238E27FC236}">
                <a16:creationId xmlns:a16="http://schemas.microsoft.com/office/drawing/2014/main" id="{45F5706C-C71C-4252-BF76-D36558D25B51}"/>
              </a:ext>
            </a:extLst>
          </p:cNvPr>
          <p:cNvSpPr>
            <a:spLocks noGrp="1"/>
          </p:cNvSpPr>
          <p:nvPr>
            <p:ph type="pic" sz="quarter" idx="16" hasCustomPrompt="1"/>
          </p:nvPr>
        </p:nvSpPr>
        <p:spPr>
          <a:xfrm>
            <a:off x="7675187" y="715037"/>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0" name="Tijdelijke aanduiding voor afbeelding 79">
            <a:extLst>
              <a:ext uri="{FF2B5EF4-FFF2-40B4-BE49-F238E27FC236}">
                <a16:creationId xmlns:a16="http://schemas.microsoft.com/office/drawing/2014/main" id="{12DA2CB3-8277-414C-9420-7B8642A49D04}"/>
              </a:ext>
            </a:extLst>
          </p:cNvPr>
          <p:cNvSpPr>
            <a:spLocks noGrp="1"/>
          </p:cNvSpPr>
          <p:nvPr>
            <p:ph type="pic" sz="quarter" idx="17" hasCustomPrompt="1"/>
          </p:nvPr>
        </p:nvSpPr>
        <p:spPr>
          <a:xfrm>
            <a:off x="7675187" y="126966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1" name="Tijdelijke aanduiding voor afbeelding 80">
            <a:extLst>
              <a:ext uri="{FF2B5EF4-FFF2-40B4-BE49-F238E27FC236}">
                <a16:creationId xmlns:a16="http://schemas.microsoft.com/office/drawing/2014/main" id="{017D0F29-4ADD-414C-97CA-7E19FB91C294}"/>
              </a:ext>
            </a:extLst>
          </p:cNvPr>
          <p:cNvSpPr>
            <a:spLocks noGrp="1"/>
          </p:cNvSpPr>
          <p:nvPr>
            <p:ph type="pic" sz="quarter" idx="18" hasCustomPrompt="1"/>
          </p:nvPr>
        </p:nvSpPr>
        <p:spPr>
          <a:xfrm>
            <a:off x="9023378" y="715037"/>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2" name="Tijdelijke aanduiding voor afbeelding 81">
            <a:extLst>
              <a:ext uri="{FF2B5EF4-FFF2-40B4-BE49-F238E27FC236}">
                <a16:creationId xmlns:a16="http://schemas.microsoft.com/office/drawing/2014/main" id="{012698D1-FB79-4CBF-8F88-B59FDE25DAB5}"/>
              </a:ext>
            </a:extLst>
          </p:cNvPr>
          <p:cNvSpPr>
            <a:spLocks noGrp="1"/>
          </p:cNvSpPr>
          <p:nvPr>
            <p:ph type="pic" sz="quarter" idx="19" hasCustomPrompt="1"/>
          </p:nvPr>
        </p:nvSpPr>
        <p:spPr>
          <a:xfrm>
            <a:off x="9023378" y="126966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9" name="Tijdelijke aanduiding voor afbeelding 88">
            <a:extLst>
              <a:ext uri="{FF2B5EF4-FFF2-40B4-BE49-F238E27FC236}">
                <a16:creationId xmlns:a16="http://schemas.microsoft.com/office/drawing/2014/main" id="{A3D72D38-13AD-4E55-AF6D-AC4224BB1773}"/>
              </a:ext>
            </a:extLst>
          </p:cNvPr>
          <p:cNvSpPr>
            <a:spLocks noGrp="1"/>
          </p:cNvSpPr>
          <p:nvPr>
            <p:ph type="pic" sz="quarter" idx="20" hasCustomPrompt="1"/>
          </p:nvPr>
        </p:nvSpPr>
        <p:spPr>
          <a:xfrm>
            <a:off x="6341237" y="224405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0" name="Tijdelijke aanduiding voor afbeelding 89">
            <a:extLst>
              <a:ext uri="{FF2B5EF4-FFF2-40B4-BE49-F238E27FC236}">
                <a16:creationId xmlns:a16="http://schemas.microsoft.com/office/drawing/2014/main" id="{1F8C3F00-A1E6-4D09-93A6-CF15A82BEDC4}"/>
              </a:ext>
            </a:extLst>
          </p:cNvPr>
          <p:cNvSpPr>
            <a:spLocks noGrp="1"/>
          </p:cNvSpPr>
          <p:nvPr>
            <p:ph type="pic" sz="quarter" idx="21" hasCustomPrompt="1"/>
          </p:nvPr>
        </p:nvSpPr>
        <p:spPr>
          <a:xfrm>
            <a:off x="6341237" y="279867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1" name="Tijdelijke aanduiding voor afbeelding 90">
            <a:extLst>
              <a:ext uri="{FF2B5EF4-FFF2-40B4-BE49-F238E27FC236}">
                <a16:creationId xmlns:a16="http://schemas.microsoft.com/office/drawing/2014/main" id="{6FA4E182-DA82-4EFF-BD8E-6FA27BA19345}"/>
              </a:ext>
            </a:extLst>
          </p:cNvPr>
          <p:cNvSpPr>
            <a:spLocks noGrp="1"/>
          </p:cNvSpPr>
          <p:nvPr>
            <p:ph type="pic" sz="quarter" idx="22" hasCustomPrompt="1"/>
          </p:nvPr>
        </p:nvSpPr>
        <p:spPr>
          <a:xfrm>
            <a:off x="7675187" y="224405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2" name="Tijdelijke aanduiding voor afbeelding 91">
            <a:extLst>
              <a:ext uri="{FF2B5EF4-FFF2-40B4-BE49-F238E27FC236}">
                <a16:creationId xmlns:a16="http://schemas.microsoft.com/office/drawing/2014/main" id="{FEC69832-E2BC-4D11-9ECF-78431C502968}"/>
              </a:ext>
            </a:extLst>
          </p:cNvPr>
          <p:cNvSpPr>
            <a:spLocks noGrp="1"/>
          </p:cNvSpPr>
          <p:nvPr>
            <p:ph type="pic" sz="quarter" idx="23" hasCustomPrompt="1"/>
          </p:nvPr>
        </p:nvSpPr>
        <p:spPr>
          <a:xfrm>
            <a:off x="7675187" y="279867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3" name="Tijdelijke aanduiding voor afbeelding 92">
            <a:extLst>
              <a:ext uri="{FF2B5EF4-FFF2-40B4-BE49-F238E27FC236}">
                <a16:creationId xmlns:a16="http://schemas.microsoft.com/office/drawing/2014/main" id="{453F6354-B968-4023-A04E-4AD2BA72D51F}"/>
              </a:ext>
            </a:extLst>
          </p:cNvPr>
          <p:cNvSpPr>
            <a:spLocks noGrp="1"/>
          </p:cNvSpPr>
          <p:nvPr>
            <p:ph type="pic" sz="quarter" idx="24" hasCustomPrompt="1"/>
          </p:nvPr>
        </p:nvSpPr>
        <p:spPr>
          <a:xfrm>
            <a:off x="9023378" y="224405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4" name="Tijdelijke aanduiding voor afbeelding 93">
            <a:extLst>
              <a:ext uri="{FF2B5EF4-FFF2-40B4-BE49-F238E27FC236}">
                <a16:creationId xmlns:a16="http://schemas.microsoft.com/office/drawing/2014/main" id="{5B253EC0-9D6B-4505-82C7-AABC6F643E57}"/>
              </a:ext>
            </a:extLst>
          </p:cNvPr>
          <p:cNvSpPr>
            <a:spLocks noGrp="1"/>
          </p:cNvSpPr>
          <p:nvPr>
            <p:ph type="pic" sz="quarter" idx="25" hasCustomPrompt="1"/>
          </p:nvPr>
        </p:nvSpPr>
        <p:spPr>
          <a:xfrm>
            <a:off x="9023378" y="279867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5" name="Tijdelijke aanduiding voor afbeelding 94">
            <a:extLst>
              <a:ext uri="{FF2B5EF4-FFF2-40B4-BE49-F238E27FC236}">
                <a16:creationId xmlns:a16="http://schemas.microsoft.com/office/drawing/2014/main" id="{2E31FB2F-5EAB-4348-B796-3FA24D186599}"/>
              </a:ext>
            </a:extLst>
          </p:cNvPr>
          <p:cNvSpPr>
            <a:spLocks noGrp="1"/>
          </p:cNvSpPr>
          <p:nvPr>
            <p:ph type="pic" sz="quarter" idx="26" hasCustomPrompt="1"/>
          </p:nvPr>
        </p:nvSpPr>
        <p:spPr>
          <a:xfrm>
            <a:off x="6341237" y="3764186"/>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6" name="Tijdelijke aanduiding voor afbeelding 95">
            <a:extLst>
              <a:ext uri="{FF2B5EF4-FFF2-40B4-BE49-F238E27FC236}">
                <a16:creationId xmlns:a16="http://schemas.microsoft.com/office/drawing/2014/main" id="{9346223A-EFB4-4B21-A239-107B5559C810}"/>
              </a:ext>
            </a:extLst>
          </p:cNvPr>
          <p:cNvSpPr>
            <a:spLocks noGrp="1"/>
          </p:cNvSpPr>
          <p:nvPr>
            <p:ph type="pic" sz="quarter" idx="27" hasCustomPrompt="1"/>
          </p:nvPr>
        </p:nvSpPr>
        <p:spPr>
          <a:xfrm>
            <a:off x="6341237" y="4318811"/>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7" name="Tijdelijke aanduiding voor afbeelding 96">
            <a:extLst>
              <a:ext uri="{FF2B5EF4-FFF2-40B4-BE49-F238E27FC236}">
                <a16:creationId xmlns:a16="http://schemas.microsoft.com/office/drawing/2014/main" id="{26494F26-6801-4217-9B1E-785D1D3CFFF1}"/>
              </a:ext>
            </a:extLst>
          </p:cNvPr>
          <p:cNvSpPr>
            <a:spLocks noGrp="1"/>
          </p:cNvSpPr>
          <p:nvPr>
            <p:ph type="pic" sz="quarter" idx="28" hasCustomPrompt="1"/>
          </p:nvPr>
        </p:nvSpPr>
        <p:spPr>
          <a:xfrm>
            <a:off x="7675187" y="3764186"/>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8" name="Tijdelijke aanduiding voor afbeelding 97">
            <a:extLst>
              <a:ext uri="{FF2B5EF4-FFF2-40B4-BE49-F238E27FC236}">
                <a16:creationId xmlns:a16="http://schemas.microsoft.com/office/drawing/2014/main" id="{05467C5A-82FF-46E3-BA72-BD19FB80D3E9}"/>
              </a:ext>
            </a:extLst>
          </p:cNvPr>
          <p:cNvSpPr>
            <a:spLocks noGrp="1"/>
          </p:cNvSpPr>
          <p:nvPr>
            <p:ph type="pic" sz="quarter" idx="29" hasCustomPrompt="1"/>
          </p:nvPr>
        </p:nvSpPr>
        <p:spPr>
          <a:xfrm>
            <a:off x="7675187" y="4318811"/>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9" name="Tijdelijke aanduiding voor afbeelding 98">
            <a:extLst>
              <a:ext uri="{FF2B5EF4-FFF2-40B4-BE49-F238E27FC236}">
                <a16:creationId xmlns:a16="http://schemas.microsoft.com/office/drawing/2014/main" id="{A54F3BE1-3DE6-4567-8AE9-FA0C884B008B}"/>
              </a:ext>
            </a:extLst>
          </p:cNvPr>
          <p:cNvSpPr>
            <a:spLocks noGrp="1"/>
          </p:cNvSpPr>
          <p:nvPr>
            <p:ph type="pic" sz="quarter" idx="30" hasCustomPrompt="1"/>
          </p:nvPr>
        </p:nvSpPr>
        <p:spPr>
          <a:xfrm>
            <a:off x="9023378" y="3764186"/>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0" name="Tijdelijke aanduiding voor afbeelding 99">
            <a:extLst>
              <a:ext uri="{FF2B5EF4-FFF2-40B4-BE49-F238E27FC236}">
                <a16:creationId xmlns:a16="http://schemas.microsoft.com/office/drawing/2014/main" id="{EFE38C9E-FB22-4096-9452-3778D8DE52E0}"/>
              </a:ext>
            </a:extLst>
          </p:cNvPr>
          <p:cNvSpPr>
            <a:spLocks noGrp="1"/>
          </p:cNvSpPr>
          <p:nvPr>
            <p:ph type="pic" sz="quarter" idx="31" hasCustomPrompt="1"/>
          </p:nvPr>
        </p:nvSpPr>
        <p:spPr>
          <a:xfrm>
            <a:off x="9023378" y="4318811"/>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1" name="Tijdelijke aanduiding voor afbeelding 100">
            <a:extLst>
              <a:ext uri="{FF2B5EF4-FFF2-40B4-BE49-F238E27FC236}">
                <a16:creationId xmlns:a16="http://schemas.microsoft.com/office/drawing/2014/main" id="{4C9CFCDE-FAD8-4BEB-AA42-EE9F14E06DB0}"/>
              </a:ext>
            </a:extLst>
          </p:cNvPr>
          <p:cNvSpPr>
            <a:spLocks noGrp="1"/>
          </p:cNvSpPr>
          <p:nvPr>
            <p:ph type="pic" sz="quarter" idx="32" hasCustomPrompt="1"/>
          </p:nvPr>
        </p:nvSpPr>
        <p:spPr>
          <a:xfrm>
            <a:off x="6341237" y="528726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2" name="Tijdelijke aanduiding voor afbeelding 101">
            <a:extLst>
              <a:ext uri="{FF2B5EF4-FFF2-40B4-BE49-F238E27FC236}">
                <a16:creationId xmlns:a16="http://schemas.microsoft.com/office/drawing/2014/main" id="{35087C55-5032-45D6-8A6D-9A797645507E}"/>
              </a:ext>
            </a:extLst>
          </p:cNvPr>
          <p:cNvSpPr>
            <a:spLocks noGrp="1"/>
          </p:cNvSpPr>
          <p:nvPr>
            <p:ph type="pic" sz="quarter" idx="33" hasCustomPrompt="1"/>
          </p:nvPr>
        </p:nvSpPr>
        <p:spPr>
          <a:xfrm>
            <a:off x="6341237" y="584189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3" name="Tijdelijke aanduiding voor afbeelding 102">
            <a:extLst>
              <a:ext uri="{FF2B5EF4-FFF2-40B4-BE49-F238E27FC236}">
                <a16:creationId xmlns:a16="http://schemas.microsoft.com/office/drawing/2014/main" id="{81F3A3DD-4834-4C88-8B3E-0485E6E3C12B}"/>
              </a:ext>
            </a:extLst>
          </p:cNvPr>
          <p:cNvSpPr>
            <a:spLocks noGrp="1"/>
          </p:cNvSpPr>
          <p:nvPr>
            <p:ph type="pic" sz="quarter" idx="34" hasCustomPrompt="1"/>
          </p:nvPr>
        </p:nvSpPr>
        <p:spPr>
          <a:xfrm>
            <a:off x="7675187" y="528726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4" name="Tijdelijke aanduiding voor afbeelding 103">
            <a:extLst>
              <a:ext uri="{FF2B5EF4-FFF2-40B4-BE49-F238E27FC236}">
                <a16:creationId xmlns:a16="http://schemas.microsoft.com/office/drawing/2014/main" id="{D5F36146-6682-44AA-91D3-5B52E4A8BD11}"/>
              </a:ext>
            </a:extLst>
          </p:cNvPr>
          <p:cNvSpPr>
            <a:spLocks noGrp="1"/>
          </p:cNvSpPr>
          <p:nvPr>
            <p:ph type="pic" sz="quarter" idx="35" hasCustomPrompt="1"/>
          </p:nvPr>
        </p:nvSpPr>
        <p:spPr>
          <a:xfrm>
            <a:off x="7675187" y="584189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5" name="Tijdelijke aanduiding voor afbeelding 104">
            <a:extLst>
              <a:ext uri="{FF2B5EF4-FFF2-40B4-BE49-F238E27FC236}">
                <a16:creationId xmlns:a16="http://schemas.microsoft.com/office/drawing/2014/main" id="{98C89495-6E46-49BD-86B2-CC71FBDA7147}"/>
              </a:ext>
            </a:extLst>
          </p:cNvPr>
          <p:cNvSpPr>
            <a:spLocks noGrp="1"/>
          </p:cNvSpPr>
          <p:nvPr>
            <p:ph type="pic" sz="quarter" idx="36" hasCustomPrompt="1"/>
          </p:nvPr>
        </p:nvSpPr>
        <p:spPr>
          <a:xfrm>
            <a:off x="9023378" y="528726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6" name="Tijdelijke aanduiding voor afbeelding 105">
            <a:extLst>
              <a:ext uri="{FF2B5EF4-FFF2-40B4-BE49-F238E27FC236}">
                <a16:creationId xmlns:a16="http://schemas.microsoft.com/office/drawing/2014/main" id="{D8884AEE-715F-4F07-AADB-9B30E935C608}"/>
              </a:ext>
            </a:extLst>
          </p:cNvPr>
          <p:cNvSpPr>
            <a:spLocks noGrp="1"/>
          </p:cNvSpPr>
          <p:nvPr>
            <p:ph type="pic" sz="quarter" idx="37" hasCustomPrompt="1"/>
          </p:nvPr>
        </p:nvSpPr>
        <p:spPr>
          <a:xfrm>
            <a:off x="9023378" y="584189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7" name="Tijdelijke aanduiding voor afbeelding 106">
            <a:extLst>
              <a:ext uri="{FF2B5EF4-FFF2-40B4-BE49-F238E27FC236}">
                <a16:creationId xmlns:a16="http://schemas.microsoft.com/office/drawing/2014/main" id="{180BDCF8-2FC3-40C1-998F-10620F0B6519}"/>
              </a:ext>
            </a:extLst>
          </p:cNvPr>
          <p:cNvSpPr>
            <a:spLocks noGrp="1"/>
          </p:cNvSpPr>
          <p:nvPr>
            <p:ph type="pic" sz="quarter" idx="38" hasCustomPrompt="1"/>
          </p:nvPr>
        </p:nvSpPr>
        <p:spPr>
          <a:xfrm>
            <a:off x="10333742" y="715037"/>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8" name="Tijdelijke aanduiding voor afbeelding 107">
            <a:extLst>
              <a:ext uri="{FF2B5EF4-FFF2-40B4-BE49-F238E27FC236}">
                <a16:creationId xmlns:a16="http://schemas.microsoft.com/office/drawing/2014/main" id="{41DCF3D4-C58F-4A27-8FBE-70091CFC005E}"/>
              </a:ext>
            </a:extLst>
          </p:cNvPr>
          <p:cNvSpPr>
            <a:spLocks noGrp="1"/>
          </p:cNvSpPr>
          <p:nvPr>
            <p:ph type="pic" sz="quarter" idx="39" hasCustomPrompt="1"/>
          </p:nvPr>
        </p:nvSpPr>
        <p:spPr>
          <a:xfrm>
            <a:off x="10333742" y="126966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9" name="Tijdelijke aanduiding voor afbeelding 108">
            <a:extLst>
              <a:ext uri="{FF2B5EF4-FFF2-40B4-BE49-F238E27FC236}">
                <a16:creationId xmlns:a16="http://schemas.microsoft.com/office/drawing/2014/main" id="{A4F5D8A7-FBFF-4664-A948-11027B221A51}"/>
              </a:ext>
            </a:extLst>
          </p:cNvPr>
          <p:cNvSpPr>
            <a:spLocks noGrp="1"/>
          </p:cNvSpPr>
          <p:nvPr>
            <p:ph type="pic" sz="quarter" idx="40" hasCustomPrompt="1"/>
          </p:nvPr>
        </p:nvSpPr>
        <p:spPr>
          <a:xfrm>
            <a:off x="10333742" y="224405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0" name="Tijdelijke aanduiding voor afbeelding 109">
            <a:extLst>
              <a:ext uri="{FF2B5EF4-FFF2-40B4-BE49-F238E27FC236}">
                <a16:creationId xmlns:a16="http://schemas.microsoft.com/office/drawing/2014/main" id="{8535864F-FBC7-4108-B009-0B06373AE674}"/>
              </a:ext>
            </a:extLst>
          </p:cNvPr>
          <p:cNvSpPr>
            <a:spLocks noGrp="1"/>
          </p:cNvSpPr>
          <p:nvPr>
            <p:ph type="pic" sz="quarter" idx="41" hasCustomPrompt="1"/>
          </p:nvPr>
        </p:nvSpPr>
        <p:spPr>
          <a:xfrm>
            <a:off x="10333742" y="279867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1" name="Tijdelijke aanduiding voor afbeelding 110">
            <a:extLst>
              <a:ext uri="{FF2B5EF4-FFF2-40B4-BE49-F238E27FC236}">
                <a16:creationId xmlns:a16="http://schemas.microsoft.com/office/drawing/2014/main" id="{0A02DCF6-D500-42BC-9FD9-A9760F9B3820}"/>
              </a:ext>
            </a:extLst>
          </p:cNvPr>
          <p:cNvSpPr>
            <a:spLocks noGrp="1"/>
          </p:cNvSpPr>
          <p:nvPr>
            <p:ph type="pic" sz="quarter" idx="42" hasCustomPrompt="1"/>
          </p:nvPr>
        </p:nvSpPr>
        <p:spPr>
          <a:xfrm>
            <a:off x="10333742" y="3764186"/>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2" name="Tijdelijke aanduiding voor afbeelding 111">
            <a:extLst>
              <a:ext uri="{FF2B5EF4-FFF2-40B4-BE49-F238E27FC236}">
                <a16:creationId xmlns:a16="http://schemas.microsoft.com/office/drawing/2014/main" id="{FE954A0E-3E1D-4BD4-B613-819DE3D722CD}"/>
              </a:ext>
            </a:extLst>
          </p:cNvPr>
          <p:cNvSpPr>
            <a:spLocks noGrp="1"/>
          </p:cNvSpPr>
          <p:nvPr>
            <p:ph type="pic" sz="quarter" idx="43" hasCustomPrompt="1"/>
          </p:nvPr>
        </p:nvSpPr>
        <p:spPr>
          <a:xfrm>
            <a:off x="10333742" y="4318811"/>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3" name="Tijdelijke aanduiding voor afbeelding 112">
            <a:extLst>
              <a:ext uri="{FF2B5EF4-FFF2-40B4-BE49-F238E27FC236}">
                <a16:creationId xmlns:a16="http://schemas.microsoft.com/office/drawing/2014/main" id="{D4A1D99A-B1A8-4C11-84E6-613424A0CEB8}"/>
              </a:ext>
            </a:extLst>
          </p:cNvPr>
          <p:cNvSpPr>
            <a:spLocks noGrp="1"/>
          </p:cNvSpPr>
          <p:nvPr>
            <p:ph type="pic" sz="quarter" idx="44" hasCustomPrompt="1"/>
          </p:nvPr>
        </p:nvSpPr>
        <p:spPr>
          <a:xfrm>
            <a:off x="10333742" y="5287268"/>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4" name="Tijdelijke aanduiding voor afbeelding 113">
            <a:extLst>
              <a:ext uri="{FF2B5EF4-FFF2-40B4-BE49-F238E27FC236}">
                <a16:creationId xmlns:a16="http://schemas.microsoft.com/office/drawing/2014/main" id="{A15A3B2D-35FA-4D28-9B53-086923EEDCC7}"/>
              </a:ext>
            </a:extLst>
          </p:cNvPr>
          <p:cNvSpPr>
            <a:spLocks noGrp="1"/>
          </p:cNvSpPr>
          <p:nvPr>
            <p:ph type="pic" sz="quarter" idx="45" hasCustomPrompt="1"/>
          </p:nvPr>
        </p:nvSpPr>
        <p:spPr>
          <a:xfrm>
            <a:off x="10333742" y="5841893"/>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303254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Logo slide #2">
    <p:spTree>
      <p:nvGrpSpPr>
        <p:cNvPr id="1" name=""/>
        <p:cNvGrpSpPr/>
        <p:nvPr/>
      </p:nvGrpSpPr>
      <p:grpSpPr>
        <a:xfrm>
          <a:off x="0" y="0"/>
          <a:ext cx="0" cy="0"/>
          <a:chOff x="0" y="0"/>
          <a:chExt cx="0" cy="0"/>
        </a:xfrm>
      </p:grpSpPr>
      <p:grpSp>
        <p:nvGrpSpPr>
          <p:cNvPr id="4" name="Groep 3">
            <a:extLst>
              <a:ext uri="{FF2B5EF4-FFF2-40B4-BE49-F238E27FC236}">
                <a16:creationId xmlns:a16="http://schemas.microsoft.com/office/drawing/2014/main" id="{01115F6E-A89A-4495-929C-2815A0CFEB1E}"/>
              </a:ext>
            </a:extLst>
          </p:cNvPr>
          <p:cNvGrpSpPr/>
          <p:nvPr userDrawn="1"/>
        </p:nvGrpSpPr>
        <p:grpSpPr>
          <a:xfrm flipH="1">
            <a:off x="-2925" y="-2"/>
            <a:ext cx="4392344" cy="6858297"/>
            <a:chOff x="7799656" y="-2"/>
            <a:chExt cx="4392344" cy="6858297"/>
          </a:xfrm>
        </p:grpSpPr>
        <p:sp>
          <p:nvSpPr>
            <p:cNvPr id="109" name="Graphic 31">
              <a:extLst>
                <a:ext uri="{FF2B5EF4-FFF2-40B4-BE49-F238E27FC236}">
                  <a16:creationId xmlns:a16="http://schemas.microsoft.com/office/drawing/2014/main" id="{E66B9506-DF4E-4B46-9F76-85E713941110}"/>
                </a:ext>
              </a:extLst>
            </p:cNvPr>
            <p:cNvSpPr>
              <a:spLocks noChangeAspect="1"/>
            </p:cNvSpPr>
            <p:nvPr userDrawn="1"/>
          </p:nvSpPr>
          <p:spPr>
            <a:xfrm rot="10800000" flipH="1" flipV="1">
              <a:off x="8568578" y="-2"/>
              <a:ext cx="362342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chemeClr val="accent3"/>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grpSp>
          <p:nvGrpSpPr>
            <p:cNvPr id="2" name="Groep 1">
              <a:extLst>
                <a:ext uri="{FF2B5EF4-FFF2-40B4-BE49-F238E27FC236}">
                  <a16:creationId xmlns:a16="http://schemas.microsoft.com/office/drawing/2014/main" id="{C9DE87EF-7632-46B7-A6AD-515991BCCCAC}"/>
                </a:ext>
              </a:extLst>
            </p:cNvPr>
            <p:cNvGrpSpPr/>
            <p:nvPr userDrawn="1"/>
          </p:nvGrpSpPr>
          <p:grpSpPr>
            <a:xfrm>
              <a:off x="7799656" y="-2"/>
              <a:ext cx="3623422" cy="6858297"/>
              <a:chOff x="7799656" y="-2"/>
              <a:chExt cx="3623422" cy="6858297"/>
            </a:xfrm>
          </p:grpSpPr>
          <p:sp>
            <p:nvSpPr>
              <p:cNvPr id="107" name="Graphic 31">
                <a:extLst>
                  <a:ext uri="{FF2B5EF4-FFF2-40B4-BE49-F238E27FC236}">
                    <a16:creationId xmlns:a16="http://schemas.microsoft.com/office/drawing/2014/main" id="{2244A66F-3DC0-44B5-8684-F34810750BCF}"/>
                  </a:ext>
                </a:extLst>
              </p:cNvPr>
              <p:cNvSpPr>
                <a:spLocks noChangeAspect="1"/>
              </p:cNvSpPr>
              <p:nvPr userDrawn="1"/>
            </p:nvSpPr>
            <p:spPr>
              <a:xfrm rot="10800000" flipH="1" flipV="1">
                <a:off x="7799656" y="-2"/>
                <a:ext cx="362342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chemeClr val="accent3"/>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sp>
            <p:nvSpPr>
              <p:cNvPr id="108" name="Graphic 34">
                <a:extLst>
                  <a:ext uri="{FF2B5EF4-FFF2-40B4-BE49-F238E27FC236}">
                    <a16:creationId xmlns:a16="http://schemas.microsoft.com/office/drawing/2014/main" id="{43B13E4F-1BE0-4CE5-B7DB-8563A0D9463D}"/>
                  </a:ext>
                </a:extLst>
              </p:cNvPr>
              <p:cNvSpPr>
                <a:spLocks noChangeAspect="1"/>
              </p:cNvSpPr>
              <p:nvPr userDrawn="1"/>
            </p:nvSpPr>
            <p:spPr>
              <a:xfrm rot="10800000" flipH="1" flipV="1">
                <a:off x="7799656" y="0"/>
                <a:ext cx="1626627"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chemeClr val="accent4"/>
              </a:solidFill>
              <a:ln w="12692"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nl-NL" sz="1633" b="0" i="0" u="none" strike="noStrike" kern="0" cap="none" spc="0" normalizeH="0" baseline="0" noProof="0">
                  <a:ln>
                    <a:noFill/>
                  </a:ln>
                  <a:solidFill>
                    <a:prstClr val="black"/>
                  </a:solidFill>
                  <a:effectLst/>
                  <a:uLnTx/>
                  <a:uFillTx/>
                  <a:latin typeface="Calibri" panose="020F0502020204030204"/>
                </a:endParaRPr>
              </a:p>
            </p:txBody>
          </p:sp>
        </p:grpSp>
      </p:gr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13520" y="517370"/>
            <a:ext cx="2194085" cy="1538678"/>
          </a:xfrm>
        </p:spPr>
        <p:txBody>
          <a:bodyPr anchor="t"/>
          <a:lstStyle>
            <a:lvl1pPr>
              <a:defRPr b="0">
                <a:solidFill>
                  <a:schemeClr val="bg1"/>
                </a:solidFill>
              </a:defRPr>
            </a:lvl1pPr>
          </a:lstStyle>
          <a:p>
            <a:r>
              <a:rPr lang="nl-NL"/>
              <a:t>Plaats hier </a:t>
            </a:r>
            <a:br>
              <a:rPr lang="nl-NL"/>
            </a:br>
            <a:r>
              <a:rPr lang="nl-NL"/>
              <a:t>een titel</a:t>
            </a:r>
          </a:p>
        </p:txBody>
      </p:sp>
      <p:sp>
        <p:nvSpPr>
          <p:cNvPr id="75" name="Tijdelijke aanduiding voor afbeelding 74">
            <a:extLst>
              <a:ext uri="{FF2B5EF4-FFF2-40B4-BE49-F238E27FC236}">
                <a16:creationId xmlns:a16="http://schemas.microsoft.com/office/drawing/2014/main" id="{19D26856-B9DF-494C-85D6-E71741706FC4}"/>
              </a:ext>
            </a:extLst>
          </p:cNvPr>
          <p:cNvSpPr>
            <a:spLocks noGrp="1"/>
          </p:cNvSpPr>
          <p:nvPr>
            <p:ph type="pic" sz="quarter" idx="14" hasCustomPrompt="1"/>
          </p:nvPr>
        </p:nvSpPr>
        <p:spPr>
          <a:xfrm>
            <a:off x="4835259" y="55229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8" name="Tijdelijke aanduiding voor afbeelding 77">
            <a:extLst>
              <a:ext uri="{FF2B5EF4-FFF2-40B4-BE49-F238E27FC236}">
                <a16:creationId xmlns:a16="http://schemas.microsoft.com/office/drawing/2014/main" id="{561DF0DE-DB08-472F-B2CC-213CB4B9D936}"/>
              </a:ext>
            </a:extLst>
          </p:cNvPr>
          <p:cNvSpPr>
            <a:spLocks noGrp="1"/>
          </p:cNvSpPr>
          <p:nvPr>
            <p:ph type="pic" sz="quarter" idx="15" hasCustomPrompt="1"/>
          </p:nvPr>
        </p:nvSpPr>
        <p:spPr>
          <a:xfrm>
            <a:off x="4835259" y="114256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9" name="Tijdelijke aanduiding voor afbeelding 78">
            <a:extLst>
              <a:ext uri="{FF2B5EF4-FFF2-40B4-BE49-F238E27FC236}">
                <a16:creationId xmlns:a16="http://schemas.microsoft.com/office/drawing/2014/main" id="{45F5706C-C71C-4252-BF76-D36558D25B51}"/>
              </a:ext>
            </a:extLst>
          </p:cNvPr>
          <p:cNvSpPr>
            <a:spLocks noGrp="1"/>
          </p:cNvSpPr>
          <p:nvPr>
            <p:ph type="pic" sz="quarter" idx="16" hasCustomPrompt="1"/>
          </p:nvPr>
        </p:nvSpPr>
        <p:spPr>
          <a:xfrm>
            <a:off x="6643363" y="55229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0" name="Tijdelijke aanduiding voor afbeelding 79">
            <a:extLst>
              <a:ext uri="{FF2B5EF4-FFF2-40B4-BE49-F238E27FC236}">
                <a16:creationId xmlns:a16="http://schemas.microsoft.com/office/drawing/2014/main" id="{12DA2CB3-8277-414C-9420-7B8642A49D04}"/>
              </a:ext>
            </a:extLst>
          </p:cNvPr>
          <p:cNvSpPr>
            <a:spLocks noGrp="1"/>
          </p:cNvSpPr>
          <p:nvPr>
            <p:ph type="pic" sz="quarter" idx="17" hasCustomPrompt="1"/>
          </p:nvPr>
        </p:nvSpPr>
        <p:spPr>
          <a:xfrm>
            <a:off x="6643363" y="114256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1" name="Tijdelijke aanduiding voor afbeelding 80">
            <a:extLst>
              <a:ext uri="{FF2B5EF4-FFF2-40B4-BE49-F238E27FC236}">
                <a16:creationId xmlns:a16="http://schemas.microsoft.com/office/drawing/2014/main" id="{017D0F29-4ADD-414C-97CA-7E19FB91C294}"/>
              </a:ext>
            </a:extLst>
          </p:cNvPr>
          <p:cNvSpPr>
            <a:spLocks noGrp="1"/>
          </p:cNvSpPr>
          <p:nvPr>
            <p:ph type="pic" sz="quarter" idx="18" hasCustomPrompt="1"/>
          </p:nvPr>
        </p:nvSpPr>
        <p:spPr>
          <a:xfrm>
            <a:off x="8446653" y="55229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2" name="Tijdelijke aanduiding voor afbeelding 81">
            <a:extLst>
              <a:ext uri="{FF2B5EF4-FFF2-40B4-BE49-F238E27FC236}">
                <a16:creationId xmlns:a16="http://schemas.microsoft.com/office/drawing/2014/main" id="{012698D1-FB79-4CBF-8F88-B59FDE25DAB5}"/>
              </a:ext>
            </a:extLst>
          </p:cNvPr>
          <p:cNvSpPr>
            <a:spLocks noGrp="1"/>
          </p:cNvSpPr>
          <p:nvPr>
            <p:ph type="pic" sz="quarter" idx="19" hasCustomPrompt="1"/>
          </p:nvPr>
        </p:nvSpPr>
        <p:spPr>
          <a:xfrm>
            <a:off x="8446653" y="114256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9" name="Tijdelijke aanduiding voor afbeelding 88">
            <a:extLst>
              <a:ext uri="{FF2B5EF4-FFF2-40B4-BE49-F238E27FC236}">
                <a16:creationId xmlns:a16="http://schemas.microsoft.com/office/drawing/2014/main" id="{A3D72D38-13AD-4E55-AF6D-AC4224BB1773}"/>
              </a:ext>
            </a:extLst>
          </p:cNvPr>
          <p:cNvSpPr>
            <a:spLocks noGrp="1"/>
          </p:cNvSpPr>
          <p:nvPr>
            <p:ph type="pic" sz="quarter" idx="20" hasCustomPrompt="1"/>
          </p:nvPr>
        </p:nvSpPr>
        <p:spPr>
          <a:xfrm>
            <a:off x="4835259" y="173282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0" name="Tijdelijke aanduiding voor afbeelding 89">
            <a:extLst>
              <a:ext uri="{FF2B5EF4-FFF2-40B4-BE49-F238E27FC236}">
                <a16:creationId xmlns:a16="http://schemas.microsoft.com/office/drawing/2014/main" id="{1F8C3F00-A1E6-4D09-93A6-CF15A82BEDC4}"/>
              </a:ext>
            </a:extLst>
          </p:cNvPr>
          <p:cNvSpPr>
            <a:spLocks noGrp="1"/>
          </p:cNvSpPr>
          <p:nvPr>
            <p:ph type="pic" sz="quarter" idx="21" hasCustomPrompt="1"/>
          </p:nvPr>
        </p:nvSpPr>
        <p:spPr>
          <a:xfrm>
            <a:off x="4835259" y="232309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1" name="Tijdelijke aanduiding voor afbeelding 90">
            <a:extLst>
              <a:ext uri="{FF2B5EF4-FFF2-40B4-BE49-F238E27FC236}">
                <a16:creationId xmlns:a16="http://schemas.microsoft.com/office/drawing/2014/main" id="{6FA4E182-DA82-4EFF-BD8E-6FA27BA19345}"/>
              </a:ext>
            </a:extLst>
          </p:cNvPr>
          <p:cNvSpPr>
            <a:spLocks noGrp="1"/>
          </p:cNvSpPr>
          <p:nvPr>
            <p:ph type="pic" sz="quarter" idx="22" hasCustomPrompt="1"/>
          </p:nvPr>
        </p:nvSpPr>
        <p:spPr>
          <a:xfrm>
            <a:off x="6643363" y="173282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2" name="Tijdelijke aanduiding voor afbeelding 91">
            <a:extLst>
              <a:ext uri="{FF2B5EF4-FFF2-40B4-BE49-F238E27FC236}">
                <a16:creationId xmlns:a16="http://schemas.microsoft.com/office/drawing/2014/main" id="{FEC69832-E2BC-4D11-9ECF-78431C502968}"/>
              </a:ext>
            </a:extLst>
          </p:cNvPr>
          <p:cNvSpPr>
            <a:spLocks noGrp="1"/>
          </p:cNvSpPr>
          <p:nvPr>
            <p:ph type="pic" sz="quarter" idx="23" hasCustomPrompt="1"/>
          </p:nvPr>
        </p:nvSpPr>
        <p:spPr>
          <a:xfrm>
            <a:off x="6643363" y="232309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3" name="Tijdelijke aanduiding voor afbeelding 92">
            <a:extLst>
              <a:ext uri="{FF2B5EF4-FFF2-40B4-BE49-F238E27FC236}">
                <a16:creationId xmlns:a16="http://schemas.microsoft.com/office/drawing/2014/main" id="{453F6354-B968-4023-A04E-4AD2BA72D51F}"/>
              </a:ext>
            </a:extLst>
          </p:cNvPr>
          <p:cNvSpPr>
            <a:spLocks noGrp="1"/>
          </p:cNvSpPr>
          <p:nvPr>
            <p:ph type="pic" sz="quarter" idx="24" hasCustomPrompt="1"/>
          </p:nvPr>
        </p:nvSpPr>
        <p:spPr>
          <a:xfrm>
            <a:off x="8446653" y="173282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4" name="Tijdelijke aanduiding voor afbeelding 93">
            <a:extLst>
              <a:ext uri="{FF2B5EF4-FFF2-40B4-BE49-F238E27FC236}">
                <a16:creationId xmlns:a16="http://schemas.microsoft.com/office/drawing/2014/main" id="{5B253EC0-9D6B-4505-82C7-AABC6F643E57}"/>
              </a:ext>
            </a:extLst>
          </p:cNvPr>
          <p:cNvSpPr>
            <a:spLocks noGrp="1"/>
          </p:cNvSpPr>
          <p:nvPr>
            <p:ph type="pic" sz="quarter" idx="25" hasCustomPrompt="1"/>
          </p:nvPr>
        </p:nvSpPr>
        <p:spPr>
          <a:xfrm>
            <a:off x="8446653" y="232309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5" name="Tijdelijke aanduiding voor afbeelding 94">
            <a:extLst>
              <a:ext uri="{FF2B5EF4-FFF2-40B4-BE49-F238E27FC236}">
                <a16:creationId xmlns:a16="http://schemas.microsoft.com/office/drawing/2014/main" id="{2E31FB2F-5EAB-4348-B796-3FA24D186599}"/>
              </a:ext>
            </a:extLst>
          </p:cNvPr>
          <p:cNvSpPr>
            <a:spLocks noGrp="1"/>
          </p:cNvSpPr>
          <p:nvPr>
            <p:ph type="pic" sz="quarter" idx="26" hasCustomPrompt="1"/>
          </p:nvPr>
        </p:nvSpPr>
        <p:spPr>
          <a:xfrm>
            <a:off x="4835259" y="409388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6" name="Tijdelijke aanduiding voor afbeelding 95">
            <a:extLst>
              <a:ext uri="{FF2B5EF4-FFF2-40B4-BE49-F238E27FC236}">
                <a16:creationId xmlns:a16="http://schemas.microsoft.com/office/drawing/2014/main" id="{9346223A-EFB4-4B21-A239-107B5559C810}"/>
              </a:ext>
            </a:extLst>
          </p:cNvPr>
          <p:cNvSpPr>
            <a:spLocks noGrp="1"/>
          </p:cNvSpPr>
          <p:nvPr>
            <p:ph type="pic" sz="quarter" idx="27" hasCustomPrompt="1"/>
          </p:nvPr>
        </p:nvSpPr>
        <p:spPr>
          <a:xfrm>
            <a:off x="4835259" y="468415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7" name="Tijdelijke aanduiding voor afbeelding 96">
            <a:extLst>
              <a:ext uri="{FF2B5EF4-FFF2-40B4-BE49-F238E27FC236}">
                <a16:creationId xmlns:a16="http://schemas.microsoft.com/office/drawing/2014/main" id="{26494F26-6801-4217-9B1E-785D1D3CFFF1}"/>
              </a:ext>
            </a:extLst>
          </p:cNvPr>
          <p:cNvSpPr>
            <a:spLocks noGrp="1"/>
          </p:cNvSpPr>
          <p:nvPr>
            <p:ph type="pic" sz="quarter" idx="28" hasCustomPrompt="1"/>
          </p:nvPr>
        </p:nvSpPr>
        <p:spPr>
          <a:xfrm>
            <a:off x="6643363" y="409388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8" name="Tijdelijke aanduiding voor afbeelding 97">
            <a:extLst>
              <a:ext uri="{FF2B5EF4-FFF2-40B4-BE49-F238E27FC236}">
                <a16:creationId xmlns:a16="http://schemas.microsoft.com/office/drawing/2014/main" id="{05467C5A-82FF-46E3-BA72-BD19FB80D3E9}"/>
              </a:ext>
            </a:extLst>
          </p:cNvPr>
          <p:cNvSpPr>
            <a:spLocks noGrp="1"/>
          </p:cNvSpPr>
          <p:nvPr>
            <p:ph type="pic" sz="quarter" idx="29" hasCustomPrompt="1"/>
          </p:nvPr>
        </p:nvSpPr>
        <p:spPr>
          <a:xfrm>
            <a:off x="6643363" y="468415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9" name="Tijdelijke aanduiding voor afbeelding 98">
            <a:extLst>
              <a:ext uri="{FF2B5EF4-FFF2-40B4-BE49-F238E27FC236}">
                <a16:creationId xmlns:a16="http://schemas.microsoft.com/office/drawing/2014/main" id="{A54F3BE1-3DE6-4567-8AE9-FA0C884B008B}"/>
              </a:ext>
            </a:extLst>
          </p:cNvPr>
          <p:cNvSpPr>
            <a:spLocks noGrp="1"/>
          </p:cNvSpPr>
          <p:nvPr>
            <p:ph type="pic" sz="quarter" idx="30" hasCustomPrompt="1"/>
          </p:nvPr>
        </p:nvSpPr>
        <p:spPr>
          <a:xfrm>
            <a:off x="8446653" y="409388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0" name="Tijdelijke aanduiding voor afbeelding 99">
            <a:extLst>
              <a:ext uri="{FF2B5EF4-FFF2-40B4-BE49-F238E27FC236}">
                <a16:creationId xmlns:a16="http://schemas.microsoft.com/office/drawing/2014/main" id="{EFE38C9E-FB22-4096-9452-3778D8DE52E0}"/>
              </a:ext>
            </a:extLst>
          </p:cNvPr>
          <p:cNvSpPr>
            <a:spLocks noGrp="1"/>
          </p:cNvSpPr>
          <p:nvPr>
            <p:ph type="pic" sz="quarter" idx="31" hasCustomPrompt="1"/>
          </p:nvPr>
        </p:nvSpPr>
        <p:spPr>
          <a:xfrm>
            <a:off x="8446653" y="468415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1" name="Tijdelijke aanduiding voor afbeelding 100">
            <a:extLst>
              <a:ext uri="{FF2B5EF4-FFF2-40B4-BE49-F238E27FC236}">
                <a16:creationId xmlns:a16="http://schemas.microsoft.com/office/drawing/2014/main" id="{4C9CFCDE-FAD8-4BEB-AA42-EE9F14E06DB0}"/>
              </a:ext>
            </a:extLst>
          </p:cNvPr>
          <p:cNvSpPr>
            <a:spLocks noGrp="1"/>
          </p:cNvSpPr>
          <p:nvPr>
            <p:ph type="pic" sz="quarter" idx="32" hasCustomPrompt="1"/>
          </p:nvPr>
        </p:nvSpPr>
        <p:spPr>
          <a:xfrm>
            <a:off x="4835259" y="527441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2" name="Tijdelijke aanduiding voor afbeelding 101">
            <a:extLst>
              <a:ext uri="{FF2B5EF4-FFF2-40B4-BE49-F238E27FC236}">
                <a16:creationId xmlns:a16="http://schemas.microsoft.com/office/drawing/2014/main" id="{35087C55-5032-45D6-8A6D-9A797645507E}"/>
              </a:ext>
            </a:extLst>
          </p:cNvPr>
          <p:cNvSpPr>
            <a:spLocks noGrp="1"/>
          </p:cNvSpPr>
          <p:nvPr>
            <p:ph type="pic" sz="quarter" idx="33" hasCustomPrompt="1"/>
          </p:nvPr>
        </p:nvSpPr>
        <p:spPr>
          <a:xfrm>
            <a:off x="4835259" y="5864682"/>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3" name="Tijdelijke aanduiding voor afbeelding 102">
            <a:extLst>
              <a:ext uri="{FF2B5EF4-FFF2-40B4-BE49-F238E27FC236}">
                <a16:creationId xmlns:a16="http://schemas.microsoft.com/office/drawing/2014/main" id="{81F3A3DD-4834-4C88-8B3E-0485E6E3C12B}"/>
              </a:ext>
            </a:extLst>
          </p:cNvPr>
          <p:cNvSpPr>
            <a:spLocks noGrp="1"/>
          </p:cNvSpPr>
          <p:nvPr>
            <p:ph type="pic" sz="quarter" idx="34" hasCustomPrompt="1"/>
          </p:nvPr>
        </p:nvSpPr>
        <p:spPr>
          <a:xfrm>
            <a:off x="6643363" y="527441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4" name="Tijdelijke aanduiding voor afbeelding 103">
            <a:extLst>
              <a:ext uri="{FF2B5EF4-FFF2-40B4-BE49-F238E27FC236}">
                <a16:creationId xmlns:a16="http://schemas.microsoft.com/office/drawing/2014/main" id="{D5F36146-6682-44AA-91D3-5B52E4A8BD11}"/>
              </a:ext>
            </a:extLst>
          </p:cNvPr>
          <p:cNvSpPr>
            <a:spLocks noGrp="1"/>
          </p:cNvSpPr>
          <p:nvPr>
            <p:ph type="pic" sz="quarter" idx="35" hasCustomPrompt="1"/>
          </p:nvPr>
        </p:nvSpPr>
        <p:spPr>
          <a:xfrm>
            <a:off x="6643363" y="5864682"/>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5" name="Tijdelijke aanduiding voor afbeelding 104">
            <a:extLst>
              <a:ext uri="{FF2B5EF4-FFF2-40B4-BE49-F238E27FC236}">
                <a16:creationId xmlns:a16="http://schemas.microsoft.com/office/drawing/2014/main" id="{98C89495-6E46-49BD-86B2-CC71FBDA7147}"/>
              </a:ext>
            </a:extLst>
          </p:cNvPr>
          <p:cNvSpPr>
            <a:spLocks noGrp="1"/>
          </p:cNvSpPr>
          <p:nvPr>
            <p:ph type="pic" sz="quarter" idx="36" hasCustomPrompt="1"/>
          </p:nvPr>
        </p:nvSpPr>
        <p:spPr>
          <a:xfrm>
            <a:off x="8446653" y="527441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6" name="Tijdelijke aanduiding voor afbeelding 105">
            <a:extLst>
              <a:ext uri="{FF2B5EF4-FFF2-40B4-BE49-F238E27FC236}">
                <a16:creationId xmlns:a16="http://schemas.microsoft.com/office/drawing/2014/main" id="{D8884AEE-715F-4F07-AADB-9B30E935C608}"/>
              </a:ext>
            </a:extLst>
          </p:cNvPr>
          <p:cNvSpPr>
            <a:spLocks noGrp="1"/>
          </p:cNvSpPr>
          <p:nvPr>
            <p:ph type="pic" sz="quarter" idx="37" hasCustomPrompt="1"/>
          </p:nvPr>
        </p:nvSpPr>
        <p:spPr>
          <a:xfrm>
            <a:off x="8446653" y="5864682"/>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6" name="Tijdelijke aanduiding voor afbeelding 94">
            <a:extLst>
              <a:ext uri="{FF2B5EF4-FFF2-40B4-BE49-F238E27FC236}">
                <a16:creationId xmlns:a16="http://schemas.microsoft.com/office/drawing/2014/main" id="{18A1D1BC-9DA1-4B09-908F-447A9C1EE52F}"/>
              </a:ext>
            </a:extLst>
          </p:cNvPr>
          <p:cNvSpPr>
            <a:spLocks noGrp="1"/>
          </p:cNvSpPr>
          <p:nvPr>
            <p:ph type="pic" sz="quarter" idx="38" hasCustomPrompt="1"/>
          </p:nvPr>
        </p:nvSpPr>
        <p:spPr>
          <a:xfrm>
            <a:off x="4835259" y="291335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7" name="Tijdelijke aanduiding voor afbeelding 95">
            <a:extLst>
              <a:ext uri="{FF2B5EF4-FFF2-40B4-BE49-F238E27FC236}">
                <a16:creationId xmlns:a16="http://schemas.microsoft.com/office/drawing/2014/main" id="{ACB16098-C632-4ECB-B000-85CD7231E0EE}"/>
              </a:ext>
            </a:extLst>
          </p:cNvPr>
          <p:cNvSpPr>
            <a:spLocks noGrp="1"/>
          </p:cNvSpPr>
          <p:nvPr>
            <p:ph type="pic" sz="quarter" idx="39" hasCustomPrompt="1"/>
          </p:nvPr>
        </p:nvSpPr>
        <p:spPr>
          <a:xfrm>
            <a:off x="4835259" y="350362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8" name="Tijdelijke aanduiding voor afbeelding 96">
            <a:extLst>
              <a:ext uri="{FF2B5EF4-FFF2-40B4-BE49-F238E27FC236}">
                <a16:creationId xmlns:a16="http://schemas.microsoft.com/office/drawing/2014/main" id="{B0874849-0A1E-4CAB-B39C-8E6D2E992E21}"/>
              </a:ext>
            </a:extLst>
          </p:cNvPr>
          <p:cNvSpPr>
            <a:spLocks noGrp="1"/>
          </p:cNvSpPr>
          <p:nvPr>
            <p:ph type="pic" sz="quarter" idx="40" hasCustomPrompt="1"/>
          </p:nvPr>
        </p:nvSpPr>
        <p:spPr>
          <a:xfrm>
            <a:off x="6643363" y="291335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9" name="Tijdelijke aanduiding voor afbeelding 97">
            <a:extLst>
              <a:ext uri="{FF2B5EF4-FFF2-40B4-BE49-F238E27FC236}">
                <a16:creationId xmlns:a16="http://schemas.microsoft.com/office/drawing/2014/main" id="{27CC5D14-17B4-49E1-9196-B8444925BF8A}"/>
              </a:ext>
            </a:extLst>
          </p:cNvPr>
          <p:cNvSpPr>
            <a:spLocks noGrp="1"/>
          </p:cNvSpPr>
          <p:nvPr>
            <p:ph type="pic" sz="quarter" idx="41" hasCustomPrompt="1"/>
          </p:nvPr>
        </p:nvSpPr>
        <p:spPr>
          <a:xfrm>
            <a:off x="6643363" y="350362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60" name="Tijdelijke aanduiding voor afbeelding 98">
            <a:extLst>
              <a:ext uri="{FF2B5EF4-FFF2-40B4-BE49-F238E27FC236}">
                <a16:creationId xmlns:a16="http://schemas.microsoft.com/office/drawing/2014/main" id="{BF6208BC-7448-48C3-95F1-5E5B15680D44}"/>
              </a:ext>
            </a:extLst>
          </p:cNvPr>
          <p:cNvSpPr>
            <a:spLocks noGrp="1"/>
          </p:cNvSpPr>
          <p:nvPr>
            <p:ph type="pic" sz="quarter" idx="42" hasCustomPrompt="1"/>
          </p:nvPr>
        </p:nvSpPr>
        <p:spPr>
          <a:xfrm>
            <a:off x="8446653" y="291335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61" name="Tijdelijke aanduiding voor afbeelding 99">
            <a:extLst>
              <a:ext uri="{FF2B5EF4-FFF2-40B4-BE49-F238E27FC236}">
                <a16:creationId xmlns:a16="http://schemas.microsoft.com/office/drawing/2014/main" id="{AC02ED49-3293-4B36-84D5-D0FD77105985}"/>
              </a:ext>
            </a:extLst>
          </p:cNvPr>
          <p:cNvSpPr>
            <a:spLocks noGrp="1"/>
          </p:cNvSpPr>
          <p:nvPr>
            <p:ph type="pic" sz="quarter" idx="43" hasCustomPrompt="1"/>
          </p:nvPr>
        </p:nvSpPr>
        <p:spPr>
          <a:xfrm>
            <a:off x="8446653" y="350362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0" name="Tijdelijke aanduiding voor afbeelding 80">
            <a:extLst>
              <a:ext uri="{FF2B5EF4-FFF2-40B4-BE49-F238E27FC236}">
                <a16:creationId xmlns:a16="http://schemas.microsoft.com/office/drawing/2014/main" id="{A9D9DC4C-19D6-4F25-B188-329AB174AD4D}"/>
              </a:ext>
            </a:extLst>
          </p:cNvPr>
          <p:cNvSpPr>
            <a:spLocks noGrp="1"/>
          </p:cNvSpPr>
          <p:nvPr>
            <p:ph type="pic" sz="quarter" idx="44" hasCustomPrompt="1"/>
          </p:nvPr>
        </p:nvSpPr>
        <p:spPr>
          <a:xfrm>
            <a:off x="10276574" y="55229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1" name="Tijdelijke aanduiding voor afbeelding 81">
            <a:extLst>
              <a:ext uri="{FF2B5EF4-FFF2-40B4-BE49-F238E27FC236}">
                <a16:creationId xmlns:a16="http://schemas.microsoft.com/office/drawing/2014/main" id="{342A1D48-BDFC-46B3-B13B-68D3DD01EA5F}"/>
              </a:ext>
            </a:extLst>
          </p:cNvPr>
          <p:cNvSpPr>
            <a:spLocks noGrp="1"/>
          </p:cNvSpPr>
          <p:nvPr>
            <p:ph type="pic" sz="quarter" idx="45" hasCustomPrompt="1"/>
          </p:nvPr>
        </p:nvSpPr>
        <p:spPr>
          <a:xfrm>
            <a:off x="10276574" y="114256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2" name="Tijdelijke aanduiding voor afbeelding 92">
            <a:extLst>
              <a:ext uri="{FF2B5EF4-FFF2-40B4-BE49-F238E27FC236}">
                <a16:creationId xmlns:a16="http://schemas.microsoft.com/office/drawing/2014/main" id="{362F6DD3-B469-4A9C-84DB-57AA3E0559B0}"/>
              </a:ext>
            </a:extLst>
          </p:cNvPr>
          <p:cNvSpPr>
            <a:spLocks noGrp="1"/>
          </p:cNvSpPr>
          <p:nvPr>
            <p:ph type="pic" sz="quarter" idx="46" hasCustomPrompt="1"/>
          </p:nvPr>
        </p:nvSpPr>
        <p:spPr>
          <a:xfrm>
            <a:off x="10276574" y="173282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3" name="Tijdelijke aanduiding voor afbeelding 93">
            <a:extLst>
              <a:ext uri="{FF2B5EF4-FFF2-40B4-BE49-F238E27FC236}">
                <a16:creationId xmlns:a16="http://schemas.microsoft.com/office/drawing/2014/main" id="{4C9D5BA1-28C5-4431-92BE-861BAC8ED8D2}"/>
              </a:ext>
            </a:extLst>
          </p:cNvPr>
          <p:cNvSpPr>
            <a:spLocks noGrp="1"/>
          </p:cNvSpPr>
          <p:nvPr>
            <p:ph type="pic" sz="quarter" idx="47" hasCustomPrompt="1"/>
          </p:nvPr>
        </p:nvSpPr>
        <p:spPr>
          <a:xfrm>
            <a:off x="10276574" y="232309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14" name="Tijdelijke aanduiding voor afbeelding 98">
            <a:extLst>
              <a:ext uri="{FF2B5EF4-FFF2-40B4-BE49-F238E27FC236}">
                <a16:creationId xmlns:a16="http://schemas.microsoft.com/office/drawing/2014/main" id="{8D5B2FC8-407D-4929-9E18-3D11890C4AEC}"/>
              </a:ext>
            </a:extLst>
          </p:cNvPr>
          <p:cNvSpPr>
            <a:spLocks noGrp="1"/>
          </p:cNvSpPr>
          <p:nvPr>
            <p:ph type="pic" sz="quarter" idx="48" hasCustomPrompt="1"/>
          </p:nvPr>
        </p:nvSpPr>
        <p:spPr>
          <a:xfrm>
            <a:off x="10276574" y="409388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63" name="Tijdelijke aanduiding voor afbeelding 99">
            <a:extLst>
              <a:ext uri="{FF2B5EF4-FFF2-40B4-BE49-F238E27FC236}">
                <a16:creationId xmlns:a16="http://schemas.microsoft.com/office/drawing/2014/main" id="{9D79AFAF-2A8A-4C61-87C0-DE0A27C513AF}"/>
              </a:ext>
            </a:extLst>
          </p:cNvPr>
          <p:cNvSpPr>
            <a:spLocks noGrp="1"/>
          </p:cNvSpPr>
          <p:nvPr>
            <p:ph type="pic" sz="quarter" idx="49" hasCustomPrompt="1"/>
          </p:nvPr>
        </p:nvSpPr>
        <p:spPr>
          <a:xfrm>
            <a:off x="10276574" y="468415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64" name="Tijdelijke aanduiding voor afbeelding 104">
            <a:extLst>
              <a:ext uri="{FF2B5EF4-FFF2-40B4-BE49-F238E27FC236}">
                <a16:creationId xmlns:a16="http://schemas.microsoft.com/office/drawing/2014/main" id="{6B29E1A8-300C-40B7-AD3C-352B40BF1B94}"/>
              </a:ext>
            </a:extLst>
          </p:cNvPr>
          <p:cNvSpPr>
            <a:spLocks noGrp="1"/>
          </p:cNvSpPr>
          <p:nvPr>
            <p:ph type="pic" sz="quarter" idx="50" hasCustomPrompt="1"/>
          </p:nvPr>
        </p:nvSpPr>
        <p:spPr>
          <a:xfrm>
            <a:off x="10276574" y="527441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65" name="Tijdelijke aanduiding voor afbeelding 105">
            <a:extLst>
              <a:ext uri="{FF2B5EF4-FFF2-40B4-BE49-F238E27FC236}">
                <a16:creationId xmlns:a16="http://schemas.microsoft.com/office/drawing/2014/main" id="{3C2A9709-8594-44C3-B1DA-0A9BCCEA78F8}"/>
              </a:ext>
            </a:extLst>
          </p:cNvPr>
          <p:cNvSpPr>
            <a:spLocks noGrp="1"/>
          </p:cNvSpPr>
          <p:nvPr>
            <p:ph type="pic" sz="quarter" idx="51" hasCustomPrompt="1"/>
          </p:nvPr>
        </p:nvSpPr>
        <p:spPr>
          <a:xfrm>
            <a:off x="10276574" y="5864682"/>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66" name="Tijdelijke aanduiding voor afbeelding 98">
            <a:extLst>
              <a:ext uri="{FF2B5EF4-FFF2-40B4-BE49-F238E27FC236}">
                <a16:creationId xmlns:a16="http://schemas.microsoft.com/office/drawing/2014/main" id="{72CFD43D-EAA5-4C25-A7F1-8ADF0069C8ED}"/>
              </a:ext>
            </a:extLst>
          </p:cNvPr>
          <p:cNvSpPr>
            <a:spLocks noGrp="1"/>
          </p:cNvSpPr>
          <p:nvPr>
            <p:ph type="pic" sz="quarter" idx="52" hasCustomPrompt="1"/>
          </p:nvPr>
        </p:nvSpPr>
        <p:spPr>
          <a:xfrm>
            <a:off x="10276574" y="2913356"/>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67" name="Tijdelijke aanduiding voor afbeelding 99">
            <a:extLst>
              <a:ext uri="{FF2B5EF4-FFF2-40B4-BE49-F238E27FC236}">
                <a16:creationId xmlns:a16="http://schemas.microsoft.com/office/drawing/2014/main" id="{30E18A9C-A28A-4A85-ADD8-6EBFEF62532F}"/>
              </a:ext>
            </a:extLst>
          </p:cNvPr>
          <p:cNvSpPr>
            <a:spLocks noGrp="1"/>
          </p:cNvSpPr>
          <p:nvPr>
            <p:ph type="pic" sz="quarter" idx="53" hasCustomPrompt="1"/>
          </p:nvPr>
        </p:nvSpPr>
        <p:spPr>
          <a:xfrm>
            <a:off x="10276574" y="3503621"/>
            <a:ext cx="1300214" cy="455773"/>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168403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Logo slide #3">
    <p:spTree>
      <p:nvGrpSpPr>
        <p:cNvPr id="1" name=""/>
        <p:cNvGrpSpPr/>
        <p:nvPr/>
      </p:nvGrpSpPr>
      <p:grpSpPr>
        <a:xfrm>
          <a:off x="0" y="0"/>
          <a:ext cx="0" cy="0"/>
          <a:chOff x="0" y="0"/>
          <a:chExt cx="0" cy="0"/>
        </a:xfrm>
      </p:grpSpPr>
      <p:sp>
        <p:nvSpPr>
          <p:cNvPr id="43" name="Graphic 31">
            <a:extLst>
              <a:ext uri="{FF2B5EF4-FFF2-40B4-BE49-F238E27FC236}">
                <a16:creationId xmlns:a16="http://schemas.microsoft.com/office/drawing/2014/main" id="{A5D28A14-2348-46E4-9F7C-437F513E38E8}"/>
              </a:ext>
            </a:extLst>
          </p:cNvPr>
          <p:cNvSpPr>
            <a:spLocks noChangeAspect="1"/>
          </p:cNvSpPr>
          <p:nvPr userDrawn="1"/>
        </p:nvSpPr>
        <p:spPr>
          <a:xfrm flipV="1">
            <a:off x="7623222" y="-3"/>
            <a:ext cx="4568778" cy="687468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44" name="Graphic 34">
            <a:extLst>
              <a:ext uri="{FF2B5EF4-FFF2-40B4-BE49-F238E27FC236}">
                <a16:creationId xmlns:a16="http://schemas.microsoft.com/office/drawing/2014/main" id="{C29878DF-E265-485B-9802-C712BEA40D25}"/>
              </a:ext>
            </a:extLst>
          </p:cNvPr>
          <p:cNvSpPr>
            <a:spLocks noChangeAspect="1"/>
          </p:cNvSpPr>
          <p:nvPr userDrawn="1"/>
        </p:nvSpPr>
        <p:spPr>
          <a:xfrm flipV="1">
            <a:off x="7296461" y="-1"/>
            <a:ext cx="2609523" cy="687468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9203545" y="4820161"/>
            <a:ext cx="2523607" cy="1565286"/>
          </a:xfrm>
        </p:spPr>
        <p:txBody>
          <a:bodyPr anchor="b"/>
          <a:lstStyle>
            <a:lvl1pPr>
              <a:defRPr b="0">
                <a:solidFill>
                  <a:schemeClr val="bg2"/>
                </a:solidFill>
              </a:defRPr>
            </a:lvl1pPr>
          </a:lstStyle>
          <a:p>
            <a:r>
              <a:rPr lang="nl-NL"/>
              <a:t>Plaats hier </a:t>
            </a:r>
            <a:br>
              <a:rPr lang="nl-NL"/>
            </a:br>
            <a:r>
              <a:rPr lang="nl-NL"/>
              <a:t>een titel</a:t>
            </a:r>
          </a:p>
        </p:txBody>
      </p:sp>
      <p:sp>
        <p:nvSpPr>
          <p:cNvPr id="75" name="Tijdelijke aanduiding voor afbeelding 74">
            <a:extLst>
              <a:ext uri="{FF2B5EF4-FFF2-40B4-BE49-F238E27FC236}">
                <a16:creationId xmlns:a16="http://schemas.microsoft.com/office/drawing/2014/main" id="{19D26856-B9DF-494C-85D6-E71741706FC4}"/>
              </a:ext>
            </a:extLst>
          </p:cNvPr>
          <p:cNvSpPr>
            <a:spLocks noGrp="1"/>
          </p:cNvSpPr>
          <p:nvPr>
            <p:ph type="pic" sz="quarter" idx="14" hasCustomPrompt="1"/>
          </p:nvPr>
        </p:nvSpPr>
        <p:spPr>
          <a:xfrm>
            <a:off x="728227" y="52950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8" name="Tijdelijke aanduiding voor afbeelding 77">
            <a:extLst>
              <a:ext uri="{FF2B5EF4-FFF2-40B4-BE49-F238E27FC236}">
                <a16:creationId xmlns:a16="http://schemas.microsoft.com/office/drawing/2014/main" id="{561DF0DE-DB08-472F-B2CC-213CB4B9D936}"/>
              </a:ext>
            </a:extLst>
          </p:cNvPr>
          <p:cNvSpPr>
            <a:spLocks noGrp="1"/>
          </p:cNvSpPr>
          <p:nvPr>
            <p:ph type="pic" sz="quarter" idx="15" hasCustomPrompt="1"/>
          </p:nvPr>
        </p:nvSpPr>
        <p:spPr>
          <a:xfrm>
            <a:off x="728227" y="111977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9" name="Tijdelijke aanduiding voor afbeelding 78">
            <a:extLst>
              <a:ext uri="{FF2B5EF4-FFF2-40B4-BE49-F238E27FC236}">
                <a16:creationId xmlns:a16="http://schemas.microsoft.com/office/drawing/2014/main" id="{45F5706C-C71C-4252-BF76-D36558D25B51}"/>
              </a:ext>
            </a:extLst>
          </p:cNvPr>
          <p:cNvSpPr>
            <a:spLocks noGrp="1"/>
          </p:cNvSpPr>
          <p:nvPr>
            <p:ph type="pic" sz="quarter" idx="16" hasCustomPrompt="1"/>
          </p:nvPr>
        </p:nvSpPr>
        <p:spPr>
          <a:xfrm>
            <a:off x="2821833" y="52950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0" name="Tijdelijke aanduiding voor afbeelding 79">
            <a:extLst>
              <a:ext uri="{FF2B5EF4-FFF2-40B4-BE49-F238E27FC236}">
                <a16:creationId xmlns:a16="http://schemas.microsoft.com/office/drawing/2014/main" id="{12DA2CB3-8277-414C-9420-7B8642A49D04}"/>
              </a:ext>
            </a:extLst>
          </p:cNvPr>
          <p:cNvSpPr>
            <a:spLocks noGrp="1"/>
          </p:cNvSpPr>
          <p:nvPr>
            <p:ph type="pic" sz="quarter" idx="17" hasCustomPrompt="1"/>
          </p:nvPr>
        </p:nvSpPr>
        <p:spPr>
          <a:xfrm>
            <a:off x="2821833" y="111977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1" name="Tijdelijke aanduiding voor afbeelding 80">
            <a:extLst>
              <a:ext uri="{FF2B5EF4-FFF2-40B4-BE49-F238E27FC236}">
                <a16:creationId xmlns:a16="http://schemas.microsoft.com/office/drawing/2014/main" id="{017D0F29-4ADD-414C-97CA-7E19FB91C294}"/>
              </a:ext>
            </a:extLst>
          </p:cNvPr>
          <p:cNvSpPr>
            <a:spLocks noGrp="1"/>
          </p:cNvSpPr>
          <p:nvPr>
            <p:ph type="pic" sz="quarter" idx="18" hasCustomPrompt="1"/>
          </p:nvPr>
        </p:nvSpPr>
        <p:spPr>
          <a:xfrm>
            <a:off x="4858022" y="52950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2" name="Tijdelijke aanduiding voor afbeelding 81">
            <a:extLst>
              <a:ext uri="{FF2B5EF4-FFF2-40B4-BE49-F238E27FC236}">
                <a16:creationId xmlns:a16="http://schemas.microsoft.com/office/drawing/2014/main" id="{012698D1-FB79-4CBF-8F88-B59FDE25DAB5}"/>
              </a:ext>
            </a:extLst>
          </p:cNvPr>
          <p:cNvSpPr>
            <a:spLocks noGrp="1"/>
          </p:cNvSpPr>
          <p:nvPr>
            <p:ph type="pic" sz="quarter" idx="19" hasCustomPrompt="1"/>
          </p:nvPr>
        </p:nvSpPr>
        <p:spPr>
          <a:xfrm>
            <a:off x="4858022" y="111977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9" name="Tijdelijke aanduiding voor afbeelding 88">
            <a:extLst>
              <a:ext uri="{FF2B5EF4-FFF2-40B4-BE49-F238E27FC236}">
                <a16:creationId xmlns:a16="http://schemas.microsoft.com/office/drawing/2014/main" id="{A3D72D38-13AD-4E55-AF6D-AC4224BB1773}"/>
              </a:ext>
            </a:extLst>
          </p:cNvPr>
          <p:cNvSpPr>
            <a:spLocks noGrp="1"/>
          </p:cNvSpPr>
          <p:nvPr>
            <p:ph type="pic" sz="quarter" idx="20" hasCustomPrompt="1"/>
          </p:nvPr>
        </p:nvSpPr>
        <p:spPr>
          <a:xfrm>
            <a:off x="728227" y="171003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0" name="Tijdelijke aanduiding voor afbeelding 89">
            <a:extLst>
              <a:ext uri="{FF2B5EF4-FFF2-40B4-BE49-F238E27FC236}">
                <a16:creationId xmlns:a16="http://schemas.microsoft.com/office/drawing/2014/main" id="{1F8C3F00-A1E6-4D09-93A6-CF15A82BEDC4}"/>
              </a:ext>
            </a:extLst>
          </p:cNvPr>
          <p:cNvSpPr>
            <a:spLocks noGrp="1"/>
          </p:cNvSpPr>
          <p:nvPr>
            <p:ph type="pic" sz="quarter" idx="21" hasCustomPrompt="1"/>
          </p:nvPr>
        </p:nvSpPr>
        <p:spPr>
          <a:xfrm>
            <a:off x="728227" y="230030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1" name="Tijdelijke aanduiding voor afbeelding 90">
            <a:extLst>
              <a:ext uri="{FF2B5EF4-FFF2-40B4-BE49-F238E27FC236}">
                <a16:creationId xmlns:a16="http://schemas.microsoft.com/office/drawing/2014/main" id="{6FA4E182-DA82-4EFF-BD8E-6FA27BA19345}"/>
              </a:ext>
            </a:extLst>
          </p:cNvPr>
          <p:cNvSpPr>
            <a:spLocks noGrp="1"/>
          </p:cNvSpPr>
          <p:nvPr>
            <p:ph type="pic" sz="quarter" idx="22" hasCustomPrompt="1"/>
          </p:nvPr>
        </p:nvSpPr>
        <p:spPr>
          <a:xfrm>
            <a:off x="2821833" y="171003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2" name="Tijdelijke aanduiding voor afbeelding 91">
            <a:extLst>
              <a:ext uri="{FF2B5EF4-FFF2-40B4-BE49-F238E27FC236}">
                <a16:creationId xmlns:a16="http://schemas.microsoft.com/office/drawing/2014/main" id="{FEC69832-E2BC-4D11-9ECF-78431C502968}"/>
              </a:ext>
            </a:extLst>
          </p:cNvPr>
          <p:cNvSpPr>
            <a:spLocks noGrp="1"/>
          </p:cNvSpPr>
          <p:nvPr>
            <p:ph type="pic" sz="quarter" idx="23" hasCustomPrompt="1"/>
          </p:nvPr>
        </p:nvSpPr>
        <p:spPr>
          <a:xfrm>
            <a:off x="2821833" y="230030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3" name="Tijdelijke aanduiding voor afbeelding 92">
            <a:extLst>
              <a:ext uri="{FF2B5EF4-FFF2-40B4-BE49-F238E27FC236}">
                <a16:creationId xmlns:a16="http://schemas.microsoft.com/office/drawing/2014/main" id="{453F6354-B968-4023-A04E-4AD2BA72D51F}"/>
              </a:ext>
            </a:extLst>
          </p:cNvPr>
          <p:cNvSpPr>
            <a:spLocks noGrp="1"/>
          </p:cNvSpPr>
          <p:nvPr>
            <p:ph type="pic" sz="quarter" idx="24" hasCustomPrompt="1"/>
          </p:nvPr>
        </p:nvSpPr>
        <p:spPr>
          <a:xfrm>
            <a:off x="4858022" y="171003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4" name="Tijdelijke aanduiding voor afbeelding 93">
            <a:extLst>
              <a:ext uri="{FF2B5EF4-FFF2-40B4-BE49-F238E27FC236}">
                <a16:creationId xmlns:a16="http://schemas.microsoft.com/office/drawing/2014/main" id="{5B253EC0-9D6B-4505-82C7-AABC6F643E57}"/>
              </a:ext>
            </a:extLst>
          </p:cNvPr>
          <p:cNvSpPr>
            <a:spLocks noGrp="1"/>
          </p:cNvSpPr>
          <p:nvPr>
            <p:ph type="pic" sz="quarter" idx="25" hasCustomPrompt="1"/>
          </p:nvPr>
        </p:nvSpPr>
        <p:spPr>
          <a:xfrm>
            <a:off x="4858022" y="230030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5" name="Tijdelijke aanduiding voor afbeelding 94">
            <a:extLst>
              <a:ext uri="{FF2B5EF4-FFF2-40B4-BE49-F238E27FC236}">
                <a16:creationId xmlns:a16="http://schemas.microsoft.com/office/drawing/2014/main" id="{2E31FB2F-5EAB-4348-B796-3FA24D186599}"/>
              </a:ext>
            </a:extLst>
          </p:cNvPr>
          <p:cNvSpPr>
            <a:spLocks noGrp="1"/>
          </p:cNvSpPr>
          <p:nvPr>
            <p:ph type="pic" sz="quarter" idx="26" hasCustomPrompt="1"/>
          </p:nvPr>
        </p:nvSpPr>
        <p:spPr>
          <a:xfrm>
            <a:off x="728227" y="407109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6" name="Tijdelijke aanduiding voor afbeelding 95">
            <a:extLst>
              <a:ext uri="{FF2B5EF4-FFF2-40B4-BE49-F238E27FC236}">
                <a16:creationId xmlns:a16="http://schemas.microsoft.com/office/drawing/2014/main" id="{9346223A-EFB4-4B21-A239-107B5559C810}"/>
              </a:ext>
            </a:extLst>
          </p:cNvPr>
          <p:cNvSpPr>
            <a:spLocks noGrp="1"/>
          </p:cNvSpPr>
          <p:nvPr>
            <p:ph type="pic" sz="quarter" idx="27" hasCustomPrompt="1"/>
          </p:nvPr>
        </p:nvSpPr>
        <p:spPr>
          <a:xfrm>
            <a:off x="728227" y="466136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7" name="Tijdelijke aanduiding voor afbeelding 96">
            <a:extLst>
              <a:ext uri="{FF2B5EF4-FFF2-40B4-BE49-F238E27FC236}">
                <a16:creationId xmlns:a16="http://schemas.microsoft.com/office/drawing/2014/main" id="{26494F26-6801-4217-9B1E-785D1D3CFFF1}"/>
              </a:ext>
            </a:extLst>
          </p:cNvPr>
          <p:cNvSpPr>
            <a:spLocks noGrp="1"/>
          </p:cNvSpPr>
          <p:nvPr>
            <p:ph type="pic" sz="quarter" idx="28" hasCustomPrompt="1"/>
          </p:nvPr>
        </p:nvSpPr>
        <p:spPr>
          <a:xfrm>
            <a:off x="2821833" y="407109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8" name="Tijdelijke aanduiding voor afbeelding 97">
            <a:extLst>
              <a:ext uri="{FF2B5EF4-FFF2-40B4-BE49-F238E27FC236}">
                <a16:creationId xmlns:a16="http://schemas.microsoft.com/office/drawing/2014/main" id="{05467C5A-82FF-46E3-BA72-BD19FB80D3E9}"/>
              </a:ext>
            </a:extLst>
          </p:cNvPr>
          <p:cNvSpPr>
            <a:spLocks noGrp="1"/>
          </p:cNvSpPr>
          <p:nvPr>
            <p:ph type="pic" sz="quarter" idx="29" hasCustomPrompt="1"/>
          </p:nvPr>
        </p:nvSpPr>
        <p:spPr>
          <a:xfrm>
            <a:off x="2821833" y="466136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9" name="Tijdelijke aanduiding voor afbeelding 98">
            <a:extLst>
              <a:ext uri="{FF2B5EF4-FFF2-40B4-BE49-F238E27FC236}">
                <a16:creationId xmlns:a16="http://schemas.microsoft.com/office/drawing/2014/main" id="{A54F3BE1-3DE6-4567-8AE9-FA0C884B008B}"/>
              </a:ext>
            </a:extLst>
          </p:cNvPr>
          <p:cNvSpPr>
            <a:spLocks noGrp="1"/>
          </p:cNvSpPr>
          <p:nvPr>
            <p:ph type="pic" sz="quarter" idx="30" hasCustomPrompt="1"/>
          </p:nvPr>
        </p:nvSpPr>
        <p:spPr>
          <a:xfrm>
            <a:off x="4858022" y="407109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0" name="Tijdelijke aanduiding voor afbeelding 99">
            <a:extLst>
              <a:ext uri="{FF2B5EF4-FFF2-40B4-BE49-F238E27FC236}">
                <a16:creationId xmlns:a16="http://schemas.microsoft.com/office/drawing/2014/main" id="{EFE38C9E-FB22-4096-9452-3778D8DE52E0}"/>
              </a:ext>
            </a:extLst>
          </p:cNvPr>
          <p:cNvSpPr>
            <a:spLocks noGrp="1"/>
          </p:cNvSpPr>
          <p:nvPr>
            <p:ph type="pic" sz="quarter" idx="31" hasCustomPrompt="1"/>
          </p:nvPr>
        </p:nvSpPr>
        <p:spPr>
          <a:xfrm>
            <a:off x="4858022" y="466136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1" name="Tijdelijke aanduiding voor afbeelding 100">
            <a:extLst>
              <a:ext uri="{FF2B5EF4-FFF2-40B4-BE49-F238E27FC236}">
                <a16:creationId xmlns:a16="http://schemas.microsoft.com/office/drawing/2014/main" id="{4C9CFCDE-FAD8-4BEB-AA42-EE9F14E06DB0}"/>
              </a:ext>
            </a:extLst>
          </p:cNvPr>
          <p:cNvSpPr>
            <a:spLocks noGrp="1"/>
          </p:cNvSpPr>
          <p:nvPr>
            <p:ph type="pic" sz="quarter" idx="32" hasCustomPrompt="1"/>
          </p:nvPr>
        </p:nvSpPr>
        <p:spPr>
          <a:xfrm>
            <a:off x="728227" y="525162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2" name="Tijdelijke aanduiding voor afbeelding 101">
            <a:extLst>
              <a:ext uri="{FF2B5EF4-FFF2-40B4-BE49-F238E27FC236}">
                <a16:creationId xmlns:a16="http://schemas.microsoft.com/office/drawing/2014/main" id="{35087C55-5032-45D6-8A6D-9A797645507E}"/>
              </a:ext>
            </a:extLst>
          </p:cNvPr>
          <p:cNvSpPr>
            <a:spLocks noGrp="1"/>
          </p:cNvSpPr>
          <p:nvPr>
            <p:ph type="pic" sz="quarter" idx="33" hasCustomPrompt="1"/>
          </p:nvPr>
        </p:nvSpPr>
        <p:spPr>
          <a:xfrm>
            <a:off x="728227" y="5841893"/>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3" name="Tijdelijke aanduiding voor afbeelding 102">
            <a:extLst>
              <a:ext uri="{FF2B5EF4-FFF2-40B4-BE49-F238E27FC236}">
                <a16:creationId xmlns:a16="http://schemas.microsoft.com/office/drawing/2014/main" id="{81F3A3DD-4834-4C88-8B3E-0485E6E3C12B}"/>
              </a:ext>
            </a:extLst>
          </p:cNvPr>
          <p:cNvSpPr>
            <a:spLocks noGrp="1"/>
          </p:cNvSpPr>
          <p:nvPr>
            <p:ph type="pic" sz="quarter" idx="34" hasCustomPrompt="1"/>
          </p:nvPr>
        </p:nvSpPr>
        <p:spPr>
          <a:xfrm>
            <a:off x="2821833" y="525162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4" name="Tijdelijke aanduiding voor afbeelding 103">
            <a:extLst>
              <a:ext uri="{FF2B5EF4-FFF2-40B4-BE49-F238E27FC236}">
                <a16:creationId xmlns:a16="http://schemas.microsoft.com/office/drawing/2014/main" id="{D5F36146-6682-44AA-91D3-5B52E4A8BD11}"/>
              </a:ext>
            </a:extLst>
          </p:cNvPr>
          <p:cNvSpPr>
            <a:spLocks noGrp="1"/>
          </p:cNvSpPr>
          <p:nvPr>
            <p:ph type="pic" sz="quarter" idx="35" hasCustomPrompt="1"/>
          </p:nvPr>
        </p:nvSpPr>
        <p:spPr>
          <a:xfrm>
            <a:off x="2821833" y="5841893"/>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5" name="Tijdelijke aanduiding voor afbeelding 104">
            <a:extLst>
              <a:ext uri="{FF2B5EF4-FFF2-40B4-BE49-F238E27FC236}">
                <a16:creationId xmlns:a16="http://schemas.microsoft.com/office/drawing/2014/main" id="{98C89495-6E46-49BD-86B2-CC71FBDA7147}"/>
              </a:ext>
            </a:extLst>
          </p:cNvPr>
          <p:cNvSpPr>
            <a:spLocks noGrp="1"/>
          </p:cNvSpPr>
          <p:nvPr>
            <p:ph type="pic" sz="quarter" idx="36" hasCustomPrompt="1"/>
          </p:nvPr>
        </p:nvSpPr>
        <p:spPr>
          <a:xfrm>
            <a:off x="4858022" y="525162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6" name="Tijdelijke aanduiding voor afbeelding 105">
            <a:extLst>
              <a:ext uri="{FF2B5EF4-FFF2-40B4-BE49-F238E27FC236}">
                <a16:creationId xmlns:a16="http://schemas.microsoft.com/office/drawing/2014/main" id="{D8884AEE-715F-4F07-AADB-9B30E935C608}"/>
              </a:ext>
            </a:extLst>
          </p:cNvPr>
          <p:cNvSpPr>
            <a:spLocks noGrp="1"/>
          </p:cNvSpPr>
          <p:nvPr>
            <p:ph type="pic" sz="quarter" idx="37" hasCustomPrompt="1"/>
          </p:nvPr>
        </p:nvSpPr>
        <p:spPr>
          <a:xfrm>
            <a:off x="4858022" y="5841893"/>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6" name="Tijdelijke aanduiding voor afbeelding 94">
            <a:extLst>
              <a:ext uri="{FF2B5EF4-FFF2-40B4-BE49-F238E27FC236}">
                <a16:creationId xmlns:a16="http://schemas.microsoft.com/office/drawing/2014/main" id="{18A1D1BC-9DA1-4B09-908F-447A9C1EE52F}"/>
              </a:ext>
            </a:extLst>
          </p:cNvPr>
          <p:cNvSpPr>
            <a:spLocks noGrp="1"/>
          </p:cNvSpPr>
          <p:nvPr>
            <p:ph type="pic" sz="quarter" idx="38" hasCustomPrompt="1"/>
          </p:nvPr>
        </p:nvSpPr>
        <p:spPr>
          <a:xfrm>
            <a:off x="728227" y="289056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7" name="Tijdelijke aanduiding voor afbeelding 95">
            <a:extLst>
              <a:ext uri="{FF2B5EF4-FFF2-40B4-BE49-F238E27FC236}">
                <a16:creationId xmlns:a16="http://schemas.microsoft.com/office/drawing/2014/main" id="{ACB16098-C632-4ECB-B000-85CD7231E0EE}"/>
              </a:ext>
            </a:extLst>
          </p:cNvPr>
          <p:cNvSpPr>
            <a:spLocks noGrp="1"/>
          </p:cNvSpPr>
          <p:nvPr>
            <p:ph type="pic" sz="quarter" idx="39" hasCustomPrompt="1"/>
          </p:nvPr>
        </p:nvSpPr>
        <p:spPr>
          <a:xfrm>
            <a:off x="728227" y="348083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8" name="Tijdelijke aanduiding voor afbeelding 96">
            <a:extLst>
              <a:ext uri="{FF2B5EF4-FFF2-40B4-BE49-F238E27FC236}">
                <a16:creationId xmlns:a16="http://schemas.microsoft.com/office/drawing/2014/main" id="{B0874849-0A1E-4CAB-B39C-8E6D2E992E21}"/>
              </a:ext>
            </a:extLst>
          </p:cNvPr>
          <p:cNvSpPr>
            <a:spLocks noGrp="1"/>
          </p:cNvSpPr>
          <p:nvPr>
            <p:ph type="pic" sz="quarter" idx="40" hasCustomPrompt="1"/>
          </p:nvPr>
        </p:nvSpPr>
        <p:spPr>
          <a:xfrm>
            <a:off x="2821833" y="289056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9" name="Tijdelijke aanduiding voor afbeelding 97">
            <a:extLst>
              <a:ext uri="{FF2B5EF4-FFF2-40B4-BE49-F238E27FC236}">
                <a16:creationId xmlns:a16="http://schemas.microsoft.com/office/drawing/2014/main" id="{27CC5D14-17B4-49E1-9196-B8444925BF8A}"/>
              </a:ext>
            </a:extLst>
          </p:cNvPr>
          <p:cNvSpPr>
            <a:spLocks noGrp="1"/>
          </p:cNvSpPr>
          <p:nvPr>
            <p:ph type="pic" sz="quarter" idx="41" hasCustomPrompt="1"/>
          </p:nvPr>
        </p:nvSpPr>
        <p:spPr>
          <a:xfrm>
            <a:off x="2821833" y="348083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60" name="Tijdelijke aanduiding voor afbeelding 98">
            <a:extLst>
              <a:ext uri="{FF2B5EF4-FFF2-40B4-BE49-F238E27FC236}">
                <a16:creationId xmlns:a16="http://schemas.microsoft.com/office/drawing/2014/main" id="{BF6208BC-7448-48C3-95F1-5E5B15680D44}"/>
              </a:ext>
            </a:extLst>
          </p:cNvPr>
          <p:cNvSpPr>
            <a:spLocks noGrp="1"/>
          </p:cNvSpPr>
          <p:nvPr>
            <p:ph type="pic" sz="quarter" idx="42" hasCustomPrompt="1"/>
          </p:nvPr>
        </p:nvSpPr>
        <p:spPr>
          <a:xfrm>
            <a:off x="4858022" y="2890567"/>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61" name="Tijdelijke aanduiding voor afbeelding 99">
            <a:extLst>
              <a:ext uri="{FF2B5EF4-FFF2-40B4-BE49-F238E27FC236}">
                <a16:creationId xmlns:a16="http://schemas.microsoft.com/office/drawing/2014/main" id="{AC02ED49-3293-4B36-84D5-D0FD77105985}"/>
              </a:ext>
            </a:extLst>
          </p:cNvPr>
          <p:cNvSpPr>
            <a:spLocks noGrp="1"/>
          </p:cNvSpPr>
          <p:nvPr>
            <p:ph type="pic" sz="quarter" idx="43" hasCustomPrompt="1"/>
          </p:nvPr>
        </p:nvSpPr>
        <p:spPr>
          <a:xfrm>
            <a:off x="4858022" y="3480832"/>
            <a:ext cx="1430235"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1962834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Logo slide #4">
    <p:spTree>
      <p:nvGrpSpPr>
        <p:cNvPr id="1" name=""/>
        <p:cNvGrpSpPr/>
        <p:nvPr/>
      </p:nvGrpSpPr>
      <p:grpSpPr>
        <a:xfrm>
          <a:off x="0" y="0"/>
          <a:ext cx="0" cy="0"/>
          <a:chOff x="0" y="0"/>
          <a:chExt cx="0" cy="0"/>
        </a:xfrm>
      </p:grpSpPr>
      <p:sp>
        <p:nvSpPr>
          <p:cNvPr id="43" name="Graphic 31">
            <a:extLst>
              <a:ext uri="{FF2B5EF4-FFF2-40B4-BE49-F238E27FC236}">
                <a16:creationId xmlns:a16="http://schemas.microsoft.com/office/drawing/2014/main" id="{A5D28A14-2348-46E4-9F7C-437F513E38E8}"/>
              </a:ext>
            </a:extLst>
          </p:cNvPr>
          <p:cNvSpPr>
            <a:spLocks noChangeAspect="1"/>
          </p:cNvSpPr>
          <p:nvPr userDrawn="1"/>
        </p:nvSpPr>
        <p:spPr>
          <a:xfrm flipV="1">
            <a:off x="7623222" y="-3"/>
            <a:ext cx="4568778" cy="687468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chemeClr val="accent4"/>
          </a:solidFill>
          <a:ln w="12692" cap="flat">
            <a:noFill/>
            <a:prstDash val="solid"/>
            <a:miter/>
          </a:ln>
        </p:spPr>
        <p:txBody>
          <a:bodyPr rtlCol="0" anchor="ctr"/>
          <a:lstStyle/>
          <a:p>
            <a:endParaRPr lang="nl-NL" sz="1633"/>
          </a:p>
        </p:txBody>
      </p:sp>
      <p:sp>
        <p:nvSpPr>
          <p:cNvPr id="44" name="Graphic 34">
            <a:extLst>
              <a:ext uri="{FF2B5EF4-FFF2-40B4-BE49-F238E27FC236}">
                <a16:creationId xmlns:a16="http://schemas.microsoft.com/office/drawing/2014/main" id="{C29878DF-E265-485B-9802-C712BEA40D25}"/>
              </a:ext>
            </a:extLst>
          </p:cNvPr>
          <p:cNvSpPr>
            <a:spLocks noChangeAspect="1"/>
          </p:cNvSpPr>
          <p:nvPr userDrawn="1"/>
        </p:nvSpPr>
        <p:spPr>
          <a:xfrm flipV="1">
            <a:off x="7296461" y="-1"/>
            <a:ext cx="2609523" cy="687468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chemeClr val="accent3"/>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9203545" y="4820161"/>
            <a:ext cx="2523607" cy="1565286"/>
          </a:xfrm>
        </p:spPr>
        <p:txBody>
          <a:bodyPr anchor="b"/>
          <a:lstStyle>
            <a:lvl1pPr>
              <a:defRPr b="0">
                <a:solidFill>
                  <a:schemeClr val="accent2"/>
                </a:solidFill>
              </a:defRPr>
            </a:lvl1pPr>
          </a:lstStyle>
          <a:p>
            <a:r>
              <a:rPr lang="nl-NL"/>
              <a:t>Plaats hier </a:t>
            </a:r>
            <a:br>
              <a:rPr lang="nl-NL"/>
            </a:br>
            <a:r>
              <a:rPr lang="nl-NL"/>
              <a:t>een titel</a:t>
            </a:r>
          </a:p>
        </p:txBody>
      </p:sp>
      <p:sp>
        <p:nvSpPr>
          <p:cNvPr id="75" name="Tijdelijke aanduiding voor afbeelding 74">
            <a:extLst>
              <a:ext uri="{FF2B5EF4-FFF2-40B4-BE49-F238E27FC236}">
                <a16:creationId xmlns:a16="http://schemas.microsoft.com/office/drawing/2014/main" id="{19D26856-B9DF-494C-85D6-E71741706FC4}"/>
              </a:ext>
            </a:extLst>
          </p:cNvPr>
          <p:cNvSpPr>
            <a:spLocks noGrp="1"/>
          </p:cNvSpPr>
          <p:nvPr>
            <p:ph type="pic" sz="quarter" idx="14" hasCustomPrompt="1"/>
          </p:nvPr>
        </p:nvSpPr>
        <p:spPr>
          <a:xfrm>
            <a:off x="728227" y="529506"/>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8" name="Tijdelijke aanduiding voor afbeelding 77">
            <a:extLst>
              <a:ext uri="{FF2B5EF4-FFF2-40B4-BE49-F238E27FC236}">
                <a16:creationId xmlns:a16="http://schemas.microsoft.com/office/drawing/2014/main" id="{561DF0DE-DB08-472F-B2CC-213CB4B9D936}"/>
              </a:ext>
            </a:extLst>
          </p:cNvPr>
          <p:cNvSpPr>
            <a:spLocks noGrp="1"/>
          </p:cNvSpPr>
          <p:nvPr>
            <p:ph type="pic" sz="quarter" idx="15" hasCustomPrompt="1"/>
          </p:nvPr>
        </p:nvSpPr>
        <p:spPr>
          <a:xfrm>
            <a:off x="728227" y="1591983"/>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79" name="Tijdelijke aanduiding voor afbeelding 78">
            <a:extLst>
              <a:ext uri="{FF2B5EF4-FFF2-40B4-BE49-F238E27FC236}">
                <a16:creationId xmlns:a16="http://schemas.microsoft.com/office/drawing/2014/main" id="{45F5706C-C71C-4252-BF76-D36558D25B51}"/>
              </a:ext>
            </a:extLst>
          </p:cNvPr>
          <p:cNvSpPr>
            <a:spLocks noGrp="1"/>
          </p:cNvSpPr>
          <p:nvPr>
            <p:ph type="pic" sz="quarter" idx="16" hasCustomPrompt="1"/>
          </p:nvPr>
        </p:nvSpPr>
        <p:spPr>
          <a:xfrm>
            <a:off x="2897879" y="529506"/>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0" name="Tijdelijke aanduiding voor afbeelding 79">
            <a:extLst>
              <a:ext uri="{FF2B5EF4-FFF2-40B4-BE49-F238E27FC236}">
                <a16:creationId xmlns:a16="http://schemas.microsoft.com/office/drawing/2014/main" id="{12DA2CB3-8277-414C-9420-7B8642A49D04}"/>
              </a:ext>
            </a:extLst>
          </p:cNvPr>
          <p:cNvSpPr>
            <a:spLocks noGrp="1"/>
          </p:cNvSpPr>
          <p:nvPr>
            <p:ph type="pic" sz="quarter" idx="17" hasCustomPrompt="1"/>
          </p:nvPr>
        </p:nvSpPr>
        <p:spPr>
          <a:xfrm>
            <a:off x="2897879" y="1591983"/>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1" name="Tijdelijke aanduiding voor afbeelding 80">
            <a:extLst>
              <a:ext uri="{FF2B5EF4-FFF2-40B4-BE49-F238E27FC236}">
                <a16:creationId xmlns:a16="http://schemas.microsoft.com/office/drawing/2014/main" id="{017D0F29-4ADD-414C-97CA-7E19FB91C294}"/>
              </a:ext>
            </a:extLst>
          </p:cNvPr>
          <p:cNvSpPr>
            <a:spLocks noGrp="1"/>
          </p:cNvSpPr>
          <p:nvPr>
            <p:ph type="pic" sz="quarter" idx="18" hasCustomPrompt="1"/>
          </p:nvPr>
        </p:nvSpPr>
        <p:spPr>
          <a:xfrm>
            <a:off x="5067530" y="529506"/>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82" name="Tijdelijke aanduiding voor afbeelding 81">
            <a:extLst>
              <a:ext uri="{FF2B5EF4-FFF2-40B4-BE49-F238E27FC236}">
                <a16:creationId xmlns:a16="http://schemas.microsoft.com/office/drawing/2014/main" id="{012698D1-FB79-4CBF-8F88-B59FDE25DAB5}"/>
              </a:ext>
            </a:extLst>
          </p:cNvPr>
          <p:cNvSpPr>
            <a:spLocks noGrp="1"/>
          </p:cNvSpPr>
          <p:nvPr>
            <p:ph type="pic" sz="quarter" idx="19" hasCustomPrompt="1"/>
          </p:nvPr>
        </p:nvSpPr>
        <p:spPr>
          <a:xfrm>
            <a:off x="5067530" y="1591983"/>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0" name="Tijdelijke aanduiding voor afbeelding 89">
            <a:extLst>
              <a:ext uri="{FF2B5EF4-FFF2-40B4-BE49-F238E27FC236}">
                <a16:creationId xmlns:a16="http://schemas.microsoft.com/office/drawing/2014/main" id="{1F8C3F00-A1E6-4D09-93A6-CF15A82BEDC4}"/>
              </a:ext>
            </a:extLst>
          </p:cNvPr>
          <p:cNvSpPr>
            <a:spLocks noGrp="1"/>
          </p:cNvSpPr>
          <p:nvPr>
            <p:ph type="pic" sz="quarter" idx="21" hasCustomPrompt="1"/>
          </p:nvPr>
        </p:nvSpPr>
        <p:spPr>
          <a:xfrm>
            <a:off x="728227" y="2654460"/>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2" name="Tijdelijke aanduiding voor afbeelding 91">
            <a:extLst>
              <a:ext uri="{FF2B5EF4-FFF2-40B4-BE49-F238E27FC236}">
                <a16:creationId xmlns:a16="http://schemas.microsoft.com/office/drawing/2014/main" id="{FEC69832-E2BC-4D11-9ECF-78431C502968}"/>
              </a:ext>
            </a:extLst>
          </p:cNvPr>
          <p:cNvSpPr>
            <a:spLocks noGrp="1"/>
          </p:cNvSpPr>
          <p:nvPr>
            <p:ph type="pic" sz="quarter" idx="23" hasCustomPrompt="1"/>
          </p:nvPr>
        </p:nvSpPr>
        <p:spPr>
          <a:xfrm>
            <a:off x="2897879" y="2654460"/>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94" name="Tijdelijke aanduiding voor afbeelding 93">
            <a:extLst>
              <a:ext uri="{FF2B5EF4-FFF2-40B4-BE49-F238E27FC236}">
                <a16:creationId xmlns:a16="http://schemas.microsoft.com/office/drawing/2014/main" id="{5B253EC0-9D6B-4505-82C7-AABC6F643E57}"/>
              </a:ext>
            </a:extLst>
          </p:cNvPr>
          <p:cNvSpPr>
            <a:spLocks noGrp="1"/>
          </p:cNvSpPr>
          <p:nvPr>
            <p:ph type="pic" sz="quarter" idx="25" hasCustomPrompt="1"/>
          </p:nvPr>
        </p:nvSpPr>
        <p:spPr>
          <a:xfrm>
            <a:off x="5067530" y="2654460"/>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1" name="Tijdelijke aanduiding voor afbeelding 100">
            <a:extLst>
              <a:ext uri="{FF2B5EF4-FFF2-40B4-BE49-F238E27FC236}">
                <a16:creationId xmlns:a16="http://schemas.microsoft.com/office/drawing/2014/main" id="{4C9CFCDE-FAD8-4BEB-AA42-EE9F14E06DB0}"/>
              </a:ext>
            </a:extLst>
          </p:cNvPr>
          <p:cNvSpPr>
            <a:spLocks noGrp="1"/>
          </p:cNvSpPr>
          <p:nvPr>
            <p:ph type="pic" sz="quarter" idx="32" hasCustomPrompt="1"/>
          </p:nvPr>
        </p:nvSpPr>
        <p:spPr>
          <a:xfrm>
            <a:off x="728227" y="4779414"/>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2" name="Tijdelijke aanduiding voor afbeelding 101">
            <a:extLst>
              <a:ext uri="{FF2B5EF4-FFF2-40B4-BE49-F238E27FC236}">
                <a16:creationId xmlns:a16="http://schemas.microsoft.com/office/drawing/2014/main" id="{35087C55-5032-45D6-8A6D-9A797645507E}"/>
              </a:ext>
            </a:extLst>
          </p:cNvPr>
          <p:cNvSpPr>
            <a:spLocks noGrp="1"/>
          </p:cNvSpPr>
          <p:nvPr>
            <p:ph type="pic" sz="quarter" idx="33" hasCustomPrompt="1"/>
          </p:nvPr>
        </p:nvSpPr>
        <p:spPr>
          <a:xfrm>
            <a:off x="728227" y="5759092"/>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3" name="Tijdelijke aanduiding voor afbeelding 102">
            <a:extLst>
              <a:ext uri="{FF2B5EF4-FFF2-40B4-BE49-F238E27FC236}">
                <a16:creationId xmlns:a16="http://schemas.microsoft.com/office/drawing/2014/main" id="{81F3A3DD-4834-4C88-8B3E-0485E6E3C12B}"/>
              </a:ext>
            </a:extLst>
          </p:cNvPr>
          <p:cNvSpPr>
            <a:spLocks noGrp="1"/>
          </p:cNvSpPr>
          <p:nvPr>
            <p:ph type="pic" sz="quarter" idx="34" hasCustomPrompt="1"/>
          </p:nvPr>
        </p:nvSpPr>
        <p:spPr>
          <a:xfrm>
            <a:off x="2897879" y="4779414"/>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4" name="Tijdelijke aanduiding voor afbeelding 103">
            <a:extLst>
              <a:ext uri="{FF2B5EF4-FFF2-40B4-BE49-F238E27FC236}">
                <a16:creationId xmlns:a16="http://schemas.microsoft.com/office/drawing/2014/main" id="{D5F36146-6682-44AA-91D3-5B52E4A8BD11}"/>
              </a:ext>
            </a:extLst>
          </p:cNvPr>
          <p:cNvSpPr>
            <a:spLocks noGrp="1"/>
          </p:cNvSpPr>
          <p:nvPr>
            <p:ph type="pic" sz="quarter" idx="35" hasCustomPrompt="1"/>
          </p:nvPr>
        </p:nvSpPr>
        <p:spPr>
          <a:xfrm>
            <a:off x="2897879" y="5759092"/>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5" name="Tijdelijke aanduiding voor afbeelding 104">
            <a:extLst>
              <a:ext uri="{FF2B5EF4-FFF2-40B4-BE49-F238E27FC236}">
                <a16:creationId xmlns:a16="http://schemas.microsoft.com/office/drawing/2014/main" id="{98C89495-6E46-49BD-86B2-CC71FBDA7147}"/>
              </a:ext>
            </a:extLst>
          </p:cNvPr>
          <p:cNvSpPr>
            <a:spLocks noGrp="1"/>
          </p:cNvSpPr>
          <p:nvPr>
            <p:ph type="pic" sz="quarter" idx="36" hasCustomPrompt="1"/>
          </p:nvPr>
        </p:nvSpPr>
        <p:spPr>
          <a:xfrm>
            <a:off x="5067530" y="4779414"/>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06" name="Tijdelijke aanduiding voor afbeelding 105">
            <a:extLst>
              <a:ext uri="{FF2B5EF4-FFF2-40B4-BE49-F238E27FC236}">
                <a16:creationId xmlns:a16="http://schemas.microsoft.com/office/drawing/2014/main" id="{D8884AEE-715F-4F07-AADB-9B30E935C608}"/>
              </a:ext>
            </a:extLst>
          </p:cNvPr>
          <p:cNvSpPr>
            <a:spLocks noGrp="1"/>
          </p:cNvSpPr>
          <p:nvPr>
            <p:ph type="pic" sz="quarter" idx="37" hasCustomPrompt="1"/>
          </p:nvPr>
        </p:nvSpPr>
        <p:spPr>
          <a:xfrm>
            <a:off x="5067530" y="5759092"/>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6" name="Tijdelijke aanduiding voor afbeelding 94">
            <a:extLst>
              <a:ext uri="{FF2B5EF4-FFF2-40B4-BE49-F238E27FC236}">
                <a16:creationId xmlns:a16="http://schemas.microsoft.com/office/drawing/2014/main" id="{18A1D1BC-9DA1-4B09-908F-447A9C1EE52F}"/>
              </a:ext>
            </a:extLst>
          </p:cNvPr>
          <p:cNvSpPr>
            <a:spLocks noGrp="1"/>
          </p:cNvSpPr>
          <p:nvPr>
            <p:ph type="pic" sz="quarter" idx="38" hasCustomPrompt="1"/>
          </p:nvPr>
        </p:nvSpPr>
        <p:spPr>
          <a:xfrm>
            <a:off x="728227" y="3716937"/>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8" name="Tijdelijke aanduiding voor afbeelding 96">
            <a:extLst>
              <a:ext uri="{FF2B5EF4-FFF2-40B4-BE49-F238E27FC236}">
                <a16:creationId xmlns:a16="http://schemas.microsoft.com/office/drawing/2014/main" id="{B0874849-0A1E-4CAB-B39C-8E6D2E992E21}"/>
              </a:ext>
            </a:extLst>
          </p:cNvPr>
          <p:cNvSpPr>
            <a:spLocks noGrp="1"/>
          </p:cNvSpPr>
          <p:nvPr>
            <p:ph type="pic" sz="quarter" idx="40" hasCustomPrompt="1"/>
          </p:nvPr>
        </p:nvSpPr>
        <p:spPr>
          <a:xfrm>
            <a:off x="2897879" y="3716937"/>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60" name="Tijdelijke aanduiding voor afbeelding 98">
            <a:extLst>
              <a:ext uri="{FF2B5EF4-FFF2-40B4-BE49-F238E27FC236}">
                <a16:creationId xmlns:a16="http://schemas.microsoft.com/office/drawing/2014/main" id="{BF6208BC-7448-48C3-95F1-5E5B15680D44}"/>
              </a:ext>
            </a:extLst>
          </p:cNvPr>
          <p:cNvSpPr>
            <a:spLocks noGrp="1"/>
          </p:cNvSpPr>
          <p:nvPr>
            <p:ph type="pic" sz="quarter" idx="42" hasCustomPrompt="1"/>
          </p:nvPr>
        </p:nvSpPr>
        <p:spPr>
          <a:xfrm>
            <a:off x="5067530" y="3716937"/>
            <a:ext cx="1641930" cy="575557"/>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3922423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Logo slide #5">
    <p:spTree>
      <p:nvGrpSpPr>
        <p:cNvPr id="1" name=""/>
        <p:cNvGrpSpPr/>
        <p:nvPr/>
      </p:nvGrpSpPr>
      <p:grpSpPr>
        <a:xfrm>
          <a:off x="0" y="0"/>
          <a:ext cx="0" cy="0"/>
          <a:chOff x="0" y="0"/>
          <a:chExt cx="0" cy="0"/>
        </a:xfrm>
      </p:grpSpPr>
      <p:sp>
        <p:nvSpPr>
          <p:cNvPr id="42" name="Graphic 8">
            <a:extLst>
              <a:ext uri="{FF2B5EF4-FFF2-40B4-BE49-F238E27FC236}">
                <a16:creationId xmlns:a16="http://schemas.microsoft.com/office/drawing/2014/main" id="{6DA4FEB4-772D-438B-90B5-89B0B8A9B06A}"/>
              </a:ext>
            </a:extLst>
          </p:cNvPr>
          <p:cNvSpPr/>
          <p:nvPr userDrawn="1"/>
        </p:nvSpPr>
        <p:spPr>
          <a:xfrm>
            <a:off x="6096001" y="1"/>
            <a:ext cx="6093960" cy="6872519"/>
          </a:xfrm>
          <a:custGeom>
            <a:avLst/>
            <a:gdLst>
              <a:gd name="connsiteX0" fmla="*/ 0 w 2466804"/>
              <a:gd name="connsiteY0" fmla="*/ 0 h 7563486"/>
              <a:gd name="connsiteX1" fmla="*/ 1895197 w 2466804"/>
              <a:gd name="connsiteY1" fmla="*/ 2781198 h 7563486"/>
              <a:gd name="connsiteX2" fmla="*/ 563986 w 2466804"/>
              <a:gd name="connsiteY2" fmla="*/ 7563487 h 7563486"/>
              <a:gd name="connsiteX3" fmla="*/ 2466805 w 2466804"/>
              <a:gd name="connsiteY3" fmla="*/ 7563487 h 7563486"/>
              <a:gd name="connsiteX4" fmla="*/ 2466805 w 2466804"/>
              <a:gd name="connsiteY4" fmla="*/ 0 h 7563486"/>
              <a:gd name="connsiteX5" fmla="*/ 0 w 2466804"/>
              <a:gd name="connsiteY5" fmla="*/ 0 h 7563486"/>
              <a:gd name="connsiteX0" fmla="*/ 0 w 4966165"/>
              <a:gd name="connsiteY0" fmla="*/ 12192 h 7575679"/>
              <a:gd name="connsiteX1" fmla="*/ 1895197 w 4966165"/>
              <a:gd name="connsiteY1" fmla="*/ 2793390 h 7575679"/>
              <a:gd name="connsiteX2" fmla="*/ 563986 w 4966165"/>
              <a:gd name="connsiteY2" fmla="*/ 7575679 h 7575679"/>
              <a:gd name="connsiteX3" fmla="*/ 2466805 w 4966165"/>
              <a:gd name="connsiteY3" fmla="*/ 7575679 h 7575679"/>
              <a:gd name="connsiteX4" fmla="*/ 4966165 w 4966165"/>
              <a:gd name="connsiteY4" fmla="*/ 0 h 7575679"/>
              <a:gd name="connsiteX5" fmla="*/ 0 w 4966165"/>
              <a:gd name="connsiteY5" fmla="*/ 12192 h 7575679"/>
              <a:gd name="connsiteX0" fmla="*/ 0 w 4966165"/>
              <a:gd name="connsiteY0" fmla="*/ 12192 h 7587871"/>
              <a:gd name="connsiteX1" fmla="*/ 1895197 w 4966165"/>
              <a:gd name="connsiteY1" fmla="*/ 2793390 h 7587871"/>
              <a:gd name="connsiteX2" fmla="*/ 563986 w 4966165"/>
              <a:gd name="connsiteY2" fmla="*/ 7575679 h 7587871"/>
              <a:gd name="connsiteX3" fmla="*/ 4966165 w 4966165"/>
              <a:gd name="connsiteY3" fmla="*/ 7587871 h 7587871"/>
              <a:gd name="connsiteX4" fmla="*/ 4966165 w 4966165"/>
              <a:gd name="connsiteY4" fmla="*/ 0 h 7587871"/>
              <a:gd name="connsiteX5" fmla="*/ 0 w 4966165"/>
              <a:gd name="connsiteY5" fmla="*/ 12192 h 7587871"/>
              <a:gd name="connsiteX0" fmla="*/ 0 w 5344117"/>
              <a:gd name="connsiteY0" fmla="*/ 0 h 7575679"/>
              <a:gd name="connsiteX1" fmla="*/ 1895197 w 5344117"/>
              <a:gd name="connsiteY1" fmla="*/ 2781198 h 7575679"/>
              <a:gd name="connsiteX2" fmla="*/ 563986 w 5344117"/>
              <a:gd name="connsiteY2" fmla="*/ 7563487 h 7575679"/>
              <a:gd name="connsiteX3" fmla="*/ 4966165 w 5344117"/>
              <a:gd name="connsiteY3" fmla="*/ 7575679 h 7575679"/>
              <a:gd name="connsiteX4" fmla="*/ 5344117 w 5344117"/>
              <a:gd name="connsiteY4" fmla="*/ 0 h 7575679"/>
              <a:gd name="connsiteX5" fmla="*/ 0 w 5344117"/>
              <a:gd name="connsiteY5" fmla="*/ 0 h 7575679"/>
              <a:gd name="connsiteX0" fmla="*/ 0 w 5344117"/>
              <a:gd name="connsiteY0" fmla="*/ 0 h 7575679"/>
              <a:gd name="connsiteX1" fmla="*/ 1895197 w 5344117"/>
              <a:gd name="connsiteY1" fmla="*/ 2781198 h 7575679"/>
              <a:gd name="connsiteX2" fmla="*/ 563986 w 5344117"/>
              <a:gd name="connsiteY2" fmla="*/ 7563487 h 7575679"/>
              <a:gd name="connsiteX3" fmla="*/ 5344117 w 5344117"/>
              <a:gd name="connsiteY3" fmla="*/ 7575679 h 7575679"/>
              <a:gd name="connsiteX4" fmla="*/ 5344117 w 5344117"/>
              <a:gd name="connsiteY4" fmla="*/ 0 h 7575679"/>
              <a:gd name="connsiteX5" fmla="*/ 0 w 5344117"/>
              <a:gd name="connsiteY5" fmla="*/ 0 h 757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4117" h="7575679">
                <a:moveTo>
                  <a:pt x="0" y="0"/>
                </a:moveTo>
                <a:cubicBezTo>
                  <a:pt x="875194" y="698794"/>
                  <a:pt x="1599231" y="1745713"/>
                  <a:pt x="1895197" y="2781198"/>
                </a:cubicBezTo>
                <a:cubicBezTo>
                  <a:pt x="2299133" y="4197843"/>
                  <a:pt x="1769443" y="6339963"/>
                  <a:pt x="563986" y="7563487"/>
                </a:cubicBezTo>
                <a:lnTo>
                  <a:pt x="5344117" y="7575679"/>
                </a:lnTo>
                <a:lnTo>
                  <a:pt x="5344117" y="0"/>
                </a:lnTo>
                <a:lnTo>
                  <a:pt x="0" y="0"/>
                </a:lnTo>
                <a:close/>
              </a:path>
            </a:pathLst>
          </a:custGeom>
          <a:solidFill>
            <a:srgbClr val="E5DDE8"/>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956" y="283901"/>
            <a:ext cx="5404724" cy="552906"/>
          </a:xfrm>
        </p:spPr>
        <p:txBody>
          <a:bodyPr/>
          <a:lstStyle>
            <a:lvl1pPr>
              <a:defRPr/>
            </a:lvl1pPr>
          </a:lstStyle>
          <a:p>
            <a:r>
              <a:rPr lang="nl-NL"/>
              <a:t>Plaats hier een titel</a:t>
            </a:r>
          </a:p>
        </p:txBody>
      </p:sp>
      <p:sp>
        <p:nvSpPr>
          <p:cNvPr id="12" name="Tijdelijke aanduiding voor verticale tekst 2">
            <a:extLst>
              <a:ext uri="{FF2B5EF4-FFF2-40B4-BE49-F238E27FC236}">
                <a16:creationId xmlns:a16="http://schemas.microsoft.com/office/drawing/2014/main" id="{EF7AF3FF-C1B3-47AD-9EAA-88B850FFEB71}"/>
              </a:ext>
            </a:extLst>
          </p:cNvPr>
          <p:cNvSpPr>
            <a:spLocks noGrp="1"/>
          </p:cNvSpPr>
          <p:nvPr>
            <p:ph type="body" orient="vert" idx="1" hasCustomPrompt="1"/>
          </p:nvPr>
        </p:nvSpPr>
        <p:spPr>
          <a:xfrm>
            <a:off x="833331" y="2211503"/>
            <a:ext cx="2885893" cy="169040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3" name="Tijdelijke aanduiding voor verticale tekst 2">
            <a:extLst>
              <a:ext uri="{FF2B5EF4-FFF2-40B4-BE49-F238E27FC236}">
                <a16:creationId xmlns:a16="http://schemas.microsoft.com/office/drawing/2014/main" id="{6BD8F974-554A-443F-97C9-B902344D858B}"/>
              </a:ext>
            </a:extLst>
          </p:cNvPr>
          <p:cNvSpPr>
            <a:spLocks noGrp="1"/>
          </p:cNvSpPr>
          <p:nvPr>
            <p:ph type="body" orient="vert" idx="30" hasCustomPrompt="1"/>
          </p:nvPr>
        </p:nvSpPr>
        <p:spPr>
          <a:xfrm>
            <a:off x="833331" y="1943034"/>
            <a:ext cx="2885893"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4" name="Tijdelijke aanduiding voor verticale tekst 2">
            <a:extLst>
              <a:ext uri="{FF2B5EF4-FFF2-40B4-BE49-F238E27FC236}">
                <a16:creationId xmlns:a16="http://schemas.microsoft.com/office/drawing/2014/main" id="{1564CBB9-C6B3-42D6-AB97-D30AD6AA5577}"/>
              </a:ext>
            </a:extLst>
          </p:cNvPr>
          <p:cNvSpPr>
            <a:spLocks noGrp="1"/>
          </p:cNvSpPr>
          <p:nvPr>
            <p:ph type="body" orient="vert" idx="33" hasCustomPrompt="1"/>
          </p:nvPr>
        </p:nvSpPr>
        <p:spPr>
          <a:xfrm>
            <a:off x="3961616" y="2211503"/>
            <a:ext cx="2885893" cy="169040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58" name="Tijdelijke aanduiding voor verticale tekst 2">
            <a:extLst>
              <a:ext uri="{FF2B5EF4-FFF2-40B4-BE49-F238E27FC236}">
                <a16:creationId xmlns:a16="http://schemas.microsoft.com/office/drawing/2014/main" id="{2A5AA1DC-BE64-4900-93E1-324287208AE4}"/>
              </a:ext>
            </a:extLst>
          </p:cNvPr>
          <p:cNvSpPr>
            <a:spLocks noGrp="1"/>
          </p:cNvSpPr>
          <p:nvPr>
            <p:ph type="body" orient="vert" idx="41" hasCustomPrompt="1"/>
          </p:nvPr>
        </p:nvSpPr>
        <p:spPr>
          <a:xfrm>
            <a:off x="833332" y="4800505"/>
            <a:ext cx="2873584" cy="169180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59" name="Tijdelijke aanduiding voor verticale tekst 2">
            <a:extLst>
              <a:ext uri="{FF2B5EF4-FFF2-40B4-BE49-F238E27FC236}">
                <a16:creationId xmlns:a16="http://schemas.microsoft.com/office/drawing/2014/main" id="{D0305FB1-E0B6-4744-A139-C6B1CAF533A6}"/>
              </a:ext>
            </a:extLst>
          </p:cNvPr>
          <p:cNvSpPr>
            <a:spLocks noGrp="1"/>
          </p:cNvSpPr>
          <p:nvPr>
            <p:ph type="body" orient="vert" idx="42" hasCustomPrompt="1"/>
          </p:nvPr>
        </p:nvSpPr>
        <p:spPr>
          <a:xfrm>
            <a:off x="833332" y="4532037"/>
            <a:ext cx="2873584" cy="268468"/>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6" name="Tijdelijke aanduiding voor verticale tekst 2">
            <a:extLst>
              <a:ext uri="{FF2B5EF4-FFF2-40B4-BE49-F238E27FC236}">
                <a16:creationId xmlns:a16="http://schemas.microsoft.com/office/drawing/2014/main" id="{45D1BA74-1327-44DC-A126-2E8D7FDA0D76}"/>
              </a:ext>
            </a:extLst>
          </p:cNvPr>
          <p:cNvSpPr>
            <a:spLocks noGrp="1"/>
          </p:cNvSpPr>
          <p:nvPr>
            <p:ph type="body" orient="vert" idx="44" hasCustomPrompt="1"/>
          </p:nvPr>
        </p:nvSpPr>
        <p:spPr>
          <a:xfrm>
            <a:off x="3949308" y="4800505"/>
            <a:ext cx="2873584" cy="169180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7" name="Tijdelijke aanduiding voor verticale tekst 2">
            <a:extLst>
              <a:ext uri="{FF2B5EF4-FFF2-40B4-BE49-F238E27FC236}">
                <a16:creationId xmlns:a16="http://schemas.microsoft.com/office/drawing/2014/main" id="{4D25CFD4-7426-41A2-AE61-CB42D1C7A416}"/>
              </a:ext>
            </a:extLst>
          </p:cNvPr>
          <p:cNvSpPr>
            <a:spLocks noGrp="1"/>
          </p:cNvSpPr>
          <p:nvPr>
            <p:ph type="body" orient="vert" idx="45" hasCustomPrompt="1"/>
          </p:nvPr>
        </p:nvSpPr>
        <p:spPr>
          <a:xfrm>
            <a:off x="3949308" y="4532037"/>
            <a:ext cx="2873584" cy="268468"/>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51" name="Tijdelijke aanduiding voor verticale tekst 2">
            <a:extLst>
              <a:ext uri="{FF2B5EF4-FFF2-40B4-BE49-F238E27FC236}">
                <a16:creationId xmlns:a16="http://schemas.microsoft.com/office/drawing/2014/main" id="{706EF24E-99FD-44DC-97C6-1732E0209814}"/>
              </a:ext>
            </a:extLst>
          </p:cNvPr>
          <p:cNvSpPr>
            <a:spLocks noGrp="1"/>
          </p:cNvSpPr>
          <p:nvPr>
            <p:ph type="body" orient="vert" idx="46" hasCustomPrompt="1"/>
          </p:nvPr>
        </p:nvSpPr>
        <p:spPr>
          <a:xfrm>
            <a:off x="3961616" y="1943034"/>
            <a:ext cx="2885893"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52" name="Tijdelijke aanduiding voor afbeelding 51">
            <a:extLst>
              <a:ext uri="{FF2B5EF4-FFF2-40B4-BE49-F238E27FC236}">
                <a16:creationId xmlns:a16="http://schemas.microsoft.com/office/drawing/2014/main" id="{C26D77FB-C095-414B-A480-C84CF241CB7E}"/>
              </a:ext>
            </a:extLst>
          </p:cNvPr>
          <p:cNvSpPr>
            <a:spLocks noGrp="1"/>
          </p:cNvSpPr>
          <p:nvPr>
            <p:ph type="pic" sz="quarter" idx="26" hasCustomPrompt="1"/>
          </p:nvPr>
        </p:nvSpPr>
        <p:spPr>
          <a:xfrm>
            <a:off x="1633845" y="3966295"/>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3" name="Tijdelijke aanduiding voor afbeelding 52">
            <a:extLst>
              <a:ext uri="{FF2B5EF4-FFF2-40B4-BE49-F238E27FC236}">
                <a16:creationId xmlns:a16="http://schemas.microsoft.com/office/drawing/2014/main" id="{6901C54D-3D62-49D8-BB3B-517854202826}"/>
              </a:ext>
            </a:extLst>
          </p:cNvPr>
          <p:cNvSpPr>
            <a:spLocks noGrp="1"/>
          </p:cNvSpPr>
          <p:nvPr>
            <p:ph type="pic" sz="quarter" idx="47" hasCustomPrompt="1"/>
          </p:nvPr>
        </p:nvSpPr>
        <p:spPr>
          <a:xfrm>
            <a:off x="4757100" y="3966295"/>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4" name="Tijdelijke aanduiding voor afbeelding 53">
            <a:extLst>
              <a:ext uri="{FF2B5EF4-FFF2-40B4-BE49-F238E27FC236}">
                <a16:creationId xmlns:a16="http://schemas.microsoft.com/office/drawing/2014/main" id="{6C773BA7-9D86-4FCA-ACEA-2122BE19F1B3}"/>
              </a:ext>
            </a:extLst>
          </p:cNvPr>
          <p:cNvSpPr>
            <a:spLocks noGrp="1"/>
          </p:cNvSpPr>
          <p:nvPr>
            <p:ph type="pic" sz="quarter" idx="48" hasCustomPrompt="1"/>
          </p:nvPr>
        </p:nvSpPr>
        <p:spPr>
          <a:xfrm>
            <a:off x="1633845" y="137729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5" name="Tijdelijke aanduiding voor afbeelding 54">
            <a:extLst>
              <a:ext uri="{FF2B5EF4-FFF2-40B4-BE49-F238E27FC236}">
                <a16:creationId xmlns:a16="http://schemas.microsoft.com/office/drawing/2014/main" id="{FF08CFB9-2CE5-4FAE-8E52-68C04A02AED1}"/>
              </a:ext>
            </a:extLst>
          </p:cNvPr>
          <p:cNvSpPr>
            <a:spLocks noGrp="1"/>
          </p:cNvSpPr>
          <p:nvPr>
            <p:ph type="pic" sz="quarter" idx="49" hasCustomPrompt="1"/>
          </p:nvPr>
        </p:nvSpPr>
        <p:spPr>
          <a:xfrm>
            <a:off x="4757100" y="137729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219650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Logo slide #6">
    <p:spTree>
      <p:nvGrpSpPr>
        <p:cNvPr id="1" name=""/>
        <p:cNvGrpSpPr/>
        <p:nvPr/>
      </p:nvGrpSpPr>
      <p:grpSpPr>
        <a:xfrm>
          <a:off x="0" y="0"/>
          <a:ext cx="0" cy="0"/>
          <a:chOff x="0" y="0"/>
          <a:chExt cx="0" cy="0"/>
        </a:xfrm>
      </p:grpSpPr>
      <p:sp>
        <p:nvSpPr>
          <p:cNvPr id="138" name="Graphic 31">
            <a:extLst>
              <a:ext uri="{FF2B5EF4-FFF2-40B4-BE49-F238E27FC236}">
                <a16:creationId xmlns:a16="http://schemas.microsoft.com/office/drawing/2014/main" id="{9BF2D54D-0B52-40E7-B4BB-B42592FC17E0}"/>
              </a:ext>
            </a:extLst>
          </p:cNvPr>
          <p:cNvSpPr>
            <a:spLocks noChangeAspect="1"/>
          </p:cNvSpPr>
          <p:nvPr userDrawn="1"/>
        </p:nvSpPr>
        <p:spPr>
          <a:xfrm rot="5400000" flipV="1">
            <a:off x="2656221" y="-2656221"/>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alpha val="25354"/>
            </a:srgbClr>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01956" y="283901"/>
            <a:ext cx="5404724" cy="552906"/>
          </a:xfrm>
        </p:spPr>
        <p:txBody>
          <a:bodyPr/>
          <a:lstStyle>
            <a:lvl1pPr>
              <a:defRPr/>
            </a:lvl1pPr>
          </a:lstStyle>
          <a:p>
            <a:r>
              <a:rPr lang="nl-NL"/>
              <a:t>Plaats hier een titel</a:t>
            </a:r>
          </a:p>
        </p:txBody>
      </p:sp>
      <p:sp>
        <p:nvSpPr>
          <p:cNvPr id="12" name="Tijdelijke aanduiding voor verticale tekst 2">
            <a:extLst>
              <a:ext uri="{FF2B5EF4-FFF2-40B4-BE49-F238E27FC236}">
                <a16:creationId xmlns:a16="http://schemas.microsoft.com/office/drawing/2014/main" id="{EF7AF3FF-C1B3-47AD-9EAA-88B850FFEB71}"/>
              </a:ext>
            </a:extLst>
          </p:cNvPr>
          <p:cNvSpPr>
            <a:spLocks noGrp="1"/>
          </p:cNvSpPr>
          <p:nvPr>
            <p:ph type="body" orient="vert" idx="1" hasCustomPrompt="1"/>
          </p:nvPr>
        </p:nvSpPr>
        <p:spPr>
          <a:xfrm>
            <a:off x="833331" y="2211503"/>
            <a:ext cx="2885893" cy="169040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3" name="Tijdelijke aanduiding voor verticale tekst 2">
            <a:extLst>
              <a:ext uri="{FF2B5EF4-FFF2-40B4-BE49-F238E27FC236}">
                <a16:creationId xmlns:a16="http://schemas.microsoft.com/office/drawing/2014/main" id="{6BD8F974-554A-443F-97C9-B902344D858B}"/>
              </a:ext>
            </a:extLst>
          </p:cNvPr>
          <p:cNvSpPr>
            <a:spLocks noGrp="1"/>
          </p:cNvSpPr>
          <p:nvPr>
            <p:ph type="body" orient="vert" idx="30" hasCustomPrompt="1"/>
          </p:nvPr>
        </p:nvSpPr>
        <p:spPr>
          <a:xfrm>
            <a:off x="833331" y="1943034"/>
            <a:ext cx="2885893"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34" name="Tijdelijke aanduiding voor verticale tekst 2">
            <a:extLst>
              <a:ext uri="{FF2B5EF4-FFF2-40B4-BE49-F238E27FC236}">
                <a16:creationId xmlns:a16="http://schemas.microsoft.com/office/drawing/2014/main" id="{1564CBB9-C6B3-42D6-AB97-D30AD6AA5577}"/>
              </a:ext>
            </a:extLst>
          </p:cNvPr>
          <p:cNvSpPr>
            <a:spLocks noGrp="1"/>
          </p:cNvSpPr>
          <p:nvPr>
            <p:ph type="body" orient="vert" idx="33" hasCustomPrompt="1"/>
          </p:nvPr>
        </p:nvSpPr>
        <p:spPr>
          <a:xfrm>
            <a:off x="4718231" y="2211503"/>
            <a:ext cx="2885893" cy="169040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58" name="Tijdelijke aanduiding voor verticale tekst 2">
            <a:extLst>
              <a:ext uri="{FF2B5EF4-FFF2-40B4-BE49-F238E27FC236}">
                <a16:creationId xmlns:a16="http://schemas.microsoft.com/office/drawing/2014/main" id="{2A5AA1DC-BE64-4900-93E1-324287208AE4}"/>
              </a:ext>
            </a:extLst>
          </p:cNvPr>
          <p:cNvSpPr>
            <a:spLocks noGrp="1"/>
          </p:cNvSpPr>
          <p:nvPr>
            <p:ph type="body" orient="vert" idx="41" hasCustomPrompt="1"/>
          </p:nvPr>
        </p:nvSpPr>
        <p:spPr>
          <a:xfrm>
            <a:off x="833332" y="4800505"/>
            <a:ext cx="2873584" cy="169180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59" name="Tijdelijke aanduiding voor verticale tekst 2">
            <a:extLst>
              <a:ext uri="{FF2B5EF4-FFF2-40B4-BE49-F238E27FC236}">
                <a16:creationId xmlns:a16="http://schemas.microsoft.com/office/drawing/2014/main" id="{D0305FB1-E0B6-4744-A139-C6B1CAF533A6}"/>
              </a:ext>
            </a:extLst>
          </p:cNvPr>
          <p:cNvSpPr>
            <a:spLocks noGrp="1"/>
          </p:cNvSpPr>
          <p:nvPr>
            <p:ph type="body" orient="vert" idx="42" hasCustomPrompt="1"/>
          </p:nvPr>
        </p:nvSpPr>
        <p:spPr>
          <a:xfrm>
            <a:off x="833332" y="4532037"/>
            <a:ext cx="2873584" cy="268468"/>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66" name="Tijdelijke aanduiding voor verticale tekst 2">
            <a:extLst>
              <a:ext uri="{FF2B5EF4-FFF2-40B4-BE49-F238E27FC236}">
                <a16:creationId xmlns:a16="http://schemas.microsoft.com/office/drawing/2014/main" id="{45D1BA74-1327-44DC-A126-2E8D7FDA0D76}"/>
              </a:ext>
            </a:extLst>
          </p:cNvPr>
          <p:cNvSpPr>
            <a:spLocks noGrp="1"/>
          </p:cNvSpPr>
          <p:nvPr>
            <p:ph type="body" orient="vert" idx="44" hasCustomPrompt="1"/>
          </p:nvPr>
        </p:nvSpPr>
        <p:spPr>
          <a:xfrm>
            <a:off x="4705923" y="4800505"/>
            <a:ext cx="2873584" cy="169180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67" name="Tijdelijke aanduiding voor verticale tekst 2">
            <a:extLst>
              <a:ext uri="{FF2B5EF4-FFF2-40B4-BE49-F238E27FC236}">
                <a16:creationId xmlns:a16="http://schemas.microsoft.com/office/drawing/2014/main" id="{4D25CFD4-7426-41A2-AE61-CB42D1C7A416}"/>
              </a:ext>
            </a:extLst>
          </p:cNvPr>
          <p:cNvSpPr>
            <a:spLocks noGrp="1"/>
          </p:cNvSpPr>
          <p:nvPr>
            <p:ph type="body" orient="vert" idx="45" hasCustomPrompt="1"/>
          </p:nvPr>
        </p:nvSpPr>
        <p:spPr>
          <a:xfrm>
            <a:off x="4705923" y="4532037"/>
            <a:ext cx="2873584" cy="268468"/>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51" name="Tijdelijke aanduiding voor verticale tekst 2">
            <a:extLst>
              <a:ext uri="{FF2B5EF4-FFF2-40B4-BE49-F238E27FC236}">
                <a16:creationId xmlns:a16="http://schemas.microsoft.com/office/drawing/2014/main" id="{706EF24E-99FD-44DC-97C6-1732E0209814}"/>
              </a:ext>
            </a:extLst>
          </p:cNvPr>
          <p:cNvSpPr>
            <a:spLocks noGrp="1"/>
          </p:cNvSpPr>
          <p:nvPr>
            <p:ph type="body" orient="vert" idx="46" hasCustomPrompt="1"/>
          </p:nvPr>
        </p:nvSpPr>
        <p:spPr>
          <a:xfrm>
            <a:off x="4718231" y="1943034"/>
            <a:ext cx="2885893"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52" name="Tijdelijke aanduiding voor afbeelding 51">
            <a:extLst>
              <a:ext uri="{FF2B5EF4-FFF2-40B4-BE49-F238E27FC236}">
                <a16:creationId xmlns:a16="http://schemas.microsoft.com/office/drawing/2014/main" id="{C26D77FB-C095-414B-A480-C84CF241CB7E}"/>
              </a:ext>
            </a:extLst>
          </p:cNvPr>
          <p:cNvSpPr>
            <a:spLocks noGrp="1"/>
          </p:cNvSpPr>
          <p:nvPr>
            <p:ph type="pic" sz="quarter" idx="26" hasCustomPrompt="1"/>
          </p:nvPr>
        </p:nvSpPr>
        <p:spPr>
          <a:xfrm>
            <a:off x="1633845" y="3966295"/>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3" name="Tijdelijke aanduiding voor afbeelding 52">
            <a:extLst>
              <a:ext uri="{FF2B5EF4-FFF2-40B4-BE49-F238E27FC236}">
                <a16:creationId xmlns:a16="http://schemas.microsoft.com/office/drawing/2014/main" id="{6901C54D-3D62-49D8-BB3B-517854202826}"/>
              </a:ext>
            </a:extLst>
          </p:cNvPr>
          <p:cNvSpPr>
            <a:spLocks noGrp="1"/>
          </p:cNvSpPr>
          <p:nvPr>
            <p:ph type="pic" sz="quarter" idx="47" hasCustomPrompt="1"/>
          </p:nvPr>
        </p:nvSpPr>
        <p:spPr>
          <a:xfrm>
            <a:off x="5513715" y="3966295"/>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4" name="Tijdelijke aanduiding voor afbeelding 53">
            <a:extLst>
              <a:ext uri="{FF2B5EF4-FFF2-40B4-BE49-F238E27FC236}">
                <a16:creationId xmlns:a16="http://schemas.microsoft.com/office/drawing/2014/main" id="{6C773BA7-9D86-4FCA-ACEA-2122BE19F1B3}"/>
              </a:ext>
            </a:extLst>
          </p:cNvPr>
          <p:cNvSpPr>
            <a:spLocks noGrp="1"/>
          </p:cNvSpPr>
          <p:nvPr>
            <p:ph type="pic" sz="quarter" idx="48" hasCustomPrompt="1"/>
          </p:nvPr>
        </p:nvSpPr>
        <p:spPr>
          <a:xfrm>
            <a:off x="1633845" y="137729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55" name="Tijdelijke aanduiding voor afbeelding 54">
            <a:extLst>
              <a:ext uri="{FF2B5EF4-FFF2-40B4-BE49-F238E27FC236}">
                <a16:creationId xmlns:a16="http://schemas.microsoft.com/office/drawing/2014/main" id="{FF08CFB9-2CE5-4FAE-8E52-68C04A02AED1}"/>
              </a:ext>
            </a:extLst>
          </p:cNvPr>
          <p:cNvSpPr>
            <a:spLocks noGrp="1"/>
          </p:cNvSpPr>
          <p:nvPr>
            <p:ph type="pic" sz="quarter" idx="49" hasCustomPrompt="1"/>
          </p:nvPr>
        </p:nvSpPr>
        <p:spPr>
          <a:xfrm>
            <a:off x="5513715" y="137729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39" name="Tijdelijke aanduiding voor verticale tekst 2">
            <a:extLst>
              <a:ext uri="{FF2B5EF4-FFF2-40B4-BE49-F238E27FC236}">
                <a16:creationId xmlns:a16="http://schemas.microsoft.com/office/drawing/2014/main" id="{FB4A2AA9-9A97-489A-BB97-67958036CB31}"/>
              </a:ext>
            </a:extLst>
          </p:cNvPr>
          <p:cNvSpPr>
            <a:spLocks noGrp="1"/>
          </p:cNvSpPr>
          <p:nvPr>
            <p:ph type="body" orient="vert" idx="50" hasCustomPrompt="1"/>
          </p:nvPr>
        </p:nvSpPr>
        <p:spPr>
          <a:xfrm>
            <a:off x="8583199" y="2211503"/>
            <a:ext cx="2885893" cy="1690400"/>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0" name="Tijdelijke aanduiding voor verticale tekst 2">
            <a:extLst>
              <a:ext uri="{FF2B5EF4-FFF2-40B4-BE49-F238E27FC236}">
                <a16:creationId xmlns:a16="http://schemas.microsoft.com/office/drawing/2014/main" id="{D688A746-B824-43FC-AE45-DFF24A81E941}"/>
              </a:ext>
            </a:extLst>
          </p:cNvPr>
          <p:cNvSpPr>
            <a:spLocks noGrp="1"/>
          </p:cNvSpPr>
          <p:nvPr>
            <p:ph type="body" orient="vert" idx="51" hasCustomPrompt="1"/>
          </p:nvPr>
        </p:nvSpPr>
        <p:spPr>
          <a:xfrm>
            <a:off x="8570891" y="4800505"/>
            <a:ext cx="2873584" cy="1691805"/>
          </a:xfrm>
        </p:spPr>
        <p:txBody>
          <a:bodyPr vert="horz" lIns="0" tIns="0" rIns="0" bIns="0"/>
          <a:lstStyle>
            <a:lvl1pPr>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1" name="Tijdelijke aanduiding voor verticale tekst 2">
            <a:extLst>
              <a:ext uri="{FF2B5EF4-FFF2-40B4-BE49-F238E27FC236}">
                <a16:creationId xmlns:a16="http://schemas.microsoft.com/office/drawing/2014/main" id="{9A6A7274-C4B1-44ED-86C8-71CB528CC761}"/>
              </a:ext>
            </a:extLst>
          </p:cNvPr>
          <p:cNvSpPr>
            <a:spLocks noGrp="1"/>
          </p:cNvSpPr>
          <p:nvPr>
            <p:ph type="body" orient="vert" idx="52" hasCustomPrompt="1"/>
          </p:nvPr>
        </p:nvSpPr>
        <p:spPr>
          <a:xfrm>
            <a:off x="8570891" y="4532037"/>
            <a:ext cx="2873584" cy="268468"/>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42" name="Tijdelijke aanduiding voor verticale tekst 2">
            <a:extLst>
              <a:ext uri="{FF2B5EF4-FFF2-40B4-BE49-F238E27FC236}">
                <a16:creationId xmlns:a16="http://schemas.microsoft.com/office/drawing/2014/main" id="{22093D68-4924-45EB-A3E8-73839A33B537}"/>
              </a:ext>
            </a:extLst>
          </p:cNvPr>
          <p:cNvSpPr>
            <a:spLocks noGrp="1"/>
          </p:cNvSpPr>
          <p:nvPr>
            <p:ph type="body" orient="vert" idx="53" hasCustomPrompt="1"/>
          </p:nvPr>
        </p:nvSpPr>
        <p:spPr>
          <a:xfrm>
            <a:off x="8583199" y="1943034"/>
            <a:ext cx="2885893" cy="268469"/>
          </a:xfrm>
        </p:spPr>
        <p:txBody>
          <a:bodyPr vert="horz" lIns="0" tIns="0" rIns="0" bIns="0"/>
          <a:lstStyle>
            <a:lvl1pPr marL="0" indent="0">
              <a:buNone/>
              <a:defRPr b="1"/>
            </a:lvl1pPr>
            <a:lvl2pPr marL="260350" indent="0">
              <a:buNone/>
              <a:defRPr/>
            </a:lvl2pPr>
            <a:lvl3pPr>
              <a:defRPr/>
            </a:lvl3pPr>
            <a:lvl4pPr>
              <a:defRPr/>
            </a:lvl4pPr>
            <a:lvl5pPr>
              <a:defRPr/>
            </a:lvl5pPr>
            <a:lvl6pPr>
              <a:defRPr/>
            </a:lvl6pPr>
            <a:lvl7pPr>
              <a:defRPr/>
            </a:lvl7pPr>
            <a:lvl8pPr>
              <a:defRPr/>
            </a:lvl8pPr>
            <a:lvl9pPr>
              <a:defRPr/>
            </a:lvl9pPr>
          </a:lstStyle>
          <a:p>
            <a:pPr lvl="0"/>
            <a:r>
              <a:rPr lang="nl-NL"/>
              <a:t>Onderwerp titel</a:t>
            </a:r>
          </a:p>
        </p:txBody>
      </p:sp>
      <p:sp>
        <p:nvSpPr>
          <p:cNvPr id="143" name="Tijdelijke aanduiding voor afbeelding 52">
            <a:extLst>
              <a:ext uri="{FF2B5EF4-FFF2-40B4-BE49-F238E27FC236}">
                <a16:creationId xmlns:a16="http://schemas.microsoft.com/office/drawing/2014/main" id="{21FCC4DC-BECC-493F-9E31-7C18F33FC301}"/>
              </a:ext>
            </a:extLst>
          </p:cNvPr>
          <p:cNvSpPr>
            <a:spLocks noGrp="1"/>
          </p:cNvSpPr>
          <p:nvPr>
            <p:ph type="pic" sz="quarter" idx="54" hasCustomPrompt="1"/>
          </p:nvPr>
        </p:nvSpPr>
        <p:spPr>
          <a:xfrm>
            <a:off x="9378683" y="3966295"/>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
        <p:nvSpPr>
          <p:cNvPr id="144" name="Tijdelijke aanduiding voor afbeelding 54">
            <a:extLst>
              <a:ext uri="{FF2B5EF4-FFF2-40B4-BE49-F238E27FC236}">
                <a16:creationId xmlns:a16="http://schemas.microsoft.com/office/drawing/2014/main" id="{322FACE3-8C12-4E3B-8D0E-A1C21220323F}"/>
              </a:ext>
            </a:extLst>
          </p:cNvPr>
          <p:cNvSpPr>
            <a:spLocks noGrp="1"/>
          </p:cNvSpPr>
          <p:nvPr>
            <p:ph type="pic" sz="quarter" idx="55" hasCustomPrompt="1"/>
          </p:nvPr>
        </p:nvSpPr>
        <p:spPr>
          <a:xfrm>
            <a:off x="9378683" y="1377292"/>
            <a:ext cx="1246982" cy="501350"/>
          </a:xfrm>
          <a:prstGeom prst="rect">
            <a:avLst/>
          </a:prstGeom>
          <a:noFill/>
          <a:ln>
            <a:noFill/>
          </a:ln>
        </p:spPr>
        <p:txBody>
          <a:bodyPr wrap="square" bIns="252000" anchor="ctr">
            <a:noAutofit/>
          </a:bodyPr>
          <a:lstStyle>
            <a:lvl1pPr marL="0" indent="0" algn="ctr">
              <a:lnSpc>
                <a:spcPct val="90000"/>
              </a:lnSpc>
              <a:spcBef>
                <a:spcPts val="0"/>
              </a:spcBef>
              <a:spcAft>
                <a:spcPts val="0"/>
              </a:spcAft>
              <a:buNone/>
              <a:defRPr sz="700" i="1">
                <a:solidFill>
                  <a:schemeClr val="tx1">
                    <a:lumMod val="50000"/>
                    <a:lumOff val="50000"/>
                  </a:schemeClr>
                </a:solidFill>
              </a:defRPr>
            </a:lvl1pPr>
          </a:lstStyle>
          <a:p>
            <a:r>
              <a:rPr lang="nl-NL"/>
              <a:t>Klik op het onderstaand icoon </a:t>
            </a:r>
            <a:br>
              <a:rPr lang="nl-NL"/>
            </a:br>
            <a:r>
              <a:rPr lang="nl-NL"/>
              <a:t>om een logo in te voegen.</a:t>
            </a:r>
          </a:p>
        </p:txBody>
      </p:sp>
    </p:spTree>
    <p:extLst>
      <p:ext uri="{BB962C8B-B14F-4D97-AF65-F5344CB8AC3E}">
        <p14:creationId xmlns:p14="http://schemas.microsoft.com/office/powerpoint/2010/main" val="211895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Informatie">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CF847CB6-9E8C-4D19-97CD-4902D26A217F}"/>
              </a:ext>
            </a:extLst>
          </p:cNvPr>
          <p:cNvSpPr>
            <a:spLocks noChangeAspect="1"/>
          </p:cNvSpPr>
          <p:nvPr userDrawn="1"/>
        </p:nvSpPr>
        <p:spPr>
          <a:xfrm flipH="1" flipV="1">
            <a:off x="-3" y="-1"/>
            <a:ext cx="6227808"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7" name="Graphic 34">
            <a:extLst>
              <a:ext uri="{FF2B5EF4-FFF2-40B4-BE49-F238E27FC236}">
                <a16:creationId xmlns:a16="http://schemas.microsoft.com/office/drawing/2014/main" id="{AB0A5EAB-63AB-41C4-A3A4-503D175D7145}"/>
              </a:ext>
            </a:extLst>
          </p:cNvPr>
          <p:cNvSpPr>
            <a:spLocks noChangeAspect="1"/>
          </p:cNvSpPr>
          <p:nvPr userDrawn="1"/>
        </p:nvSpPr>
        <p:spPr>
          <a:xfrm flipH="1" flipV="1">
            <a:off x="3822568" y="1"/>
            <a:ext cx="2509264"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820939" y="2966401"/>
            <a:ext cx="3687386" cy="507793"/>
          </a:xfrm>
        </p:spPr>
        <p:txBody>
          <a:bodyPr anchor="b"/>
          <a:lstStyle>
            <a:lvl1pPr>
              <a:defRPr sz="2000" b="1">
                <a:solidFill>
                  <a:schemeClr val="bg2"/>
                </a:solidFill>
              </a:defRPr>
            </a:lvl1pPr>
          </a:lstStyle>
          <a:p>
            <a:r>
              <a:rPr lang="nl-NL"/>
              <a:t>Plaats hier een titel</a:t>
            </a:r>
          </a:p>
        </p:txBody>
      </p:sp>
      <p:sp>
        <p:nvSpPr>
          <p:cNvPr id="9" name="Tijdelijke aanduiding voor inhoud 29">
            <a:extLst>
              <a:ext uri="{FF2B5EF4-FFF2-40B4-BE49-F238E27FC236}">
                <a16:creationId xmlns:a16="http://schemas.microsoft.com/office/drawing/2014/main" id="{20DD939D-7287-4A19-89F7-6795CC79442B}"/>
              </a:ext>
            </a:extLst>
          </p:cNvPr>
          <p:cNvSpPr>
            <a:spLocks noGrp="1"/>
          </p:cNvSpPr>
          <p:nvPr>
            <p:ph sz="quarter" idx="21" hasCustomPrompt="1"/>
          </p:nvPr>
        </p:nvSpPr>
        <p:spPr>
          <a:xfrm>
            <a:off x="820939" y="3802900"/>
            <a:ext cx="3687386" cy="326585"/>
          </a:xfrm>
          <a:prstGeom prst="rect">
            <a:avLst/>
          </a:prstGeom>
        </p:spPr>
        <p:txBody>
          <a:bodyPr/>
          <a:lstStyle>
            <a:lvl1pPr marL="0" indent="0" algn="l">
              <a:lnSpc>
                <a:spcPct val="100000"/>
              </a:lnSpc>
              <a:buFontTx/>
              <a:buNone/>
              <a:defRPr sz="1200" b="1" i="0">
                <a:solidFill>
                  <a:schemeClr val="bg1"/>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Subtitel</a:t>
            </a:r>
          </a:p>
        </p:txBody>
      </p:sp>
      <p:sp>
        <p:nvSpPr>
          <p:cNvPr id="13" name="Tijdelijke aanduiding voor verticale tekst 2">
            <a:extLst>
              <a:ext uri="{FF2B5EF4-FFF2-40B4-BE49-F238E27FC236}">
                <a16:creationId xmlns:a16="http://schemas.microsoft.com/office/drawing/2014/main" id="{96174F23-F5AF-409D-8B3C-C21614A5F7CD}"/>
              </a:ext>
            </a:extLst>
          </p:cNvPr>
          <p:cNvSpPr>
            <a:spLocks noGrp="1"/>
          </p:cNvSpPr>
          <p:nvPr>
            <p:ph type="body" orient="vert" idx="1" hasCustomPrompt="1"/>
          </p:nvPr>
        </p:nvSpPr>
        <p:spPr>
          <a:xfrm>
            <a:off x="818581" y="4151725"/>
            <a:ext cx="3687386" cy="2283422"/>
          </a:xfrm>
        </p:spPr>
        <p:txBody>
          <a:bodyPr vert="horz" lIns="0" tIns="0" rIns="0" bIns="0"/>
          <a:lstStyle>
            <a:lvl1pPr marL="0" indent="0">
              <a:buNone/>
              <a:defRPr sz="1200">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14" name="Tijdelijke aanduiding voor inhoud 29">
            <a:extLst>
              <a:ext uri="{FF2B5EF4-FFF2-40B4-BE49-F238E27FC236}">
                <a16:creationId xmlns:a16="http://schemas.microsoft.com/office/drawing/2014/main" id="{A80BB020-3080-494D-A99E-E8943795582E}"/>
              </a:ext>
            </a:extLst>
          </p:cNvPr>
          <p:cNvSpPr>
            <a:spLocks noGrp="1"/>
          </p:cNvSpPr>
          <p:nvPr>
            <p:ph sz="quarter" idx="25" hasCustomPrompt="1"/>
          </p:nvPr>
        </p:nvSpPr>
        <p:spPr>
          <a:xfrm>
            <a:off x="6956987" y="1045188"/>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Goedgekeurd door</a:t>
            </a:r>
          </a:p>
        </p:txBody>
      </p:sp>
      <p:cxnSp>
        <p:nvCxnSpPr>
          <p:cNvPr id="15" name="Rechte verbindingslijn 14">
            <a:extLst>
              <a:ext uri="{FF2B5EF4-FFF2-40B4-BE49-F238E27FC236}">
                <a16:creationId xmlns:a16="http://schemas.microsoft.com/office/drawing/2014/main" id="{8CA0713B-8D01-42EE-A1F9-47D897CE3670}"/>
              </a:ext>
            </a:extLst>
          </p:cNvPr>
          <p:cNvCxnSpPr>
            <a:cxnSpLocks/>
          </p:cNvCxnSpPr>
          <p:nvPr userDrawn="1"/>
        </p:nvCxnSpPr>
        <p:spPr>
          <a:xfrm>
            <a:off x="7096013" y="1718964"/>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16" name="Tijdelijke aanduiding voor inhoud 29">
            <a:extLst>
              <a:ext uri="{FF2B5EF4-FFF2-40B4-BE49-F238E27FC236}">
                <a16:creationId xmlns:a16="http://schemas.microsoft.com/office/drawing/2014/main" id="{494D13D6-C128-4CBA-90E7-56BC3061A0EF}"/>
              </a:ext>
            </a:extLst>
          </p:cNvPr>
          <p:cNvSpPr>
            <a:spLocks noGrp="1"/>
          </p:cNvSpPr>
          <p:nvPr>
            <p:ph sz="quarter" idx="26" hasCustomPrompt="1"/>
          </p:nvPr>
        </p:nvSpPr>
        <p:spPr>
          <a:xfrm>
            <a:off x="6956987" y="1830473"/>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Rol</a:t>
            </a:r>
          </a:p>
        </p:txBody>
      </p:sp>
      <p:cxnSp>
        <p:nvCxnSpPr>
          <p:cNvPr id="17" name="Rechte verbindingslijn 16">
            <a:extLst>
              <a:ext uri="{FF2B5EF4-FFF2-40B4-BE49-F238E27FC236}">
                <a16:creationId xmlns:a16="http://schemas.microsoft.com/office/drawing/2014/main" id="{73DFE6F4-C2D4-4E68-A940-B9CF877D3FC5}"/>
              </a:ext>
            </a:extLst>
          </p:cNvPr>
          <p:cNvCxnSpPr>
            <a:cxnSpLocks/>
          </p:cNvCxnSpPr>
          <p:nvPr userDrawn="1"/>
        </p:nvCxnSpPr>
        <p:spPr>
          <a:xfrm>
            <a:off x="7096013" y="2504249"/>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18" name="Tijdelijke aanduiding voor inhoud 29">
            <a:extLst>
              <a:ext uri="{FF2B5EF4-FFF2-40B4-BE49-F238E27FC236}">
                <a16:creationId xmlns:a16="http://schemas.microsoft.com/office/drawing/2014/main" id="{8928AE76-B464-4158-92D7-CF48BDFAE1B4}"/>
              </a:ext>
            </a:extLst>
          </p:cNvPr>
          <p:cNvSpPr>
            <a:spLocks noGrp="1"/>
          </p:cNvSpPr>
          <p:nvPr>
            <p:ph sz="quarter" idx="27" hasCustomPrompt="1"/>
          </p:nvPr>
        </p:nvSpPr>
        <p:spPr>
          <a:xfrm>
            <a:off x="6956987" y="2615760"/>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Bestelling nummer</a:t>
            </a:r>
          </a:p>
        </p:txBody>
      </p:sp>
      <p:cxnSp>
        <p:nvCxnSpPr>
          <p:cNvPr id="19" name="Rechte verbindingslijn 18">
            <a:extLst>
              <a:ext uri="{FF2B5EF4-FFF2-40B4-BE49-F238E27FC236}">
                <a16:creationId xmlns:a16="http://schemas.microsoft.com/office/drawing/2014/main" id="{A6D4C6DA-509E-4EA5-B637-6EA96154E6F5}"/>
              </a:ext>
            </a:extLst>
          </p:cNvPr>
          <p:cNvCxnSpPr>
            <a:cxnSpLocks/>
          </p:cNvCxnSpPr>
          <p:nvPr userDrawn="1"/>
        </p:nvCxnSpPr>
        <p:spPr>
          <a:xfrm>
            <a:off x="7096013" y="3289535"/>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20" name="Tijdelijke aanduiding voor inhoud 29">
            <a:extLst>
              <a:ext uri="{FF2B5EF4-FFF2-40B4-BE49-F238E27FC236}">
                <a16:creationId xmlns:a16="http://schemas.microsoft.com/office/drawing/2014/main" id="{CF2DD264-551F-4632-90DE-BDC728604C77}"/>
              </a:ext>
            </a:extLst>
          </p:cNvPr>
          <p:cNvSpPr>
            <a:spLocks noGrp="1"/>
          </p:cNvSpPr>
          <p:nvPr>
            <p:ph sz="quarter" idx="28" hasCustomPrompt="1"/>
          </p:nvPr>
        </p:nvSpPr>
        <p:spPr>
          <a:xfrm>
            <a:off x="6956987" y="4981133"/>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Handtekening</a:t>
            </a:r>
          </a:p>
        </p:txBody>
      </p:sp>
      <p:cxnSp>
        <p:nvCxnSpPr>
          <p:cNvPr id="21" name="Rechte verbindingslijn 20">
            <a:extLst>
              <a:ext uri="{FF2B5EF4-FFF2-40B4-BE49-F238E27FC236}">
                <a16:creationId xmlns:a16="http://schemas.microsoft.com/office/drawing/2014/main" id="{287EC15C-2DFB-4F39-95E4-54D763CC5F96}"/>
              </a:ext>
            </a:extLst>
          </p:cNvPr>
          <p:cNvCxnSpPr>
            <a:cxnSpLocks/>
          </p:cNvCxnSpPr>
          <p:nvPr userDrawn="1"/>
        </p:nvCxnSpPr>
        <p:spPr>
          <a:xfrm>
            <a:off x="7096013" y="5748191"/>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22" name="Tijdelijke aanduiding voor inhoud 29">
            <a:extLst>
              <a:ext uri="{FF2B5EF4-FFF2-40B4-BE49-F238E27FC236}">
                <a16:creationId xmlns:a16="http://schemas.microsoft.com/office/drawing/2014/main" id="{54882128-94D9-4122-8B20-CE70D00F7C67}"/>
              </a:ext>
            </a:extLst>
          </p:cNvPr>
          <p:cNvSpPr>
            <a:spLocks noGrp="1"/>
          </p:cNvSpPr>
          <p:nvPr>
            <p:ph sz="quarter" idx="29" hasCustomPrompt="1"/>
          </p:nvPr>
        </p:nvSpPr>
        <p:spPr>
          <a:xfrm>
            <a:off x="6956987" y="3399502"/>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Datum</a:t>
            </a:r>
          </a:p>
        </p:txBody>
      </p:sp>
      <p:cxnSp>
        <p:nvCxnSpPr>
          <p:cNvPr id="23" name="Rechte verbindingslijn 22">
            <a:extLst>
              <a:ext uri="{FF2B5EF4-FFF2-40B4-BE49-F238E27FC236}">
                <a16:creationId xmlns:a16="http://schemas.microsoft.com/office/drawing/2014/main" id="{D5451FB3-B1CA-487C-A563-1ED1A4780099}"/>
              </a:ext>
            </a:extLst>
          </p:cNvPr>
          <p:cNvCxnSpPr>
            <a:cxnSpLocks/>
          </p:cNvCxnSpPr>
          <p:nvPr userDrawn="1"/>
        </p:nvCxnSpPr>
        <p:spPr>
          <a:xfrm>
            <a:off x="7096013" y="4073277"/>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24" name="Tijdelijke aanduiding voor inhoud 29">
            <a:extLst>
              <a:ext uri="{FF2B5EF4-FFF2-40B4-BE49-F238E27FC236}">
                <a16:creationId xmlns:a16="http://schemas.microsoft.com/office/drawing/2014/main" id="{FE0D969E-7290-49CC-92DC-D32D026BE904}"/>
              </a:ext>
            </a:extLst>
          </p:cNvPr>
          <p:cNvSpPr>
            <a:spLocks noGrp="1"/>
          </p:cNvSpPr>
          <p:nvPr>
            <p:ph sz="quarter" idx="30" hasCustomPrompt="1"/>
          </p:nvPr>
        </p:nvSpPr>
        <p:spPr>
          <a:xfrm>
            <a:off x="6956987" y="4173728"/>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Locatie</a:t>
            </a:r>
          </a:p>
        </p:txBody>
      </p:sp>
      <p:cxnSp>
        <p:nvCxnSpPr>
          <p:cNvPr id="25" name="Rechte verbindingslijn 24">
            <a:extLst>
              <a:ext uri="{FF2B5EF4-FFF2-40B4-BE49-F238E27FC236}">
                <a16:creationId xmlns:a16="http://schemas.microsoft.com/office/drawing/2014/main" id="{CE197B00-F750-4147-AD99-462A38DB80C0}"/>
              </a:ext>
            </a:extLst>
          </p:cNvPr>
          <p:cNvCxnSpPr>
            <a:cxnSpLocks/>
          </p:cNvCxnSpPr>
          <p:nvPr userDrawn="1"/>
        </p:nvCxnSpPr>
        <p:spPr>
          <a:xfrm>
            <a:off x="7096013" y="4847503"/>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26" name="Tijdelijke aanduiding voor inhoud 29">
            <a:extLst>
              <a:ext uri="{FF2B5EF4-FFF2-40B4-BE49-F238E27FC236}">
                <a16:creationId xmlns:a16="http://schemas.microsoft.com/office/drawing/2014/main" id="{C3A6E1A8-8BDF-4AD3-A4E6-7E8E1A7992DD}"/>
              </a:ext>
            </a:extLst>
          </p:cNvPr>
          <p:cNvSpPr>
            <a:spLocks noGrp="1"/>
          </p:cNvSpPr>
          <p:nvPr>
            <p:ph sz="quarter" idx="31" hasCustomPrompt="1"/>
          </p:nvPr>
        </p:nvSpPr>
        <p:spPr>
          <a:xfrm>
            <a:off x="6956987" y="3753433"/>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00-00-00</a:t>
            </a:r>
          </a:p>
        </p:txBody>
      </p:sp>
      <p:sp>
        <p:nvSpPr>
          <p:cNvPr id="27" name="Tijdelijke aanduiding voor inhoud 29">
            <a:extLst>
              <a:ext uri="{FF2B5EF4-FFF2-40B4-BE49-F238E27FC236}">
                <a16:creationId xmlns:a16="http://schemas.microsoft.com/office/drawing/2014/main" id="{B6F8658E-BEF3-4999-A700-7AAFB9EBA021}"/>
              </a:ext>
            </a:extLst>
          </p:cNvPr>
          <p:cNvSpPr>
            <a:spLocks noGrp="1"/>
          </p:cNvSpPr>
          <p:nvPr>
            <p:ph sz="quarter" idx="32" hasCustomPrompt="1"/>
          </p:nvPr>
        </p:nvSpPr>
        <p:spPr>
          <a:xfrm>
            <a:off x="6956987" y="4527658"/>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Plaats</a:t>
            </a:r>
          </a:p>
        </p:txBody>
      </p:sp>
      <p:sp>
        <p:nvSpPr>
          <p:cNvPr id="28" name="Tijdelijke aanduiding voor inhoud 29">
            <a:extLst>
              <a:ext uri="{FF2B5EF4-FFF2-40B4-BE49-F238E27FC236}">
                <a16:creationId xmlns:a16="http://schemas.microsoft.com/office/drawing/2014/main" id="{EF042AEB-4C25-468F-8FE5-14E09220EDDF}"/>
              </a:ext>
            </a:extLst>
          </p:cNvPr>
          <p:cNvSpPr>
            <a:spLocks noGrp="1"/>
          </p:cNvSpPr>
          <p:nvPr>
            <p:ph sz="quarter" idx="33" hasCustomPrompt="1"/>
          </p:nvPr>
        </p:nvSpPr>
        <p:spPr>
          <a:xfrm>
            <a:off x="6956987" y="2969690"/>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Nummer</a:t>
            </a:r>
          </a:p>
        </p:txBody>
      </p:sp>
      <p:sp>
        <p:nvSpPr>
          <p:cNvPr id="29" name="Tijdelijke aanduiding voor inhoud 29">
            <a:extLst>
              <a:ext uri="{FF2B5EF4-FFF2-40B4-BE49-F238E27FC236}">
                <a16:creationId xmlns:a16="http://schemas.microsoft.com/office/drawing/2014/main" id="{E60C57A1-B43E-4721-8CB9-21D7CA6817F7}"/>
              </a:ext>
            </a:extLst>
          </p:cNvPr>
          <p:cNvSpPr>
            <a:spLocks noGrp="1"/>
          </p:cNvSpPr>
          <p:nvPr>
            <p:ph sz="quarter" idx="34" hasCustomPrompt="1"/>
          </p:nvPr>
        </p:nvSpPr>
        <p:spPr>
          <a:xfrm>
            <a:off x="6956987" y="2173345"/>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Omschrijving</a:t>
            </a:r>
          </a:p>
        </p:txBody>
      </p:sp>
      <p:sp>
        <p:nvSpPr>
          <p:cNvPr id="30" name="Tijdelijke aanduiding voor inhoud 29">
            <a:extLst>
              <a:ext uri="{FF2B5EF4-FFF2-40B4-BE49-F238E27FC236}">
                <a16:creationId xmlns:a16="http://schemas.microsoft.com/office/drawing/2014/main" id="{ADCE4999-CD76-4001-B765-8ACDA78B6282}"/>
              </a:ext>
            </a:extLst>
          </p:cNvPr>
          <p:cNvSpPr>
            <a:spLocks noGrp="1"/>
          </p:cNvSpPr>
          <p:nvPr>
            <p:ph sz="quarter" idx="35" hasCustomPrompt="1"/>
          </p:nvPr>
        </p:nvSpPr>
        <p:spPr>
          <a:xfrm>
            <a:off x="6956987" y="1388060"/>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Naam-en Achternaam</a:t>
            </a:r>
          </a:p>
        </p:txBody>
      </p:sp>
    </p:spTree>
    <p:extLst>
      <p:ext uri="{BB962C8B-B14F-4D97-AF65-F5344CB8AC3E}">
        <p14:creationId xmlns:p14="http://schemas.microsoft.com/office/powerpoint/2010/main" val="117123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Informatie #2">
    <p:spTree>
      <p:nvGrpSpPr>
        <p:cNvPr id="1" name=""/>
        <p:cNvGrpSpPr/>
        <p:nvPr/>
      </p:nvGrpSpPr>
      <p:grpSpPr>
        <a:xfrm>
          <a:off x="0" y="0"/>
          <a:ext cx="0" cy="0"/>
          <a:chOff x="0" y="0"/>
          <a:chExt cx="0" cy="0"/>
        </a:xfrm>
      </p:grpSpPr>
      <p:sp>
        <p:nvSpPr>
          <p:cNvPr id="46" name="Vrije vorm: vorm 45">
            <a:extLst>
              <a:ext uri="{FF2B5EF4-FFF2-40B4-BE49-F238E27FC236}">
                <a16:creationId xmlns:a16="http://schemas.microsoft.com/office/drawing/2014/main" id="{65C24ABD-8B9F-484C-AFC7-63BDE638BBF8}"/>
              </a:ext>
            </a:extLst>
          </p:cNvPr>
          <p:cNvSpPr/>
          <p:nvPr userDrawn="1"/>
        </p:nvSpPr>
        <p:spPr>
          <a:xfrm>
            <a:off x="6533147" y="0"/>
            <a:ext cx="5658853" cy="6858000"/>
          </a:xfrm>
          <a:custGeom>
            <a:avLst/>
            <a:gdLst>
              <a:gd name="connsiteX0" fmla="*/ 0 w 5658853"/>
              <a:gd name="connsiteY0" fmla="*/ 0 h 6858000"/>
              <a:gd name="connsiteX1" fmla="*/ 5658853 w 5658853"/>
              <a:gd name="connsiteY1" fmla="*/ 0 h 6858000"/>
              <a:gd name="connsiteX2" fmla="*/ 5658853 w 5658853"/>
              <a:gd name="connsiteY2" fmla="*/ 6858000 h 6858000"/>
              <a:gd name="connsiteX3" fmla="*/ 1495294 w 5658853"/>
              <a:gd name="connsiteY3" fmla="*/ 6858000 h 6858000"/>
              <a:gd name="connsiteX4" fmla="*/ 1474866 w 5658853"/>
              <a:gd name="connsiteY4" fmla="*/ 6646172 h 6858000"/>
              <a:gd name="connsiteX5" fmla="*/ 1437716 w 5658853"/>
              <a:gd name="connsiteY5" fmla="*/ 6436638 h 6858000"/>
              <a:gd name="connsiteX6" fmla="*/ 158610 w 5658853"/>
              <a:gd name="connsiteY6" fmla="*/ 3273043 h 6858000"/>
              <a:gd name="connsiteX7" fmla="*/ 184795 w 5658853"/>
              <a:gd name="connsiteY7" fmla="*/ 1 h 6858000"/>
              <a:gd name="connsiteX8" fmla="*/ 0 w 5658853"/>
              <a:gd name="connsiteY8"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8853" h="6858000">
                <a:moveTo>
                  <a:pt x="0" y="0"/>
                </a:moveTo>
                <a:lnTo>
                  <a:pt x="5658853" y="0"/>
                </a:lnTo>
                <a:lnTo>
                  <a:pt x="5658853" y="6858000"/>
                </a:lnTo>
                <a:lnTo>
                  <a:pt x="1495294" y="6858000"/>
                </a:lnTo>
                <a:lnTo>
                  <a:pt x="1474866" y="6646172"/>
                </a:lnTo>
                <a:cubicBezTo>
                  <a:pt x="1465210" y="6575751"/>
                  <a:pt x="1452773" y="6505763"/>
                  <a:pt x="1437716" y="6436638"/>
                </a:cubicBezTo>
                <a:cubicBezTo>
                  <a:pt x="1208604" y="5370970"/>
                  <a:pt x="337973" y="4468896"/>
                  <a:pt x="158610" y="3273043"/>
                </a:cubicBezTo>
                <a:cubicBezTo>
                  <a:pt x="6741" y="2246545"/>
                  <a:pt x="360231" y="1000002"/>
                  <a:pt x="184795" y="1"/>
                </a:cubicBezTo>
                <a:lnTo>
                  <a:pt x="0" y="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nl-NL"/>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214069" y="1045188"/>
            <a:ext cx="4338606" cy="507793"/>
          </a:xfrm>
        </p:spPr>
        <p:txBody>
          <a:bodyPr anchor="b"/>
          <a:lstStyle>
            <a:lvl1pPr>
              <a:defRPr sz="2000" b="1">
                <a:solidFill>
                  <a:schemeClr val="bg2"/>
                </a:solidFill>
              </a:defRPr>
            </a:lvl1pPr>
          </a:lstStyle>
          <a:p>
            <a:r>
              <a:rPr lang="nl-NL"/>
              <a:t>Plaats hier een titel</a:t>
            </a:r>
          </a:p>
        </p:txBody>
      </p:sp>
      <p:sp>
        <p:nvSpPr>
          <p:cNvPr id="9" name="Tijdelijke aanduiding voor inhoud 29">
            <a:extLst>
              <a:ext uri="{FF2B5EF4-FFF2-40B4-BE49-F238E27FC236}">
                <a16:creationId xmlns:a16="http://schemas.microsoft.com/office/drawing/2014/main" id="{20DD939D-7287-4A19-89F7-6795CC79442B}"/>
              </a:ext>
            </a:extLst>
          </p:cNvPr>
          <p:cNvSpPr>
            <a:spLocks noGrp="1"/>
          </p:cNvSpPr>
          <p:nvPr>
            <p:ph sz="quarter" idx="21" hasCustomPrompt="1"/>
          </p:nvPr>
        </p:nvSpPr>
        <p:spPr>
          <a:xfrm>
            <a:off x="7214069" y="1881687"/>
            <a:ext cx="4338606" cy="326585"/>
          </a:xfrm>
          <a:prstGeom prst="rect">
            <a:avLst/>
          </a:prstGeom>
        </p:spPr>
        <p:txBody>
          <a:bodyPr/>
          <a:lstStyle>
            <a:lvl1pPr marL="0" indent="0" algn="l">
              <a:lnSpc>
                <a:spcPct val="100000"/>
              </a:lnSpc>
              <a:buFontTx/>
              <a:buNone/>
              <a:defRPr sz="1200" b="1" i="0">
                <a:solidFill>
                  <a:schemeClr val="bg1"/>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Subtitel</a:t>
            </a:r>
          </a:p>
        </p:txBody>
      </p:sp>
      <p:sp>
        <p:nvSpPr>
          <p:cNvPr id="13" name="Tijdelijke aanduiding voor verticale tekst 2">
            <a:extLst>
              <a:ext uri="{FF2B5EF4-FFF2-40B4-BE49-F238E27FC236}">
                <a16:creationId xmlns:a16="http://schemas.microsoft.com/office/drawing/2014/main" id="{96174F23-F5AF-409D-8B3C-C21614A5F7CD}"/>
              </a:ext>
            </a:extLst>
          </p:cNvPr>
          <p:cNvSpPr>
            <a:spLocks noGrp="1"/>
          </p:cNvSpPr>
          <p:nvPr>
            <p:ph type="body" orient="vert" idx="1" hasCustomPrompt="1"/>
          </p:nvPr>
        </p:nvSpPr>
        <p:spPr>
          <a:xfrm>
            <a:off x="7211711" y="2230511"/>
            <a:ext cx="4338606" cy="1739909"/>
          </a:xfrm>
        </p:spPr>
        <p:txBody>
          <a:bodyPr vert="horz" lIns="0" tIns="0" rIns="0" bIns="0"/>
          <a:lstStyle>
            <a:lvl1pPr marL="0" indent="0">
              <a:buNone/>
              <a:defRPr sz="1200">
                <a:solidFill>
                  <a:schemeClr val="bg1"/>
                </a:solidFill>
              </a:defRPr>
            </a:lvl1pPr>
            <a:lvl2pPr>
              <a:defRPr/>
            </a:lvl2pPr>
            <a:lvl3pPr>
              <a:defRPr/>
            </a:lvl3pPr>
            <a:lvl4pPr>
              <a:defRPr/>
            </a:lvl4pPr>
            <a:lvl5pPr marL="0" indent="0">
              <a:buNone/>
              <a:defRPr/>
            </a:lvl5pPr>
            <a:lvl6pPr>
              <a:defRPr/>
            </a:lvl6pPr>
            <a:lvl7pPr>
              <a:defRPr/>
            </a:lvl7pPr>
            <a:lvl8pPr>
              <a:defRPr/>
            </a:lvl8pPr>
            <a:lvl9pPr>
              <a:defRPr/>
            </a:lvl9pPr>
          </a:lstStyle>
          <a:p>
            <a:pPr lvl="0"/>
            <a:r>
              <a:rPr lang="nl-NL"/>
              <a:t>Informatie</a:t>
            </a:r>
          </a:p>
        </p:txBody>
      </p:sp>
      <p:sp>
        <p:nvSpPr>
          <p:cNvPr id="44" name="Graphic 34">
            <a:extLst>
              <a:ext uri="{FF2B5EF4-FFF2-40B4-BE49-F238E27FC236}">
                <a16:creationId xmlns:a16="http://schemas.microsoft.com/office/drawing/2014/main" id="{F332CA5E-055F-4292-8041-CE3AD98C7CA7}"/>
              </a:ext>
            </a:extLst>
          </p:cNvPr>
          <p:cNvSpPr>
            <a:spLocks noChangeAspect="1"/>
          </p:cNvSpPr>
          <p:nvPr userDrawn="1"/>
        </p:nvSpPr>
        <p:spPr>
          <a:xfrm>
            <a:off x="5706982" y="1"/>
            <a:ext cx="2509264"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chemeClr val="accent4"/>
          </a:solidFill>
          <a:ln w="12692" cap="flat">
            <a:noFill/>
            <a:prstDash val="solid"/>
            <a:miter/>
          </a:ln>
        </p:spPr>
        <p:txBody>
          <a:bodyPr rtlCol="0" anchor="ctr"/>
          <a:lstStyle/>
          <a:p>
            <a:endParaRPr lang="nl-NL" sz="1633"/>
          </a:p>
        </p:txBody>
      </p:sp>
      <p:sp>
        <p:nvSpPr>
          <p:cNvPr id="47" name="Tijdelijke aanduiding voor inhoud 29">
            <a:extLst>
              <a:ext uri="{FF2B5EF4-FFF2-40B4-BE49-F238E27FC236}">
                <a16:creationId xmlns:a16="http://schemas.microsoft.com/office/drawing/2014/main" id="{32161CCF-FEE6-46A4-A406-0B351E4C5C72}"/>
              </a:ext>
            </a:extLst>
          </p:cNvPr>
          <p:cNvSpPr>
            <a:spLocks noGrp="1"/>
          </p:cNvSpPr>
          <p:nvPr>
            <p:ph sz="quarter" idx="25" hasCustomPrompt="1"/>
          </p:nvPr>
        </p:nvSpPr>
        <p:spPr>
          <a:xfrm>
            <a:off x="806115" y="1045188"/>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Goedgekeurd door</a:t>
            </a:r>
          </a:p>
        </p:txBody>
      </p:sp>
      <p:cxnSp>
        <p:nvCxnSpPr>
          <p:cNvPr id="48" name="Rechte verbindingslijn 47">
            <a:extLst>
              <a:ext uri="{FF2B5EF4-FFF2-40B4-BE49-F238E27FC236}">
                <a16:creationId xmlns:a16="http://schemas.microsoft.com/office/drawing/2014/main" id="{6352E0D9-1342-476A-8421-0BCC1EC3432F}"/>
              </a:ext>
            </a:extLst>
          </p:cNvPr>
          <p:cNvCxnSpPr>
            <a:cxnSpLocks/>
          </p:cNvCxnSpPr>
          <p:nvPr userDrawn="1"/>
        </p:nvCxnSpPr>
        <p:spPr>
          <a:xfrm>
            <a:off x="945141" y="1718964"/>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49" name="Tijdelijke aanduiding voor inhoud 29">
            <a:extLst>
              <a:ext uri="{FF2B5EF4-FFF2-40B4-BE49-F238E27FC236}">
                <a16:creationId xmlns:a16="http://schemas.microsoft.com/office/drawing/2014/main" id="{8E244365-6196-49A9-90F2-6EE26FF11F02}"/>
              </a:ext>
            </a:extLst>
          </p:cNvPr>
          <p:cNvSpPr>
            <a:spLocks noGrp="1"/>
          </p:cNvSpPr>
          <p:nvPr>
            <p:ph sz="quarter" idx="26" hasCustomPrompt="1"/>
          </p:nvPr>
        </p:nvSpPr>
        <p:spPr>
          <a:xfrm>
            <a:off x="806115" y="1830473"/>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Rol</a:t>
            </a:r>
          </a:p>
        </p:txBody>
      </p:sp>
      <p:cxnSp>
        <p:nvCxnSpPr>
          <p:cNvPr id="50" name="Rechte verbindingslijn 49">
            <a:extLst>
              <a:ext uri="{FF2B5EF4-FFF2-40B4-BE49-F238E27FC236}">
                <a16:creationId xmlns:a16="http://schemas.microsoft.com/office/drawing/2014/main" id="{87E30287-FFF6-40A1-95D1-1B2D8AF44136}"/>
              </a:ext>
            </a:extLst>
          </p:cNvPr>
          <p:cNvCxnSpPr>
            <a:cxnSpLocks/>
          </p:cNvCxnSpPr>
          <p:nvPr userDrawn="1"/>
        </p:nvCxnSpPr>
        <p:spPr>
          <a:xfrm>
            <a:off x="945141" y="2504249"/>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51" name="Tijdelijke aanduiding voor inhoud 29">
            <a:extLst>
              <a:ext uri="{FF2B5EF4-FFF2-40B4-BE49-F238E27FC236}">
                <a16:creationId xmlns:a16="http://schemas.microsoft.com/office/drawing/2014/main" id="{5C03364B-DC6B-4C64-B06F-3CC6366FD4E8}"/>
              </a:ext>
            </a:extLst>
          </p:cNvPr>
          <p:cNvSpPr>
            <a:spLocks noGrp="1"/>
          </p:cNvSpPr>
          <p:nvPr>
            <p:ph sz="quarter" idx="27" hasCustomPrompt="1"/>
          </p:nvPr>
        </p:nvSpPr>
        <p:spPr>
          <a:xfrm>
            <a:off x="806115" y="2615760"/>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Bestelling nummer</a:t>
            </a:r>
          </a:p>
        </p:txBody>
      </p:sp>
      <p:cxnSp>
        <p:nvCxnSpPr>
          <p:cNvPr id="52" name="Rechte verbindingslijn 51">
            <a:extLst>
              <a:ext uri="{FF2B5EF4-FFF2-40B4-BE49-F238E27FC236}">
                <a16:creationId xmlns:a16="http://schemas.microsoft.com/office/drawing/2014/main" id="{0EE27C12-0B8E-46B0-B1A3-8546730D8256}"/>
              </a:ext>
            </a:extLst>
          </p:cNvPr>
          <p:cNvCxnSpPr>
            <a:cxnSpLocks/>
          </p:cNvCxnSpPr>
          <p:nvPr userDrawn="1"/>
        </p:nvCxnSpPr>
        <p:spPr>
          <a:xfrm>
            <a:off x="945141" y="3289535"/>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53" name="Tijdelijke aanduiding voor inhoud 29">
            <a:extLst>
              <a:ext uri="{FF2B5EF4-FFF2-40B4-BE49-F238E27FC236}">
                <a16:creationId xmlns:a16="http://schemas.microsoft.com/office/drawing/2014/main" id="{9EE3D948-1711-4A46-B25E-765A1091A6F6}"/>
              </a:ext>
            </a:extLst>
          </p:cNvPr>
          <p:cNvSpPr>
            <a:spLocks noGrp="1"/>
          </p:cNvSpPr>
          <p:nvPr>
            <p:ph sz="quarter" idx="28" hasCustomPrompt="1"/>
          </p:nvPr>
        </p:nvSpPr>
        <p:spPr>
          <a:xfrm>
            <a:off x="806115" y="4981133"/>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Handtekening</a:t>
            </a:r>
          </a:p>
        </p:txBody>
      </p:sp>
      <p:cxnSp>
        <p:nvCxnSpPr>
          <p:cNvPr id="54" name="Rechte verbindingslijn 53">
            <a:extLst>
              <a:ext uri="{FF2B5EF4-FFF2-40B4-BE49-F238E27FC236}">
                <a16:creationId xmlns:a16="http://schemas.microsoft.com/office/drawing/2014/main" id="{07CFEADB-C855-4441-BED1-0D53CE4978D6}"/>
              </a:ext>
            </a:extLst>
          </p:cNvPr>
          <p:cNvCxnSpPr>
            <a:cxnSpLocks/>
          </p:cNvCxnSpPr>
          <p:nvPr userDrawn="1"/>
        </p:nvCxnSpPr>
        <p:spPr>
          <a:xfrm>
            <a:off x="945141" y="5748191"/>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55" name="Tijdelijke aanduiding voor inhoud 29">
            <a:extLst>
              <a:ext uri="{FF2B5EF4-FFF2-40B4-BE49-F238E27FC236}">
                <a16:creationId xmlns:a16="http://schemas.microsoft.com/office/drawing/2014/main" id="{CDB6077F-1F6F-44B6-B79A-1F87A8C2300D}"/>
              </a:ext>
            </a:extLst>
          </p:cNvPr>
          <p:cNvSpPr>
            <a:spLocks noGrp="1"/>
          </p:cNvSpPr>
          <p:nvPr>
            <p:ph sz="quarter" idx="29" hasCustomPrompt="1"/>
          </p:nvPr>
        </p:nvSpPr>
        <p:spPr>
          <a:xfrm>
            <a:off x="806115" y="3399502"/>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Datum</a:t>
            </a:r>
          </a:p>
        </p:txBody>
      </p:sp>
      <p:cxnSp>
        <p:nvCxnSpPr>
          <p:cNvPr id="56" name="Rechte verbindingslijn 55">
            <a:extLst>
              <a:ext uri="{FF2B5EF4-FFF2-40B4-BE49-F238E27FC236}">
                <a16:creationId xmlns:a16="http://schemas.microsoft.com/office/drawing/2014/main" id="{03F07046-CB05-4916-80D1-EEC5460082D0}"/>
              </a:ext>
            </a:extLst>
          </p:cNvPr>
          <p:cNvCxnSpPr>
            <a:cxnSpLocks/>
          </p:cNvCxnSpPr>
          <p:nvPr userDrawn="1"/>
        </p:nvCxnSpPr>
        <p:spPr>
          <a:xfrm>
            <a:off x="945141" y="4073277"/>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57" name="Tijdelijke aanduiding voor inhoud 29">
            <a:extLst>
              <a:ext uri="{FF2B5EF4-FFF2-40B4-BE49-F238E27FC236}">
                <a16:creationId xmlns:a16="http://schemas.microsoft.com/office/drawing/2014/main" id="{63D3201A-5F73-4A42-8FC5-630467E2CEB7}"/>
              </a:ext>
            </a:extLst>
          </p:cNvPr>
          <p:cNvSpPr>
            <a:spLocks noGrp="1"/>
          </p:cNvSpPr>
          <p:nvPr>
            <p:ph sz="quarter" idx="30" hasCustomPrompt="1"/>
          </p:nvPr>
        </p:nvSpPr>
        <p:spPr>
          <a:xfrm>
            <a:off x="806115" y="4173728"/>
            <a:ext cx="4515635" cy="326585"/>
          </a:xfrm>
          <a:prstGeom prst="rect">
            <a:avLst/>
          </a:prstGeom>
        </p:spPr>
        <p:txBody>
          <a:bodyPr/>
          <a:lstStyle>
            <a:lvl1pPr marL="0" indent="0" algn="l">
              <a:lnSpc>
                <a:spcPct val="100000"/>
              </a:lnSpc>
              <a:buFontTx/>
              <a:buNone/>
              <a:defRPr sz="1200" b="1" i="0">
                <a:solidFill>
                  <a:srgbClr val="5A5A5A"/>
                </a:solidFill>
                <a:latin typeface="Proxima Nova Semibold"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Locatie</a:t>
            </a:r>
          </a:p>
        </p:txBody>
      </p:sp>
      <p:cxnSp>
        <p:nvCxnSpPr>
          <p:cNvPr id="58" name="Rechte verbindingslijn 57">
            <a:extLst>
              <a:ext uri="{FF2B5EF4-FFF2-40B4-BE49-F238E27FC236}">
                <a16:creationId xmlns:a16="http://schemas.microsoft.com/office/drawing/2014/main" id="{7CB237E7-FDC6-4445-AA68-0E1AA838C3B8}"/>
              </a:ext>
            </a:extLst>
          </p:cNvPr>
          <p:cNvCxnSpPr>
            <a:cxnSpLocks/>
          </p:cNvCxnSpPr>
          <p:nvPr userDrawn="1"/>
        </p:nvCxnSpPr>
        <p:spPr>
          <a:xfrm>
            <a:off x="945141" y="4847503"/>
            <a:ext cx="4376608" cy="0"/>
          </a:xfrm>
          <a:prstGeom prst="line">
            <a:avLst/>
          </a:prstGeom>
          <a:ln>
            <a:solidFill>
              <a:srgbClr val="6A1D58"/>
            </a:solidFill>
          </a:ln>
        </p:spPr>
        <p:style>
          <a:lnRef idx="1">
            <a:schemeClr val="accent1"/>
          </a:lnRef>
          <a:fillRef idx="0">
            <a:schemeClr val="accent1"/>
          </a:fillRef>
          <a:effectRef idx="0">
            <a:schemeClr val="accent1"/>
          </a:effectRef>
          <a:fontRef idx="minor">
            <a:schemeClr val="tx1"/>
          </a:fontRef>
        </p:style>
      </p:cxnSp>
      <p:sp>
        <p:nvSpPr>
          <p:cNvPr id="59" name="Tijdelijke aanduiding voor inhoud 29">
            <a:extLst>
              <a:ext uri="{FF2B5EF4-FFF2-40B4-BE49-F238E27FC236}">
                <a16:creationId xmlns:a16="http://schemas.microsoft.com/office/drawing/2014/main" id="{2926FABD-A5E4-4ADC-97EE-3413B7AB4AB6}"/>
              </a:ext>
            </a:extLst>
          </p:cNvPr>
          <p:cNvSpPr>
            <a:spLocks noGrp="1"/>
          </p:cNvSpPr>
          <p:nvPr>
            <p:ph sz="quarter" idx="31" hasCustomPrompt="1"/>
          </p:nvPr>
        </p:nvSpPr>
        <p:spPr>
          <a:xfrm>
            <a:off x="806115" y="3753433"/>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00-00-00</a:t>
            </a:r>
          </a:p>
        </p:txBody>
      </p:sp>
      <p:sp>
        <p:nvSpPr>
          <p:cNvPr id="60" name="Tijdelijke aanduiding voor inhoud 29">
            <a:extLst>
              <a:ext uri="{FF2B5EF4-FFF2-40B4-BE49-F238E27FC236}">
                <a16:creationId xmlns:a16="http://schemas.microsoft.com/office/drawing/2014/main" id="{FB2ABF6B-3512-42EA-8246-62009993BCD1}"/>
              </a:ext>
            </a:extLst>
          </p:cNvPr>
          <p:cNvSpPr>
            <a:spLocks noGrp="1"/>
          </p:cNvSpPr>
          <p:nvPr>
            <p:ph sz="quarter" idx="32" hasCustomPrompt="1"/>
          </p:nvPr>
        </p:nvSpPr>
        <p:spPr>
          <a:xfrm>
            <a:off x="806115" y="4527658"/>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Plaats</a:t>
            </a:r>
          </a:p>
        </p:txBody>
      </p:sp>
      <p:sp>
        <p:nvSpPr>
          <p:cNvPr id="61" name="Tijdelijke aanduiding voor inhoud 29">
            <a:extLst>
              <a:ext uri="{FF2B5EF4-FFF2-40B4-BE49-F238E27FC236}">
                <a16:creationId xmlns:a16="http://schemas.microsoft.com/office/drawing/2014/main" id="{42FFB068-99D8-45FF-8E2F-0683B9EFDA63}"/>
              </a:ext>
            </a:extLst>
          </p:cNvPr>
          <p:cNvSpPr>
            <a:spLocks noGrp="1"/>
          </p:cNvSpPr>
          <p:nvPr>
            <p:ph sz="quarter" idx="33" hasCustomPrompt="1"/>
          </p:nvPr>
        </p:nvSpPr>
        <p:spPr>
          <a:xfrm>
            <a:off x="806115" y="2969690"/>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Nummer</a:t>
            </a:r>
          </a:p>
        </p:txBody>
      </p:sp>
      <p:sp>
        <p:nvSpPr>
          <p:cNvPr id="62" name="Tijdelijke aanduiding voor inhoud 29">
            <a:extLst>
              <a:ext uri="{FF2B5EF4-FFF2-40B4-BE49-F238E27FC236}">
                <a16:creationId xmlns:a16="http://schemas.microsoft.com/office/drawing/2014/main" id="{78408413-8270-4FF3-9CB7-ACECB7047C56}"/>
              </a:ext>
            </a:extLst>
          </p:cNvPr>
          <p:cNvSpPr>
            <a:spLocks noGrp="1"/>
          </p:cNvSpPr>
          <p:nvPr>
            <p:ph sz="quarter" idx="34" hasCustomPrompt="1"/>
          </p:nvPr>
        </p:nvSpPr>
        <p:spPr>
          <a:xfrm>
            <a:off x="806115" y="2173345"/>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Omschrijving</a:t>
            </a:r>
          </a:p>
        </p:txBody>
      </p:sp>
      <p:sp>
        <p:nvSpPr>
          <p:cNvPr id="63" name="Tijdelijke aanduiding voor inhoud 29">
            <a:extLst>
              <a:ext uri="{FF2B5EF4-FFF2-40B4-BE49-F238E27FC236}">
                <a16:creationId xmlns:a16="http://schemas.microsoft.com/office/drawing/2014/main" id="{12E4283D-3871-4EBD-85F1-7AB44363113B}"/>
              </a:ext>
            </a:extLst>
          </p:cNvPr>
          <p:cNvSpPr>
            <a:spLocks noGrp="1"/>
          </p:cNvSpPr>
          <p:nvPr>
            <p:ph sz="quarter" idx="35" hasCustomPrompt="1"/>
          </p:nvPr>
        </p:nvSpPr>
        <p:spPr>
          <a:xfrm>
            <a:off x="806115" y="1388060"/>
            <a:ext cx="4515635" cy="326585"/>
          </a:xfrm>
          <a:prstGeom prst="rect">
            <a:avLst/>
          </a:prstGeom>
        </p:spPr>
        <p:txBody>
          <a:bodyPr/>
          <a:lstStyle>
            <a:lvl1pPr marL="0" indent="0" algn="l">
              <a:lnSpc>
                <a:spcPct val="100000"/>
              </a:lnSpc>
              <a:buFontTx/>
              <a:buNone/>
              <a:defRPr sz="1200" b="0">
                <a:solidFill>
                  <a:srgbClr val="5A5A5A"/>
                </a:solidFill>
                <a:latin typeface="Proxima Nova Rg" panose="02000506030000020004" pitchFamily="2" charset="0"/>
              </a:defRPr>
            </a:lvl1pPr>
            <a:lvl2pPr marL="414762" indent="0" algn="ctr">
              <a:buFontTx/>
              <a:buNone/>
              <a:defRPr sz="907">
                <a:latin typeface="Proxima Nova Rg" panose="02000506030000020004" pitchFamily="2" charset="0"/>
              </a:defRPr>
            </a:lvl2pPr>
            <a:lvl3pPr marL="829523" indent="0" algn="ctr">
              <a:buFontTx/>
              <a:buNone/>
              <a:defRPr sz="907">
                <a:latin typeface="Proxima Nova Rg" panose="02000506030000020004" pitchFamily="2" charset="0"/>
              </a:defRPr>
            </a:lvl3pPr>
            <a:lvl4pPr marL="1244285" indent="0" algn="ctr">
              <a:buFontTx/>
              <a:buNone/>
              <a:defRPr sz="907">
                <a:latin typeface="Proxima Nova Rg" panose="02000506030000020004" pitchFamily="2" charset="0"/>
              </a:defRPr>
            </a:lvl4pPr>
            <a:lvl5pPr marL="1659047" indent="0" algn="ctr">
              <a:buFontTx/>
              <a:buNone/>
              <a:defRPr sz="907">
                <a:latin typeface="Proxima Nova Rg" panose="02000506030000020004" pitchFamily="2" charset="0"/>
              </a:defRPr>
            </a:lvl5pPr>
          </a:lstStyle>
          <a:p>
            <a:pPr lvl="0"/>
            <a:r>
              <a:rPr lang="nl-NL"/>
              <a:t>Naam-en Achternaam</a:t>
            </a:r>
          </a:p>
        </p:txBody>
      </p:sp>
    </p:spTree>
    <p:extLst>
      <p:ext uri="{BB962C8B-B14F-4D97-AF65-F5344CB8AC3E}">
        <p14:creationId xmlns:p14="http://schemas.microsoft.com/office/powerpoint/2010/main" val="270467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Afsluiting">
    <p:spTree>
      <p:nvGrpSpPr>
        <p:cNvPr id="1" name=""/>
        <p:cNvGrpSpPr/>
        <p:nvPr/>
      </p:nvGrpSpPr>
      <p:grpSpPr>
        <a:xfrm>
          <a:off x="0" y="0"/>
          <a:ext cx="0" cy="0"/>
          <a:chOff x="0" y="0"/>
          <a:chExt cx="0" cy="0"/>
        </a:xfrm>
      </p:grpSpPr>
      <p:sp>
        <p:nvSpPr>
          <p:cNvPr id="167" name="Vrije vorm: vorm 166">
            <a:extLst>
              <a:ext uri="{FF2B5EF4-FFF2-40B4-BE49-F238E27FC236}">
                <a16:creationId xmlns:a16="http://schemas.microsoft.com/office/drawing/2014/main" id="{1329F575-4822-4FC0-AB4E-0F9CA6D8CE74}"/>
              </a:ext>
            </a:extLst>
          </p:cNvPr>
          <p:cNvSpPr/>
          <p:nvPr userDrawn="1"/>
        </p:nvSpPr>
        <p:spPr>
          <a:xfrm>
            <a:off x="4598084" y="-2"/>
            <a:ext cx="7593916" cy="6857760"/>
          </a:xfrm>
          <a:custGeom>
            <a:avLst/>
            <a:gdLst>
              <a:gd name="connsiteX0" fmla="*/ 43190 w 7593916"/>
              <a:gd name="connsiteY0" fmla="*/ 0 h 6857760"/>
              <a:gd name="connsiteX1" fmla="*/ 7593916 w 7593916"/>
              <a:gd name="connsiteY1" fmla="*/ 0 h 6857760"/>
              <a:gd name="connsiteX2" fmla="*/ 7593916 w 7593916"/>
              <a:gd name="connsiteY2" fmla="*/ 6857760 h 6857760"/>
              <a:gd name="connsiteX3" fmla="*/ 3248469 w 7593916"/>
              <a:gd name="connsiteY3" fmla="*/ 6857760 h 6857760"/>
              <a:gd name="connsiteX4" fmla="*/ 3240640 w 7593916"/>
              <a:gd name="connsiteY4" fmla="*/ 6833919 h 6857760"/>
              <a:gd name="connsiteX5" fmla="*/ 2994208 w 7593916"/>
              <a:gd name="connsiteY5" fmla="*/ 6068293 h 6857760"/>
              <a:gd name="connsiteX6" fmla="*/ 2717116 w 7593916"/>
              <a:gd name="connsiteY6" fmla="*/ 5486402 h 6857760"/>
              <a:gd name="connsiteX7" fmla="*/ 2259916 w 7593916"/>
              <a:gd name="connsiteY7" fmla="*/ 4807529 h 6857760"/>
              <a:gd name="connsiteX8" fmla="*/ 1691881 w 7593916"/>
              <a:gd name="connsiteY8" fmla="*/ 4142511 h 6857760"/>
              <a:gd name="connsiteX9" fmla="*/ 999152 w 7593916"/>
              <a:gd name="connsiteY9" fmla="*/ 3338947 h 6857760"/>
              <a:gd name="connsiteX10" fmla="*/ 417261 w 7593916"/>
              <a:gd name="connsiteY10" fmla="*/ 2535384 h 6857760"/>
              <a:gd name="connsiteX11" fmla="*/ 98608 w 7593916"/>
              <a:gd name="connsiteY11" fmla="*/ 1634838 h 6857760"/>
              <a:gd name="connsiteX12" fmla="*/ 1626 w 7593916"/>
              <a:gd name="connsiteY12" fmla="*/ 706584 h 6857760"/>
              <a:gd name="connsiteX13" fmla="*/ 43189 w 7593916"/>
              <a:gd name="connsiteY13" fmla="*/ 2 h 685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93916" h="6857760">
                <a:moveTo>
                  <a:pt x="43190" y="0"/>
                </a:moveTo>
                <a:lnTo>
                  <a:pt x="7593916" y="0"/>
                </a:lnTo>
                <a:lnTo>
                  <a:pt x="7593916" y="6857760"/>
                </a:lnTo>
                <a:lnTo>
                  <a:pt x="3248469" y="6857760"/>
                </a:lnTo>
                <a:lnTo>
                  <a:pt x="3240640" y="6833919"/>
                </a:lnTo>
                <a:cubicBezTo>
                  <a:pt x="3166451" y="6601693"/>
                  <a:pt x="3075026" y="6278421"/>
                  <a:pt x="2994208" y="6068293"/>
                </a:cubicBezTo>
                <a:cubicBezTo>
                  <a:pt x="2901843" y="5828148"/>
                  <a:pt x="2839498" y="5696529"/>
                  <a:pt x="2717116" y="5486402"/>
                </a:cubicBezTo>
                <a:cubicBezTo>
                  <a:pt x="2594734" y="5276275"/>
                  <a:pt x="2430789" y="5031511"/>
                  <a:pt x="2259916" y="4807529"/>
                </a:cubicBezTo>
                <a:cubicBezTo>
                  <a:pt x="2089043" y="4583547"/>
                  <a:pt x="1902007" y="4387275"/>
                  <a:pt x="1691881" y="4142511"/>
                </a:cubicBezTo>
                <a:cubicBezTo>
                  <a:pt x="1691881" y="4142511"/>
                  <a:pt x="1211588" y="3606801"/>
                  <a:pt x="999152" y="3338947"/>
                </a:cubicBezTo>
                <a:cubicBezTo>
                  <a:pt x="786716" y="3071093"/>
                  <a:pt x="567352" y="2819402"/>
                  <a:pt x="417261" y="2535384"/>
                </a:cubicBezTo>
                <a:cubicBezTo>
                  <a:pt x="267170" y="2251366"/>
                  <a:pt x="167880" y="1939638"/>
                  <a:pt x="98608" y="1634838"/>
                </a:cubicBezTo>
                <a:cubicBezTo>
                  <a:pt x="29334" y="1330038"/>
                  <a:pt x="10861" y="979057"/>
                  <a:pt x="1626" y="706584"/>
                </a:cubicBezTo>
                <a:cubicBezTo>
                  <a:pt x="-7611" y="434111"/>
                  <a:pt x="24717" y="154711"/>
                  <a:pt x="43189" y="2"/>
                </a:cubicBezTo>
                <a:close/>
              </a:path>
            </a:pathLst>
          </a:custGeom>
          <a:solidFill>
            <a:srgbClr val="4A1E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NL"/>
          </a:p>
        </p:txBody>
      </p:sp>
      <p:sp>
        <p:nvSpPr>
          <p:cNvPr id="175" name="Tijdelijke aanduiding voor afbeelding 174">
            <a:extLst>
              <a:ext uri="{FF2B5EF4-FFF2-40B4-BE49-F238E27FC236}">
                <a16:creationId xmlns:a16="http://schemas.microsoft.com/office/drawing/2014/main" id="{7E41EE53-135B-4F84-B04C-EABF933FC081}"/>
              </a:ext>
            </a:extLst>
          </p:cNvPr>
          <p:cNvSpPr>
            <a:spLocks noGrp="1"/>
          </p:cNvSpPr>
          <p:nvPr>
            <p:ph type="pic" sz="quarter" idx="14" hasCustomPrompt="1"/>
          </p:nvPr>
        </p:nvSpPr>
        <p:spPr>
          <a:xfrm>
            <a:off x="5389525" y="-15834"/>
            <a:ext cx="6809882" cy="6885784"/>
          </a:xfrm>
          <a:custGeom>
            <a:avLst/>
            <a:gdLst>
              <a:gd name="connsiteX0" fmla="*/ 0 w 6782167"/>
              <a:gd name="connsiteY0" fmla="*/ 0 h 6857760"/>
              <a:gd name="connsiteX1" fmla="*/ 6782167 w 6782167"/>
              <a:gd name="connsiteY1" fmla="*/ 0 h 6857760"/>
              <a:gd name="connsiteX2" fmla="*/ 6782167 w 6782167"/>
              <a:gd name="connsiteY2" fmla="*/ 6857760 h 6857760"/>
              <a:gd name="connsiteX3" fmla="*/ 3692962 w 6782167"/>
              <a:gd name="connsiteY3" fmla="*/ 6857760 h 6857760"/>
              <a:gd name="connsiteX4" fmla="*/ 3630411 w 6782167"/>
              <a:gd name="connsiteY4" fmla="*/ 6785738 h 6857760"/>
              <a:gd name="connsiteX5" fmla="*/ 3214021 w 6782167"/>
              <a:gd name="connsiteY5" fmla="*/ 6180668 h 6857760"/>
              <a:gd name="connsiteX6" fmla="*/ 2976954 w 6782167"/>
              <a:gd name="connsiteY6" fmla="*/ 5350934 h 6857760"/>
              <a:gd name="connsiteX7" fmla="*/ 2960021 w 6782167"/>
              <a:gd name="connsiteY7" fmla="*/ 4605868 h 6857760"/>
              <a:gd name="connsiteX8" fmla="*/ 2676240 w 6782167"/>
              <a:gd name="connsiteY8" fmla="*/ 3490603 h 6857760"/>
              <a:gd name="connsiteX9" fmla="*/ 2123281 w 6782167"/>
              <a:gd name="connsiteY9" fmla="*/ 2687730 h 6857760"/>
              <a:gd name="connsiteX10" fmla="*/ 1306393 w 6782167"/>
              <a:gd name="connsiteY10" fmla="*/ 1928065 h 6857760"/>
              <a:gd name="connsiteX11" fmla="*/ 403087 w 6782167"/>
              <a:gd name="connsiteY11" fmla="*/ 965201 h 6857760"/>
              <a:gd name="connsiteX12" fmla="*/ 66172 w 6782167"/>
              <a:gd name="connsiteY12" fmla="*/ 287868 h 6857760"/>
              <a:gd name="connsiteX13" fmla="*/ 11960 w 6782167"/>
              <a:gd name="connsiteY13" fmla="*/ 81420 h 685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782167" h="6857760">
                <a:moveTo>
                  <a:pt x="0" y="0"/>
                </a:moveTo>
                <a:lnTo>
                  <a:pt x="6782167" y="0"/>
                </a:lnTo>
                <a:lnTo>
                  <a:pt x="6782167" y="6857760"/>
                </a:lnTo>
                <a:lnTo>
                  <a:pt x="3692962" y="6857760"/>
                </a:lnTo>
                <a:lnTo>
                  <a:pt x="3630411" y="6785738"/>
                </a:lnTo>
                <a:cubicBezTo>
                  <a:pt x="3471689" y="6595516"/>
                  <a:pt x="3315402" y="6382700"/>
                  <a:pt x="3214021" y="6180668"/>
                </a:cubicBezTo>
                <a:cubicBezTo>
                  <a:pt x="3078846" y="5911292"/>
                  <a:pt x="3019287" y="5644932"/>
                  <a:pt x="2976954" y="5350934"/>
                </a:cubicBezTo>
                <a:cubicBezTo>
                  <a:pt x="2934621" y="5056936"/>
                  <a:pt x="2978609" y="4936944"/>
                  <a:pt x="2960021" y="4605868"/>
                </a:cubicBezTo>
                <a:cubicBezTo>
                  <a:pt x="2941434" y="4274792"/>
                  <a:pt x="2847228" y="3820803"/>
                  <a:pt x="2676240" y="3490603"/>
                </a:cubicBezTo>
                <a:cubicBezTo>
                  <a:pt x="2505252" y="3160403"/>
                  <a:pt x="2351588" y="2948153"/>
                  <a:pt x="2123281" y="2687730"/>
                </a:cubicBezTo>
                <a:cubicBezTo>
                  <a:pt x="1894973" y="2427307"/>
                  <a:pt x="1614113" y="2183622"/>
                  <a:pt x="1306393" y="1928065"/>
                </a:cubicBezTo>
                <a:cubicBezTo>
                  <a:pt x="998675" y="1672508"/>
                  <a:pt x="609791" y="1238567"/>
                  <a:pt x="403087" y="965201"/>
                </a:cubicBezTo>
                <a:cubicBezTo>
                  <a:pt x="196385" y="691835"/>
                  <a:pt x="152883" y="555979"/>
                  <a:pt x="66172" y="287868"/>
                </a:cubicBezTo>
                <a:cubicBezTo>
                  <a:pt x="44495" y="220841"/>
                  <a:pt x="26217" y="150997"/>
                  <a:pt x="11960" y="81420"/>
                </a:cubicBezTo>
                <a:close/>
              </a:path>
            </a:pathLst>
          </a:custGeom>
          <a:solidFill>
            <a:schemeClr val="bg1">
              <a:lumMod val="95000"/>
            </a:schemeClr>
          </a:solidFill>
          <a:ln>
            <a:noFill/>
          </a:ln>
        </p:spPr>
        <p:txBody>
          <a:bodyPr wrap="square" bIns="1620000" anchor="ctr">
            <a:noAutofit/>
          </a:bodyPr>
          <a:lstStyle>
            <a:lvl1pPr marL="0" indent="0" algn="ctr">
              <a:lnSpc>
                <a:spcPct val="90000"/>
              </a:lnSpc>
              <a:spcBef>
                <a:spcPts val="0"/>
              </a:spcBef>
              <a:spcAft>
                <a:spcPts val="0"/>
              </a:spcAft>
              <a:buNone/>
              <a:defRPr sz="1500" i="1">
                <a:solidFill>
                  <a:schemeClr val="tx1">
                    <a:lumMod val="50000"/>
                    <a:lumOff val="50000"/>
                  </a:schemeClr>
                </a:solidFill>
              </a:defRPr>
            </a:lvl1pPr>
          </a:lstStyle>
          <a:p>
            <a:r>
              <a:rPr lang="nl-NL"/>
              <a:t>Klik op het onderstaand icoon </a:t>
            </a:r>
            <a:br>
              <a:rPr lang="nl-NL"/>
            </a:br>
            <a:r>
              <a:rPr lang="nl-NL"/>
              <a:t>om een foto in te voegen.</a:t>
            </a:r>
            <a:br>
              <a:rPr lang="nl-NL"/>
            </a:br>
            <a:br>
              <a:rPr lang="nl-NL"/>
            </a:br>
            <a:r>
              <a:rPr lang="nl-NL"/>
              <a:t>Meer hulp nodig? </a:t>
            </a:r>
            <a:br>
              <a:rPr lang="nl-NL"/>
            </a:br>
            <a:r>
              <a:rPr lang="nl-NL"/>
              <a:t>Aan de zijkanten van de dia's zijn instructies </a:t>
            </a:r>
            <a:br>
              <a:rPr lang="nl-NL"/>
            </a:br>
            <a:r>
              <a:rPr lang="nl-NL"/>
              <a:t>geplaatst voor verdere informatie.</a:t>
            </a:r>
          </a:p>
        </p:txBody>
      </p:sp>
      <p:sp>
        <p:nvSpPr>
          <p:cNvPr id="178" name="Titel 2">
            <a:extLst>
              <a:ext uri="{FF2B5EF4-FFF2-40B4-BE49-F238E27FC236}">
                <a16:creationId xmlns:a16="http://schemas.microsoft.com/office/drawing/2014/main" id="{7274E53B-4D3A-4DF4-866C-782458741DF8}"/>
              </a:ext>
            </a:extLst>
          </p:cNvPr>
          <p:cNvSpPr>
            <a:spLocks noGrp="1"/>
          </p:cNvSpPr>
          <p:nvPr>
            <p:ph type="title" hasCustomPrompt="1"/>
          </p:nvPr>
        </p:nvSpPr>
        <p:spPr>
          <a:xfrm>
            <a:off x="803243" y="4312959"/>
            <a:ext cx="4430770" cy="705611"/>
          </a:xfrm>
        </p:spPr>
        <p:txBody>
          <a:bodyPr anchor="t"/>
          <a:lstStyle>
            <a:lvl1pPr>
              <a:defRPr sz="1600" b="1"/>
            </a:lvl1pPr>
          </a:lstStyle>
          <a:p>
            <a:r>
              <a:rPr lang="nl-NL"/>
              <a:t>Plaats hier je afsluiting</a:t>
            </a:r>
          </a:p>
        </p:txBody>
      </p:sp>
      <p:sp>
        <p:nvSpPr>
          <p:cNvPr id="165" name="Tijdelijke aanduiding voor verticale tekst 2">
            <a:extLst>
              <a:ext uri="{FF2B5EF4-FFF2-40B4-BE49-F238E27FC236}">
                <a16:creationId xmlns:a16="http://schemas.microsoft.com/office/drawing/2014/main" id="{0CFFE142-DCE8-4DE0-A064-A805434D830F}"/>
              </a:ext>
            </a:extLst>
          </p:cNvPr>
          <p:cNvSpPr>
            <a:spLocks noGrp="1"/>
          </p:cNvSpPr>
          <p:nvPr>
            <p:ph type="body" orient="vert" idx="1" hasCustomPrompt="1"/>
          </p:nvPr>
        </p:nvSpPr>
        <p:spPr>
          <a:xfrm>
            <a:off x="804843" y="5134940"/>
            <a:ext cx="4427303" cy="1427063"/>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Plaats hier eventuele extra informatie.</a:t>
            </a:r>
          </a:p>
        </p:txBody>
      </p:sp>
      <p:pic>
        <p:nvPicPr>
          <p:cNvPr id="168" name="Xebia_Logo_Purple_RGB copy.pdf" descr="Xebia_Logo_Purple_RGB copy.pdf">
            <a:extLst>
              <a:ext uri="{FF2B5EF4-FFF2-40B4-BE49-F238E27FC236}">
                <a16:creationId xmlns:a16="http://schemas.microsoft.com/office/drawing/2014/main" id="{64F4789B-97B4-478C-BCA7-D0C0F344BD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5983" y="3839313"/>
            <a:ext cx="1022725" cy="360000"/>
          </a:xfrm>
          <a:prstGeom prst="rect">
            <a:avLst/>
          </a:prstGeom>
          <a:ln w="12700">
            <a:miter lim="400000"/>
          </a:ln>
        </p:spPr>
      </p:pic>
    </p:spTree>
    <p:extLst>
      <p:ext uri="{BB962C8B-B14F-4D97-AF65-F5344CB8AC3E}">
        <p14:creationId xmlns:p14="http://schemas.microsoft.com/office/powerpoint/2010/main" val="385927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accent1"/>
          </a:solidFill>
          <a:ln w="12692" cap="flat">
            <a:noFill/>
            <a:prstDash val="solid"/>
            <a:miter/>
          </a:ln>
        </p:spPr>
        <p:txBody>
          <a:bodyPr rtlCol="0" anchor="ctr"/>
          <a:lstStyle/>
          <a:p>
            <a:endParaRPr lang="nl-NL" sz="1633"/>
          </a:p>
        </p:txBody>
      </p:sp>
      <p:sp>
        <p:nvSpPr>
          <p:cNvPr id="4" name="Titel 2">
            <a:extLst>
              <a:ext uri="{FF2B5EF4-FFF2-40B4-BE49-F238E27FC236}">
                <a16:creationId xmlns:a16="http://schemas.microsoft.com/office/drawing/2014/main" id="{812AA0BB-7BC1-4C4E-B723-3C90DBCAA935}"/>
              </a:ext>
            </a:extLst>
          </p:cNvPr>
          <p:cNvSpPr>
            <a:spLocks noGrp="1"/>
          </p:cNvSpPr>
          <p:nvPr>
            <p:ph type="title" hasCustomPrompt="1"/>
          </p:nvPr>
        </p:nvSpPr>
        <p:spPr>
          <a:xfrm>
            <a:off x="804451" y="728743"/>
            <a:ext cx="10376419" cy="895483"/>
          </a:xfrm>
        </p:spPr>
        <p:txBody>
          <a:bodyPr/>
          <a:lstStyle>
            <a:lvl1pPr>
              <a:defRPr>
                <a:solidFill>
                  <a:schemeClr val="bg1"/>
                </a:solidFill>
              </a:defRPr>
            </a:lvl1pPr>
          </a:lstStyle>
          <a:p>
            <a:r>
              <a:rPr lang="nl-NL"/>
              <a:t>Plaats hier een titel</a:t>
            </a:r>
            <a:br>
              <a:rPr lang="nl-NL"/>
            </a:br>
            <a:r>
              <a:rPr lang="nl-NL"/>
              <a:t>max. 2 regels</a:t>
            </a:r>
          </a:p>
        </p:txBody>
      </p:sp>
      <p:sp>
        <p:nvSpPr>
          <p:cNvPr id="78" name="Tijdelijke aanduiding voor verticale tekst 2">
            <a:extLst>
              <a:ext uri="{FF2B5EF4-FFF2-40B4-BE49-F238E27FC236}">
                <a16:creationId xmlns:a16="http://schemas.microsoft.com/office/drawing/2014/main" id="{FF0619A7-9B37-4802-A68E-CF0A7680A5AA}"/>
              </a:ext>
            </a:extLst>
          </p:cNvPr>
          <p:cNvSpPr>
            <a:spLocks noGrp="1"/>
          </p:cNvSpPr>
          <p:nvPr>
            <p:ph type="body" orient="vert" idx="1" hasCustomPrompt="1"/>
          </p:nvPr>
        </p:nvSpPr>
        <p:spPr>
          <a:xfrm>
            <a:off x="807910" y="1837485"/>
            <a:ext cx="10372714" cy="2404998"/>
          </a:xfrm>
        </p:spPr>
        <p:txBody>
          <a:bodyPr vert="horz" lIns="0" tIns="0" rIns="0" bIns="0"/>
          <a:lstStyle>
            <a:lvl1pPr marL="0" indent="0">
              <a:buNone/>
              <a:defRPr>
                <a:solidFill>
                  <a:schemeClr val="bg1"/>
                </a:solidFill>
              </a:defRPr>
            </a:lvl1pPr>
            <a:lvl2pPr marL="260350" indent="0">
              <a:buNone/>
              <a:defRPr>
                <a:solidFill>
                  <a:schemeClr val="bg1"/>
                </a:solidFill>
              </a:defRPr>
            </a:lvl2pPr>
            <a:lvl3pPr>
              <a:defRPr>
                <a:solidFill>
                  <a:schemeClr val="bg1"/>
                </a:solidFill>
              </a:defRPr>
            </a:lvl3pPr>
            <a:lvl4pPr>
              <a:spcBef>
                <a:spcPts val="600"/>
              </a:spcBef>
              <a:spcAft>
                <a:spcPts val="300"/>
              </a:spcAft>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Whilst every care has been taken by </a:t>
            </a:r>
            <a:r>
              <a:rPr lang="en-US" err="1"/>
              <a:t>Xebia</a:t>
            </a:r>
            <a:r>
              <a:rPr lang="en-US"/>
              <a:t> to ensure that the information contained in this document is correct </a:t>
            </a:r>
            <a:br>
              <a:rPr lang="en-US"/>
            </a:br>
            <a:r>
              <a:rPr lang="en-US"/>
              <a:t>and complete, it is possible that this is not the case. </a:t>
            </a:r>
            <a:r>
              <a:rPr lang="en-US" err="1"/>
              <a:t>Xebia</a:t>
            </a:r>
            <a:r>
              <a:rPr lang="en-US"/>
              <a:t> provides the information "as is", without any warranty </a:t>
            </a:r>
            <a:br>
              <a:rPr lang="en-US"/>
            </a:br>
            <a:r>
              <a:rPr lang="en-US"/>
              <a:t>for its soundness, suitability for a different purpose or otherwise. </a:t>
            </a:r>
            <a:r>
              <a:rPr lang="en-US" err="1"/>
              <a:t>Xebia</a:t>
            </a:r>
            <a:r>
              <a:rPr lang="en-US"/>
              <a:t> is not liable for any damage which has </a:t>
            </a:r>
            <a:br>
              <a:rPr lang="en-US"/>
            </a:br>
            <a:r>
              <a:rPr lang="en-US"/>
              <a:t>occurred or may occur as a result of or in any respect related to the use of this information. </a:t>
            </a:r>
            <a:r>
              <a:rPr lang="en-US" err="1"/>
              <a:t>Xebia</a:t>
            </a:r>
            <a:r>
              <a:rPr lang="en-US"/>
              <a:t> may change </a:t>
            </a:r>
            <a:br>
              <a:rPr lang="en-US"/>
            </a:br>
            <a:r>
              <a:rPr lang="en-US"/>
              <a:t>or terminate this document at any time without further notice and shall not be responsible for any consequence(s) </a:t>
            </a:r>
            <a:br>
              <a:rPr lang="en-US"/>
            </a:br>
            <a:r>
              <a:rPr lang="en-US"/>
              <a:t>arising there from. Subject to this disclaimer, </a:t>
            </a:r>
            <a:r>
              <a:rPr lang="en-US" err="1"/>
              <a:t>Xebia</a:t>
            </a:r>
            <a:r>
              <a:rPr lang="en-US"/>
              <a:t> is not responsible for any contributions by </a:t>
            </a:r>
            <a:br>
              <a:rPr lang="en-US"/>
            </a:br>
            <a:r>
              <a:rPr lang="en-US"/>
              <a:t>third parties to this information.</a:t>
            </a:r>
          </a:p>
        </p:txBody>
      </p:sp>
      <p:sp>
        <p:nvSpPr>
          <p:cNvPr id="79" name="Tijdelijke aanduiding voor verticale tekst 2">
            <a:extLst>
              <a:ext uri="{FF2B5EF4-FFF2-40B4-BE49-F238E27FC236}">
                <a16:creationId xmlns:a16="http://schemas.microsoft.com/office/drawing/2014/main" id="{73CA7065-7B47-4E4F-89DE-80AB8DD43ABA}"/>
              </a:ext>
            </a:extLst>
          </p:cNvPr>
          <p:cNvSpPr>
            <a:spLocks noGrp="1"/>
          </p:cNvSpPr>
          <p:nvPr>
            <p:ph type="body" orient="vert" idx="10" hasCustomPrompt="1"/>
          </p:nvPr>
        </p:nvSpPr>
        <p:spPr>
          <a:xfrm>
            <a:off x="807909" y="4706796"/>
            <a:ext cx="10376419" cy="705318"/>
          </a:xfrm>
        </p:spPr>
        <p:txBody>
          <a:bodyPr vert="horz" lIns="0" tIns="0" rIns="0" bIns="0"/>
          <a:lstStyle>
            <a:lvl1pPr marL="0" indent="0">
              <a:buNone/>
              <a:defRPr sz="1200" b="1">
                <a:solidFill>
                  <a:schemeClr val="bg1"/>
                </a:solidFill>
              </a:defRPr>
            </a:lvl1pPr>
            <a:lvl2pPr marL="0" indent="0">
              <a:buFont typeface="Arial" panose="020B0604020202020204" pitchFamily="34" charset="0"/>
              <a:buNone/>
              <a:defRPr sz="1200">
                <a:solidFill>
                  <a:schemeClr val="bg1"/>
                </a:solidFill>
              </a:defRPr>
            </a:lvl2pPr>
            <a:lvl3pPr>
              <a:defRPr>
                <a:solidFill>
                  <a:schemeClr val="bg1"/>
                </a:solidFill>
              </a:defRPr>
            </a:lvl3pPr>
            <a:lvl4pPr>
              <a:spcBef>
                <a:spcPts val="600"/>
              </a:spcBef>
              <a:spcAft>
                <a:spcPts val="300"/>
              </a:spcAft>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Copyright Notice</a:t>
            </a:r>
          </a:p>
          <a:p>
            <a:pPr lvl="1"/>
            <a:r>
              <a:rPr lang="en-US"/>
              <a:t>Copyright © </a:t>
            </a:r>
            <a:r>
              <a:rPr lang="en-US" err="1"/>
              <a:t>Xebia</a:t>
            </a:r>
            <a:r>
              <a:rPr lang="en-US"/>
              <a:t> Nederland B.V., </a:t>
            </a:r>
            <a:r>
              <a:rPr lang="en-US" err="1"/>
              <a:t>Laapersveld</a:t>
            </a:r>
            <a:r>
              <a:rPr lang="en-US"/>
              <a:t> 27, 1213 VB, Hilversum, The Netherlands. All rights reserved. </a:t>
            </a:r>
            <a:br>
              <a:rPr lang="en-US"/>
            </a:br>
            <a:r>
              <a:rPr lang="en-US" err="1"/>
              <a:t>Xebia</a:t>
            </a:r>
            <a:r>
              <a:rPr lang="en-US"/>
              <a:t>® is a registered trademark of </a:t>
            </a:r>
            <a:r>
              <a:rPr lang="en-US" err="1"/>
              <a:t>Xebia</a:t>
            </a:r>
            <a:r>
              <a:rPr lang="en-US"/>
              <a:t> Holding B.V. internationally. All other company </a:t>
            </a:r>
            <a:br>
              <a:rPr lang="en-US"/>
            </a:br>
            <a:r>
              <a:rPr lang="en-US"/>
              <a:t>references may be trademarks and/or service marks of their respective owners.</a:t>
            </a:r>
          </a:p>
        </p:txBody>
      </p:sp>
      <p:pic>
        <p:nvPicPr>
          <p:cNvPr id="80" name="Xebia_Logo_Purple_RGB copy.pdf" descr="Xebia_Logo_Purple_RGB copy.pdf">
            <a:extLst>
              <a:ext uri="{FF2B5EF4-FFF2-40B4-BE49-F238E27FC236}">
                <a16:creationId xmlns:a16="http://schemas.microsoft.com/office/drawing/2014/main" id="{17E222AC-4E3A-4D80-A5D3-8D4FEAE91579}"/>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10085294" y="5991871"/>
            <a:ext cx="1488890" cy="524091"/>
          </a:xfrm>
          <a:prstGeom prst="rect">
            <a:avLst/>
          </a:prstGeom>
          <a:ln w="12700">
            <a:miter lim="400000"/>
          </a:ln>
        </p:spPr>
      </p:pic>
    </p:spTree>
    <p:extLst>
      <p:ext uri="{BB962C8B-B14F-4D97-AF65-F5344CB8AC3E}">
        <p14:creationId xmlns:p14="http://schemas.microsoft.com/office/powerpoint/2010/main" val="128683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6" name="Graphic 31">
            <a:extLst>
              <a:ext uri="{FF2B5EF4-FFF2-40B4-BE49-F238E27FC236}">
                <a16:creationId xmlns:a16="http://schemas.microsoft.com/office/drawing/2014/main" id="{6F8C2140-0E3B-4526-AC26-07A2A3640BC3}"/>
              </a:ext>
            </a:extLst>
          </p:cNvPr>
          <p:cNvSpPr>
            <a:spLocks noChangeAspect="1"/>
          </p:cNvSpPr>
          <p:nvPr userDrawn="1"/>
        </p:nvSpPr>
        <p:spPr>
          <a:xfrm rot="5400000" flipH="1">
            <a:off x="2656213" y="-2656226"/>
            <a:ext cx="6900415" cy="12212857"/>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 name="connsiteX0" fmla="*/ 892481 w 5315644"/>
              <a:gd name="connsiteY0" fmla="*/ 0 h 7563813"/>
              <a:gd name="connsiteX1" fmla="*/ 5816 w 5315644"/>
              <a:gd name="connsiteY1" fmla="*/ 3571624 h 7563813"/>
              <a:gd name="connsiteX2" fmla="*/ 747667 w 5315644"/>
              <a:gd name="connsiteY2" fmla="*/ 7563812 h 7563813"/>
              <a:gd name="connsiteX3" fmla="*/ 4552322 w 5315644"/>
              <a:gd name="connsiteY3" fmla="*/ 7563813 h 7563813"/>
              <a:gd name="connsiteX4" fmla="*/ 5315644 w 5315644"/>
              <a:gd name="connsiteY4" fmla="*/ 0 h 7563813"/>
              <a:gd name="connsiteX5" fmla="*/ 892481 w 5315644"/>
              <a:gd name="connsiteY5" fmla="*/ 0 h 7563813"/>
              <a:gd name="connsiteX0" fmla="*/ 892481 w 5315644"/>
              <a:gd name="connsiteY0" fmla="*/ 0 h 7563813"/>
              <a:gd name="connsiteX1" fmla="*/ 5816 w 5315644"/>
              <a:gd name="connsiteY1" fmla="*/ 3571624 h 7563813"/>
              <a:gd name="connsiteX2" fmla="*/ 747667 w 5315644"/>
              <a:gd name="connsiteY2" fmla="*/ 7563812 h 7563813"/>
              <a:gd name="connsiteX3" fmla="*/ 4901639 w 5315644"/>
              <a:gd name="connsiteY3" fmla="*/ 7563813 h 7563813"/>
              <a:gd name="connsiteX4" fmla="*/ 5315644 w 5315644"/>
              <a:gd name="connsiteY4" fmla="*/ 0 h 7563813"/>
              <a:gd name="connsiteX5" fmla="*/ 892481 w 5315644"/>
              <a:gd name="connsiteY5" fmla="*/ 0 h 7563813"/>
              <a:gd name="connsiteX0" fmla="*/ 892481 w 4901639"/>
              <a:gd name="connsiteY0" fmla="*/ 0 h 7563813"/>
              <a:gd name="connsiteX1" fmla="*/ 5816 w 4901639"/>
              <a:gd name="connsiteY1" fmla="*/ 3571624 h 7563813"/>
              <a:gd name="connsiteX2" fmla="*/ 747667 w 4901639"/>
              <a:gd name="connsiteY2" fmla="*/ 7563812 h 7563813"/>
              <a:gd name="connsiteX3" fmla="*/ 4901639 w 4901639"/>
              <a:gd name="connsiteY3" fmla="*/ 7563813 h 7563813"/>
              <a:gd name="connsiteX4" fmla="*/ 4565260 w 4901639"/>
              <a:gd name="connsiteY4" fmla="*/ 0 h 7563813"/>
              <a:gd name="connsiteX5" fmla="*/ 892481 w 4901639"/>
              <a:gd name="connsiteY5" fmla="*/ 0 h 7563813"/>
              <a:gd name="connsiteX0" fmla="*/ 892481 w 4901639"/>
              <a:gd name="connsiteY0" fmla="*/ 12938 h 7576751"/>
              <a:gd name="connsiteX1" fmla="*/ 5816 w 4901639"/>
              <a:gd name="connsiteY1" fmla="*/ 3584562 h 7576751"/>
              <a:gd name="connsiteX2" fmla="*/ 747667 w 4901639"/>
              <a:gd name="connsiteY2" fmla="*/ 7576750 h 7576751"/>
              <a:gd name="connsiteX3" fmla="*/ 4901639 w 4901639"/>
              <a:gd name="connsiteY3" fmla="*/ 7576751 h 7576751"/>
              <a:gd name="connsiteX4" fmla="*/ 4901639 w 4901639"/>
              <a:gd name="connsiteY4" fmla="*/ 0 h 7576751"/>
              <a:gd name="connsiteX5" fmla="*/ 892481 w 4901639"/>
              <a:gd name="connsiteY5" fmla="*/ 12938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823283 h 8379532"/>
              <a:gd name="connsiteX1" fmla="*/ 10879 w 4906702"/>
              <a:gd name="connsiteY1" fmla="*/ 4387343 h 8379532"/>
              <a:gd name="connsiteX2" fmla="*/ 752730 w 4906702"/>
              <a:gd name="connsiteY2" fmla="*/ 8379531 h 8379532"/>
              <a:gd name="connsiteX3" fmla="*/ 4906702 w 4906702"/>
              <a:gd name="connsiteY3" fmla="*/ 8379532 h 8379532"/>
              <a:gd name="connsiteX4" fmla="*/ 4906702 w 4906702"/>
              <a:gd name="connsiteY4" fmla="*/ 802781 h 8379532"/>
              <a:gd name="connsiteX5" fmla="*/ 0 w 4906702"/>
              <a:gd name="connsiteY5" fmla="*/ 823283 h 8379532"/>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0 w 4906702"/>
              <a:gd name="connsiteY0" fmla="*/ 20502 h 7576751"/>
              <a:gd name="connsiteX1" fmla="*/ 10879 w 4906702"/>
              <a:gd name="connsiteY1" fmla="*/ 3584562 h 7576751"/>
              <a:gd name="connsiteX2" fmla="*/ 752730 w 4906702"/>
              <a:gd name="connsiteY2" fmla="*/ 7576750 h 7576751"/>
              <a:gd name="connsiteX3" fmla="*/ 4906702 w 4906702"/>
              <a:gd name="connsiteY3" fmla="*/ 7576751 h 7576751"/>
              <a:gd name="connsiteX4" fmla="*/ 4906702 w 4906702"/>
              <a:gd name="connsiteY4" fmla="*/ 0 h 7576751"/>
              <a:gd name="connsiteX5" fmla="*/ 0 w 4906702"/>
              <a:gd name="connsiteY5" fmla="*/ 20502 h 7576751"/>
              <a:gd name="connsiteX0" fmla="*/ 147214 w 4923206"/>
              <a:gd name="connsiteY0" fmla="*/ 179342 h 7576751"/>
              <a:gd name="connsiteX1" fmla="*/ 27383 w 4923206"/>
              <a:gd name="connsiteY1" fmla="*/ 3584562 h 7576751"/>
              <a:gd name="connsiteX2" fmla="*/ 769234 w 4923206"/>
              <a:gd name="connsiteY2" fmla="*/ 7576750 h 7576751"/>
              <a:gd name="connsiteX3" fmla="*/ 4923206 w 4923206"/>
              <a:gd name="connsiteY3" fmla="*/ 7576751 h 7576751"/>
              <a:gd name="connsiteX4" fmla="*/ 4923206 w 4923206"/>
              <a:gd name="connsiteY4" fmla="*/ 0 h 7576751"/>
              <a:gd name="connsiteX5" fmla="*/ 147214 w 4923206"/>
              <a:gd name="connsiteY5" fmla="*/ 179342 h 7576751"/>
              <a:gd name="connsiteX0" fmla="*/ 42213 w 4957629"/>
              <a:gd name="connsiteY0" fmla="*/ 5373 h 7576751"/>
              <a:gd name="connsiteX1" fmla="*/ 61806 w 4957629"/>
              <a:gd name="connsiteY1" fmla="*/ 3584562 h 7576751"/>
              <a:gd name="connsiteX2" fmla="*/ 803657 w 4957629"/>
              <a:gd name="connsiteY2" fmla="*/ 7576750 h 7576751"/>
              <a:gd name="connsiteX3" fmla="*/ 4957629 w 4957629"/>
              <a:gd name="connsiteY3" fmla="*/ 7576751 h 7576751"/>
              <a:gd name="connsiteX4" fmla="*/ 4957629 w 4957629"/>
              <a:gd name="connsiteY4" fmla="*/ 0 h 7576751"/>
              <a:gd name="connsiteX5" fmla="*/ 42213 w 4957629"/>
              <a:gd name="connsiteY5" fmla="*/ 5373 h 7576751"/>
              <a:gd name="connsiteX0" fmla="*/ 19358 w 4934774"/>
              <a:gd name="connsiteY0" fmla="*/ 5373 h 7576751"/>
              <a:gd name="connsiteX1" fmla="*/ 38951 w 4934774"/>
              <a:gd name="connsiteY1" fmla="*/ 3584562 h 7576751"/>
              <a:gd name="connsiteX2" fmla="*/ 780802 w 4934774"/>
              <a:gd name="connsiteY2" fmla="*/ 7576750 h 7576751"/>
              <a:gd name="connsiteX3" fmla="*/ 4934774 w 4934774"/>
              <a:gd name="connsiteY3" fmla="*/ 7576751 h 7576751"/>
              <a:gd name="connsiteX4" fmla="*/ 4934774 w 4934774"/>
              <a:gd name="connsiteY4" fmla="*/ 0 h 7576751"/>
              <a:gd name="connsiteX5" fmla="*/ 19358 w 4934774"/>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0 w 4915416"/>
              <a:gd name="connsiteY0" fmla="*/ 5373 h 7576751"/>
              <a:gd name="connsiteX1" fmla="*/ 19593 w 4915416"/>
              <a:gd name="connsiteY1" fmla="*/ 3584562 h 7576751"/>
              <a:gd name="connsiteX2" fmla="*/ 761444 w 4915416"/>
              <a:gd name="connsiteY2" fmla="*/ 7576750 h 7576751"/>
              <a:gd name="connsiteX3" fmla="*/ 4915416 w 4915416"/>
              <a:gd name="connsiteY3" fmla="*/ 7576751 h 7576751"/>
              <a:gd name="connsiteX4" fmla="*/ 4915416 w 4915416"/>
              <a:gd name="connsiteY4" fmla="*/ 0 h 7576751"/>
              <a:gd name="connsiteX5" fmla="*/ 0 w 4915416"/>
              <a:gd name="connsiteY5" fmla="*/ 5373 h 7576751"/>
              <a:gd name="connsiteX0" fmla="*/ 369366 w 5284782"/>
              <a:gd name="connsiteY0" fmla="*/ 266522 h 7837900"/>
              <a:gd name="connsiteX1" fmla="*/ 362817 w 5284782"/>
              <a:gd name="connsiteY1" fmla="*/ 3845711 h 7837900"/>
              <a:gd name="connsiteX2" fmla="*/ 1130810 w 5284782"/>
              <a:gd name="connsiteY2" fmla="*/ 7837899 h 7837900"/>
              <a:gd name="connsiteX3" fmla="*/ 5284782 w 5284782"/>
              <a:gd name="connsiteY3" fmla="*/ 7837900 h 7837900"/>
              <a:gd name="connsiteX4" fmla="*/ 5284782 w 5284782"/>
              <a:gd name="connsiteY4" fmla="*/ 261149 h 7837900"/>
              <a:gd name="connsiteX5" fmla="*/ 369366 w 5284782"/>
              <a:gd name="connsiteY5" fmla="*/ 266522 h 7837900"/>
              <a:gd name="connsiteX0" fmla="*/ 16535 w 4931951"/>
              <a:gd name="connsiteY0" fmla="*/ 5373 h 7576751"/>
              <a:gd name="connsiteX1" fmla="*/ 9986 w 4931951"/>
              <a:gd name="connsiteY1" fmla="*/ 3584562 h 7576751"/>
              <a:gd name="connsiteX2" fmla="*/ 777979 w 4931951"/>
              <a:gd name="connsiteY2" fmla="*/ 7576750 h 7576751"/>
              <a:gd name="connsiteX3" fmla="*/ 4931951 w 4931951"/>
              <a:gd name="connsiteY3" fmla="*/ 7576751 h 7576751"/>
              <a:gd name="connsiteX4" fmla="*/ 4931951 w 4931951"/>
              <a:gd name="connsiteY4" fmla="*/ 0 h 7576751"/>
              <a:gd name="connsiteX5" fmla="*/ 16535 w 4931951"/>
              <a:gd name="connsiteY5" fmla="*/ 5373 h 757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1951" h="7576751">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rgbClr val="E5DDE8"/>
          </a:solidFill>
          <a:ln w="12692" cap="flat">
            <a:noFill/>
            <a:prstDash val="solid"/>
            <a:miter/>
          </a:ln>
        </p:spPr>
        <p:txBody>
          <a:bodyPr rtlCol="0" anchor="ctr"/>
          <a:lstStyle/>
          <a:p>
            <a:endParaRPr lang="nl-NL" sz="1633"/>
          </a:p>
        </p:txBody>
      </p:sp>
      <p:sp>
        <p:nvSpPr>
          <p:cNvPr id="4" name="Titel 2">
            <a:extLst>
              <a:ext uri="{FF2B5EF4-FFF2-40B4-BE49-F238E27FC236}">
                <a16:creationId xmlns:a16="http://schemas.microsoft.com/office/drawing/2014/main" id="{4D20EE6F-9DB1-43E9-9DF4-936AC3035312}"/>
              </a:ext>
            </a:extLst>
          </p:cNvPr>
          <p:cNvSpPr>
            <a:spLocks noGrp="1"/>
          </p:cNvSpPr>
          <p:nvPr>
            <p:ph type="title" hasCustomPrompt="1"/>
          </p:nvPr>
        </p:nvSpPr>
        <p:spPr>
          <a:xfrm>
            <a:off x="803820" y="728743"/>
            <a:ext cx="10770364" cy="895483"/>
          </a:xfrm>
        </p:spPr>
        <p:txBody>
          <a:bodyPr/>
          <a:lstStyle>
            <a:lvl1pPr>
              <a:defRPr/>
            </a:lvl1pPr>
          </a:lstStyle>
          <a:p>
            <a:r>
              <a:rPr lang="nl-NL"/>
              <a:t>Plaats hier een titel</a:t>
            </a:r>
            <a:br>
              <a:rPr lang="nl-NL"/>
            </a:br>
            <a:r>
              <a:rPr lang="nl-NL"/>
              <a:t>max. 2 regels</a:t>
            </a:r>
          </a:p>
        </p:txBody>
      </p:sp>
      <p:sp>
        <p:nvSpPr>
          <p:cNvPr id="11" name="Tijdelijke aanduiding voor verticale tekst 2">
            <a:extLst>
              <a:ext uri="{FF2B5EF4-FFF2-40B4-BE49-F238E27FC236}">
                <a16:creationId xmlns:a16="http://schemas.microsoft.com/office/drawing/2014/main" id="{5249CB95-719A-4BFE-BB21-6FB251BB66CA}"/>
              </a:ext>
            </a:extLst>
          </p:cNvPr>
          <p:cNvSpPr>
            <a:spLocks noGrp="1"/>
          </p:cNvSpPr>
          <p:nvPr>
            <p:ph type="body" orient="vert" idx="1" hasCustomPrompt="1"/>
          </p:nvPr>
        </p:nvSpPr>
        <p:spPr>
          <a:xfrm>
            <a:off x="807909" y="1837484"/>
            <a:ext cx="10765815" cy="3769939"/>
          </a:xfrm>
        </p:spPr>
        <p:txBody>
          <a:bodyPr vert="horz" lIns="0" tIns="0" rIns="0" bIns="0"/>
          <a:lstStyle>
            <a:lvl1pPr marL="0" indent="0">
              <a:buNone/>
              <a:defRPr sz="1800">
                <a:solidFill>
                  <a:schemeClr val="accent2"/>
                </a:solidFill>
              </a:defRPr>
            </a:lvl1pPr>
            <a:lvl2pPr marL="260350" indent="0">
              <a:buNone/>
              <a:defRPr>
                <a:solidFill>
                  <a:schemeClr val="bg1"/>
                </a:solidFill>
              </a:defRPr>
            </a:lvl2pPr>
            <a:lvl3pPr>
              <a:defRPr>
                <a:solidFill>
                  <a:schemeClr val="bg1"/>
                </a:solidFill>
              </a:defRPr>
            </a:lvl3pPr>
            <a:lvl4pPr>
              <a:spcBef>
                <a:spcPts val="600"/>
              </a:spcBef>
              <a:spcAft>
                <a:spcPts val="300"/>
              </a:spcAft>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 Copyright 2020 </a:t>
            </a:r>
            <a:r>
              <a:rPr lang="en-US" err="1"/>
              <a:t>Xebia</a:t>
            </a:r>
            <a:r>
              <a:rPr lang="en-US"/>
              <a:t> Nederland BV</a:t>
            </a:r>
            <a:br>
              <a:rPr lang="en-US"/>
            </a:br>
            <a:endParaRPr lang="en-US"/>
          </a:p>
          <a:p>
            <a:pPr lvl="0"/>
            <a:r>
              <a:rPr lang="en-US"/>
              <a:t>Every </a:t>
            </a:r>
            <a:r>
              <a:rPr lang="en-US" err="1"/>
              <a:t>Xebia</a:t>
            </a:r>
            <a:r>
              <a:rPr lang="en-US"/>
              <a:t> proposal is prepared for the sole and exclusive use of the party or organization to which it is addressed. Therefore, </a:t>
            </a:r>
            <a:r>
              <a:rPr lang="en-US" err="1"/>
              <a:t>Xebia</a:t>
            </a:r>
            <a:r>
              <a:rPr lang="en-US"/>
              <a:t> considers its proposals to be proprietary, and they may  not be made available to anyone other than the addressee or persons within the addressee’s organizations who are designated to evaluate or consider the proposal. The proposals may be made available to other persons or organizations only with the permission of the company office issuing the proposal. Other than for the purposes of evaluating this proposal, no part of this work may be reproduced or transmitted in any form or by any means, electronic or mechanical, including photocopying and recording, or by any information storage or retrieval system, except as may be permitted in writing by </a:t>
            </a:r>
            <a:r>
              <a:rPr lang="en-US" err="1"/>
              <a:t>Xebia</a:t>
            </a:r>
            <a:r>
              <a:rPr lang="en-US"/>
              <a:t>. All other product or company names mentioned are used for identification purposes only, and may be trademarks of their respective owners.</a:t>
            </a:r>
          </a:p>
        </p:txBody>
      </p:sp>
      <p:pic>
        <p:nvPicPr>
          <p:cNvPr id="12" name="Xebia_Logo_Purple_RGB copy.pdf" descr="Xebia_Logo_Purple_RGB copy.pdf">
            <a:extLst>
              <a:ext uri="{FF2B5EF4-FFF2-40B4-BE49-F238E27FC236}">
                <a16:creationId xmlns:a16="http://schemas.microsoft.com/office/drawing/2014/main" id="{93C80AA5-7448-4872-A6A8-DE4291FBC2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085294" y="5991871"/>
            <a:ext cx="1488890" cy="524091"/>
          </a:xfrm>
          <a:prstGeom prst="rect">
            <a:avLst/>
          </a:prstGeom>
          <a:ln w="12700">
            <a:miter lim="400000"/>
          </a:ln>
        </p:spPr>
      </p:pic>
    </p:spTree>
    <p:extLst>
      <p:ext uri="{BB962C8B-B14F-4D97-AF65-F5344CB8AC3E}">
        <p14:creationId xmlns:p14="http://schemas.microsoft.com/office/powerpoint/2010/main" val="146743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Photo" userDrawn="1">
  <p:cSld name="Photo">
    <p:spTree>
      <p:nvGrpSpPr>
        <p:cNvPr id="1" name="Shape 11266"/>
        <p:cNvGrpSpPr/>
        <p:nvPr/>
      </p:nvGrpSpPr>
      <p:grpSpPr>
        <a:xfrm>
          <a:off x="0" y="0"/>
          <a:ext cx="0" cy="0"/>
          <a:chOff x="0" y="0"/>
          <a:chExt cx="0" cy="0"/>
        </a:xfrm>
      </p:grpSpPr>
      <p:sp>
        <p:nvSpPr>
          <p:cNvPr id="11267" name="Google Shape;11267;p39"/>
          <p:cNvSpPr>
            <a:spLocks noGrp="1"/>
          </p:cNvSpPr>
          <p:nvPr>
            <p:ph type="pic" idx="2"/>
          </p:nvPr>
        </p:nvSpPr>
        <p:spPr>
          <a:xfrm>
            <a:off x="-666750" y="-2762250"/>
            <a:ext cx="13525500" cy="10820400"/>
          </a:xfrm>
          <a:prstGeom prst="rect">
            <a:avLst/>
          </a:prstGeom>
          <a:noFill/>
          <a:ln>
            <a:noFill/>
          </a:ln>
        </p:spPr>
      </p:sp>
      <p:sp>
        <p:nvSpPr>
          <p:cNvPr id="11268" name="Google Shape;11268;p39"/>
          <p:cNvSpPr txBox="1">
            <a:spLocks noGrp="1"/>
          </p:cNvSpPr>
          <p:nvPr>
            <p:ph type="sldNum" idx="12"/>
          </p:nvPr>
        </p:nvSpPr>
        <p:spPr>
          <a:xfrm>
            <a:off x="6000750" y="6486708"/>
            <a:ext cx="314189" cy="241092"/>
          </a:xfrm>
          <a:prstGeom prst="rect">
            <a:avLst/>
          </a:prstGeom>
          <a:noFill/>
          <a:ln>
            <a:noFill/>
          </a:ln>
        </p:spPr>
        <p:txBody>
          <a:bodyPr spcFirstLastPara="1" wrap="square" lIns="50800" tIns="50800" rIns="50800" bIns="50800" anchor="b" anchorCtr="0">
            <a:spAutoFit/>
          </a:bodyPr>
          <a:lstStyle>
            <a:lvl1pPr marL="0" lvl="0" indent="0" algn="l">
              <a:spcBef>
                <a:spcPts val="0"/>
              </a:spcBef>
              <a:buNone/>
              <a:defRPr>
                <a:solidFill>
                  <a:srgbClr val="FFFFFF"/>
                </a:solidFill>
              </a:defRPr>
            </a:lvl1pPr>
            <a:lvl2pPr marL="0" lvl="1" indent="0" algn="l">
              <a:spcBef>
                <a:spcPts val="0"/>
              </a:spcBef>
              <a:buNone/>
              <a:defRPr>
                <a:solidFill>
                  <a:srgbClr val="FFFFFF"/>
                </a:solidFill>
              </a:defRPr>
            </a:lvl2pPr>
            <a:lvl3pPr marL="0" lvl="2" indent="0" algn="l">
              <a:spcBef>
                <a:spcPts val="0"/>
              </a:spcBef>
              <a:buNone/>
              <a:defRPr>
                <a:solidFill>
                  <a:srgbClr val="FFFFFF"/>
                </a:solidFill>
              </a:defRPr>
            </a:lvl3pPr>
            <a:lvl4pPr marL="0" lvl="3" indent="0" algn="l">
              <a:spcBef>
                <a:spcPts val="0"/>
              </a:spcBef>
              <a:buNone/>
              <a:defRPr>
                <a:solidFill>
                  <a:srgbClr val="FFFFFF"/>
                </a:solidFill>
              </a:defRPr>
            </a:lvl4pPr>
            <a:lvl5pPr marL="0" lvl="4" indent="0" algn="l">
              <a:spcBef>
                <a:spcPts val="0"/>
              </a:spcBef>
              <a:buNone/>
              <a:defRPr>
                <a:solidFill>
                  <a:srgbClr val="FFFFFF"/>
                </a:solidFill>
              </a:defRPr>
            </a:lvl5pPr>
            <a:lvl6pPr marL="0" lvl="5" indent="0" algn="l">
              <a:spcBef>
                <a:spcPts val="0"/>
              </a:spcBef>
              <a:buNone/>
              <a:defRPr>
                <a:solidFill>
                  <a:srgbClr val="FFFFFF"/>
                </a:solidFill>
              </a:defRPr>
            </a:lvl6pPr>
            <a:lvl7pPr marL="0" lvl="6" indent="0" algn="l">
              <a:spcBef>
                <a:spcPts val="0"/>
              </a:spcBef>
              <a:buNone/>
              <a:defRPr>
                <a:solidFill>
                  <a:srgbClr val="FFFFFF"/>
                </a:solidFill>
              </a:defRPr>
            </a:lvl7pPr>
            <a:lvl8pPr marL="0" lvl="7" indent="0" algn="l">
              <a:spcBef>
                <a:spcPts val="0"/>
              </a:spcBef>
              <a:buNone/>
              <a:defRPr>
                <a:solidFill>
                  <a:srgbClr val="FFFFFF"/>
                </a:solidFill>
              </a:defRPr>
            </a:lvl8pPr>
            <a:lvl9pPr marL="0" lvl="8" indent="0" algn="l">
              <a:spcBef>
                <a:spcPts val="0"/>
              </a:spcBef>
              <a:buNone/>
              <a:defRPr>
                <a:solidFill>
                  <a:srgbClr val="FFFFFF"/>
                </a:solidFill>
              </a:defRPr>
            </a:lvl9pPr>
          </a:lstStyle>
          <a:p>
            <a:pPr marL="0" lvl="0" indent="0" algn="l" rtl="0">
              <a:spcBef>
                <a:spcPts val="0"/>
              </a:spcBef>
              <a:spcAft>
                <a:spcPts val="0"/>
              </a:spcAft>
              <a:buNone/>
            </a:pPr>
            <a:fld id="{00000000-1234-1234-1234-123412341234}" type="slidenum">
              <a:rPr lang="en-GB"/>
              <a:t>‹#›</a:t>
            </a:fld>
            <a:endParaRPr sz="900">
              <a:latin typeface="Helvetica Neue"/>
              <a:ea typeface="Helvetica Neue"/>
              <a:cs typeface="Helvetica Neue"/>
              <a:sym typeface="Helvetica Neue"/>
            </a:endParaRPr>
          </a:p>
        </p:txBody>
      </p:sp>
    </p:spTree>
    <p:extLst>
      <p:ext uri="{BB962C8B-B14F-4D97-AF65-F5344CB8AC3E}">
        <p14:creationId xmlns:p14="http://schemas.microsoft.com/office/powerpoint/2010/main" val="111940984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Layout -6-">
  <p:cSld name="Layout -6-">
    <p:spTree>
      <p:nvGrpSpPr>
        <p:cNvPr id="1" name="Shape 11271"/>
        <p:cNvGrpSpPr/>
        <p:nvPr/>
      </p:nvGrpSpPr>
      <p:grpSpPr>
        <a:xfrm>
          <a:off x="0" y="0"/>
          <a:ext cx="0" cy="0"/>
          <a:chOff x="0" y="0"/>
          <a:chExt cx="0" cy="0"/>
        </a:xfrm>
      </p:grpSpPr>
    </p:spTree>
    <p:extLst>
      <p:ext uri="{BB962C8B-B14F-4D97-AF65-F5344CB8AC3E}">
        <p14:creationId xmlns:p14="http://schemas.microsoft.com/office/powerpoint/2010/main" val="164352842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Disclaimer">
  <p:cSld name="1_Disclaimer">
    <p:spTree>
      <p:nvGrpSpPr>
        <p:cNvPr id="1" name="Shape 389"/>
        <p:cNvGrpSpPr/>
        <p:nvPr/>
      </p:nvGrpSpPr>
      <p:grpSpPr>
        <a:xfrm>
          <a:off x="0" y="0"/>
          <a:ext cx="0" cy="0"/>
          <a:chOff x="0" y="0"/>
          <a:chExt cx="0" cy="0"/>
        </a:xfrm>
      </p:grpSpPr>
      <p:sp>
        <p:nvSpPr>
          <p:cNvPr id="390" name="Google Shape;390;p42"/>
          <p:cNvSpPr/>
          <p:nvPr/>
        </p:nvSpPr>
        <p:spPr>
          <a:xfrm rot="5400000" flipH="1">
            <a:off x="2656213" y="-2656226"/>
            <a:ext cx="6900415" cy="12212857"/>
          </a:xfrm>
          <a:custGeom>
            <a:avLst/>
            <a:gdLst/>
            <a:ahLst/>
            <a:cxnLst/>
            <a:rect l="l" t="t" r="r" b="b"/>
            <a:pathLst>
              <a:path w="4931951" h="7576751" extrusionOk="0">
                <a:moveTo>
                  <a:pt x="16535" y="5373"/>
                </a:moveTo>
                <a:cubicBezTo>
                  <a:pt x="-5007" y="4000"/>
                  <a:pt x="-3639" y="2292410"/>
                  <a:pt x="9986" y="3584562"/>
                </a:cubicBezTo>
                <a:cubicBezTo>
                  <a:pt x="23611" y="4876714"/>
                  <a:pt x="882144" y="6160044"/>
                  <a:pt x="777979" y="7576750"/>
                </a:cubicBezTo>
                <a:lnTo>
                  <a:pt x="4931951" y="7576751"/>
                </a:lnTo>
                <a:lnTo>
                  <a:pt x="4931951" y="0"/>
                </a:lnTo>
                <a:lnTo>
                  <a:pt x="16535" y="537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33">
              <a:solidFill>
                <a:schemeClr val="dk1"/>
              </a:solidFill>
              <a:latin typeface="Proxima Nova"/>
              <a:ea typeface="Proxima Nova"/>
              <a:cs typeface="Proxima Nova"/>
              <a:sym typeface="Proxima Nova"/>
            </a:endParaRPr>
          </a:p>
        </p:txBody>
      </p:sp>
      <p:sp>
        <p:nvSpPr>
          <p:cNvPr id="392" name="Google Shape;392;p42"/>
          <p:cNvSpPr txBox="1">
            <a:spLocks noGrp="1"/>
          </p:cNvSpPr>
          <p:nvPr>
            <p:ph type="title"/>
          </p:nvPr>
        </p:nvSpPr>
        <p:spPr>
          <a:xfrm>
            <a:off x="804451" y="728743"/>
            <a:ext cx="10376419" cy="895483"/>
          </a:xfrm>
          <a:prstGeom prst="rect">
            <a:avLst/>
          </a:prstGeom>
          <a:noFill/>
          <a:ln>
            <a:noFill/>
          </a:ln>
        </p:spPr>
        <p:txBody>
          <a:bodyPr spcFirstLastPara="1" wrap="square" lIns="0" tIns="108000" rIns="108000" bIns="36000" anchor="ctr" anchorCtr="0">
            <a:noAutofit/>
          </a:bodyPr>
          <a:lstStyle>
            <a:lvl1pPr lvl="0" algn="l">
              <a:lnSpc>
                <a:spcPct val="80000"/>
              </a:lnSpc>
              <a:spcBef>
                <a:spcPts val="0"/>
              </a:spcBef>
              <a:spcAft>
                <a:spcPts val="0"/>
              </a:spcAft>
              <a:buClr>
                <a:schemeClr val="lt1"/>
              </a:buClr>
              <a:buSzPts val="2600"/>
              <a:buFont typeface="Proxima Nov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3" name="Google Shape;393;p42"/>
          <p:cNvSpPr txBox="1">
            <a:spLocks noGrp="1"/>
          </p:cNvSpPr>
          <p:nvPr>
            <p:ph type="body" idx="1"/>
          </p:nvPr>
        </p:nvSpPr>
        <p:spPr>
          <a:xfrm>
            <a:off x="807910" y="1837485"/>
            <a:ext cx="10372714" cy="2404998"/>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SzPts val="1400"/>
              <a:buNone/>
              <a:defRPr>
                <a:solidFill>
                  <a:schemeClr val="lt1"/>
                </a:solidFill>
              </a:defRPr>
            </a:lvl1pPr>
            <a:lvl2pPr marL="914400" lvl="1" indent="-228600" algn="l">
              <a:lnSpc>
                <a:spcPct val="90000"/>
              </a:lnSpc>
              <a:spcBef>
                <a:spcPts val="600"/>
              </a:spcBef>
              <a:spcAft>
                <a:spcPts val="0"/>
              </a:spcAft>
              <a:buSzPts val="1400"/>
              <a:buNone/>
              <a:defRPr>
                <a:solidFill>
                  <a:schemeClr val="lt1"/>
                </a:solidFill>
              </a:defRPr>
            </a:lvl2pPr>
            <a:lvl3pPr marL="1371600" lvl="2" indent="-228600" algn="l">
              <a:lnSpc>
                <a:spcPct val="90000"/>
              </a:lnSpc>
              <a:spcBef>
                <a:spcPts val="1200"/>
              </a:spcBef>
              <a:spcAft>
                <a:spcPts val="0"/>
              </a:spcAft>
              <a:buSzPts val="1190"/>
              <a:buNone/>
              <a:defRPr>
                <a:solidFill>
                  <a:schemeClr val="lt1"/>
                </a:solidFill>
              </a:defRPr>
            </a:lvl3pPr>
            <a:lvl4pPr marL="1828800" lvl="3" indent="-228600" algn="l">
              <a:lnSpc>
                <a:spcPct val="90000"/>
              </a:lnSpc>
              <a:spcBef>
                <a:spcPts val="1200"/>
              </a:spcBef>
              <a:spcAft>
                <a:spcPts val="0"/>
              </a:spcAft>
              <a:buClr>
                <a:schemeClr val="lt1"/>
              </a:buClr>
              <a:buSzPts val="1800"/>
              <a:buNone/>
              <a:defRPr>
                <a:solidFill>
                  <a:schemeClr val="lt1"/>
                </a:solidFill>
              </a:defRPr>
            </a:lvl4pPr>
            <a:lvl5pPr marL="2286000" lvl="4" indent="-304800" algn="l">
              <a:lnSpc>
                <a:spcPct val="90000"/>
              </a:lnSpc>
              <a:spcBef>
                <a:spcPts val="300"/>
              </a:spcBef>
              <a:spcAft>
                <a:spcPts val="0"/>
              </a:spcAft>
              <a:buSzPts val="1200"/>
              <a:buAutoNum type="arabicPeriod"/>
              <a:defRPr>
                <a:solidFill>
                  <a:schemeClr val="lt1"/>
                </a:solidFill>
              </a:defRPr>
            </a:lvl5pPr>
            <a:lvl6pPr marL="2743200" lvl="5" indent="-304800" algn="l">
              <a:lnSpc>
                <a:spcPct val="90000"/>
              </a:lnSpc>
              <a:spcBef>
                <a:spcPts val="1200"/>
              </a:spcBef>
              <a:spcAft>
                <a:spcPts val="0"/>
              </a:spcAft>
              <a:buSzPts val="1200"/>
              <a:buAutoNum type="alphaLcPeriod"/>
              <a:defRPr>
                <a:solidFill>
                  <a:schemeClr val="lt1"/>
                </a:solidFill>
              </a:defRPr>
            </a:lvl6pPr>
            <a:lvl7pPr marL="3200400" lvl="6" indent="-304800" algn="l">
              <a:lnSpc>
                <a:spcPct val="90000"/>
              </a:lnSpc>
              <a:spcBef>
                <a:spcPts val="1200"/>
              </a:spcBef>
              <a:spcAft>
                <a:spcPts val="0"/>
              </a:spcAft>
              <a:buSzPts val="1200"/>
              <a:buChar char="•"/>
              <a:defRPr>
                <a:solidFill>
                  <a:schemeClr val="lt1"/>
                </a:solidFill>
              </a:defRPr>
            </a:lvl7pPr>
            <a:lvl8pPr marL="3657600" lvl="7" indent="-228600" algn="l">
              <a:lnSpc>
                <a:spcPct val="90000"/>
              </a:lnSpc>
              <a:spcBef>
                <a:spcPts val="1200"/>
              </a:spcBef>
              <a:spcAft>
                <a:spcPts val="0"/>
              </a:spcAft>
              <a:buClr>
                <a:schemeClr val="lt1"/>
              </a:buClr>
              <a:buSzPts val="1400"/>
              <a:buNone/>
              <a:defRPr>
                <a:solidFill>
                  <a:schemeClr val="lt1"/>
                </a:solidFill>
              </a:defRPr>
            </a:lvl8pPr>
            <a:lvl9pPr marL="4114800" lvl="8" indent="-228600" algn="l">
              <a:lnSpc>
                <a:spcPct val="90000"/>
              </a:lnSpc>
              <a:spcBef>
                <a:spcPts val="1200"/>
              </a:spcBef>
              <a:spcAft>
                <a:spcPts val="1200"/>
              </a:spcAft>
              <a:buClr>
                <a:schemeClr val="lt1"/>
              </a:buClr>
              <a:buSzPts val="1600"/>
              <a:buNone/>
              <a:defRPr>
                <a:solidFill>
                  <a:schemeClr val="lt1"/>
                </a:solidFill>
              </a:defRPr>
            </a:lvl9pPr>
          </a:lstStyle>
          <a:p>
            <a:endParaRPr/>
          </a:p>
        </p:txBody>
      </p:sp>
      <p:sp>
        <p:nvSpPr>
          <p:cNvPr id="394" name="Google Shape;394;p42"/>
          <p:cNvSpPr txBox="1">
            <a:spLocks noGrp="1"/>
          </p:cNvSpPr>
          <p:nvPr>
            <p:ph type="body" idx="2"/>
          </p:nvPr>
        </p:nvSpPr>
        <p:spPr>
          <a:xfrm>
            <a:off x="807909" y="4706796"/>
            <a:ext cx="10376419" cy="705318"/>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SzPts val="1200"/>
              <a:buNone/>
              <a:defRPr sz="1200" b="1">
                <a:solidFill>
                  <a:schemeClr val="lt1"/>
                </a:solidFill>
              </a:defRPr>
            </a:lvl1pPr>
            <a:lvl2pPr marL="914400" lvl="1" indent="-228600" algn="l">
              <a:lnSpc>
                <a:spcPct val="90000"/>
              </a:lnSpc>
              <a:spcBef>
                <a:spcPts val="600"/>
              </a:spcBef>
              <a:spcAft>
                <a:spcPts val="0"/>
              </a:spcAft>
              <a:buSzPts val="1200"/>
              <a:buFont typeface="Arial"/>
              <a:buNone/>
              <a:defRPr sz="1200">
                <a:solidFill>
                  <a:schemeClr val="lt1"/>
                </a:solidFill>
              </a:defRPr>
            </a:lvl2pPr>
            <a:lvl3pPr marL="1371600" lvl="2" indent="-228600" algn="l">
              <a:lnSpc>
                <a:spcPct val="90000"/>
              </a:lnSpc>
              <a:spcBef>
                <a:spcPts val="1200"/>
              </a:spcBef>
              <a:spcAft>
                <a:spcPts val="0"/>
              </a:spcAft>
              <a:buSzPts val="1190"/>
              <a:buNone/>
              <a:defRPr>
                <a:solidFill>
                  <a:schemeClr val="lt1"/>
                </a:solidFill>
              </a:defRPr>
            </a:lvl3pPr>
            <a:lvl4pPr marL="1828800" lvl="3" indent="-228600" algn="l">
              <a:lnSpc>
                <a:spcPct val="90000"/>
              </a:lnSpc>
              <a:spcBef>
                <a:spcPts val="1200"/>
              </a:spcBef>
              <a:spcAft>
                <a:spcPts val="0"/>
              </a:spcAft>
              <a:buClr>
                <a:schemeClr val="lt1"/>
              </a:buClr>
              <a:buSzPts val="1800"/>
              <a:buNone/>
              <a:defRPr>
                <a:solidFill>
                  <a:schemeClr val="lt1"/>
                </a:solidFill>
              </a:defRPr>
            </a:lvl4pPr>
            <a:lvl5pPr marL="2286000" lvl="4" indent="-304800" algn="l">
              <a:lnSpc>
                <a:spcPct val="90000"/>
              </a:lnSpc>
              <a:spcBef>
                <a:spcPts val="300"/>
              </a:spcBef>
              <a:spcAft>
                <a:spcPts val="0"/>
              </a:spcAft>
              <a:buSzPts val="1200"/>
              <a:buAutoNum type="arabicPeriod"/>
              <a:defRPr>
                <a:solidFill>
                  <a:schemeClr val="lt1"/>
                </a:solidFill>
              </a:defRPr>
            </a:lvl5pPr>
            <a:lvl6pPr marL="2743200" lvl="5" indent="-304800" algn="l">
              <a:lnSpc>
                <a:spcPct val="90000"/>
              </a:lnSpc>
              <a:spcBef>
                <a:spcPts val="1200"/>
              </a:spcBef>
              <a:spcAft>
                <a:spcPts val="0"/>
              </a:spcAft>
              <a:buSzPts val="1200"/>
              <a:buAutoNum type="alphaLcPeriod"/>
              <a:defRPr>
                <a:solidFill>
                  <a:schemeClr val="lt1"/>
                </a:solidFill>
              </a:defRPr>
            </a:lvl6pPr>
            <a:lvl7pPr marL="3200400" lvl="6" indent="-304800" algn="l">
              <a:lnSpc>
                <a:spcPct val="90000"/>
              </a:lnSpc>
              <a:spcBef>
                <a:spcPts val="1200"/>
              </a:spcBef>
              <a:spcAft>
                <a:spcPts val="0"/>
              </a:spcAft>
              <a:buSzPts val="1200"/>
              <a:buChar char="•"/>
              <a:defRPr>
                <a:solidFill>
                  <a:schemeClr val="lt1"/>
                </a:solidFill>
              </a:defRPr>
            </a:lvl7pPr>
            <a:lvl8pPr marL="3657600" lvl="7" indent="-228600" algn="l">
              <a:lnSpc>
                <a:spcPct val="90000"/>
              </a:lnSpc>
              <a:spcBef>
                <a:spcPts val="1200"/>
              </a:spcBef>
              <a:spcAft>
                <a:spcPts val="0"/>
              </a:spcAft>
              <a:buClr>
                <a:schemeClr val="lt1"/>
              </a:buClr>
              <a:buSzPts val="1400"/>
              <a:buNone/>
              <a:defRPr>
                <a:solidFill>
                  <a:schemeClr val="lt1"/>
                </a:solidFill>
              </a:defRPr>
            </a:lvl8pPr>
            <a:lvl9pPr marL="4114800" lvl="8" indent="-228600" algn="l">
              <a:lnSpc>
                <a:spcPct val="90000"/>
              </a:lnSpc>
              <a:spcBef>
                <a:spcPts val="1200"/>
              </a:spcBef>
              <a:spcAft>
                <a:spcPts val="1200"/>
              </a:spcAft>
              <a:buClr>
                <a:schemeClr val="lt1"/>
              </a:buClr>
              <a:buSzPts val="1600"/>
              <a:buNone/>
              <a:defRPr>
                <a:solidFill>
                  <a:schemeClr val="lt1"/>
                </a:solidFill>
              </a:defRPr>
            </a:lvl9pPr>
          </a:lstStyle>
          <a:p>
            <a:endParaRPr/>
          </a:p>
        </p:txBody>
      </p:sp>
      <p:pic>
        <p:nvPicPr>
          <p:cNvPr id="395" name="Google Shape;395;p42" descr="Xebia_Logo_Purple_RGB copy.pdf"/>
          <p:cNvPicPr preferRelativeResize="0"/>
          <p:nvPr/>
        </p:nvPicPr>
        <p:blipFill rotWithShape="1">
          <a:blip r:embed="rId2">
            <a:alphaModFix/>
          </a:blip>
          <a:srcRect/>
          <a:stretch/>
        </p:blipFill>
        <p:spPr>
          <a:xfrm>
            <a:off x="10085294" y="5991871"/>
            <a:ext cx="1488890" cy="524091"/>
          </a:xfrm>
          <a:prstGeom prst="rect">
            <a:avLst/>
          </a:prstGeom>
          <a:noFill/>
          <a:ln>
            <a:noFill/>
          </a:ln>
        </p:spPr>
      </p:pic>
    </p:spTree>
    <p:extLst>
      <p:ext uri="{BB962C8B-B14F-4D97-AF65-F5344CB8AC3E}">
        <p14:creationId xmlns:p14="http://schemas.microsoft.com/office/powerpoint/2010/main" val="371014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1773-0CBA-D750-B8DA-724A193489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DC5719-EE2D-E966-659F-AB9FF91951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2B4F50-005B-F4A0-353F-E1FC5A41C9F8}"/>
              </a:ext>
            </a:extLst>
          </p:cNvPr>
          <p:cNvSpPr>
            <a:spLocks noGrp="1"/>
          </p:cNvSpPr>
          <p:nvPr>
            <p:ph type="dt" sz="half" idx="10"/>
          </p:nvPr>
        </p:nvSpPr>
        <p:spPr/>
        <p:txBody>
          <a:bodyPr/>
          <a:lstStyle/>
          <a:p>
            <a:fld id="{D5CD177B-8725-45BC-8B88-1BA3E2045F05}" type="datetimeFigureOut">
              <a:rPr lang="en-US" smtClean="0"/>
              <a:t>8/18/2026</a:t>
            </a:fld>
            <a:endParaRPr lang="en-US"/>
          </a:p>
        </p:txBody>
      </p:sp>
      <p:sp>
        <p:nvSpPr>
          <p:cNvPr id="5" name="Footer Placeholder 4">
            <a:extLst>
              <a:ext uri="{FF2B5EF4-FFF2-40B4-BE49-F238E27FC236}">
                <a16:creationId xmlns:a16="http://schemas.microsoft.com/office/drawing/2014/main" id="{70D3AE83-A952-1232-7CBE-5ECB253483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6BA869-8FFD-8161-B32C-9D22C267E58E}"/>
              </a:ext>
            </a:extLst>
          </p:cNvPr>
          <p:cNvSpPr>
            <a:spLocks noGrp="1"/>
          </p:cNvSpPr>
          <p:nvPr>
            <p:ph type="sldNum" sz="quarter" idx="12"/>
          </p:nvPr>
        </p:nvSpPr>
        <p:spPr/>
        <p:txBody>
          <a:bodyPr/>
          <a:lstStyle/>
          <a:p>
            <a:fld id="{10B87559-819D-4F0C-9E1E-06F3A197EE4B}" type="slidenum">
              <a:rPr lang="en-US" smtClean="0"/>
              <a:t>‹#›</a:t>
            </a:fld>
            <a:endParaRPr lang="en-US"/>
          </a:p>
        </p:txBody>
      </p:sp>
    </p:spTree>
    <p:extLst>
      <p:ext uri="{BB962C8B-B14F-4D97-AF65-F5344CB8AC3E}">
        <p14:creationId xmlns:p14="http://schemas.microsoft.com/office/powerpoint/2010/main" val="362908775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1"/>
        <p:cNvGrpSpPr/>
        <p:nvPr/>
      </p:nvGrpSpPr>
      <p:grpSpPr>
        <a:xfrm>
          <a:off x="0" y="0"/>
          <a:ext cx="0" cy="0"/>
          <a:chOff x="0" y="0"/>
          <a:chExt cx="0" cy="0"/>
        </a:xfrm>
      </p:grpSpPr>
      <p:sp>
        <p:nvSpPr>
          <p:cNvPr id="14" name="Google Shape;14;p3"/>
          <p:cNvSpPr txBox="1">
            <a:spLocks noGrp="1"/>
          </p:cNvSpPr>
          <p:nvPr>
            <p:ph type="title"/>
          </p:nvPr>
        </p:nvSpPr>
        <p:spPr>
          <a:xfrm>
            <a:off x="336529" y="222765"/>
            <a:ext cx="9906355" cy="56818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22222"/>
              </a:buClr>
              <a:buSzPts val="3000"/>
              <a:buFont typeface="Open Sans"/>
              <a:buNone/>
              <a:defRPr sz="3000" b="1" i="0" u="none" strike="noStrike" cap="none">
                <a:solidFill>
                  <a:srgbClr val="222222"/>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Rectangle 6">
            <a:extLst>
              <a:ext uri="{FF2B5EF4-FFF2-40B4-BE49-F238E27FC236}">
                <a16:creationId xmlns:a16="http://schemas.microsoft.com/office/drawing/2014/main" id="{47901565-E942-44E8-9DCA-0B5EF83B18A6}"/>
              </a:ext>
            </a:extLst>
          </p:cNvPr>
          <p:cNvSpPr/>
          <p:nvPr userDrawn="1"/>
        </p:nvSpPr>
        <p:spPr>
          <a:xfrm>
            <a:off x="355149" y="6497394"/>
            <a:ext cx="901209" cy="246221"/>
          </a:xfrm>
          <a:prstGeom prst="rect">
            <a:avLst/>
          </a:prstGeom>
        </p:spPr>
        <p:txBody>
          <a:bodyPr wrap="non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b="0" i="0">
                <a:solidFill>
                  <a:schemeClr val="bg1">
                    <a:lumMod val="65000"/>
                  </a:schemeClr>
                </a:solidFill>
                <a:latin typeface="Avenir Light" panose="020B0402020203020204" pitchFamily="34" charset="77"/>
              </a:rPr>
              <a:t>© 2021 Xebia</a:t>
            </a:r>
          </a:p>
        </p:txBody>
      </p:sp>
      <p:pic>
        <p:nvPicPr>
          <p:cNvPr id="2" name="Picture 1" descr="A close up of a sign&#10;&#10;Description automatically generated">
            <a:extLst>
              <a:ext uri="{FF2B5EF4-FFF2-40B4-BE49-F238E27FC236}">
                <a16:creationId xmlns:a16="http://schemas.microsoft.com/office/drawing/2014/main" id="{D9959D4E-1A70-9DFE-4AE4-A45A54101E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0971" y="423337"/>
            <a:ext cx="833165" cy="275137"/>
          </a:xfrm>
          <a:prstGeom prst="rect">
            <a:avLst/>
          </a:prstGeom>
        </p:spPr>
      </p:pic>
    </p:spTree>
    <p:extLst>
      <p:ext uri="{BB962C8B-B14F-4D97-AF65-F5344CB8AC3E}">
        <p14:creationId xmlns:p14="http://schemas.microsoft.com/office/powerpoint/2010/main" val="78632713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Blank with Title">
    <p:spTree>
      <p:nvGrpSpPr>
        <p:cNvPr id="1" name=""/>
        <p:cNvGrpSpPr/>
        <p:nvPr/>
      </p:nvGrpSpPr>
      <p:grpSpPr>
        <a:xfrm>
          <a:off x="0" y="0"/>
          <a:ext cx="0" cy="0"/>
          <a:chOff x="0" y="0"/>
          <a:chExt cx="0" cy="0"/>
        </a:xfrm>
      </p:grpSpPr>
      <p:pic>
        <p:nvPicPr>
          <p:cNvPr id="2" name="Picture 1" descr="A close up of a sign&#10;&#10;Description automatically generated">
            <a:extLst>
              <a:ext uri="{FF2B5EF4-FFF2-40B4-BE49-F238E27FC236}">
                <a16:creationId xmlns:a16="http://schemas.microsoft.com/office/drawing/2014/main" id="{22971960-D58F-B343-9383-9D1A2C633C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0971" y="423337"/>
            <a:ext cx="833165" cy="275137"/>
          </a:xfrm>
          <a:prstGeom prst="rect">
            <a:avLst/>
          </a:prstGeom>
        </p:spPr>
      </p:pic>
      <p:sp>
        <p:nvSpPr>
          <p:cNvPr id="7" name="Title 1">
            <a:extLst>
              <a:ext uri="{FF2B5EF4-FFF2-40B4-BE49-F238E27FC236}">
                <a16:creationId xmlns:a16="http://schemas.microsoft.com/office/drawing/2014/main" id="{08FAB7C8-011A-1042-90CC-49F98D949951}"/>
              </a:ext>
            </a:extLst>
          </p:cNvPr>
          <p:cNvSpPr>
            <a:spLocks noGrp="1"/>
          </p:cNvSpPr>
          <p:nvPr>
            <p:ph type="title"/>
          </p:nvPr>
        </p:nvSpPr>
        <p:spPr>
          <a:xfrm>
            <a:off x="330545" y="326905"/>
            <a:ext cx="10515600" cy="468000"/>
          </a:xfrm>
          <a:prstGeom prst="rect">
            <a:avLst/>
          </a:prstGeom>
        </p:spPr>
        <p:txBody>
          <a:bodyPr anchor="t"/>
          <a:lstStyle>
            <a:lvl1pPr>
              <a:defRPr sz="2800" b="0" i="0">
                <a:solidFill>
                  <a:srgbClr val="6A205F"/>
                </a:solidFill>
                <a:latin typeface="Avenir Medium" panose="02000503020000020003" pitchFamily="2" charset="0"/>
              </a:defRPr>
            </a:lvl1pPr>
          </a:lstStyle>
          <a:p>
            <a:r>
              <a:rPr lang="en-US"/>
              <a:t>Click to edit Master title style</a:t>
            </a:r>
          </a:p>
        </p:txBody>
      </p:sp>
      <p:sp>
        <p:nvSpPr>
          <p:cNvPr id="9" name="Rectangle 8">
            <a:extLst>
              <a:ext uri="{FF2B5EF4-FFF2-40B4-BE49-F238E27FC236}">
                <a16:creationId xmlns:a16="http://schemas.microsoft.com/office/drawing/2014/main" id="{EA251E3B-EAED-1145-B455-990CA86067B5}"/>
              </a:ext>
            </a:extLst>
          </p:cNvPr>
          <p:cNvSpPr/>
          <p:nvPr userDrawn="1"/>
        </p:nvSpPr>
        <p:spPr>
          <a:xfrm>
            <a:off x="0" y="6821956"/>
            <a:ext cx="12192000" cy="45719"/>
          </a:xfrm>
          <a:prstGeom prst="rect">
            <a:avLst/>
          </a:prstGeom>
          <a:gradFill flip="none" rotWithShape="1">
            <a:gsLst>
              <a:gs pos="25000">
                <a:srgbClr val="FFB0A6"/>
              </a:gs>
              <a:gs pos="100000">
                <a:srgbClr val="E44F0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a:ln>
                <a:noFill/>
              </a:ln>
              <a:solidFill>
                <a:prstClr val="white"/>
              </a:solidFill>
              <a:effectLst/>
              <a:uLnTx/>
              <a:uFillTx/>
              <a:latin typeface="Avenir LT Std 65 Medium" panose="020B0803020203020204"/>
              <a:ea typeface="+mn-ea"/>
              <a:cs typeface="+mn-cs"/>
            </a:endParaRPr>
          </a:p>
        </p:txBody>
      </p:sp>
      <p:sp>
        <p:nvSpPr>
          <p:cNvPr id="5" name="Text Placeholder 11">
            <a:extLst>
              <a:ext uri="{FF2B5EF4-FFF2-40B4-BE49-F238E27FC236}">
                <a16:creationId xmlns:a16="http://schemas.microsoft.com/office/drawing/2014/main" id="{D53580D3-2B88-7995-246F-5A3ED1A00CDA}"/>
              </a:ext>
            </a:extLst>
          </p:cNvPr>
          <p:cNvSpPr>
            <a:spLocks noGrp="1"/>
          </p:cNvSpPr>
          <p:nvPr>
            <p:ph type="body" sz="quarter" idx="34" hasCustomPrompt="1"/>
          </p:nvPr>
        </p:nvSpPr>
        <p:spPr>
          <a:xfrm>
            <a:off x="330544" y="1382995"/>
            <a:ext cx="11493591" cy="4574460"/>
          </a:xfrm>
        </p:spPr>
        <p:txBody>
          <a:bodyPr lIns="36000" tIns="0" rIns="0" bIns="0">
            <a:noAutofit/>
          </a:bodyPr>
          <a:lstStyle>
            <a:lvl1pPr marL="263525" indent="-263525">
              <a:spcBef>
                <a:spcPts val="600"/>
              </a:spcBef>
              <a:buClr>
                <a:schemeClr val="tx1">
                  <a:lumMod val="75000"/>
                </a:schemeClr>
              </a:buClr>
              <a:buSzPct val="75000"/>
              <a:buFont typeface="Wingdings" panose="05000000000000000000" pitchFamily="2" charset="2"/>
              <a:buChar char="§"/>
              <a:defRPr sz="1800">
                <a:solidFill>
                  <a:schemeClr val="tx1"/>
                </a:solidFill>
                <a:latin typeface="+mj-lt"/>
              </a:defRPr>
            </a:lvl1pPr>
            <a:lvl2pPr marL="442913" indent="-282575">
              <a:spcBef>
                <a:spcPts val="600"/>
              </a:spcBef>
              <a:buClr>
                <a:schemeClr val="tx1">
                  <a:lumMod val="75000"/>
                </a:schemeClr>
              </a:buClr>
              <a:buSzPct val="75000"/>
              <a:buFont typeface="Wingdings" panose="05000000000000000000" pitchFamily="2" charset="2"/>
              <a:buChar char="§"/>
              <a:defRPr sz="1600">
                <a:solidFill>
                  <a:schemeClr val="tx1"/>
                </a:solidFill>
                <a:latin typeface="+mj-lt"/>
              </a:defRPr>
            </a:lvl2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151580517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1_Blank with Title">
    <p:spTree>
      <p:nvGrpSpPr>
        <p:cNvPr id="1" name=""/>
        <p:cNvGrpSpPr/>
        <p:nvPr/>
      </p:nvGrpSpPr>
      <p:grpSpPr>
        <a:xfrm>
          <a:off x="0" y="0"/>
          <a:ext cx="0" cy="0"/>
          <a:chOff x="0" y="0"/>
          <a:chExt cx="0" cy="0"/>
        </a:xfrm>
      </p:grpSpPr>
      <p:pic>
        <p:nvPicPr>
          <p:cNvPr id="2" name="Picture 1" descr="A close up of a sign&#10;&#10;Description automatically generated">
            <a:extLst>
              <a:ext uri="{FF2B5EF4-FFF2-40B4-BE49-F238E27FC236}">
                <a16:creationId xmlns:a16="http://schemas.microsoft.com/office/drawing/2014/main" id="{22971960-D58F-B343-9383-9D1A2C633CE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90971" y="423337"/>
            <a:ext cx="833165" cy="275137"/>
          </a:xfrm>
          <a:prstGeom prst="rect">
            <a:avLst/>
          </a:prstGeom>
        </p:spPr>
      </p:pic>
      <p:sp>
        <p:nvSpPr>
          <p:cNvPr id="7" name="Title 1">
            <a:extLst>
              <a:ext uri="{FF2B5EF4-FFF2-40B4-BE49-F238E27FC236}">
                <a16:creationId xmlns:a16="http://schemas.microsoft.com/office/drawing/2014/main" id="{08FAB7C8-011A-1042-90CC-49F98D949951}"/>
              </a:ext>
            </a:extLst>
          </p:cNvPr>
          <p:cNvSpPr>
            <a:spLocks noGrp="1"/>
          </p:cNvSpPr>
          <p:nvPr>
            <p:ph type="title"/>
          </p:nvPr>
        </p:nvSpPr>
        <p:spPr>
          <a:xfrm>
            <a:off x="330545" y="326905"/>
            <a:ext cx="10515600" cy="468000"/>
          </a:xfrm>
          <a:prstGeom prst="rect">
            <a:avLst/>
          </a:prstGeom>
        </p:spPr>
        <p:txBody>
          <a:bodyPr anchor="t"/>
          <a:lstStyle>
            <a:lvl1pPr>
              <a:defRPr sz="2800" b="0" i="0">
                <a:solidFill>
                  <a:srgbClr val="6A205F"/>
                </a:solidFill>
                <a:latin typeface="Avenir Medium" panose="02000503020000020003" pitchFamily="2" charset="0"/>
              </a:defRPr>
            </a:lvl1pPr>
          </a:lstStyle>
          <a:p>
            <a:r>
              <a:rPr lang="en-US"/>
              <a:t>Click to edit Master title style</a:t>
            </a:r>
          </a:p>
        </p:txBody>
      </p:sp>
      <p:sp>
        <p:nvSpPr>
          <p:cNvPr id="9" name="Rectangle 8">
            <a:extLst>
              <a:ext uri="{FF2B5EF4-FFF2-40B4-BE49-F238E27FC236}">
                <a16:creationId xmlns:a16="http://schemas.microsoft.com/office/drawing/2014/main" id="{EA251E3B-EAED-1145-B455-990CA86067B5}"/>
              </a:ext>
            </a:extLst>
          </p:cNvPr>
          <p:cNvSpPr/>
          <p:nvPr userDrawn="1"/>
        </p:nvSpPr>
        <p:spPr>
          <a:xfrm>
            <a:off x="0" y="6821956"/>
            <a:ext cx="12192000" cy="45719"/>
          </a:xfrm>
          <a:prstGeom prst="rect">
            <a:avLst/>
          </a:prstGeom>
          <a:gradFill flip="none" rotWithShape="1">
            <a:gsLst>
              <a:gs pos="25000">
                <a:srgbClr val="FFB0A6"/>
              </a:gs>
              <a:gs pos="100000">
                <a:srgbClr val="E44F0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a:ln>
                <a:noFill/>
              </a:ln>
              <a:solidFill>
                <a:prstClr val="white"/>
              </a:solidFill>
              <a:effectLst/>
              <a:uLnTx/>
              <a:uFillTx/>
              <a:latin typeface="Avenir LT Std 65 Medium" panose="020B0803020203020204"/>
              <a:ea typeface="+mn-ea"/>
              <a:cs typeface="+mn-cs"/>
            </a:endParaRPr>
          </a:p>
        </p:txBody>
      </p:sp>
    </p:spTree>
    <p:extLst>
      <p:ext uri="{BB962C8B-B14F-4D97-AF65-F5344CB8AC3E}">
        <p14:creationId xmlns:p14="http://schemas.microsoft.com/office/powerpoint/2010/main" val="283109392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a:t>Title of the</a:t>
            </a:r>
            <a:br>
              <a:rPr lang="en-GB"/>
            </a:br>
            <a:r>
              <a:rPr lang="en-GB"/>
              <a:t>presentation</a:t>
            </a:r>
            <a:endParaRPr lang="en-PL"/>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82800824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a:t>Title of the</a:t>
            </a:r>
            <a:br>
              <a:rPr lang="en-GB"/>
            </a:br>
            <a:r>
              <a:rPr lang="en-GB"/>
              <a:t>presentation</a:t>
            </a:r>
            <a:endParaRPr lang="en-PL"/>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80053978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85025483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a:solidFill>
                  <a:schemeClr val="tx2"/>
                </a:solidFill>
              </a:rPr>
              <a:t>Table of contents</a:t>
            </a:r>
            <a:endParaRPr lang="en-PL" sz="3000" b="1">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a:t>Table of contents</a:t>
            </a:r>
          </a:p>
          <a:p>
            <a:pPr lvl="1"/>
            <a:r>
              <a:rPr lang="en-GB"/>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9112079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hasCustomPrompt="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s-ES"/>
              <a:t>Haga clic para modificar los estilos de texto del patrón</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7671935"/>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s-ES"/>
              <a:t>Haga clic para modificar los estilos de texto del patrón</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a:t>Name and Surname</a:t>
            </a:r>
          </a:p>
          <a:p>
            <a:pPr lvl="1"/>
            <a:r>
              <a:rPr lang="en-GB"/>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s-ES"/>
              <a:t>Haga clic para modificar los estilos de texto del patrón</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09198813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s-ES"/>
              <a:t>Haga clic para modificar los estilos de texto del patrón</a:t>
            </a:r>
          </a:p>
          <a:p>
            <a:pPr lvl="1"/>
            <a:r>
              <a:rPr lang="es-ES"/>
              <a:t>Segundo nivel</a:t>
            </a:r>
          </a:p>
          <a:p>
            <a:pPr lvl="2"/>
            <a:r>
              <a:rPr lang="es-ES"/>
              <a:t>Tercer nivel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598769552"/>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Navigator Slide">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pic>
        <p:nvPicPr>
          <p:cNvPr id="5" name="Graphic 4" descr="Back with solid fill">
            <a:hlinkClick r:id="rId2" action="ppaction://hlinksldjump"/>
            <a:extLst>
              <a:ext uri="{FF2B5EF4-FFF2-40B4-BE49-F238E27FC236}">
                <a16:creationId xmlns:a16="http://schemas.microsoft.com/office/drawing/2014/main" id="{6EF9101D-78DB-D232-30C5-8F5BE6B6AB9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11832" y="94890"/>
            <a:ext cx="394391" cy="394391"/>
          </a:xfrm>
          <a:prstGeom prst="rect">
            <a:avLst/>
          </a:prstGeom>
        </p:spPr>
      </p:pic>
    </p:spTree>
    <p:extLst>
      <p:ext uri="{BB962C8B-B14F-4D97-AF65-F5344CB8AC3E}">
        <p14:creationId xmlns:p14="http://schemas.microsoft.com/office/powerpoint/2010/main" val="330665453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s-ES"/>
              <a:t>Haga clic para modificar los estilos de texto del patrón</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s-ES"/>
              <a:t>Haga clic para modificar los estilos de texto del patrón</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s-ES"/>
              <a:t>Haga clic para modificar los estilos de texto del patrón</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s-ES"/>
              <a:t>Haga clic para modificar los estilos de texto del patrón</a:t>
            </a:r>
          </a:p>
          <a:p>
            <a:pPr lvl="1"/>
            <a:r>
              <a:rPr lang="es-ES"/>
              <a:t>Segundo nivel</a:t>
            </a:r>
          </a:p>
          <a:p>
            <a:pPr lvl="2"/>
            <a:r>
              <a:rPr lang="es-ES"/>
              <a:t>Tercer nivel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84529594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s-ES"/>
              <a:t>Haga clic para modificar los estilos de texto del patrón</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s-ES"/>
              <a:t>Haga clic para modificar los estilos de texto del patrón</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s-ES"/>
              <a:t>Haga clic para modificar los estilos de texto del patrón</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s-ES"/>
              <a:t>Haga clic para modificar los estilos de texto del patrón</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s-ES"/>
              <a:t>Haga clic para modificar los estilos de texto del patrón</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s-ES"/>
              <a:t>Haga clic para modificar los estilos de texto del patrón</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09307362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6898400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706544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5160853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39961343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a:t>Title of contents</a:t>
            </a:r>
            <a:br>
              <a:rPr lang="en-GB"/>
            </a:br>
            <a:r>
              <a:rPr lang="en-GB"/>
              <a:t>max. 2 lines</a:t>
            </a:r>
            <a:endParaRPr lang="en-PL"/>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s-ES"/>
              <a:t>Haga clic para modificar los estilos de texto del patrón</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s-ES"/>
              <a:t>Haga clic para modificar los estilos de texto del patrón</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s-ES"/>
              <a:t>Haga clic en el icono para agregar una imagen</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5364123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9" Type="http://schemas.openxmlformats.org/officeDocument/2006/relationships/slideLayout" Target="../slideLayouts/slideLayout72.xml"/><Relationship Id="rId10" Type="http://schemas.openxmlformats.org/officeDocument/2006/relationships/slideLayout" Target="../slideLayouts/slideLayout73.xml"/><Relationship Id="rId11" Type="http://schemas.openxmlformats.org/officeDocument/2006/relationships/slideLayout" Target="../slideLayouts/slideLayout74.xml"/><Relationship Id="rId12" Type="http://schemas.openxmlformats.org/officeDocument/2006/relationships/slideLayout" Target="../slideLayouts/slideLayout75.xml"/><Relationship Id="rId13" Type="http://schemas.openxmlformats.org/officeDocument/2006/relationships/slideLayout" Target="../slideLayouts/slideLayout76.xml"/><Relationship Id="rId14" Type="http://schemas.openxmlformats.org/officeDocument/2006/relationships/slideLayout" Target="../slideLayouts/slideLayout77.xml"/><Relationship Id="rId15" Type="http://schemas.openxmlformats.org/officeDocument/2006/relationships/slideLayout" Target="../slideLayouts/slideLayout78.xml"/><Relationship Id="rId16" Type="http://schemas.openxmlformats.org/officeDocument/2006/relationships/slideLayout" Target="../slideLayouts/slideLayout79.xml"/><Relationship Id="rId17" Type="http://schemas.openxmlformats.org/officeDocument/2006/relationships/slideLayout" Target="../slideLayouts/slideLayout80.xml"/><Relationship Id="rId18" Type="http://schemas.openxmlformats.org/officeDocument/2006/relationships/slideLayout" Target="../slideLayouts/slideLayout81.xml"/><Relationship Id="rId19" Type="http://schemas.openxmlformats.org/officeDocument/2006/relationships/slideLayout" Target="../slideLayouts/slideLayout82.xml"/><Relationship Id="rId20" Type="http://schemas.openxmlformats.org/officeDocument/2006/relationships/slideLayout" Target="../slideLayouts/slideLayout83.xml"/><Relationship Id="rId21" Type="http://schemas.openxmlformats.org/officeDocument/2006/relationships/slideLayout" Target="../slideLayouts/slideLayout84.xml"/><Relationship Id="rId22" Type="http://schemas.openxmlformats.org/officeDocument/2006/relationships/slideLayout" Target="../slideLayouts/slideLayout85.xml"/><Relationship Id="rId23" Type="http://schemas.openxmlformats.org/officeDocument/2006/relationships/slideLayout" Target="../slideLayouts/slideLayout86.xml"/><Relationship Id="rId24" Type="http://schemas.openxmlformats.org/officeDocument/2006/relationships/slideLayout" Target="../slideLayouts/slideLayout87.xml"/><Relationship Id="rId25" Type="http://schemas.openxmlformats.org/officeDocument/2006/relationships/slideLayout" Target="../slideLayouts/slideLayout88.xml"/><Relationship Id="rId26" Type="http://schemas.openxmlformats.org/officeDocument/2006/relationships/slideLayout" Target="../slideLayouts/slideLayout89.xml"/><Relationship Id="rId27" Type="http://schemas.openxmlformats.org/officeDocument/2006/relationships/slideLayout" Target="../slideLayouts/slideLayout90.xml"/><Relationship Id="rId28" Type="http://schemas.openxmlformats.org/officeDocument/2006/relationships/slideLayout" Target="../slideLayouts/slideLayout91.xml"/><Relationship Id="rId29" Type="http://schemas.openxmlformats.org/officeDocument/2006/relationships/slideLayout" Target="../slideLayouts/slideLayout92.xml"/><Relationship Id="rId30" Type="http://schemas.openxmlformats.org/officeDocument/2006/relationships/slideLayout" Target="../slideLayouts/slideLayout93.xml"/><Relationship Id="rId31" Type="http://schemas.openxmlformats.org/officeDocument/2006/relationships/slideLayout" Target="../slideLayouts/slideLayout94.xml"/><Relationship Id="rId32" Type="http://schemas.openxmlformats.org/officeDocument/2006/relationships/slideLayout" Target="../slideLayouts/slideLayout95.xml"/><Relationship Id="rId33" Type="http://schemas.openxmlformats.org/officeDocument/2006/relationships/slideLayout" Target="../slideLayouts/slideLayout96.xml"/><Relationship Id="rId3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slideLayout" Target="../slideLayouts/slideLayout98.xml"/><Relationship Id="rId3" Type="http://schemas.openxmlformats.org/officeDocument/2006/relationships/slideLayout" Target="../slideLayouts/slideLayout99.xml"/><Relationship Id="rId4" Type="http://schemas.openxmlformats.org/officeDocument/2006/relationships/slideLayout" Target="../slideLayouts/slideLayout100.xml"/><Relationship Id="rId5" Type="http://schemas.openxmlformats.org/officeDocument/2006/relationships/slideLayout" Target="../slideLayouts/slideLayout101.xml"/><Relationship Id="rId6"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slideLayout" Target="../slideLayouts/slideLayout103.xml"/><Relationship Id="rId3" Type="http://schemas.openxmlformats.org/officeDocument/2006/relationships/slideLayout" Target="../slideLayouts/slideLayout104.xml"/><Relationship Id="rId4" Type="http://schemas.openxmlformats.org/officeDocument/2006/relationships/slideLayout" Target="../slideLayouts/slideLayout105.xml"/><Relationship Id="rId5" Type="http://schemas.openxmlformats.org/officeDocument/2006/relationships/slideLayout" Target="../slideLayouts/slideLayout106.xml"/><Relationship Id="rId6" Type="http://schemas.openxmlformats.org/officeDocument/2006/relationships/slideLayout" Target="../slideLayouts/slideLayout107.xml"/><Relationship Id="rId7" Type="http://schemas.openxmlformats.org/officeDocument/2006/relationships/slideLayout" Target="../slideLayouts/slideLayout108.xml"/><Relationship Id="rId8" Type="http://schemas.openxmlformats.org/officeDocument/2006/relationships/slideLayout" Target="../slideLayouts/slideLayout109.xml"/><Relationship Id="rId9" Type="http://schemas.openxmlformats.org/officeDocument/2006/relationships/slideLayout" Target="../slideLayouts/slideLayout110.xml"/><Relationship Id="rId10" Type="http://schemas.openxmlformats.org/officeDocument/2006/relationships/slideLayout" Target="../slideLayouts/slideLayout111.xml"/><Relationship Id="rId11" Type="http://schemas.openxmlformats.org/officeDocument/2006/relationships/slideLayout" Target="../slideLayouts/slideLayout112.xml"/><Relationship Id="rId12" Type="http://schemas.openxmlformats.org/officeDocument/2006/relationships/slideLayout" Target="../slideLayouts/slideLayout113.xml"/><Relationship Id="rId13" Type="http://schemas.openxmlformats.org/officeDocument/2006/relationships/slideLayout" Target="../slideLayouts/slideLayout114.xml"/><Relationship Id="rId14" Type="http://schemas.openxmlformats.org/officeDocument/2006/relationships/slideLayout" Target="../slideLayouts/slideLayout115.xml"/><Relationship Id="rId15" Type="http://schemas.openxmlformats.org/officeDocument/2006/relationships/slideLayout" Target="../slideLayouts/slideLayout116.xml"/><Relationship Id="rId16" Type="http://schemas.openxmlformats.org/officeDocument/2006/relationships/slideLayout" Target="../slideLayouts/slideLayout117.xml"/><Relationship Id="rId17" Type="http://schemas.openxmlformats.org/officeDocument/2006/relationships/slideLayout" Target="../slideLayouts/slideLayout118.xml"/><Relationship Id="rId18" Type="http://schemas.openxmlformats.org/officeDocument/2006/relationships/slideLayout" Target="../slideLayouts/slideLayout119.xml"/><Relationship Id="rId19" Type="http://schemas.openxmlformats.org/officeDocument/2006/relationships/slideLayout" Target="../slideLayouts/slideLayout120.xml"/><Relationship Id="rId20" Type="http://schemas.openxmlformats.org/officeDocument/2006/relationships/slideLayout" Target="../slideLayouts/slideLayout121.xml"/><Relationship Id="rId21" Type="http://schemas.openxmlformats.org/officeDocument/2006/relationships/slideLayout" Target="../slideLayouts/slideLayout122.xml"/><Relationship Id="rId22" Type="http://schemas.openxmlformats.org/officeDocument/2006/relationships/slideLayout" Target="../slideLayouts/slideLayout123.xml"/><Relationship Id="rId23" Type="http://schemas.openxmlformats.org/officeDocument/2006/relationships/slideLayout" Target="../slideLayouts/slideLayout124.xml"/><Relationship Id="rId24" Type="http://schemas.openxmlformats.org/officeDocument/2006/relationships/slideLayout" Target="../slideLayouts/slideLayout125.xml"/><Relationship Id="rId25" Type="http://schemas.openxmlformats.org/officeDocument/2006/relationships/slideLayout" Target="../slideLayouts/slideLayout126.xml"/><Relationship Id="rId26" Type="http://schemas.openxmlformats.org/officeDocument/2006/relationships/slideLayout" Target="../slideLayouts/slideLayout127.xml"/><Relationship Id="rId27" Type="http://schemas.openxmlformats.org/officeDocument/2006/relationships/slideLayout" Target="../slideLayouts/slideLayout128.xml"/><Relationship Id="rId28" Type="http://schemas.openxmlformats.org/officeDocument/2006/relationships/slideLayout" Target="../slideLayouts/slideLayout129.xml"/><Relationship Id="rId29" Type="http://schemas.openxmlformats.org/officeDocument/2006/relationships/slideLayout" Target="../slideLayouts/slideLayout130.xml"/><Relationship Id="rId30" Type="http://schemas.openxmlformats.org/officeDocument/2006/relationships/slideLayout" Target="../slideLayouts/slideLayout131.xml"/><Relationship Id="rId31" Type="http://schemas.openxmlformats.org/officeDocument/2006/relationships/slideLayout" Target="../slideLayouts/slideLayout132.xml"/><Relationship Id="rId32" Type="http://schemas.openxmlformats.org/officeDocument/2006/relationships/slideLayout" Target="../slideLayouts/slideLayout133.xml"/><Relationship Id="rId33" Type="http://schemas.openxmlformats.org/officeDocument/2006/relationships/slideLayout" Target="../slideLayouts/slideLayout134.xml"/><Relationship Id="rId34" Type="http://schemas.openxmlformats.org/officeDocument/2006/relationships/slideLayout" Target="../slideLayouts/slideLayout135.xml"/><Relationship Id="rId35" Type="http://schemas.openxmlformats.org/officeDocument/2006/relationships/slideLayout" Target="../slideLayouts/slideLayout136.xml"/><Relationship Id="rId36" Type="http://schemas.openxmlformats.org/officeDocument/2006/relationships/slideLayout" Target="../slideLayouts/slideLayout137.xml"/><Relationship Id="rId37" Type="http://schemas.openxmlformats.org/officeDocument/2006/relationships/slideLayout" Target="../slideLayouts/slideLayout138.xml"/><Relationship Id="rId38" Type="http://schemas.openxmlformats.org/officeDocument/2006/relationships/slideLayout" Target="../slideLayouts/slideLayout139.xml"/><Relationship Id="rId39" Type="http://schemas.openxmlformats.org/officeDocument/2006/relationships/slideLayout" Target="../slideLayouts/slideLayout140.xml"/><Relationship Id="rId40" Type="http://schemas.openxmlformats.org/officeDocument/2006/relationships/slideLayout" Target="../slideLayouts/slideLayout141.xml"/><Relationship Id="rId41" Type="http://schemas.openxmlformats.org/officeDocument/2006/relationships/slideLayout" Target="../slideLayouts/slideLayout142.xml"/><Relationship Id="rId42" Type="http://schemas.openxmlformats.org/officeDocument/2006/relationships/slideLayout" Target="../slideLayouts/slideLayout143.xml"/><Relationship Id="rId43" Type="http://schemas.openxmlformats.org/officeDocument/2006/relationships/slideLayout" Target="../slideLayouts/slideLayout144.xml"/><Relationship Id="rId44" Type="http://schemas.openxmlformats.org/officeDocument/2006/relationships/slideLayout" Target="../slideLayouts/slideLayout145.xml"/><Relationship Id="rId45" Type="http://schemas.openxmlformats.org/officeDocument/2006/relationships/slideLayout" Target="../slideLayouts/slideLayout146.xml"/><Relationship Id="rId46" Type="http://schemas.openxmlformats.org/officeDocument/2006/relationships/slideLayout" Target="../slideLayouts/slideLayout147.xml"/><Relationship Id="rId47" Type="http://schemas.openxmlformats.org/officeDocument/2006/relationships/slideLayout" Target="../slideLayouts/slideLayout148.xml"/><Relationship Id="rId48" Type="http://schemas.openxmlformats.org/officeDocument/2006/relationships/slideLayout" Target="../slideLayouts/slideLayout149.xml"/><Relationship Id="rId49" Type="http://schemas.openxmlformats.org/officeDocument/2006/relationships/slideLayout" Target="../slideLayouts/slideLayout150.xml"/><Relationship Id="rId50" Type="http://schemas.openxmlformats.org/officeDocument/2006/relationships/slideLayout" Target="../slideLayouts/slideLayout151.xml"/><Relationship Id="rId51" Type="http://schemas.openxmlformats.org/officeDocument/2006/relationships/slideLayout" Target="../slideLayouts/slideLayout152.xml"/><Relationship Id="rId52" Type="http://schemas.openxmlformats.org/officeDocument/2006/relationships/slideLayout" Target="../slideLayouts/slideLayout153.xml"/><Relationship Id="rId53" Type="http://schemas.openxmlformats.org/officeDocument/2006/relationships/slideLayout" Target="../slideLayouts/slideLayout154.xml"/><Relationship Id="rId54" Type="http://schemas.openxmlformats.org/officeDocument/2006/relationships/slideLayout" Target="../slideLayouts/slideLayout155.xml"/><Relationship Id="rId55" Type="http://schemas.openxmlformats.org/officeDocument/2006/relationships/slideLayout" Target="../slideLayouts/slideLayout156.xml"/><Relationship Id="rId56" Type="http://schemas.openxmlformats.org/officeDocument/2006/relationships/slideLayout" Target="../slideLayouts/slideLayout157.xml"/><Relationship Id="rId57" Type="http://schemas.openxmlformats.org/officeDocument/2006/relationships/slideLayout" Target="../slideLayouts/slideLayout158.xml"/><Relationship Id="rId58" Type="http://schemas.openxmlformats.org/officeDocument/2006/relationships/slideLayout" Target="../slideLayouts/slideLayout159.xml"/><Relationship Id="rId59" Type="http://schemas.openxmlformats.org/officeDocument/2006/relationships/slideLayout" Target="../slideLayouts/slideLayout160.xml"/><Relationship Id="rId60" Type="http://schemas.openxmlformats.org/officeDocument/2006/relationships/slideLayout" Target="../slideLayouts/slideLayout161.xml"/><Relationship Id="rId61" Type="http://schemas.openxmlformats.org/officeDocument/2006/relationships/slideLayout" Target="../slideLayouts/slideLayout162.xml"/><Relationship Id="rId62" Type="http://schemas.openxmlformats.org/officeDocument/2006/relationships/slideLayout" Target="../slideLayouts/slideLayout163.xml"/><Relationship Id="rId63" Type="http://schemas.openxmlformats.org/officeDocument/2006/relationships/slideLayout" Target="../slideLayouts/slideLayout164.xml"/><Relationship Id="rId64" Type="http://schemas.openxmlformats.org/officeDocument/2006/relationships/slideLayout" Target="../slideLayouts/slideLayout165.xml"/><Relationship Id="rId65" Type="http://schemas.openxmlformats.org/officeDocument/2006/relationships/slideLayout" Target="../slideLayouts/slideLayout166.xml"/><Relationship Id="rId66" Type="http://schemas.openxmlformats.org/officeDocument/2006/relationships/slideLayout" Target="../slideLayouts/slideLayout167.xml"/><Relationship Id="rId67" Type="http://schemas.openxmlformats.org/officeDocument/2006/relationships/slideLayout" Target="../slideLayouts/slideLayout168.xml"/><Relationship Id="rId68" Type="http://schemas.openxmlformats.org/officeDocument/2006/relationships/slideLayout" Target="../slideLayouts/slideLayout169.xml"/><Relationship Id="rId69" Type="http://schemas.openxmlformats.org/officeDocument/2006/relationships/slideLayout" Target="../slideLayouts/slideLayout170.xml"/><Relationship Id="rId70" Type="http://schemas.openxmlformats.org/officeDocument/2006/relationships/slideLayout" Target="../slideLayouts/slideLayout171.xml"/><Relationship Id="rId71" Type="http://schemas.openxmlformats.org/officeDocument/2006/relationships/slideLayout" Target="../slideLayouts/slideLayout172.xml"/><Relationship Id="rId72" Type="http://schemas.openxmlformats.org/officeDocument/2006/relationships/slideLayout" Target="../slideLayouts/slideLayout173.xml"/><Relationship Id="rId73" Type="http://schemas.openxmlformats.org/officeDocument/2006/relationships/slideLayout" Target="../slideLayouts/slideLayout174.xml"/><Relationship Id="rId7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75.xml"/><Relationship Id="rId2" Type="http://schemas.openxmlformats.org/officeDocument/2006/relationships/slideLayout" Target="../slideLayouts/slideLayout176.xml"/><Relationship Id="rId3" Type="http://schemas.openxmlformats.org/officeDocument/2006/relationships/slideLayout" Target="../slideLayouts/slideLayout177.xml"/><Relationship Id="rId4" Type="http://schemas.openxmlformats.org/officeDocument/2006/relationships/slideLayout" Target="../slideLayouts/slideLayout178.xml"/><Relationship Id="rId5" Type="http://schemas.openxmlformats.org/officeDocument/2006/relationships/slideLayout" Target="../slideLayouts/slideLayout179.xml"/><Relationship Id="rId6" Type="http://schemas.openxmlformats.org/officeDocument/2006/relationships/slideLayout" Target="../slideLayouts/slideLayout180.xml"/><Relationship Id="rId7" Type="http://schemas.openxmlformats.org/officeDocument/2006/relationships/slideLayout" Target="../slideLayouts/slideLayout181.xml"/><Relationship Id="rId8" Type="http://schemas.openxmlformats.org/officeDocument/2006/relationships/slideLayout" Target="../slideLayouts/slideLayout182.xml"/><Relationship Id="rId9" Type="http://schemas.openxmlformats.org/officeDocument/2006/relationships/slideLayout" Target="../slideLayouts/slideLayout183.xml"/><Relationship Id="rId10" Type="http://schemas.openxmlformats.org/officeDocument/2006/relationships/slideLayout" Target="../slideLayouts/slideLayout184.xml"/><Relationship Id="rId11" Type="http://schemas.openxmlformats.org/officeDocument/2006/relationships/slideLayout" Target="../slideLayouts/slideLayout185.xml"/><Relationship Id="rId12" Type="http://schemas.openxmlformats.org/officeDocument/2006/relationships/slideLayout" Target="../slideLayouts/slideLayout186.xml"/><Relationship Id="rId13" Type="http://schemas.openxmlformats.org/officeDocument/2006/relationships/slideLayout" Target="../slideLayouts/slideLayout187.xml"/><Relationship Id="rId14" Type="http://schemas.openxmlformats.org/officeDocument/2006/relationships/slideLayout" Target="../slideLayouts/slideLayout188.xml"/><Relationship Id="rId15" Type="http://schemas.openxmlformats.org/officeDocument/2006/relationships/slideLayout" Target="../slideLayouts/slideLayout189.xml"/><Relationship Id="rId16"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GB"/>
              <a:t>Click to edit Master title style</a:t>
            </a:r>
            <a:endParaRPr lang="en-PL"/>
          </a:p>
        </p:txBody>
      </p:sp>
      <p:sp>
        <p:nvSpPr>
          <p:cNvPr id="3" name="Slide Number Placeholder 2">
            <a:extLst>
              <a:ext uri="{FF2B5EF4-FFF2-40B4-BE49-F238E27FC236}">
                <a16:creationId xmlns:a16="http://schemas.microsoft.com/office/drawing/2014/main" id="{DAC949E0-3486-4728-713D-DF146187B7CC}"/>
              </a:ext>
            </a:extLst>
          </p:cNvPr>
          <p:cNvSpPr>
            <a:spLocks noGrp="1"/>
          </p:cNvSpPr>
          <p:nvPr>
            <p:ph type="sldNum" sz="quarter" idx="4"/>
          </p:nvPr>
        </p:nvSpPr>
        <p:spPr>
          <a:xfrm>
            <a:off x="11641138" y="6311096"/>
            <a:ext cx="550862" cy="546904"/>
          </a:xfrm>
          <a:prstGeom prst="rect">
            <a:avLst/>
          </a:prstGeom>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4EE75B84-B7E0-4C4B-AC9D-894B0C074E7C}" type="slidenum">
              <a:rPr kumimoji="0" lang="en-PL" sz="1200" b="0" i="0" u="none" strike="noStrike" kern="1200" cap="none" spc="0" normalizeH="0" baseline="0" noProof="0" smtClean="0">
                <a:ln>
                  <a:noFill/>
                </a:ln>
                <a:solidFill>
                  <a:srgbClr val="A1A1A1"/>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PL" sz="1200" b="0" i="0" u="none" strike="noStrike" kern="1200" cap="none" spc="0" normalizeH="0" baseline="0" noProof="0">
              <a:ln>
                <a:noFill/>
              </a:ln>
              <a:solidFill>
                <a:srgbClr val="A1A1A1"/>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16735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33">
          <p15:clr>
            <a:srgbClr val="F26B43"/>
          </p15:clr>
        </p15:guide>
        <p15:guide id="5" orient="horz" pos="346">
          <p15:clr>
            <a:srgbClr val="F26B43"/>
          </p15:clr>
        </p15:guide>
        <p15:guide id="6" orient="horz" pos="397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a:p>
        </p:txBody>
      </p:sp>
    </p:spTree>
    <p:extLst>
      <p:ext uri="{BB962C8B-B14F-4D97-AF65-F5344CB8AC3E}">
        <p14:creationId xmlns:p14="http://schemas.microsoft.com/office/powerpoint/2010/main" val="232834338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33">
          <p15:clr>
            <a:srgbClr val="F26B43"/>
          </p15:clr>
        </p15:guide>
        <p15:guide id="5" orient="horz" pos="346">
          <p15:clr>
            <a:srgbClr val="F26B43"/>
          </p15:clr>
        </p15:guide>
        <p15:guide id="6" orient="horz" pos="397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a:p>
        </p:txBody>
      </p:sp>
    </p:spTree>
    <p:extLst>
      <p:ext uri="{BB962C8B-B14F-4D97-AF65-F5344CB8AC3E}">
        <p14:creationId xmlns:p14="http://schemas.microsoft.com/office/powerpoint/2010/main" val="717522620"/>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 id="2147483767" r:id="rId27"/>
    <p:sldLayoutId id="2147483768" r:id="rId28"/>
    <p:sldLayoutId id="2147483769" r:id="rId29"/>
    <p:sldLayoutId id="2147483770" r:id="rId30"/>
    <p:sldLayoutId id="2147483771" r:id="rId31"/>
    <p:sldLayoutId id="2147483772" r:id="rId32"/>
    <p:sldLayoutId id="2147483930" r:id="rId33"/>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33">
          <p15:clr>
            <a:srgbClr val="F26B43"/>
          </p15:clr>
        </p15:guide>
        <p15:guide id="5" orient="horz" pos="346">
          <p15:clr>
            <a:srgbClr val="F26B43"/>
          </p15:clr>
        </p15:guide>
        <p15:guide id="6" orient="horz" pos="397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91276" y="728743"/>
            <a:ext cx="9683960" cy="895483"/>
          </a:xfrm>
          <a:prstGeom prst="rect">
            <a:avLst/>
          </a:prstGeom>
          <a:noFill/>
        </p:spPr>
        <p:txBody>
          <a:bodyPr vert="horz" wrap="square" lIns="0" tIns="108000" rIns="108000" bIns="36000" rtlCol="0" anchor="ctr">
            <a:noAutofit/>
          </a:bodyPr>
          <a:lstStyle/>
          <a:p>
            <a:r>
              <a:rPr lang="nl-NL"/>
              <a:t>Plaats hier je titel</a:t>
            </a:r>
            <a:br>
              <a:rPr lang="nl-NL"/>
            </a:br>
            <a:r>
              <a:rPr lang="nl-NL"/>
              <a:t>max. 2 regels</a:t>
            </a:r>
          </a:p>
        </p:txBody>
      </p:sp>
      <p:sp>
        <p:nvSpPr>
          <p:cNvPr id="3" name="Tijdelijke aanduiding voor tekst 2"/>
          <p:cNvSpPr>
            <a:spLocks noGrp="1"/>
          </p:cNvSpPr>
          <p:nvPr>
            <p:ph type="body" idx="1"/>
          </p:nvPr>
        </p:nvSpPr>
        <p:spPr>
          <a:xfrm>
            <a:off x="713687" y="1812565"/>
            <a:ext cx="10763435" cy="3972421"/>
          </a:xfrm>
          <a:prstGeom prst="rect">
            <a:avLst/>
          </a:prstGeom>
        </p:spPr>
        <p:txBody>
          <a:bodyPr vert="horz" lIns="0" tIns="0" rIns="0" bIns="0" rtlCol="0">
            <a:noAutofit/>
          </a:body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grpSp>
        <p:nvGrpSpPr>
          <p:cNvPr id="163" name="GRID" hidden="1">
            <a:extLst>
              <a:ext uri="{FF2B5EF4-FFF2-40B4-BE49-F238E27FC236}">
                <a16:creationId xmlns:a16="http://schemas.microsoft.com/office/drawing/2014/main" id="{B7A3F1E9-B9D7-405F-BCA6-09D445C3BDF7}"/>
              </a:ext>
            </a:extLst>
          </p:cNvPr>
          <p:cNvGrpSpPr/>
          <p:nvPr userDrawn="1"/>
        </p:nvGrpSpPr>
        <p:grpSpPr>
          <a:xfrm>
            <a:off x="-2364488" y="-1026942"/>
            <a:ext cx="15412742" cy="8521105"/>
            <a:chOff x="-2364488" y="-1026942"/>
            <a:chExt cx="15412742" cy="8521105"/>
          </a:xfrm>
        </p:grpSpPr>
        <p:grpSp>
          <p:nvGrpSpPr>
            <p:cNvPr id="59" name="Groep 58">
              <a:extLst>
                <a:ext uri="{FF2B5EF4-FFF2-40B4-BE49-F238E27FC236}">
                  <a16:creationId xmlns:a16="http://schemas.microsoft.com/office/drawing/2014/main" id="{33F48E4A-133D-479A-8800-9EC93DE22894}"/>
                </a:ext>
              </a:extLst>
            </p:cNvPr>
            <p:cNvGrpSpPr/>
            <p:nvPr userDrawn="1"/>
          </p:nvGrpSpPr>
          <p:grpSpPr>
            <a:xfrm>
              <a:off x="-15763" y="-1026942"/>
              <a:ext cx="730640" cy="8521105"/>
              <a:chOff x="-15763" y="-1026942"/>
              <a:chExt cx="730640" cy="8521105"/>
            </a:xfrm>
          </p:grpSpPr>
          <p:cxnSp>
            <p:nvCxnSpPr>
              <p:cNvPr id="41" name="Rechte verbindingslijn 40">
                <a:extLst>
                  <a:ext uri="{FF2B5EF4-FFF2-40B4-BE49-F238E27FC236}">
                    <a16:creationId xmlns:a16="http://schemas.microsoft.com/office/drawing/2014/main" id="{C1A6F3F7-A5ED-4A97-BEC3-756B45FA6685}"/>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Rechte verbindingslijn 104">
                <a:extLst>
                  <a:ext uri="{FF2B5EF4-FFF2-40B4-BE49-F238E27FC236}">
                    <a16:creationId xmlns:a16="http://schemas.microsoft.com/office/drawing/2014/main" id="{C82D8E75-670D-46D2-848B-A14648C97475}"/>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6" name="Groep 105">
              <a:extLst>
                <a:ext uri="{FF2B5EF4-FFF2-40B4-BE49-F238E27FC236}">
                  <a16:creationId xmlns:a16="http://schemas.microsoft.com/office/drawing/2014/main" id="{AEB650FE-90DB-46DF-B68E-0CB3178217D6}"/>
                </a:ext>
              </a:extLst>
            </p:cNvPr>
            <p:cNvGrpSpPr/>
            <p:nvPr userDrawn="1"/>
          </p:nvGrpSpPr>
          <p:grpSpPr>
            <a:xfrm>
              <a:off x="11463099" y="-1026942"/>
              <a:ext cx="730640" cy="8521105"/>
              <a:chOff x="-15763" y="-1026942"/>
              <a:chExt cx="730640" cy="8521105"/>
            </a:xfrm>
          </p:grpSpPr>
          <p:cxnSp>
            <p:nvCxnSpPr>
              <p:cNvPr id="107" name="Rechte verbindingslijn 106">
                <a:extLst>
                  <a:ext uri="{FF2B5EF4-FFF2-40B4-BE49-F238E27FC236}">
                    <a16:creationId xmlns:a16="http://schemas.microsoft.com/office/drawing/2014/main" id="{F2F0D08A-3D2C-4254-B3C0-209D65DBA655}"/>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FD401FEC-14E5-4C11-95E1-349E78694829}"/>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9" name="Groep 108">
              <a:extLst>
                <a:ext uri="{FF2B5EF4-FFF2-40B4-BE49-F238E27FC236}">
                  <a16:creationId xmlns:a16="http://schemas.microsoft.com/office/drawing/2014/main" id="{570E3900-BAC3-441C-85DE-78DEB73AEA74}"/>
                </a:ext>
              </a:extLst>
            </p:cNvPr>
            <p:cNvGrpSpPr/>
            <p:nvPr userDrawn="1"/>
          </p:nvGrpSpPr>
          <p:grpSpPr>
            <a:xfrm rot="16200000">
              <a:off x="4976563" y="-1220429"/>
              <a:ext cx="730640" cy="15412742"/>
              <a:chOff x="-15763" y="-1026942"/>
              <a:chExt cx="730640" cy="8521105"/>
            </a:xfrm>
          </p:grpSpPr>
          <p:cxnSp>
            <p:nvCxnSpPr>
              <p:cNvPr id="110" name="Rechte verbindingslijn 109">
                <a:extLst>
                  <a:ext uri="{FF2B5EF4-FFF2-40B4-BE49-F238E27FC236}">
                    <a16:creationId xmlns:a16="http://schemas.microsoft.com/office/drawing/2014/main" id="{CC5A3476-A3D8-4E60-9DD1-5AB92CBA71F0}"/>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Rechte verbindingslijn 110">
                <a:extLst>
                  <a:ext uri="{FF2B5EF4-FFF2-40B4-BE49-F238E27FC236}">
                    <a16:creationId xmlns:a16="http://schemas.microsoft.com/office/drawing/2014/main" id="{D95DF359-3A8F-48D8-86D9-DA393EDB5199}"/>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2" name="Groep 111">
              <a:extLst>
                <a:ext uri="{FF2B5EF4-FFF2-40B4-BE49-F238E27FC236}">
                  <a16:creationId xmlns:a16="http://schemas.microsoft.com/office/drawing/2014/main" id="{0DF2968A-1110-4625-8745-F5D8D0836B29}"/>
                </a:ext>
              </a:extLst>
            </p:cNvPr>
            <p:cNvGrpSpPr/>
            <p:nvPr userDrawn="1"/>
          </p:nvGrpSpPr>
          <p:grpSpPr>
            <a:xfrm rot="16200000">
              <a:off x="4976563" y="-7352417"/>
              <a:ext cx="730640" cy="15412742"/>
              <a:chOff x="-15763" y="-1026942"/>
              <a:chExt cx="730640" cy="8521105"/>
            </a:xfrm>
          </p:grpSpPr>
          <p:cxnSp>
            <p:nvCxnSpPr>
              <p:cNvPr id="113" name="Rechte verbindingslijn 112">
                <a:extLst>
                  <a:ext uri="{FF2B5EF4-FFF2-40B4-BE49-F238E27FC236}">
                    <a16:creationId xmlns:a16="http://schemas.microsoft.com/office/drawing/2014/main" id="{ED792508-E0C1-4B98-8530-8E37BB1C469F}"/>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Rechte verbindingslijn 113">
                <a:extLst>
                  <a:ext uri="{FF2B5EF4-FFF2-40B4-BE49-F238E27FC236}">
                    <a16:creationId xmlns:a16="http://schemas.microsoft.com/office/drawing/2014/main" id="{2145719C-4F1A-4F2E-ABFA-A0C81BF5BE6E}"/>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5" name="Groep 114">
              <a:extLst>
                <a:ext uri="{FF2B5EF4-FFF2-40B4-BE49-F238E27FC236}">
                  <a16:creationId xmlns:a16="http://schemas.microsoft.com/office/drawing/2014/main" id="{E1A278C0-CE38-4C86-B94C-49F07DE4744C}"/>
                </a:ext>
              </a:extLst>
            </p:cNvPr>
            <p:cNvGrpSpPr/>
            <p:nvPr userDrawn="1"/>
          </p:nvGrpSpPr>
          <p:grpSpPr>
            <a:xfrm rot="16200000">
              <a:off x="4976563" y="-6254443"/>
              <a:ext cx="730640" cy="15412742"/>
              <a:chOff x="-15763" y="-1026942"/>
              <a:chExt cx="730640" cy="8521105"/>
            </a:xfrm>
          </p:grpSpPr>
          <p:cxnSp>
            <p:nvCxnSpPr>
              <p:cNvPr id="116" name="Rechte verbindingslijn 115">
                <a:extLst>
                  <a:ext uri="{FF2B5EF4-FFF2-40B4-BE49-F238E27FC236}">
                    <a16:creationId xmlns:a16="http://schemas.microsoft.com/office/drawing/2014/main" id="{6249E078-02C8-441F-8698-D489CBEEB4B2}"/>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D68B9ED9-32FC-4F7B-845F-D5E05986CD6A}"/>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1" name="Groep 120">
              <a:extLst>
                <a:ext uri="{FF2B5EF4-FFF2-40B4-BE49-F238E27FC236}">
                  <a16:creationId xmlns:a16="http://schemas.microsoft.com/office/drawing/2014/main" id="{3F1BD005-8EBA-4BDE-B4B4-215E20D40B67}"/>
                </a:ext>
              </a:extLst>
            </p:cNvPr>
            <p:cNvGrpSpPr/>
            <p:nvPr userDrawn="1"/>
          </p:nvGrpSpPr>
          <p:grpSpPr>
            <a:xfrm rot="16200000">
              <a:off x="4976563" y="-1556062"/>
              <a:ext cx="730640" cy="15412742"/>
              <a:chOff x="-15763" y="-1026942"/>
              <a:chExt cx="730640" cy="8521105"/>
            </a:xfrm>
          </p:grpSpPr>
          <p:cxnSp>
            <p:nvCxnSpPr>
              <p:cNvPr id="122" name="Rechte verbindingslijn 121">
                <a:extLst>
                  <a:ext uri="{FF2B5EF4-FFF2-40B4-BE49-F238E27FC236}">
                    <a16:creationId xmlns:a16="http://schemas.microsoft.com/office/drawing/2014/main" id="{6514C5D7-B9AA-4232-93BF-99953C68578E}"/>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347119D7-ED7B-4C35-A4F5-C9E8D66D6751}"/>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4" name="Rounded Rectangle 6">
            <a:extLst>
              <a:ext uri="{FF2B5EF4-FFF2-40B4-BE49-F238E27FC236}">
                <a16:creationId xmlns:a16="http://schemas.microsoft.com/office/drawing/2014/main" id="{2C3C2F1E-A095-FBAB-A922-F364B4374564}"/>
              </a:ext>
            </a:extLst>
          </p:cNvPr>
          <p:cNvSpPr/>
          <p:nvPr userDrawn="1"/>
        </p:nvSpPr>
        <p:spPr>
          <a:xfrm>
            <a:off x="11789958" y="6472939"/>
            <a:ext cx="550127" cy="287092"/>
          </a:xfrm>
          <a:prstGeom prst="roundRect">
            <a:avLst>
              <a:gd name="adj" fmla="val 1929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5" name="Rectangle 4">
            <a:extLst>
              <a:ext uri="{FF2B5EF4-FFF2-40B4-BE49-F238E27FC236}">
                <a16:creationId xmlns:a16="http://schemas.microsoft.com/office/drawing/2014/main" id="{D1DE986D-08EC-726A-358B-D92717D976F8}"/>
              </a:ext>
            </a:extLst>
          </p:cNvPr>
          <p:cNvSpPr/>
          <p:nvPr userDrawn="1"/>
        </p:nvSpPr>
        <p:spPr>
          <a:xfrm>
            <a:off x="88187" y="6521030"/>
            <a:ext cx="901209" cy="246221"/>
          </a:xfrm>
          <a:prstGeom prst="rect">
            <a:avLst/>
          </a:prstGeom>
        </p:spPr>
        <p:txBody>
          <a:bodyPr wrap="non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b="0" i="0">
                <a:solidFill>
                  <a:schemeClr val="bg1">
                    <a:lumMod val="65000"/>
                  </a:schemeClr>
                </a:solidFill>
                <a:latin typeface="Avenir Light" panose="020B0402020203020204" pitchFamily="34" charset="77"/>
              </a:rPr>
              <a:t>© 2024 Xebia</a:t>
            </a:r>
          </a:p>
        </p:txBody>
      </p:sp>
      <p:sp>
        <p:nvSpPr>
          <p:cNvPr id="6" name="TextBox 5">
            <a:extLst>
              <a:ext uri="{FF2B5EF4-FFF2-40B4-BE49-F238E27FC236}">
                <a16:creationId xmlns:a16="http://schemas.microsoft.com/office/drawing/2014/main" id="{F0A366D5-C746-20A9-635B-A0149A95BA18}"/>
              </a:ext>
            </a:extLst>
          </p:cNvPr>
          <p:cNvSpPr txBox="1"/>
          <p:nvPr userDrawn="1"/>
        </p:nvSpPr>
        <p:spPr>
          <a:xfrm>
            <a:off x="11820591" y="6489527"/>
            <a:ext cx="338555" cy="253916"/>
          </a:xfrm>
          <a:prstGeom prst="rect">
            <a:avLst/>
          </a:prstGeom>
          <a:noFill/>
        </p:spPr>
        <p:txBody>
          <a:bodyPr wrap="none" rtlCol="0">
            <a:spAutoFit/>
          </a:bodyPr>
          <a:lstStyle/>
          <a:p>
            <a:pPr algn="ctr"/>
            <a:fld id="{22E5C66C-2254-47AF-86C1-EDB515721934}" type="slidenum">
              <a:rPr lang="en-IN" sz="1000" b="0" i="0" smtClean="0">
                <a:solidFill>
                  <a:schemeClr val="tx1">
                    <a:lumMod val="85000"/>
                    <a:lumOff val="15000"/>
                  </a:schemeClr>
                </a:solidFill>
                <a:latin typeface="Avenir Light" panose="020B0402020203020204" pitchFamily="34" charset="77"/>
              </a:rPr>
              <a:t>‹#›</a:t>
            </a:fld>
            <a:endParaRPr lang="en-IN" sz="1000" b="0" i="0">
              <a:solidFill>
                <a:schemeClr val="tx1">
                  <a:lumMod val="85000"/>
                  <a:lumOff val="15000"/>
                </a:schemeClr>
              </a:solidFill>
              <a:latin typeface="Avenir Light" panose="020B0402020203020204" pitchFamily="34" charset="77"/>
            </a:endParaRPr>
          </a:p>
        </p:txBody>
      </p:sp>
    </p:spTree>
    <p:extLst>
      <p:ext uri="{BB962C8B-B14F-4D97-AF65-F5344CB8AC3E}">
        <p14:creationId xmlns:p14="http://schemas.microsoft.com/office/powerpoint/2010/main" val="3070954386"/>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8" r:id="rId4"/>
    <p:sldLayoutId id="214748392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80000"/>
        </a:lnSpc>
        <a:spcBef>
          <a:spcPct val="0"/>
        </a:spcBef>
        <a:buNone/>
        <a:tabLst>
          <a:tab pos="1255713" algn="l"/>
        </a:tabLst>
        <a:defRPr sz="2600" b="0" strike="noStrike" kern="1200" cap="none" spc="0" baseline="0">
          <a:solidFill>
            <a:schemeClr val="accent2"/>
          </a:solidFill>
          <a:latin typeface="+mj-lt"/>
          <a:ea typeface="+mj-ea"/>
          <a:cs typeface="Segoe UI" panose="020B0502040204020203" pitchFamily="34" charset="0"/>
        </a:defRPr>
      </a:lvl1pPr>
    </p:titleStyle>
    <p:bodyStyle>
      <a:lvl1pPr marL="263525" indent="-263525" algn="l" defTabSz="719138" rtl="0" eaLnBrk="1" latinLnBrk="0" hangingPunct="1">
        <a:lnSpc>
          <a:spcPct val="90000"/>
        </a:lnSpc>
        <a:spcBef>
          <a:spcPts val="0"/>
        </a:spcBef>
        <a:spcAft>
          <a:spcPts val="600"/>
        </a:spcAft>
        <a:buClr>
          <a:schemeClr val="accent1"/>
        </a:buClr>
        <a:buSzPct val="100000"/>
        <a:buFont typeface="Segoe UI Light" panose="020B0502040204020203" pitchFamily="34" charset="0"/>
        <a:buChar char="•"/>
        <a:defRPr sz="1400" kern="1200">
          <a:solidFill>
            <a:schemeClr val="accent2"/>
          </a:solidFill>
          <a:latin typeface="+mn-lt"/>
          <a:ea typeface="+mn-ea"/>
          <a:cs typeface="+mn-cs"/>
        </a:defRPr>
      </a:lvl1pPr>
      <a:lvl2pPr marL="449263" indent="-188913" algn="l" defTabSz="719138" rtl="0" eaLnBrk="1" latinLnBrk="0" hangingPunct="1">
        <a:lnSpc>
          <a:spcPct val="90000"/>
        </a:lnSpc>
        <a:spcBef>
          <a:spcPts val="0"/>
        </a:spcBef>
        <a:spcAft>
          <a:spcPts val="1200"/>
        </a:spcAft>
        <a:buClr>
          <a:schemeClr val="accent2"/>
        </a:buClr>
        <a:buSzPct val="100000"/>
        <a:buFont typeface="Arial" panose="020B0604020202020204" pitchFamily="34" charset="0"/>
        <a:buChar char="•"/>
        <a:defRPr sz="1400" i="0" kern="1200">
          <a:solidFill>
            <a:schemeClr val="accent2"/>
          </a:solidFill>
          <a:latin typeface="+mn-lt"/>
          <a:ea typeface="+mn-ea"/>
          <a:cs typeface="+mn-cs"/>
        </a:defRPr>
      </a:lvl2pPr>
      <a:lvl3pPr marL="0" indent="0" algn="l" defTabSz="719138" rtl="0" eaLnBrk="1" latinLnBrk="0" hangingPunct="1">
        <a:lnSpc>
          <a:spcPct val="90000"/>
        </a:lnSpc>
        <a:spcBef>
          <a:spcPts val="0"/>
        </a:spcBef>
        <a:spcAft>
          <a:spcPts val="1200"/>
        </a:spcAft>
        <a:buClr>
          <a:srgbClr val="0070C0"/>
        </a:buClr>
        <a:buSzPct val="85000"/>
        <a:buFont typeface="Arial" panose="020B0604020202020204" pitchFamily="34" charset="0"/>
        <a:buNone/>
        <a:defRPr sz="1400" i="0" kern="1200">
          <a:solidFill>
            <a:schemeClr val="accent2"/>
          </a:solidFill>
          <a:latin typeface="+mn-lt"/>
          <a:ea typeface="+mn-ea"/>
          <a:cs typeface="+mn-cs"/>
        </a:defRPr>
      </a:lvl3pPr>
      <a:lvl4pPr marL="0" indent="0" algn="l" defTabSz="719138" rtl="0" eaLnBrk="1" latinLnBrk="0" hangingPunct="1">
        <a:lnSpc>
          <a:spcPct val="90000"/>
        </a:lnSpc>
        <a:spcBef>
          <a:spcPts val="0"/>
        </a:spcBef>
        <a:spcAft>
          <a:spcPts val="600"/>
        </a:spcAft>
        <a:buFont typeface="Arial" panose="020B0604020202020204" pitchFamily="34" charset="0"/>
        <a:buNone/>
        <a:defRPr sz="1800" b="0" kern="1200" cap="none" spc="0" baseline="0">
          <a:solidFill>
            <a:schemeClr val="accent2"/>
          </a:solidFill>
          <a:latin typeface="+mn-lt"/>
          <a:ea typeface="Source Sans Pro" panose="020B0503030403020204" pitchFamily="34" charset="0"/>
          <a:cs typeface="Calibri" panose="020F0502020204030204" pitchFamily="34" charset="0"/>
        </a:defRPr>
      </a:lvl4pPr>
      <a:lvl5pPr marL="263525" indent="-263525" algn="l" defTabSz="719138" rtl="0" eaLnBrk="1" latinLnBrk="0" hangingPunct="1">
        <a:lnSpc>
          <a:spcPct val="90000"/>
        </a:lnSpc>
        <a:spcBef>
          <a:spcPts val="0"/>
        </a:spcBef>
        <a:spcAft>
          <a:spcPts val="1200"/>
        </a:spcAft>
        <a:buClr>
          <a:schemeClr val="accent1"/>
        </a:buClr>
        <a:buFont typeface="+mj-lt"/>
        <a:buAutoNum type="arabicPeriod"/>
        <a:defRPr sz="1200" i="0" kern="1200">
          <a:solidFill>
            <a:schemeClr val="accent2"/>
          </a:solidFill>
          <a:latin typeface="+mn-lt"/>
          <a:ea typeface="Source Sans Pro Light" panose="020B0403030403020204" pitchFamily="34" charset="0"/>
          <a:cs typeface="+mn-cs"/>
        </a:defRPr>
      </a:lvl5pPr>
      <a:lvl6pPr marL="266700" indent="-266700" algn="l" defTabSz="914400" rtl="0" eaLnBrk="1" latinLnBrk="0" hangingPunct="1">
        <a:lnSpc>
          <a:spcPct val="90000"/>
        </a:lnSpc>
        <a:spcBef>
          <a:spcPts val="0"/>
        </a:spcBef>
        <a:spcAft>
          <a:spcPts val="1200"/>
        </a:spcAft>
        <a:buClr>
          <a:schemeClr val="accent2"/>
        </a:buClr>
        <a:buFont typeface="+mj-lt"/>
        <a:buAutoNum type="alphaLcPeriod"/>
        <a:defRPr sz="1200" b="0" i="0" kern="1200">
          <a:solidFill>
            <a:schemeClr val="accent2"/>
          </a:solidFill>
          <a:latin typeface="+mn-lt"/>
          <a:ea typeface="+mn-ea"/>
          <a:cs typeface="+mn-cs"/>
        </a:defRPr>
      </a:lvl6pPr>
      <a:lvl7pPr marL="538163" indent="-274638" algn="l" defTabSz="914400" rtl="0" eaLnBrk="1" latinLnBrk="0" hangingPunct="1">
        <a:lnSpc>
          <a:spcPct val="90000"/>
        </a:lnSpc>
        <a:spcBef>
          <a:spcPts val="0"/>
        </a:spcBef>
        <a:spcAft>
          <a:spcPts val="1200"/>
        </a:spcAft>
        <a:buClr>
          <a:schemeClr val="accent2"/>
        </a:buClr>
        <a:buFont typeface="Arial" panose="020B0604020202020204" pitchFamily="34" charset="0"/>
        <a:buChar char="•"/>
        <a:defRPr sz="1200" b="0" i="0" kern="1200">
          <a:solidFill>
            <a:schemeClr val="accent2"/>
          </a:solidFill>
          <a:latin typeface="+mn-lt"/>
          <a:ea typeface="+mn-ea"/>
          <a:cs typeface="+mn-cs"/>
        </a:defRPr>
      </a:lvl7pPr>
      <a:lvl8pPr marL="0" indent="0" algn="l" defTabSz="914400" rtl="0" eaLnBrk="1" latinLnBrk="0" hangingPunct="1">
        <a:lnSpc>
          <a:spcPct val="90000"/>
        </a:lnSpc>
        <a:spcBef>
          <a:spcPts val="0"/>
        </a:spcBef>
        <a:spcAft>
          <a:spcPts val="1200"/>
        </a:spcAft>
        <a:buFont typeface="Arial" panose="020B0604020202020204" pitchFamily="34" charset="0"/>
        <a:buNone/>
        <a:defRPr sz="1400" i="1" kern="1200">
          <a:solidFill>
            <a:schemeClr val="accent2"/>
          </a:solidFill>
          <a:latin typeface="Source Sans Pro ExtraLight" panose="020B0604020202020204" pitchFamily="34" charset="0"/>
          <a:ea typeface="+mn-ea"/>
          <a:cs typeface="+mn-cs"/>
        </a:defRPr>
      </a:lvl8pPr>
      <a:lvl9pPr marL="0" indent="0" algn="l" defTabSz="914400" rtl="0" eaLnBrk="1" latinLnBrk="0" hangingPunct="1">
        <a:lnSpc>
          <a:spcPct val="90000"/>
        </a:lnSpc>
        <a:spcBef>
          <a:spcPts val="0"/>
        </a:spcBef>
        <a:spcAft>
          <a:spcPts val="1200"/>
        </a:spcAft>
        <a:buFont typeface="Arial" panose="020B0604020202020204" pitchFamily="34" charset="0"/>
        <a:buNone/>
        <a:defRPr sz="1600" b="0" kern="1200" spc="0" baseline="0">
          <a:solidFill>
            <a:schemeClr val="accent2"/>
          </a:solidFill>
          <a:latin typeface="Source Sans Pro" panose="020B0503030403020204" pitchFamily="34" charset="0"/>
          <a:ea typeface="Source Sans Pro" panose="020B0503030403020204" pitchFamily="34" charset="0"/>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776">
          <p15:clr>
            <a:srgbClr val="F26B43"/>
          </p15:clr>
        </p15:guide>
        <p15:guide id="3" orient="horz" pos="1002">
          <p15:clr>
            <a:srgbClr val="F26B43"/>
          </p15:clr>
        </p15:guide>
        <p15:guide id="5" orient="horz" pos="3867">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91276" y="728743"/>
            <a:ext cx="9683960" cy="895483"/>
          </a:xfrm>
          <a:prstGeom prst="rect">
            <a:avLst/>
          </a:prstGeom>
          <a:noFill/>
        </p:spPr>
        <p:txBody>
          <a:bodyPr vert="horz" wrap="square" lIns="0" tIns="108000" rIns="108000" bIns="36000" rtlCol="0" anchor="ctr">
            <a:noAutofit/>
          </a:bodyPr>
          <a:lstStyle/>
          <a:p>
            <a:r>
              <a:rPr lang="nl-NL"/>
              <a:t>Plaats hier je titel</a:t>
            </a:r>
            <a:br>
              <a:rPr lang="nl-NL"/>
            </a:br>
            <a:r>
              <a:rPr lang="nl-NL"/>
              <a:t>max. 2 regels</a:t>
            </a:r>
          </a:p>
        </p:txBody>
      </p:sp>
      <p:sp>
        <p:nvSpPr>
          <p:cNvPr id="3" name="Tijdelijke aanduiding voor tekst 2"/>
          <p:cNvSpPr>
            <a:spLocks noGrp="1"/>
          </p:cNvSpPr>
          <p:nvPr>
            <p:ph type="body" idx="1"/>
          </p:nvPr>
        </p:nvSpPr>
        <p:spPr>
          <a:xfrm>
            <a:off x="713687" y="1812565"/>
            <a:ext cx="10763435" cy="3972421"/>
          </a:xfrm>
          <a:prstGeom prst="rect">
            <a:avLst/>
          </a:prstGeom>
        </p:spPr>
        <p:txBody>
          <a:bodyPr vert="horz" lIns="0" tIns="0" rIns="0" bIns="0" rtlCol="0">
            <a:noAutofit/>
          </a:bodyPr>
          <a:lstStyle/>
          <a:p>
            <a:pPr lvl="0"/>
            <a:r>
              <a:rPr lang="nl-NL"/>
              <a:t>Klik hier om een bullet te plaatsen.</a:t>
            </a:r>
          </a:p>
          <a:p>
            <a:pPr lvl="1"/>
            <a:r>
              <a:rPr lang="nl-NL"/>
              <a:t>Sub-bullets</a:t>
            </a:r>
          </a:p>
          <a:p>
            <a:pPr lvl="2"/>
            <a:r>
              <a:rPr lang="nl-NL"/>
              <a:t>Leestekst</a:t>
            </a:r>
          </a:p>
          <a:p>
            <a:pPr lvl="3"/>
            <a:r>
              <a:rPr lang="nl-NL"/>
              <a:t>Subtitel</a:t>
            </a:r>
          </a:p>
          <a:p>
            <a:pPr lvl="4"/>
            <a:r>
              <a:rPr lang="nl-NL"/>
              <a:t>Numerieke bullets</a:t>
            </a:r>
          </a:p>
          <a:p>
            <a:pPr lvl="5"/>
            <a:r>
              <a:rPr lang="nl-NL"/>
              <a:t># Abc</a:t>
            </a:r>
          </a:p>
          <a:p>
            <a:pPr lvl="6"/>
            <a:r>
              <a:rPr lang="nl-NL"/>
              <a:t># Bullets</a:t>
            </a:r>
          </a:p>
          <a:p>
            <a:pPr lvl="7"/>
            <a:r>
              <a:rPr lang="nl-NL"/>
              <a:t>Cursief</a:t>
            </a:r>
          </a:p>
          <a:p>
            <a:pPr lvl="8"/>
            <a:r>
              <a:rPr lang="nl-NL"/>
              <a:t>Alt. Subtitel</a:t>
            </a:r>
          </a:p>
        </p:txBody>
      </p:sp>
      <p:grpSp>
        <p:nvGrpSpPr>
          <p:cNvPr id="163" name="GRID" hidden="1">
            <a:extLst>
              <a:ext uri="{FF2B5EF4-FFF2-40B4-BE49-F238E27FC236}">
                <a16:creationId xmlns:a16="http://schemas.microsoft.com/office/drawing/2014/main" id="{B7A3F1E9-B9D7-405F-BCA6-09D445C3BDF7}"/>
              </a:ext>
            </a:extLst>
          </p:cNvPr>
          <p:cNvGrpSpPr/>
          <p:nvPr userDrawn="1"/>
        </p:nvGrpSpPr>
        <p:grpSpPr>
          <a:xfrm>
            <a:off x="-2364488" y="-1026942"/>
            <a:ext cx="15412742" cy="8521105"/>
            <a:chOff x="-2364488" y="-1026942"/>
            <a:chExt cx="15412742" cy="8521105"/>
          </a:xfrm>
        </p:grpSpPr>
        <p:grpSp>
          <p:nvGrpSpPr>
            <p:cNvPr id="59" name="Groep 58">
              <a:extLst>
                <a:ext uri="{FF2B5EF4-FFF2-40B4-BE49-F238E27FC236}">
                  <a16:creationId xmlns:a16="http://schemas.microsoft.com/office/drawing/2014/main" id="{33F48E4A-133D-479A-8800-9EC93DE22894}"/>
                </a:ext>
              </a:extLst>
            </p:cNvPr>
            <p:cNvGrpSpPr/>
            <p:nvPr userDrawn="1"/>
          </p:nvGrpSpPr>
          <p:grpSpPr>
            <a:xfrm>
              <a:off x="-15763" y="-1026942"/>
              <a:ext cx="730640" cy="8521105"/>
              <a:chOff x="-15763" y="-1026942"/>
              <a:chExt cx="730640" cy="8521105"/>
            </a:xfrm>
          </p:grpSpPr>
          <p:cxnSp>
            <p:nvCxnSpPr>
              <p:cNvPr id="41" name="Rechte verbindingslijn 40">
                <a:extLst>
                  <a:ext uri="{FF2B5EF4-FFF2-40B4-BE49-F238E27FC236}">
                    <a16:creationId xmlns:a16="http://schemas.microsoft.com/office/drawing/2014/main" id="{C1A6F3F7-A5ED-4A97-BEC3-756B45FA6685}"/>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Rechte verbindingslijn 104">
                <a:extLst>
                  <a:ext uri="{FF2B5EF4-FFF2-40B4-BE49-F238E27FC236}">
                    <a16:creationId xmlns:a16="http://schemas.microsoft.com/office/drawing/2014/main" id="{C82D8E75-670D-46D2-848B-A14648C97475}"/>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6" name="Groep 105">
              <a:extLst>
                <a:ext uri="{FF2B5EF4-FFF2-40B4-BE49-F238E27FC236}">
                  <a16:creationId xmlns:a16="http://schemas.microsoft.com/office/drawing/2014/main" id="{AEB650FE-90DB-46DF-B68E-0CB3178217D6}"/>
                </a:ext>
              </a:extLst>
            </p:cNvPr>
            <p:cNvGrpSpPr/>
            <p:nvPr userDrawn="1"/>
          </p:nvGrpSpPr>
          <p:grpSpPr>
            <a:xfrm>
              <a:off x="11463099" y="-1026942"/>
              <a:ext cx="730640" cy="8521105"/>
              <a:chOff x="-15763" y="-1026942"/>
              <a:chExt cx="730640" cy="8521105"/>
            </a:xfrm>
          </p:grpSpPr>
          <p:cxnSp>
            <p:nvCxnSpPr>
              <p:cNvPr id="107" name="Rechte verbindingslijn 106">
                <a:extLst>
                  <a:ext uri="{FF2B5EF4-FFF2-40B4-BE49-F238E27FC236}">
                    <a16:creationId xmlns:a16="http://schemas.microsoft.com/office/drawing/2014/main" id="{F2F0D08A-3D2C-4254-B3C0-209D65DBA655}"/>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FD401FEC-14E5-4C11-95E1-349E78694829}"/>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9" name="Groep 108">
              <a:extLst>
                <a:ext uri="{FF2B5EF4-FFF2-40B4-BE49-F238E27FC236}">
                  <a16:creationId xmlns:a16="http://schemas.microsoft.com/office/drawing/2014/main" id="{570E3900-BAC3-441C-85DE-78DEB73AEA74}"/>
                </a:ext>
              </a:extLst>
            </p:cNvPr>
            <p:cNvGrpSpPr/>
            <p:nvPr userDrawn="1"/>
          </p:nvGrpSpPr>
          <p:grpSpPr>
            <a:xfrm rot="16200000">
              <a:off x="4976563" y="-1220429"/>
              <a:ext cx="730640" cy="15412742"/>
              <a:chOff x="-15763" y="-1026942"/>
              <a:chExt cx="730640" cy="8521105"/>
            </a:xfrm>
          </p:grpSpPr>
          <p:cxnSp>
            <p:nvCxnSpPr>
              <p:cNvPr id="110" name="Rechte verbindingslijn 109">
                <a:extLst>
                  <a:ext uri="{FF2B5EF4-FFF2-40B4-BE49-F238E27FC236}">
                    <a16:creationId xmlns:a16="http://schemas.microsoft.com/office/drawing/2014/main" id="{CC5A3476-A3D8-4E60-9DD1-5AB92CBA71F0}"/>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Rechte verbindingslijn 110">
                <a:extLst>
                  <a:ext uri="{FF2B5EF4-FFF2-40B4-BE49-F238E27FC236}">
                    <a16:creationId xmlns:a16="http://schemas.microsoft.com/office/drawing/2014/main" id="{D95DF359-3A8F-48D8-86D9-DA393EDB5199}"/>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2" name="Groep 111">
              <a:extLst>
                <a:ext uri="{FF2B5EF4-FFF2-40B4-BE49-F238E27FC236}">
                  <a16:creationId xmlns:a16="http://schemas.microsoft.com/office/drawing/2014/main" id="{0DF2968A-1110-4625-8745-F5D8D0836B29}"/>
                </a:ext>
              </a:extLst>
            </p:cNvPr>
            <p:cNvGrpSpPr/>
            <p:nvPr userDrawn="1"/>
          </p:nvGrpSpPr>
          <p:grpSpPr>
            <a:xfrm rot="16200000">
              <a:off x="4976563" y="-7352417"/>
              <a:ext cx="730640" cy="15412742"/>
              <a:chOff x="-15763" y="-1026942"/>
              <a:chExt cx="730640" cy="8521105"/>
            </a:xfrm>
          </p:grpSpPr>
          <p:cxnSp>
            <p:nvCxnSpPr>
              <p:cNvPr id="113" name="Rechte verbindingslijn 112">
                <a:extLst>
                  <a:ext uri="{FF2B5EF4-FFF2-40B4-BE49-F238E27FC236}">
                    <a16:creationId xmlns:a16="http://schemas.microsoft.com/office/drawing/2014/main" id="{ED792508-E0C1-4B98-8530-8E37BB1C469F}"/>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Rechte verbindingslijn 113">
                <a:extLst>
                  <a:ext uri="{FF2B5EF4-FFF2-40B4-BE49-F238E27FC236}">
                    <a16:creationId xmlns:a16="http://schemas.microsoft.com/office/drawing/2014/main" id="{2145719C-4F1A-4F2E-ABFA-A0C81BF5BE6E}"/>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5" name="Groep 114">
              <a:extLst>
                <a:ext uri="{FF2B5EF4-FFF2-40B4-BE49-F238E27FC236}">
                  <a16:creationId xmlns:a16="http://schemas.microsoft.com/office/drawing/2014/main" id="{E1A278C0-CE38-4C86-B94C-49F07DE4744C}"/>
                </a:ext>
              </a:extLst>
            </p:cNvPr>
            <p:cNvGrpSpPr/>
            <p:nvPr userDrawn="1"/>
          </p:nvGrpSpPr>
          <p:grpSpPr>
            <a:xfrm rot="16200000">
              <a:off x="4976563" y="-6254443"/>
              <a:ext cx="730640" cy="15412742"/>
              <a:chOff x="-15763" y="-1026942"/>
              <a:chExt cx="730640" cy="8521105"/>
            </a:xfrm>
          </p:grpSpPr>
          <p:cxnSp>
            <p:nvCxnSpPr>
              <p:cNvPr id="116" name="Rechte verbindingslijn 115">
                <a:extLst>
                  <a:ext uri="{FF2B5EF4-FFF2-40B4-BE49-F238E27FC236}">
                    <a16:creationId xmlns:a16="http://schemas.microsoft.com/office/drawing/2014/main" id="{6249E078-02C8-441F-8698-D489CBEEB4B2}"/>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D68B9ED9-32FC-4F7B-845F-D5E05986CD6A}"/>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1" name="Groep 120">
              <a:extLst>
                <a:ext uri="{FF2B5EF4-FFF2-40B4-BE49-F238E27FC236}">
                  <a16:creationId xmlns:a16="http://schemas.microsoft.com/office/drawing/2014/main" id="{3F1BD005-8EBA-4BDE-B4B4-215E20D40B67}"/>
                </a:ext>
              </a:extLst>
            </p:cNvPr>
            <p:cNvGrpSpPr/>
            <p:nvPr userDrawn="1"/>
          </p:nvGrpSpPr>
          <p:grpSpPr>
            <a:xfrm rot="16200000">
              <a:off x="4976563" y="-1556062"/>
              <a:ext cx="730640" cy="15412742"/>
              <a:chOff x="-15763" y="-1026942"/>
              <a:chExt cx="730640" cy="8521105"/>
            </a:xfrm>
          </p:grpSpPr>
          <p:cxnSp>
            <p:nvCxnSpPr>
              <p:cNvPr id="122" name="Rechte verbindingslijn 121">
                <a:extLst>
                  <a:ext uri="{FF2B5EF4-FFF2-40B4-BE49-F238E27FC236}">
                    <a16:creationId xmlns:a16="http://schemas.microsoft.com/office/drawing/2014/main" id="{6514C5D7-B9AA-4232-93BF-99953C68578E}"/>
                  </a:ext>
                </a:extLst>
              </p:cNvPr>
              <p:cNvCxnSpPr>
                <a:cxnSpLocks/>
              </p:cNvCxnSpPr>
              <p:nvPr userDrawn="1"/>
            </p:nvCxnSpPr>
            <p:spPr>
              <a:xfrm>
                <a:off x="714877" y="-1026942"/>
                <a:ext cx="0" cy="8521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347119D7-ED7B-4C35-A4F5-C9E8D66D6751}"/>
                  </a:ext>
                </a:extLst>
              </p:cNvPr>
              <p:cNvCxnSpPr>
                <a:cxnSpLocks/>
              </p:cNvCxnSpPr>
              <p:nvPr userDrawn="1"/>
            </p:nvCxnSpPr>
            <p:spPr>
              <a:xfrm>
                <a:off x="-15763" y="-759655"/>
                <a:ext cx="0" cy="8253818"/>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4" name="Rounded Rectangle 6">
            <a:extLst>
              <a:ext uri="{FF2B5EF4-FFF2-40B4-BE49-F238E27FC236}">
                <a16:creationId xmlns:a16="http://schemas.microsoft.com/office/drawing/2014/main" id="{2C3C2F1E-A095-FBAB-A922-F364B4374564}"/>
              </a:ext>
            </a:extLst>
          </p:cNvPr>
          <p:cNvSpPr/>
          <p:nvPr userDrawn="1"/>
        </p:nvSpPr>
        <p:spPr>
          <a:xfrm>
            <a:off x="11789958" y="6472939"/>
            <a:ext cx="550127" cy="287092"/>
          </a:xfrm>
          <a:prstGeom prst="roundRect">
            <a:avLst>
              <a:gd name="adj" fmla="val 1929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5" name="Rectangle 4">
            <a:extLst>
              <a:ext uri="{FF2B5EF4-FFF2-40B4-BE49-F238E27FC236}">
                <a16:creationId xmlns:a16="http://schemas.microsoft.com/office/drawing/2014/main" id="{D1DE986D-08EC-726A-358B-D92717D976F8}"/>
              </a:ext>
            </a:extLst>
          </p:cNvPr>
          <p:cNvSpPr/>
          <p:nvPr userDrawn="1"/>
        </p:nvSpPr>
        <p:spPr>
          <a:xfrm>
            <a:off x="88187" y="6521030"/>
            <a:ext cx="901209" cy="246221"/>
          </a:xfrm>
          <a:prstGeom prst="rect">
            <a:avLst/>
          </a:prstGeom>
        </p:spPr>
        <p:txBody>
          <a:bodyPr wrap="non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000" b="0" i="0">
                <a:solidFill>
                  <a:schemeClr val="bg1">
                    <a:lumMod val="65000"/>
                  </a:schemeClr>
                </a:solidFill>
                <a:latin typeface="Avenir Light" panose="020B0402020203020204" pitchFamily="34" charset="77"/>
              </a:rPr>
              <a:t>© 2023 Xebia</a:t>
            </a:r>
          </a:p>
        </p:txBody>
      </p:sp>
      <p:sp>
        <p:nvSpPr>
          <p:cNvPr id="6" name="TextBox 5">
            <a:extLst>
              <a:ext uri="{FF2B5EF4-FFF2-40B4-BE49-F238E27FC236}">
                <a16:creationId xmlns:a16="http://schemas.microsoft.com/office/drawing/2014/main" id="{F0A366D5-C746-20A9-635B-A0149A95BA18}"/>
              </a:ext>
            </a:extLst>
          </p:cNvPr>
          <p:cNvSpPr txBox="1"/>
          <p:nvPr userDrawn="1"/>
        </p:nvSpPr>
        <p:spPr>
          <a:xfrm>
            <a:off x="11820591" y="6489527"/>
            <a:ext cx="338555" cy="253916"/>
          </a:xfrm>
          <a:prstGeom prst="rect">
            <a:avLst/>
          </a:prstGeom>
          <a:noFill/>
        </p:spPr>
        <p:txBody>
          <a:bodyPr wrap="none" rtlCol="0">
            <a:spAutoFit/>
          </a:bodyPr>
          <a:lstStyle/>
          <a:p>
            <a:pPr algn="ctr"/>
            <a:fld id="{22E5C66C-2254-47AF-86C1-EDB515721934}" type="slidenum">
              <a:rPr lang="en-IN" sz="1000" b="0" i="0" smtClean="0">
                <a:solidFill>
                  <a:schemeClr val="tx1">
                    <a:lumMod val="85000"/>
                    <a:lumOff val="15000"/>
                  </a:schemeClr>
                </a:solidFill>
                <a:latin typeface="Avenir Light" panose="020B0402020203020204" pitchFamily="34" charset="77"/>
              </a:rPr>
              <a:t>‹#›</a:t>
            </a:fld>
            <a:endParaRPr lang="en-IN" sz="1000" b="0" i="0">
              <a:solidFill>
                <a:schemeClr val="tx1">
                  <a:lumMod val="85000"/>
                  <a:lumOff val="15000"/>
                </a:schemeClr>
              </a:solidFill>
              <a:latin typeface="Avenir Light" panose="020B0402020203020204" pitchFamily="34" charset="77"/>
            </a:endParaRPr>
          </a:p>
        </p:txBody>
      </p:sp>
    </p:spTree>
    <p:extLst>
      <p:ext uri="{BB962C8B-B14F-4D97-AF65-F5344CB8AC3E}">
        <p14:creationId xmlns:p14="http://schemas.microsoft.com/office/powerpoint/2010/main" val="3731036370"/>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 id="2147483947" r:id="rId15"/>
    <p:sldLayoutId id="2147483948" r:id="rId16"/>
    <p:sldLayoutId id="2147483949" r:id="rId17"/>
    <p:sldLayoutId id="2147483950" r:id="rId18"/>
    <p:sldLayoutId id="2147483951" r:id="rId19"/>
    <p:sldLayoutId id="2147483952" r:id="rId20"/>
    <p:sldLayoutId id="2147483953" r:id="rId21"/>
    <p:sldLayoutId id="2147483954" r:id="rId22"/>
    <p:sldLayoutId id="2147483955" r:id="rId23"/>
    <p:sldLayoutId id="2147483956" r:id="rId24"/>
    <p:sldLayoutId id="2147483957" r:id="rId25"/>
    <p:sldLayoutId id="2147483958" r:id="rId26"/>
    <p:sldLayoutId id="2147483959" r:id="rId27"/>
    <p:sldLayoutId id="2147483960" r:id="rId28"/>
    <p:sldLayoutId id="2147483961" r:id="rId29"/>
    <p:sldLayoutId id="2147483962" r:id="rId30"/>
    <p:sldLayoutId id="2147483963" r:id="rId31"/>
    <p:sldLayoutId id="2147483964" r:id="rId32"/>
    <p:sldLayoutId id="2147483965" r:id="rId33"/>
    <p:sldLayoutId id="2147483966" r:id="rId34"/>
    <p:sldLayoutId id="2147483967" r:id="rId35"/>
    <p:sldLayoutId id="2147483968" r:id="rId36"/>
    <p:sldLayoutId id="2147483969" r:id="rId37"/>
    <p:sldLayoutId id="2147483970" r:id="rId38"/>
    <p:sldLayoutId id="2147483971" r:id="rId39"/>
    <p:sldLayoutId id="2147483972" r:id="rId40"/>
    <p:sldLayoutId id="2147483973" r:id="rId41"/>
    <p:sldLayoutId id="2147483974" r:id="rId42"/>
    <p:sldLayoutId id="2147483975" r:id="rId43"/>
    <p:sldLayoutId id="2147483976" r:id="rId44"/>
    <p:sldLayoutId id="2147483977" r:id="rId45"/>
    <p:sldLayoutId id="2147483978" r:id="rId46"/>
    <p:sldLayoutId id="2147483979" r:id="rId47"/>
    <p:sldLayoutId id="2147483980" r:id="rId48"/>
    <p:sldLayoutId id="2147483981" r:id="rId49"/>
    <p:sldLayoutId id="2147483982" r:id="rId50"/>
    <p:sldLayoutId id="2147483983" r:id="rId51"/>
    <p:sldLayoutId id="2147483984" r:id="rId52"/>
    <p:sldLayoutId id="2147483985" r:id="rId53"/>
    <p:sldLayoutId id="2147483986" r:id="rId54"/>
    <p:sldLayoutId id="2147483987" r:id="rId55"/>
    <p:sldLayoutId id="2147483988" r:id="rId56"/>
    <p:sldLayoutId id="2147483989" r:id="rId57"/>
    <p:sldLayoutId id="2147483990" r:id="rId58"/>
    <p:sldLayoutId id="2147483991" r:id="rId59"/>
    <p:sldLayoutId id="2147483992" r:id="rId60"/>
    <p:sldLayoutId id="2147483993" r:id="rId61"/>
    <p:sldLayoutId id="2147483994" r:id="rId62"/>
    <p:sldLayoutId id="2147483995" r:id="rId63"/>
    <p:sldLayoutId id="2147483996" r:id="rId64"/>
    <p:sldLayoutId id="2147483997" r:id="rId65"/>
    <p:sldLayoutId id="2147483998" r:id="rId66"/>
    <p:sldLayoutId id="2147483999" r:id="rId67"/>
    <p:sldLayoutId id="2147484000" r:id="rId68"/>
    <p:sldLayoutId id="2147484001" r:id="rId69"/>
    <p:sldLayoutId id="2147484003" r:id="rId70"/>
    <p:sldLayoutId id="2147484005" r:id="rId71"/>
    <p:sldLayoutId id="2147484006" r:id="rId72"/>
    <p:sldLayoutId id="2147484007" r:id="rId7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80000"/>
        </a:lnSpc>
        <a:spcBef>
          <a:spcPct val="0"/>
        </a:spcBef>
        <a:buNone/>
        <a:tabLst>
          <a:tab pos="1255713" algn="l"/>
        </a:tabLst>
        <a:defRPr sz="2600" b="0" strike="noStrike" kern="1200" cap="none" spc="0" baseline="0">
          <a:solidFill>
            <a:schemeClr val="accent2"/>
          </a:solidFill>
          <a:latin typeface="+mj-lt"/>
          <a:ea typeface="+mj-ea"/>
          <a:cs typeface="Segoe UI" panose="020B0502040204020203" pitchFamily="34" charset="0"/>
        </a:defRPr>
      </a:lvl1pPr>
    </p:titleStyle>
    <p:bodyStyle>
      <a:lvl1pPr marL="263525" indent="-263525" algn="l" defTabSz="719138" rtl="0" eaLnBrk="1" latinLnBrk="0" hangingPunct="1">
        <a:lnSpc>
          <a:spcPct val="90000"/>
        </a:lnSpc>
        <a:spcBef>
          <a:spcPts val="0"/>
        </a:spcBef>
        <a:spcAft>
          <a:spcPts val="600"/>
        </a:spcAft>
        <a:buClr>
          <a:schemeClr val="accent1"/>
        </a:buClr>
        <a:buSzPct val="100000"/>
        <a:buFont typeface="Segoe UI Light" panose="020B0502040204020203" pitchFamily="34" charset="0"/>
        <a:buChar char="•"/>
        <a:defRPr sz="1400" kern="1200">
          <a:solidFill>
            <a:schemeClr val="accent2"/>
          </a:solidFill>
          <a:latin typeface="+mn-lt"/>
          <a:ea typeface="+mn-ea"/>
          <a:cs typeface="+mn-cs"/>
        </a:defRPr>
      </a:lvl1pPr>
      <a:lvl2pPr marL="449263" indent="-188913" algn="l" defTabSz="719138" rtl="0" eaLnBrk="1" latinLnBrk="0" hangingPunct="1">
        <a:lnSpc>
          <a:spcPct val="90000"/>
        </a:lnSpc>
        <a:spcBef>
          <a:spcPts val="0"/>
        </a:spcBef>
        <a:spcAft>
          <a:spcPts val="1200"/>
        </a:spcAft>
        <a:buClr>
          <a:schemeClr val="accent2"/>
        </a:buClr>
        <a:buSzPct val="100000"/>
        <a:buFont typeface="Arial" panose="020B0604020202020204" pitchFamily="34" charset="0"/>
        <a:buChar char="•"/>
        <a:defRPr sz="1400" i="0" kern="1200">
          <a:solidFill>
            <a:schemeClr val="accent2"/>
          </a:solidFill>
          <a:latin typeface="+mn-lt"/>
          <a:ea typeface="+mn-ea"/>
          <a:cs typeface="+mn-cs"/>
        </a:defRPr>
      </a:lvl2pPr>
      <a:lvl3pPr marL="0" indent="0" algn="l" defTabSz="719138" rtl="0" eaLnBrk="1" latinLnBrk="0" hangingPunct="1">
        <a:lnSpc>
          <a:spcPct val="90000"/>
        </a:lnSpc>
        <a:spcBef>
          <a:spcPts val="0"/>
        </a:spcBef>
        <a:spcAft>
          <a:spcPts val="1200"/>
        </a:spcAft>
        <a:buClr>
          <a:srgbClr val="0070C0"/>
        </a:buClr>
        <a:buSzPct val="85000"/>
        <a:buFont typeface="Arial" panose="020B0604020202020204" pitchFamily="34" charset="0"/>
        <a:buNone/>
        <a:defRPr sz="1400" i="0" kern="1200">
          <a:solidFill>
            <a:schemeClr val="accent2"/>
          </a:solidFill>
          <a:latin typeface="+mn-lt"/>
          <a:ea typeface="+mn-ea"/>
          <a:cs typeface="+mn-cs"/>
        </a:defRPr>
      </a:lvl3pPr>
      <a:lvl4pPr marL="0" indent="0" algn="l" defTabSz="719138" rtl="0" eaLnBrk="1" latinLnBrk="0" hangingPunct="1">
        <a:lnSpc>
          <a:spcPct val="90000"/>
        </a:lnSpc>
        <a:spcBef>
          <a:spcPts val="0"/>
        </a:spcBef>
        <a:spcAft>
          <a:spcPts val="600"/>
        </a:spcAft>
        <a:buFont typeface="Arial" panose="020B0604020202020204" pitchFamily="34" charset="0"/>
        <a:buNone/>
        <a:defRPr sz="1800" b="0" kern="1200" cap="none" spc="0" baseline="0">
          <a:solidFill>
            <a:schemeClr val="accent2"/>
          </a:solidFill>
          <a:latin typeface="+mn-lt"/>
          <a:ea typeface="Source Sans Pro" panose="020B0503030403020204" pitchFamily="34" charset="0"/>
          <a:cs typeface="Calibri" panose="020F0502020204030204" pitchFamily="34" charset="0"/>
        </a:defRPr>
      </a:lvl4pPr>
      <a:lvl5pPr marL="263525" indent="-263525" algn="l" defTabSz="719138" rtl="0" eaLnBrk="1" latinLnBrk="0" hangingPunct="1">
        <a:lnSpc>
          <a:spcPct val="90000"/>
        </a:lnSpc>
        <a:spcBef>
          <a:spcPts val="0"/>
        </a:spcBef>
        <a:spcAft>
          <a:spcPts val="1200"/>
        </a:spcAft>
        <a:buClr>
          <a:schemeClr val="accent1"/>
        </a:buClr>
        <a:buFont typeface="+mj-lt"/>
        <a:buAutoNum type="arabicPeriod"/>
        <a:defRPr sz="1200" i="0" kern="1200">
          <a:solidFill>
            <a:schemeClr val="accent2"/>
          </a:solidFill>
          <a:latin typeface="+mn-lt"/>
          <a:ea typeface="Source Sans Pro Light" panose="020B0403030403020204" pitchFamily="34" charset="0"/>
          <a:cs typeface="+mn-cs"/>
        </a:defRPr>
      </a:lvl5pPr>
      <a:lvl6pPr marL="266700" indent="-266700" algn="l" defTabSz="914400" rtl="0" eaLnBrk="1" latinLnBrk="0" hangingPunct="1">
        <a:lnSpc>
          <a:spcPct val="90000"/>
        </a:lnSpc>
        <a:spcBef>
          <a:spcPts val="0"/>
        </a:spcBef>
        <a:spcAft>
          <a:spcPts val="1200"/>
        </a:spcAft>
        <a:buClr>
          <a:schemeClr val="accent2"/>
        </a:buClr>
        <a:buFont typeface="+mj-lt"/>
        <a:buAutoNum type="alphaLcPeriod"/>
        <a:defRPr sz="1200" b="0" i="0" kern="1200">
          <a:solidFill>
            <a:schemeClr val="accent2"/>
          </a:solidFill>
          <a:latin typeface="+mn-lt"/>
          <a:ea typeface="+mn-ea"/>
          <a:cs typeface="+mn-cs"/>
        </a:defRPr>
      </a:lvl6pPr>
      <a:lvl7pPr marL="538163" indent="-274638" algn="l" defTabSz="914400" rtl="0" eaLnBrk="1" latinLnBrk="0" hangingPunct="1">
        <a:lnSpc>
          <a:spcPct val="90000"/>
        </a:lnSpc>
        <a:spcBef>
          <a:spcPts val="0"/>
        </a:spcBef>
        <a:spcAft>
          <a:spcPts val="1200"/>
        </a:spcAft>
        <a:buClr>
          <a:schemeClr val="accent2"/>
        </a:buClr>
        <a:buFont typeface="Arial" panose="020B0604020202020204" pitchFamily="34" charset="0"/>
        <a:buChar char="•"/>
        <a:defRPr sz="1200" b="0" i="0" kern="1200">
          <a:solidFill>
            <a:schemeClr val="accent2"/>
          </a:solidFill>
          <a:latin typeface="+mn-lt"/>
          <a:ea typeface="+mn-ea"/>
          <a:cs typeface="+mn-cs"/>
        </a:defRPr>
      </a:lvl7pPr>
      <a:lvl8pPr marL="0" indent="0" algn="l" defTabSz="914400" rtl="0" eaLnBrk="1" latinLnBrk="0" hangingPunct="1">
        <a:lnSpc>
          <a:spcPct val="90000"/>
        </a:lnSpc>
        <a:spcBef>
          <a:spcPts val="0"/>
        </a:spcBef>
        <a:spcAft>
          <a:spcPts val="1200"/>
        </a:spcAft>
        <a:buFont typeface="Arial" panose="020B0604020202020204" pitchFamily="34" charset="0"/>
        <a:buNone/>
        <a:defRPr sz="1400" i="1" kern="1200">
          <a:solidFill>
            <a:schemeClr val="accent2"/>
          </a:solidFill>
          <a:latin typeface="Source Sans Pro ExtraLight" panose="020B0604020202020204" pitchFamily="34" charset="0"/>
          <a:ea typeface="+mn-ea"/>
          <a:cs typeface="+mn-cs"/>
        </a:defRPr>
      </a:lvl8pPr>
      <a:lvl9pPr marL="0" indent="0" algn="l" defTabSz="914400" rtl="0" eaLnBrk="1" latinLnBrk="0" hangingPunct="1">
        <a:lnSpc>
          <a:spcPct val="90000"/>
        </a:lnSpc>
        <a:spcBef>
          <a:spcPts val="0"/>
        </a:spcBef>
        <a:spcAft>
          <a:spcPts val="1200"/>
        </a:spcAft>
        <a:buFont typeface="Arial" panose="020B0604020202020204" pitchFamily="34" charset="0"/>
        <a:buNone/>
        <a:defRPr sz="1600" b="0" kern="1200" spc="0" baseline="0">
          <a:solidFill>
            <a:schemeClr val="accent2"/>
          </a:solidFill>
          <a:latin typeface="Source Sans Pro" panose="020B0503030403020204" pitchFamily="34" charset="0"/>
          <a:ea typeface="Source Sans Pro" panose="020B0503030403020204" pitchFamily="34" charset="0"/>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776">
          <p15:clr>
            <a:srgbClr val="F26B43"/>
          </p15:clr>
        </p15:guide>
        <p15:guide id="3" orient="horz" pos="1002">
          <p15:clr>
            <a:srgbClr val="F26B43"/>
          </p15:clr>
        </p15:guide>
        <p15:guide id="5" orient="horz" pos="386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s-ES"/>
              <a:t>Haga clic para modificar el estilo de título del patrón</a:t>
            </a:r>
            <a:endParaRPr lang="en-PL"/>
          </a:p>
        </p:txBody>
      </p:sp>
    </p:spTree>
    <p:extLst>
      <p:ext uri="{BB962C8B-B14F-4D97-AF65-F5344CB8AC3E}">
        <p14:creationId xmlns:p14="http://schemas.microsoft.com/office/powerpoint/2010/main" val="457351951"/>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33">
          <p15:clr>
            <a:srgbClr val="F26B43"/>
          </p15:clr>
        </p15:guide>
        <p15:guide id="5" orient="horz" pos="346">
          <p15:clr>
            <a:srgbClr val="F26B43"/>
          </p15:clr>
        </p15:guide>
        <p15:guide id="6" orient="horz" pos="3974">
          <p15:clr>
            <a:srgbClr val="F26B43"/>
          </p15:clr>
        </p15:guide>
      </p15:sldGuideLst>
    </p:ext>
  </p:extLst>
</p:sldMaster>
</file>

<file path=ppt/theme/theme1.xml><?xml version="1.0" encoding="utf-8"?>
<a:theme xmlns:a="http://schemas.openxmlformats.org/drawingml/2006/main" name="4_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3.xml><?xml version="1.0" encoding="utf-8"?>
<a:theme xmlns:a="http://schemas.openxmlformats.org/drawingml/2006/main" name="1_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ebia_General-Template" id="{3A3596FD-712F-EC47-9572-2B59B8CB8EA8}" vid="{F0AE8EBE-D646-C64F-95C3-AB2D6B78FA73}"/>
    </a:ext>
  </a:extLst>
</a:theme>
</file>

<file path=ppt/theme/theme4.xml><?xml version="1.0" encoding="utf-8"?>
<a:theme xmlns:a="http://schemas.openxmlformats.org/drawingml/2006/main" name="3_www.pptsolutions.nl">
  <a:themeElements>
    <a:clrScheme name="Aangepast 8">
      <a:dk1>
        <a:sysClr val="windowText" lastClr="000000"/>
      </a:dk1>
      <a:lt1>
        <a:sysClr val="window" lastClr="FFFFFF"/>
      </a:lt1>
      <a:dk2>
        <a:srgbClr val="000000"/>
      </a:dk2>
      <a:lt2>
        <a:srgbClr val="FFFFFF"/>
      </a:lt2>
      <a:accent1>
        <a:srgbClr val="6C1D5F"/>
      </a:accent1>
      <a:accent2>
        <a:srgbClr val="5A5A5A"/>
      </a:accent2>
      <a:accent3>
        <a:srgbClr val="A1A1A1"/>
      </a:accent3>
      <a:accent4>
        <a:srgbClr val="DEDEDE"/>
      </a:accent4>
      <a:accent5>
        <a:srgbClr val="06A99C"/>
      </a:accent5>
      <a:accent6>
        <a:srgbClr val="9D92B2"/>
      </a:accent6>
      <a:hlink>
        <a:srgbClr val="06A99C"/>
      </a:hlink>
      <a:folHlink>
        <a:srgbClr val="6C1D5F"/>
      </a:folHlink>
    </a:clrScheme>
    <a:fontScheme name="Aangepast 4">
      <a:majorFont>
        <a:latin typeface="Proxima Nova Rg"/>
        <a:ea typeface=""/>
        <a:cs typeface=""/>
      </a:majorFont>
      <a:minorFont>
        <a:latin typeface="Proxima Nova Rg"/>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ebia_Business Proposal Template" id="{5771A26C-E0D0-4105-AE74-ED4B7A87339F}" vid="{AB4D58E1-D7F8-45DF-806A-9A13955E919E}"/>
    </a:ext>
  </a:extLst>
</a:theme>
</file>

<file path=ppt/theme/theme5.xml><?xml version="1.0" encoding="utf-8"?>
<a:theme xmlns:a="http://schemas.openxmlformats.org/drawingml/2006/main" name="2_www.pptsolutions.nl">
  <a:themeElements>
    <a:clrScheme name="Aangepast 8">
      <a:dk1>
        <a:sysClr val="windowText" lastClr="000000"/>
      </a:dk1>
      <a:lt1>
        <a:sysClr val="window" lastClr="FFFFFF"/>
      </a:lt1>
      <a:dk2>
        <a:srgbClr val="000000"/>
      </a:dk2>
      <a:lt2>
        <a:srgbClr val="FFFFFF"/>
      </a:lt2>
      <a:accent1>
        <a:srgbClr val="6C1D5F"/>
      </a:accent1>
      <a:accent2>
        <a:srgbClr val="5A5A5A"/>
      </a:accent2>
      <a:accent3>
        <a:srgbClr val="A1A1A1"/>
      </a:accent3>
      <a:accent4>
        <a:srgbClr val="DEDEDE"/>
      </a:accent4>
      <a:accent5>
        <a:srgbClr val="06A99C"/>
      </a:accent5>
      <a:accent6>
        <a:srgbClr val="9D92B2"/>
      </a:accent6>
      <a:hlink>
        <a:srgbClr val="06A99C"/>
      </a:hlink>
      <a:folHlink>
        <a:srgbClr val="6C1D5F"/>
      </a:folHlink>
    </a:clrScheme>
    <a:fontScheme name="Aangepast 4">
      <a:majorFont>
        <a:latin typeface="Proxima Nova Rg"/>
        <a:ea typeface=""/>
        <a:cs typeface=""/>
      </a:majorFont>
      <a:minorFont>
        <a:latin typeface="Proxima Nova Rg"/>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ebia_Business Proposal Template" id="{5771A26C-E0D0-4105-AE74-ED4B7A87339F}" vid="{AB4D58E1-D7F8-45DF-806A-9A13955E919E}"/>
    </a:ext>
  </a:extLst>
</a:theme>
</file>

<file path=ppt/theme/theme6.xml><?xml version="1.0" encoding="utf-8"?>
<a:theme xmlns:a="http://schemas.openxmlformats.org/drawingml/2006/main" name="5_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ebia_General-Template" id="{3A3596FD-712F-EC47-9572-2B59B8CB8EA8}" vid="{F0AE8EBE-D646-C64F-95C3-AB2D6B78FA73}"/>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578845-8e5b-4a88-8295-25710be39c8f">
      <Terms xmlns="http://schemas.microsoft.com/office/infopath/2007/PartnerControls"/>
    </lcf76f155ced4ddcb4097134ff3c332f>
    <TaxCatchAll xmlns="c5831695-3cc1-41b5-b7e8-7fdf8644eee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1CEA1FF30FAAD43833D4BD414A91064" ma:contentTypeVersion="19" ma:contentTypeDescription="Een nieuw document maken." ma:contentTypeScope="" ma:versionID="10b930522a9a4cc9492da3d78562dbd0">
  <xsd:schema xmlns:xsd="http://www.w3.org/2001/XMLSchema" xmlns:xs="http://www.w3.org/2001/XMLSchema" xmlns:p="http://schemas.microsoft.com/office/2006/metadata/properties" xmlns:ns2="8f578845-8e5b-4a88-8295-25710be39c8f" xmlns:ns3="c5831695-3cc1-41b5-b7e8-7fdf8644eee1" targetNamespace="http://schemas.microsoft.com/office/2006/metadata/properties" ma:root="true" ma:fieldsID="782fcba77690c713115064bc8777b1be" ns2:_="" ns3:_="">
    <xsd:import namespace="8f578845-8e5b-4a88-8295-25710be39c8f"/>
    <xsd:import namespace="c5831695-3cc1-41b5-b7e8-7fdf8644eee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78845-8e5b-4a88-8295-25710be39c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5831695-3cc1-41b5-b7e8-7fdf8644eee1"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91d0e8cf-e731-4069-84af-b5025172ba89}" ma:internalName="TaxCatchAll" ma:showField="CatchAllData" ma:web="c5831695-3cc1-41b5-b7e8-7fdf8644ee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7E70F2-A7C5-4293-B701-3F965E6D4FDC}">
  <ds:schemaRefs>
    <ds:schemaRef ds:uri="http://schemas.microsoft.com/sharepoint/v3/contenttype/forms"/>
  </ds:schemaRefs>
</ds:datastoreItem>
</file>

<file path=customXml/itemProps2.xml><?xml version="1.0" encoding="utf-8"?>
<ds:datastoreItem xmlns:ds="http://schemas.openxmlformats.org/officeDocument/2006/customXml" ds:itemID="{6DF5961A-4DD4-4691-A170-D547C980E1D6}">
  <ds:schemaRefs>
    <ds:schemaRef ds:uri="8f578845-8e5b-4a88-8295-25710be39c8f"/>
    <ds:schemaRef ds:uri="c5831695-3cc1-41b5-b7e8-7fdf8644ee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8F5CED8-30B8-42C9-8B8F-9AA5D88E5CC2}">
  <ds:schemaRefs>
    <ds:schemaRef ds:uri="8f578845-8e5b-4a88-8295-25710be39c8f"/>
    <ds:schemaRef ds:uri="c5831695-3cc1-41b5-b7e8-7fdf8644ee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35</Slides>
  <Notes>26</Notes>
  <HiddenSlides>1</HiddenSlides>
  <ScaleCrop>false</ScaleCrop>
  <HeadingPairs>
    <vt:vector size="4" baseType="variant">
      <vt:variant>
        <vt:lpstr>Theme</vt:lpstr>
      </vt:variant>
      <vt:variant>
        <vt:i4>6</vt:i4>
      </vt:variant>
      <vt:variant>
        <vt:lpstr>Slide Titles</vt:lpstr>
      </vt:variant>
      <vt:variant>
        <vt:i4>35</vt:i4>
      </vt:variant>
    </vt:vector>
  </HeadingPairs>
  <TitlesOfParts>
    <vt:vector size="41" baseType="lpstr">
      <vt:lpstr>4_Custom Design</vt:lpstr>
      <vt:lpstr>Custom Design</vt:lpstr>
      <vt:lpstr>1_Custom Design</vt:lpstr>
      <vt:lpstr>3_www.pptsolutions.nl</vt:lpstr>
      <vt:lpstr>2_www.pptsolutions.nl</vt:lpstr>
      <vt:lpstr>5_Custom Design</vt:lpstr>
      <vt:lpstr> Empowering Retail Giants with Xebia’s Data &amp; AI Capabilities</vt:lpstr>
      <vt:lpstr>Data Intelligence Outcome Map</vt:lpstr>
      <vt:lpstr>Empowering Retail Giants with Databricks toTransform Customer Experience, Workforce Efficiency, and Supply Chain Agility</vt:lpstr>
      <vt:lpstr>Empowering Retail Giants with Databricks toTransform Customer Experience, Workforce Efficiency, and Supply Chain Agility</vt:lpstr>
      <vt:lpstr>PowerPoint Presentation</vt:lpstr>
      <vt:lpstr>PowerPoint Presentation</vt:lpstr>
      <vt:lpstr>PowerPoint Presentation</vt:lpstr>
      <vt:lpstr>PowerPoint Presentation</vt:lpstr>
      <vt:lpstr>Xebia’s proven experience in improving employee efficiency for DSM</vt:lpstr>
      <vt:lpstr>PowerPoint Presentation</vt:lpstr>
      <vt:lpstr>Turning Customer Data into Revenue Streams with Personalized Experiences</vt:lpstr>
      <vt:lpstr>PowerPoint Presentation</vt:lpstr>
      <vt:lpstr>PowerPoint Presentation</vt:lpstr>
      <vt:lpstr>PowerPoint Presentation</vt:lpstr>
      <vt:lpstr>PowerPoint Presentation</vt:lpstr>
      <vt:lpstr>PowerPoint Presentation</vt:lpstr>
      <vt:lpstr>PowerPoint Presentation</vt:lpstr>
      <vt:lpstr>Driving Revenue Growth with Customer Insights and Experience Personalization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Driving Resilient Supply Chains through Demand &amp; Inventory Optimization</vt:lpstr>
      <vt:lpstr>PowerPoint Presentation</vt:lpstr>
      <vt:lpstr>PowerPoint Presentation</vt:lpstr>
      <vt:lpstr>PowerPoint Presentation</vt:lpstr>
      <vt:lpstr>PowerPoint Presentation</vt:lpstr>
      <vt:lpstr>PowerPoint Presentation</vt:lpstr>
      <vt:lpstr>Strengthening Supply Chains with Resilient Supplier Collaboration &amp; Integrated Risk Management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Vandita Tiwari</dc:creator>
  <cp:revision>2</cp:revision>
  <dcterms:created xsi:type="dcterms:W3CDTF">2025-07-08T11:38:48Z</dcterms:created>
  <dcterms:modified xsi:type="dcterms:W3CDTF">2026-08-18T11:57:46Z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0x01010021CEA1FF30FAAD43833D4BD414A91064</vt:lpwstr>
  </property>
  <property fmtid="{D5CDD505-2E9C-101B-9397-08002B2CF9AE}" pid="3" name="MediaServiceImageTags">
    <vt:lpwstr/>
  </property>
</Properties>
</file>