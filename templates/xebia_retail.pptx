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media/image1.svg" ContentType="image/svg+xml"/>
  <Override PartName="/ppt/media/image10.svg" ContentType="image/svg+xml"/>
  <Override PartName="/ppt/media/image11.svg" ContentType="image/svg+xml"/>
  <Override PartName="/ppt/media/image19.svg" ContentType="image/svg+xml"/>
  <Override PartName="/ppt/media/image2.svg" ContentType="image/svg+xml"/>
  <Override PartName="/ppt/media/image3.svg" ContentType="image/svg+xml"/>
  <Override PartName="/ppt/media/image4.svg" ContentType="image/svg+xml"/>
  <Override PartName="/ppt/media/image6.svg" ContentType="image/svg+xml"/>
  <Override PartName="/ppt/media/image7.svg" ContentType="image/svg+xml"/>
  <Override PartName="/ppt/media/image9.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 id="2147483705" r:id="rId5"/>
    <p:sldMasterId id="2147483740" r:id="rId6"/>
    <p:sldMasterId id="2147483773" r:id="rId7"/>
    <p:sldMasterId id="2147483932" r:id="rId8"/>
    <p:sldMasterId id="2147484008" r:id="rId9"/>
  </p:sldMasterIdLst>
  <p:notesMasterIdLst>
    <p:notesMasterId r:id="rId45"/>
  </p:notesMasterIdLst>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3FCB3922-EF05-0BD7-D51A-A83BA3F6A64D}" name="Giovanni Lanzani" initials="GL" userId="S::Giovanni.Lanzani@xebia.com::92f41aeb-5281-4a38-82b5-6ab5fa2e91a6"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595959"/>
    <a:srgbClr val="6C1D5F"/>
    <a:srgbClr val="7F7F7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1B9E93-E3EF-4316-AEBD-19690960B20E}" v="2" dt="2026-07-20T10:13:28.41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Master" Target="slideMasters/slideMaster6.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50" Type="http://schemas.microsoft.com/office/2015/10/relationships/revisionInfo" Target="revisionInfo.xml"/><Relationship Id="rId51" Type="http://schemas.microsoft.com/office/2018/10/relationships/authors" Targe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4887805-E856-4E11-AD4B-E436E5A7F51F}" type="datetimeFigureOut">
              <a:rPr lang="en-IN" smtClean="0"/>
              <a:t>18-08-2026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8835B5-063C-4D53-8256-A84BF8FF9155}" type="slidenum">
              <a:rPr lang="en-IN" smtClean="0"/>
              <a:t>‹#›</a:t>
            </a:fld>
            <a:endParaRPr lang="en-IN"/>
          </a:p>
        </p:txBody>
      </p:sp>
    </p:spTree>
    <p:extLst>
      <p:ext uri="{BB962C8B-B14F-4D97-AF65-F5344CB8AC3E}">
        <p14:creationId xmlns:p14="http://schemas.microsoft.com/office/powerpoint/2010/main" val="12261791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sv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sv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sv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sv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sv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svg"/><Relationship Id="rId3" Type="http://schemas.openxmlformats.org/officeDocument/2006/relationships/image" Target="../media/image7.sv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svg"/><Relationship Id="rId3" Type="http://schemas.openxmlformats.org/officeDocument/2006/relationships/image" Target="../media/image10.sv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1.sv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1.sv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1.sv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3.png"/><Relationship Id="rId3" Type="http://schemas.microsoft.com/office/2007/relationships/hdphoto" Target="../media/hdphoto1.wdp"/></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5.png"/></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6.png"/><Relationship Id="rId3" Type="http://schemas.microsoft.com/office/2007/relationships/hdphoto" Target="../media/hdphoto2.wdp"/></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5.png"/></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7.png"/></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8.png"/></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8.png"/></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svg"/></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svg"/></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slide" Target="../slides/slide9.xml"/><Relationship Id="rId3" Type="http://schemas.openxmlformats.org/officeDocument/2006/relationships/image" Target="../media/image19.svg"/></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Main-cover_light">
    <p:bg>
      <p:bgPr>
        <a:solidFill>
          <a:schemeClr val="bg1"/>
        </a:solidFill>
        <a:effectLst/>
      </p:bgPr>
    </p:bg>
    <p:spTree>
      <p:nvGrpSpPr>
        <p:cNvPr id="1" name=""/>
        <p:cNvGrpSpPr/>
        <p:nvPr/>
      </p:nvGrpSpPr>
      <p:grpSpPr>
        <a:xfrm>
          <a:off x="0" y="0"/>
          <a:ext cx="0" cy="0"/>
          <a:chOff x="0" y="0"/>
          <a:chExt cx="0" cy="0"/>
        </a:xfrm>
      </p:grpSpPr>
      <p:sp>
        <p:nvSpPr>
          <p:cNvPr id="46" name="Rectangle 45">
            <a:extLst>
              <a:ext uri="{FF2B5EF4-FFF2-40B4-BE49-F238E27FC236}">
                <a16:creationId xmlns:a16="http://schemas.microsoft.com/office/drawing/2014/main" id="{0D52A9A4-97F2-7F53-0D44-94858DC3118F}"/>
              </a:ext>
            </a:extLst>
          </p:cNvPr>
          <p:cNvSpPr/>
          <p:nvPr userDrawn="1"/>
        </p:nvSpPr>
        <p:spPr>
          <a:xfrm>
            <a:off x="2575367" y="-1"/>
            <a:ext cx="6967960" cy="6867819"/>
          </a:xfrm>
          <a:custGeom>
            <a:avLst/>
            <a:gdLst>
              <a:gd name="connsiteX0" fmla="*/ 0 w 7089494"/>
              <a:gd name="connsiteY0" fmla="*/ 0 h 6858001"/>
              <a:gd name="connsiteX1" fmla="*/ 7089494 w 7089494"/>
              <a:gd name="connsiteY1" fmla="*/ 0 h 6858001"/>
              <a:gd name="connsiteX2" fmla="*/ 7089494 w 7089494"/>
              <a:gd name="connsiteY2" fmla="*/ 6858001 h 6858001"/>
              <a:gd name="connsiteX3" fmla="*/ 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6013048 w 7089494"/>
              <a:gd name="connsiteY3" fmla="*/ 668438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131951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131951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6967960"/>
              <a:gd name="connsiteY0" fmla="*/ 0 h 6863789"/>
              <a:gd name="connsiteX1" fmla="*/ 1319514 w 6967960"/>
              <a:gd name="connsiteY1" fmla="*/ 0 h 6863789"/>
              <a:gd name="connsiteX2" fmla="*/ 6967960 w 6967960"/>
              <a:gd name="connsiteY2" fmla="*/ 6863789 h 6863789"/>
              <a:gd name="connsiteX3" fmla="*/ 5202820 w 6967960"/>
              <a:gd name="connsiteY3" fmla="*/ 6858001 h 6863789"/>
              <a:gd name="connsiteX4" fmla="*/ 0 w 6967960"/>
              <a:gd name="connsiteY4" fmla="*/ 0 h 68637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67960" h="6863789">
                <a:moveTo>
                  <a:pt x="0" y="0"/>
                </a:moveTo>
                <a:lnTo>
                  <a:pt x="1319514" y="0"/>
                </a:lnTo>
                <a:cubicBezTo>
                  <a:pt x="2322654" y="4375230"/>
                  <a:pt x="5044633" y="4577789"/>
                  <a:pt x="6967960" y="6863789"/>
                </a:cubicBezTo>
                <a:lnTo>
                  <a:pt x="5202820" y="6858001"/>
                </a:lnTo>
                <a:cubicBezTo>
                  <a:pt x="3624805" y="4299996"/>
                  <a:pt x="1196049" y="2708476"/>
                  <a:pt x="0" y="0"/>
                </a:cubicBez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
        <p:nvSpPr>
          <p:cNvPr id="7" name="Text Placeholder 6">
            <a:extLst>
              <a:ext uri="{FF2B5EF4-FFF2-40B4-BE49-F238E27FC236}">
                <a16:creationId xmlns:a16="http://schemas.microsoft.com/office/drawing/2014/main" id="{E826FE26-AFDB-F07C-663E-7C33DA765794}"/>
              </a:ext>
            </a:extLst>
          </p:cNvPr>
          <p:cNvSpPr>
            <a:spLocks noGrp="1"/>
          </p:cNvSpPr>
          <p:nvPr>
            <p:ph idx="1" hasCustomPrompt="1"/>
          </p:nvPr>
        </p:nvSpPr>
        <p:spPr>
          <a:xfrm>
            <a:off x="550862" y="5542224"/>
            <a:ext cx="5545138" cy="766300"/>
          </a:xfrm>
          <a:prstGeom prst="rect">
            <a:avLst/>
          </a:prstGeom>
        </p:spPr>
        <p:txBody>
          <a:bodyPr vert="horz" lIns="0" tIns="0" rIns="0" bIns="0" rtlCol="0">
            <a:normAutofit/>
          </a:bodyPr>
          <a:lstStyle>
            <a:lvl1pPr marL="0" indent="0">
              <a:buNone/>
              <a:defRPr/>
            </a:lvl1pPr>
            <a:lvl2pPr marL="457200" indent="0">
              <a:buNone/>
              <a:defRPr/>
            </a:lvl2pPr>
            <a:lvl3pPr marL="914400" indent="0">
              <a:buNone/>
              <a:defRPr/>
            </a:lvl3pPr>
          </a:lstStyle>
          <a:p>
            <a:pPr lvl="0"/>
            <a:r>
              <a:rPr lang="en-GB"/>
              <a:t>Click to edit Master text styles</a:t>
            </a:r>
          </a:p>
        </p:txBody>
      </p:sp>
      <p:sp>
        <p:nvSpPr>
          <p:cNvPr id="8" name="Title Placeholder 10">
            <a:extLst>
              <a:ext uri="{FF2B5EF4-FFF2-40B4-BE49-F238E27FC236}">
                <a16:creationId xmlns:a16="http://schemas.microsoft.com/office/drawing/2014/main" id="{D0396193-2776-6A62-7DE8-4E7F9141097E}"/>
              </a:ext>
            </a:extLst>
          </p:cNvPr>
          <p:cNvSpPr>
            <a:spLocks noGrp="1"/>
          </p:cNvSpPr>
          <p:nvPr>
            <p:ph type="title" hasCustomPrompt="1"/>
          </p:nvPr>
        </p:nvSpPr>
        <p:spPr>
          <a:xfrm>
            <a:off x="550863" y="4298206"/>
            <a:ext cx="5545138" cy="1244018"/>
          </a:xfrm>
          <a:prstGeom prst="rect">
            <a:avLst/>
          </a:prstGeom>
        </p:spPr>
        <p:txBody>
          <a:bodyPr vert="horz" lIns="0" tIns="0" rIns="0" bIns="0" rtlCol="0" anchor="t">
            <a:normAutofit/>
          </a:bodyPr>
          <a:lstStyle>
            <a:lvl1pPr>
              <a:defRPr>
                <a:solidFill>
                  <a:schemeClr val="tx2"/>
                </a:solidFill>
              </a:defRPr>
            </a:lvl1pPr>
          </a:lstStyle>
          <a:p>
            <a:r>
              <a:rPr lang="en-GB"/>
              <a:t>Title of the</a:t>
            </a:r>
            <a:br>
              <a:rPr lang="en-GB"/>
            </a:br>
            <a:r>
              <a:rPr lang="en-GB"/>
              <a:t>presentation</a:t>
            </a:r>
            <a:endParaRPr lang="en-PL"/>
          </a:p>
        </p:txBody>
      </p:sp>
      <p:sp>
        <p:nvSpPr>
          <p:cNvPr id="24" name="Picture Placeholder 23">
            <a:extLst>
              <a:ext uri="{FF2B5EF4-FFF2-40B4-BE49-F238E27FC236}">
                <a16:creationId xmlns:a16="http://schemas.microsoft.com/office/drawing/2014/main" id="{EE48DFFF-E338-09B9-2477-E5D55A4DD2B9}"/>
              </a:ext>
            </a:extLst>
          </p:cNvPr>
          <p:cNvSpPr>
            <a:spLocks noGrp="1"/>
          </p:cNvSpPr>
          <p:nvPr>
            <p:ph type="pic" sz="quarter" idx="10" hasCustomPrompt="1"/>
          </p:nvPr>
        </p:nvSpPr>
        <p:spPr>
          <a:xfrm>
            <a:off x="3958542" y="1"/>
            <a:ext cx="8233458" cy="6858000"/>
          </a:xfrm>
          <a:custGeom>
            <a:avLst/>
            <a:gdLst>
              <a:gd name="connsiteX0" fmla="*/ 0 w 8233458"/>
              <a:gd name="connsiteY0" fmla="*/ 0 h 6858000"/>
              <a:gd name="connsiteX1" fmla="*/ 8233458 w 8233458"/>
              <a:gd name="connsiteY1" fmla="*/ 0 h 6858000"/>
              <a:gd name="connsiteX2" fmla="*/ 8233458 w 8233458"/>
              <a:gd name="connsiteY2" fmla="*/ 6858000 h 6858000"/>
              <a:gd name="connsiteX3" fmla="*/ 5776855 w 8233458"/>
              <a:gd name="connsiteY3" fmla="*/ 6858000 h 6858000"/>
              <a:gd name="connsiteX4" fmla="*/ 2226297 w 8233458"/>
              <a:gd name="connsiteY4" fmla="*/ 3819525 h 6858000"/>
              <a:gd name="connsiteX5" fmla="*/ 0 w 8233458"/>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233458" h="6858000">
                <a:moveTo>
                  <a:pt x="0" y="0"/>
                </a:moveTo>
                <a:lnTo>
                  <a:pt x="8233458" y="0"/>
                </a:lnTo>
                <a:lnTo>
                  <a:pt x="8233458" y="6858000"/>
                </a:lnTo>
                <a:lnTo>
                  <a:pt x="5776855" y="6858000"/>
                </a:lnTo>
                <a:cubicBezTo>
                  <a:pt x="5776855" y="6858000"/>
                  <a:pt x="3771270" y="5153026"/>
                  <a:pt x="2226297" y="3819525"/>
                </a:cubicBezTo>
                <a:cubicBezTo>
                  <a:pt x="681323" y="2486025"/>
                  <a:pt x="0" y="0"/>
                  <a:pt x="0" y="0"/>
                </a:cubicBezTo>
                <a:close/>
              </a:path>
            </a:pathLst>
          </a:custGeom>
          <a:solidFill>
            <a:schemeClr val="bg2"/>
          </a:solidFill>
        </p:spPr>
        <p:txBody>
          <a:bodyPr wrap="square" lIns="2520000" rIns="2520000" anchor="ctr">
            <a:noAutofit/>
          </a:bodyPr>
          <a:lstStyle>
            <a:lvl1pPr marL="0" indent="0" algn="ctr">
              <a:buNone/>
              <a:defRPr sz="1600"/>
            </a:lvl1pPr>
          </a:lstStyle>
          <a:p>
            <a:r>
              <a:rPr lang="en-GB"/>
              <a:t>You can add a photo</a:t>
            </a:r>
          </a:p>
        </p:txBody>
      </p:sp>
      <p:sp>
        <p:nvSpPr>
          <p:cNvPr id="36" name="Freeform 35">
            <a:extLst>
              <a:ext uri="{FF2B5EF4-FFF2-40B4-BE49-F238E27FC236}">
                <a16:creationId xmlns:a16="http://schemas.microsoft.com/office/drawing/2014/main" id="{65547924-9C4A-ECA1-A5C7-F0DEF0CA22FA}"/>
              </a:ext>
            </a:extLst>
          </p:cNvPr>
          <p:cNvSpPr/>
          <p:nvPr userDrawn="1"/>
        </p:nvSpPr>
        <p:spPr>
          <a:xfrm>
            <a:off x="3003630" y="-1"/>
            <a:ext cx="6769849" cy="6867819"/>
          </a:xfrm>
          <a:custGeom>
            <a:avLst/>
            <a:gdLst>
              <a:gd name="connsiteX0" fmla="*/ 0 w 6765403"/>
              <a:gd name="connsiteY0" fmla="*/ 0 h 6858000"/>
              <a:gd name="connsiteX1" fmla="*/ 1030147 w 6765403"/>
              <a:gd name="connsiteY1" fmla="*/ 0 h 6858000"/>
              <a:gd name="connsiteX2" fmla="*/ 3237665 w 6765403"/>
              <a:gd name="connsiteY2" fmla="*/ 3818547 h 6858000"/>
              <a:gd name="connsiteX3" fmla="*/ 6758275 w 6765403"/>
              <a:gd name="connsiteY3" fmla="*/ 6856244 h 6858000"/>
              <a:gd name="connsiteX4" fmla="*/ 6765403 w 6765403"/>
              <a:gd name="connsiteY4" fmla="*/ 6856244 h 6858000"/>
              <a:gd name="connsiteX5" fmla="*/ 6765403 w 6765403"/>
              <a:gd name="connsiteY5" fmla="*/ 6858000 h 6858000"/>
              <a:gd name="connsiteX6" fmla="*/ 0 w 6765403"/>
              <a:gd name="connsiteY6" fmla="*/ 6858000 h 6858000"/>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5972537 w 6765403"/>
              <a:gd name="connsiteY6" fmla="*/ 6869574 h 6869574"/>
              <a:gd name="connsiteX7" fmla="*/ 0 w 6765403"/>
              <a:gd name="connsiteY7" fmla="*/ 0 h 6869574"/>
              <a:gd name="connsiteX0" fmla="*/ 0 w 6765403"/>
              <a:gd name="connsiteY0" fmla="*/ 0 h 6858000"/>
              <a:gd name="connsiteX1" fmla="*/ 1030147 w 6765403"/>
              <a:gd name="connsiteY1" fmla="*/ 0 h 6858000"/>
              <a:gd name="connsiteX2" fmla="*/ 3237665 w 6765403"/>
              <a:gd name="connsiteY2" fmla="*/ 3818547 h 6858000"/>
              <a:gd name="connsiteX3" fmla="*/ 6758275 w 6765403"/>
              <a:gd name="connsiteY3" fmla="*/ 6856244 h 6858000"/>
              <a:gd name="connsiteX4" fmla="*/ 6765403 w 6765403"/>
              <a:gd name="connsiteY4" fmla="*/ 6856244 h 6858000"/>
              <a:gd name="connsiteX5" fmla="*/ 6765403 w 6765403"/>
              <a:gd name="connsiteY5" fmla="*/ 6858000 h 6858000"/>
              <a:gd name="connsiteX6" fmla="*/ 6400800 w 6765403"/>
              <a:gd name="connsiteY6" fmla="*/ 6834850 h 6858000"/>
              <a:gd name="connsiteX7" fmla="*/ 0 w 6765403"/>
              <a:gd name="connsiteY7" fmla="*/ 0 h 6858000"/>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6423950 w 6765403"/>
              <a:gd name="connsiteY6" fmla="*/ 6869574 h 6869574"/>
              <a:gd name="connsiteX7" fmla="*/ 0 w 6765403"/>
              <a:gd name="connsiteY7" fmla="*/ 0 h 6869574"/>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6423950 w 6765403"/>
              <a:gd name="connsiteY6" fmla="*/ 6869574 h 6869574"/>
              <a:gd name="connsiteX7" fmla="*/ 0 w 6765403"/>
              <a:gd name="connsiteY7" fmla="*/ 0 h 6869574"/>
              <a:gd name="connsiteX0" fmla="*/ 0 w 6117221"/>
              <a:gd name="connsiteY0" fmla="*/ 0 h 6875361"/>
              <a:gd name="connsiteX1" fmla="*/ 381965 w 6117221"/>
              <a:gd name="connsiteY1" fmla="*/ 5787 h 6875361"/>
              <a:gd name="connsiteX2" fmla="*/ 2589483 w 6117221"/>
              <a:gd name="connsiteY2" fmla="*/ 3824334 h 6875361"/>
              <a:gd name="connsiteX3" fmla="*/ 6110093 w 6117221"/>
              <a:gd name="connsiteY3" fmla="*/ 6862031 h 6875361"/>
              <a:gd name="connsiteX4" fmla="*/ 6117221 w 6117221"/>
              <a:gd name="connsiteY4" fmla="*/ 6862031 h 6875361"/>
              <a:gd name="connsiteX5" fmla="*/ 6117221 w 6117221"/>
              <a:gd name="connsiteY5" fmla="*/ 6863787 h 6875361"/>
              <a:gd name="connsiteX6" fmla="*/ 5775768 w 6117221"/>
              <a:gd name="connsiteY6" fmla="*/ 6875361 h 6875361"/>
              <a:gd name="connsiteX7" fmla="*/ 0 w 6117221"/>
              <a:gd name="connsiteY7" fmla="*/ 0 h 6875361"/>
              <a:gd name="connsiteX0" fmla="*/ 0 w 6701742"/>
              <a:gd name="connsiteY0" fmla="*/ 1 h 6869574"/>
              <a:gd name="connsiteX1" fmla="*/ 966486 w 6701742"/>
              <a:gd name="connsiteY1" fmla="*/ 0 h 6869574"/>
              <a:gd name="connsiteX2" fmla="*/ 3174004 w 6701742"/>
              <a:gd name="connsiteY2" fmla="*/ 3818547 h 6869574"/>
              <a:gd name="connsiteX3" fmla="*/ 6694614 w 6701742"/>
              <a:gd name="connsiteY3" fmla="*/ 6856244 h 6869574"/>
              <a:gd name="connsiteX4" fmla="*/ 6701742 w 6701742"/>
              <a:gd name="connsiteY4" fmla="*/ 6856244 h 6869574"/>
              <a:gd name="connsiteX5" fmla="*/ 6701742 w 6701742"/>
              <a:gd name="connsiteY5" fmla="*/ 6858000 h 6869574"/>
              <a:gd name="connsiteX6" fmla="*/ 6360289 w 6701742"/>
              <a:gd name="connsiteY6" fmla="*/ 6869574 h 6869574"/>
              <a:gd name="connsiteX7" fmla="*/ 0 w 6701742"/>
              <a:gd name="connsiteY7" fmla="*/ 1 h 6869574"/>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939023"/>
              <a:gd name="connsiteX1" fmla="*/ 966486 w 6701742"/>
              <a:gd name="connsiteY1" fmla="*/ 0 h 6939023"/>
              <a:gd name="connsiteX2" fmla="*/ 3174004 w 6701742"/>
              <a:gd name="connsiteY2" fmla="*/ 3818547 h 6939023"/>
              <a:gd name="connsiteX3" fmla="*/ 6694614 w 6701742"/>
              <a:gd name="connsiteY3" fmla="*/ 6856244 h 6939023"/>
              <a:gd name="connsiteX4" fmla="*/ 6701742 w 6701742"/>
              <a:gd name="connsiteY4" fmla="*/ 6856244 h 6939023"/>
              <a:gd name="connsiteX5" fmla="*/ 6643869 w 6701742"/>
              <a:gd name="connsiteY5" fmla="*/ 6939023 h 6939023"/>
              <a:gd name="connsiteX6" fmla="*/ 6354502 w 6701742"/>
              <a:gd name="connsiteY6" fmla="*/ 6863787 h 6939023"/>
              <a:gd name="connsiteX7" fmla="*/ 0 w 6701742"/>
              <a:gd name="connsiteY7" fmla="*/ 1 h 6939023"/>
              <a:gd name="connsiteX0" fmla="*/ 0 w 6776977"/>
              <a:gd name="connsiteY0" fmla="*/ 1 h 7070376"/>
              <a:gd name="connsiteX1" fmla="*/ 966486 w 6776977"/>
              <a:gd name="connsiteY1" fmla="*/ 0 h 7070376"/>
              <a:gd name="connsiteX2" fmla="*/ 3174004 w 6776977"/>
              <a:gd name="connsiteY2" fmla="*/ 3818547 h 7070376"/>
              <a:gd name="connsiteX3" fmla="*/ 6694614 w 6776977"/>
              <a:gd name="connsiteY3" fmla="*/ 6856244 h 7070376"/>
              <a:gd name="connsiteX4" fmla="*/ 6776977 w 6776977"/>
              <a:gd name="connsiteY4" fmla="*/ 7070376 h 7070376"/>
              <a:gd name="connsiteX5" fmla="*/ 6643869 w 6776977"/>
              <a:gd name="connsiteY5" fmla="*/ 6939023 h 7070376"/>
              <a:gd name="connsiteX6" fmla="*/ 6354502 w 6776977"/>
              <a:gd name="connsiteY6" fmla="*/ 6863787 h 7070376"/>
              <a:gd name="connsiteX7" fmla="*/ 0 w 6776977"/>
              <a:gd name="connsiteY7" fmla="*/ 1 h 7070376"/>
              <a:gd name="connsiteX0" fmla="*/ 0 w 6776977"/>
              <a:gd name="connsiteY0" fmla="*/ 1 h 7070376"/>
              <a:gd name="connsiteX1" fmla="*/ 966486 w 6776977"/>
              <a:gd name="connsiteY1" fmla="*/ 0 h 7070376"/>
              <a:gd name="connsiteX2" fmla="*/ 3174004 w 6776977"/>
              <a:gd name="connsiteY2" fmla="*/ 3818547 h 7070376"/>
              <a:gd name="connsiteX3" fmla="*/ 6769849 w 6776977"/>
              <a:gd name="connsiteY3" fmla="*/ 6867819 h 7070376"/>
              <a:gd name="connsiteX4" fmla="*/ 6776977 w 6776977"/>
              <a:gd name="connsiteY4" fmla="*/ 7070376 h 7070376"/>
              <a:gd name="connsiteX5" fmla="*/ 6643869 w 6776977"/>
              <a:gd name="connsiteY5" fmla="*/ 6939023 h 7070376"/>
              <a:gd name="connsiteX6" fmla="*/ 6354502 w 6776977"/>
              <a:gd name="connsiteY6" fmla="*/ 6863787 h 7070376"/>
              <a:gd name="connsiteX7" fmla="*/ 0 w 6776977"/>
              <a:gd name="connsiteY7" fmla="*/ 1 h 7070376"/>
              <a:gd name="connsiteX0" fmla="*/ 0 w 6769849"/>
              <a:gd name="connsiteY0" fmla="*/ 1 h 6939023"/>
              <a:gd name="connsiteX1" fmla="*/ 966486 w 6769849"/>
              <a:gd name="connsiteY1" fmla="*/ 0 h 6939023"/>
              <a:gd name="connsiteX2" fmla="*/ 3174004 w 6769849"/>
              <a:gd name="connsiteY2" fmla="*/ 3818547 h 6939023"/>
              <a:gd name="connsiteX3" fmla="*/ 6769849 w 6769849"/>
              <a:gd name="connsiteY3" fmla="*/ 6867819 h 6939023"/>
              <a:gd name="connsiteX4" fmla="*/ 6643869 w 6769849"/>
              <a:gd name="connsiteY4" fmla="*/ 6939023 h 6939023"/>
              <a:gd name="connsiteX5" fmla="*/ 6354502 w 6769849"/>
              <a:gd name="connsiteY5" fmla="*/ 6863787 h 6939023"/>
              <a:gd name="connsiteX6" fmla="*/ 0 w 6769849"/>
              <a:gd name="connsiteY6" fmla="*/ 1 h 6939023"/>
              <a:gd name="connsiteX0" fmla="*/ 0 w 6769849"/>
              <a:gd name="connsiteY0" fmla="*/ 1 h 6867819"/>
              <a:gd name="connsiteX1" fmla="*/ 966486 w 6769849"/>
              <a:gd name="connsiteY1" fmla="*/ 0 h 6867819"/>
              <a:gd name="connsiteX2" fmla="*/ 3174004 w 6769849"/>
              <a:gd name="connsiteY2" fmla="*/ 3818547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104557 w 6769849"/>
              <a:gd name="connsiteY2" fmla="*/ 3859058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127706 w 6769849"/>
              <a:gd name="connsiteY2" fmla="*/ 3754885 h 6867819"/>
              <a:gd name="connsiteX3" fmla="*/ 6769849 w 6769849"/>
              <a:gd name="connsiteY3" fmla="*/ 6867819 h 6867819"/>
              <a:gd name="connsiteX4" fmla="*/ 6354502 w 6769849"/>
              <a:gd name="connsiteY4" fmla="*/ 6863787 h 6867819"/>
              <a:gd name="connsiteX5" fmla="*/ 0 w 6769849"/>
              <a:gd name="connsiteY5" fmla="*/ 1 h 6867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769849" h="6867819">
                <a:moveTo>
                  <a:pt x="0" y="1"/>
                </a:moveTo>
                <a:lnTo>
                  <a:pt x="966486" y="0"/>
                </a:lnTo>
                <a:cubicBezTo>
                  <a:pt x="1135707" y="386604"/>
                  <a:pt x="1763052" y="2599757"/>
                  <a:pt x="3127706" y="3754885"/>
                </a:cubicBezTo>
                <a:cubicBezTo>
                  <a:pt x="4467217" y="4888731"/>
                  <a:pt x="6074732" y="6204424"/>
                  <a:pt x="6769849" y="6867819"/>
                </a:cubicBezTo>
                <a:lnTo>
                  <a:pt x="6354502" y="6863787"/>
                </a:lnTo>
                <a:cubicBezTo>
                  <a:pt x="3923818" y="4398380"/>
                  <a:pt x="1533646" y="3946967"/>
                  <a:pt x="0" y="1"/>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pic>
        <p:nvPicPr>
          <p:cNvPr id="2" name="Graphic 1">
            <a:extLst>
              <a:ext uri="{FF2B5EF4-FFF2-40B4-BE49-F238E27FC236}">
                <a16:creationId xmlns:a16="http://schemas.microsoft.com/office/drawing/2014/main" id="{8D4A6AB5-6FB6-1B9F-5FF3-BD1A22BCC6B7}"/>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47125" y="533282"/>
            <a:ext cx="1255744" cy="442730"/>
          </a:xfrm>
          <a:prstGeom prst="rect">
            <a:avLst/>
          </a:prstGeom>
        </p:spPr>
      </p:pic>
    </p:spTree>
    <p:extLst>
      <p:ext uri="{BB962C8B-B14F-4D97-AF65-F5344CB8AC3E}">
        <p14:creationId xmlns:p14="http://schemas.microsoft.com/office/powerpoint/2010/main" val="34369923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Main-cover_dark">
    <p:bg>
      <p:bgPr>
        <a:solidFill>
          <a:schemeClr val="tx2"/>
        </a:solidFill>
        <a:effectLst/>
      </p:bgPr>
    </p:bg>
    <p:spTree>
      <p:nvGrpSpPr>
        <p:cNvPr id="1" name=""/>
        <p:cNvGrpSpPr/>
        <p:nvPr/>
      </p:nvGrpSpPr>
      <p:grpSpPr>
        <a:xfrm>
          <a:off x="0" y="0"/>
          <a:ext cx="0" cy="0"/>
          <a:chOff x="0" y="0"/>
          <a:chExt cx="0" cy="0"/>
        </a:xfrm>
      </p:grpSpPr>
      <p:sp>
        <p:nvSpPr>
          <p:cNvPr id="46" name="Rectangle 45">
            <a:extLst>
              <a:ext uri="{FF2B5EF4-FFF2-40B4-BE49-F238E27FC236}">
                <a16:creationId xmlns:a16="http://schemas.microsoft.com/office/drawing/2014/main" id="{0D52A9A4-97F2-7F53-0D44-94858DC3118F}"/>
              </a:ext>
            </a:extLst>
          </p:cNvPr>
          <p:cNvSpPr/>
          <p:nvPr userDrawn="1"/>
        </p:nvSpPr>
        <p:spPr>
          <a:xfrm>
            <a:off x="2575367" y="-1"/>
            <a:ext cx="6967960" cy="6867819"/>
          </a:xfrm>
          <a:custGeom>
            <a:avLst/>
            <a:gdLst>
              <a:gd name="connsiteX0" fmla="*/ 0 w 7089494"/>
              <a:gd name="connsiteY0" fmla="*/ 0 h 6858001"/>
              <a:gd name="connsiteX1" fmla="*/ 7089494 w 7089494"/>
              <a:gd name="connsiteY1" fmla="*/ 0 h 6858001"/>
              <a:gd name="connsiteX2" fmla="*/ 7089494 w 7089494"/>
              <a:gd name="connsiteY2" fmla="*/ 6858001 h 6858001"/>
              <a:gd name="connsiteX3" fmla="*/ 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6013048 w 7089494"/>
              <a:gd name="connsiteY3" fmla="*/ 668438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131951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131951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6967960"/>
              <a:gd name="connsiteY0" fmla="*/ 0 h 6863789"/>
              <a:gd name="connsiteX1" fmla="*/ 1319514 w 6967960"/>
              <a:gd name="connsiteY1" fmla="*/ 0 h 6863789"/>
              <a:gd name="connsiteX2" fmla="*/ 6967960 w 6967960"/>
              <a:gd name="connsiteY2" fmla="*/ 6863789 h 6863789"/>
              <a:gd name="connsiteX3" fmla="*/ 5202820 w 6967960"/>
              <a:gd name="connsiteY3" fmla="*/ 6858001 h 6863789"/>
              <a:gd name="connsiteX4" fmla="*/ 0 w 6967960"/>
              <a:gd name="connsiteY4" fmla="*/ 0 h 68637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67960" h="6863789">
                <a:moveTo>
                  <a:pt x="0" y="0"/>
                </a:moveTo>
                <a:lnTo>
                  <a:pt x="1319514" y="0"/>
                </a:lnTo>
                <a:cubicBezTo>
                  <a:pt x="2322654" y="4375230"/>
                  <a:pt x="5044633" y="4577789"/>
                  <a:pt x="6967960" y="6863789"/>
                </a:cubicBezTo>
                <a:lnTo>
                  <a:pt x="5202820" y="6858001"/>
                </a:lnTo>
                <a:cubicBezTo>
                  <a:pt x="3624805" y="4299996"/>
                  <a:pt x="1196049" y="2708476"/>
                  <a:pt x="0" y="0"/>
                </a:cubicBezTo>
                <a:close/>
              </a:path>
            </a:pathLst>
          </a:custGeom>
          <a:solidFill>
            <a:srgbClr val="5B1E5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
        <p:nvSpPr>
          <p:cNvPr id="7" name="Text Placeholder 6">
            <a:extLst>
              <a:ext uri="{FF2B5EF4-FFF2-40B4-BE49-F238E27FC236}">
                <a16:creationId xmlns:a16="http://schemas.microsoft.com/office/drawing/2014/main" id="{E826FE26-AFDB-F07C-663E-7C33DA765794}"/>
              </a:ext>
            </a:extLst>
          </p:cNvPr>
          <p:cNvSpPr>
            <a:spLocks noGrp="1"/>
          </p:cNvSpPr>
          <p:nvPr>
            <p:ph idx="1" hasCustomPrompt="1"/>
          </p:nvPr>
        </p:nvSpPr>
        <p:spPr>
          <a:xfrm>
            <a:off x="550862" y="5542224"/>
            <a:ext cx="5545138" cy="766300"/>
          </a:xfrm>
          <a:prstGeom prst="rect">
            <a:avLst/>
          </a:prstGeom>
        </p:spPr>
        <p:txBody>
          <a:bodyPr vert="horz" lIns="0" tIns="0" rIns="0" bIns="0" rtlCol="0">
            <a:normAutofit/>
          </a:bodyPr>
          <a:lstStyle>
            <a:lvl1pPr marL="0" indent="0">
              <a:buNone/>
              <a:defRPr>
                <a:solidFill>
                  <a:schemeClr val="bg1"/>
                </a:solidFill>
              </a:defRPr>
            </a:lvl1pPr>
            <a:lvl2pPr marL="457200" indent="0">
              <a:buNone/>
              <a:defRPr/>
            </a:lvl2pPr>
            <a:lvl3pPr marL="914400" indent="0">
              <a:buNone/>
              <a:defRPr/>
            </a:lvl3pPr>
          </a:lstStyle>
          <a:p>
            <a:pPr lvl="0"/>
            <a:r>
              <a:rPr lang="en-GB"/>
              <a:t>Click to edit Master text styles</a:t>
            </a:r>
          </a:p>
        </p:txBody>
      </p:sp>
      <p:sp>
        <p:nvSpPr>
          <p:cNvPr id="8" name="Title Placeholder 10">
            <a:extLst>
              <a:ext uri="{FF2B5EF4-FFF2-40B4-BE49-F238E27FC236}">
                <a16:creationId xmlns:a16="http://schemas.microsoft.com/office/drawing/2014/main" id="{D0396193-2776-6A62-7DE8-4E7F9141097E}"/>
              </a:ext>
            </a:extLst>
          </p:cNvPr>
          <p:cNvSpPr>
            <a:spLocks noGrp="1"/>
          </p:cNvSpPr>
          <p:nvPr>
            <p:ph type="title" hasCustomPrompt="1"/>
          </p:nvPr>
        </p:nvSpPr>
        <p:spPr>
          <a:xfrm>
            <a:off x="550863" y="4298206"/>
            <a:ext cx="5545138" cy="1244018"/>
          </a:xfrm>
          <a:prstGeom prst="rect">
            <a:avLst/>
          </a:prstGeom>
        </p:spPr>
        <p:txBody>
          <a:bodyPr vert="horz" lIns="0" tIns="0" rIns="0" bIns="0" rtlCol="0" anchor="t">
            <a:normAutofit/>
          </a:bodyPr>
          <a:lstStyle>
            <a:lvl1pPr>
              <a:defRPr>
                <a:solidFill>
                  <a:schemeClr val="bg1"/>
                </a:solidFill>
              </a:defRPr>
            </a:lvl1pPr>
          </a:lstStyle>
          <a:p>
            <a:r>
              <a:rPr lang="en-GB"/>
              <a:t>Title of the</a:t>
            </a:r>
            <a:br>
              <a:rPr lang="en-GB"/>
            </a:br>
            <a:r>
              <a:rPr lang="en-GB"/>
              <a:t>presentation</a:t>
            </a:r>
            <a:endParaRPr lang="en-PL"/>
          </a:p>
        </p:txBody>
      </p:sp>
      <p:pic>
        <p:nvPicPr>
          <p:cNvPr id="10" name="Graphic 9">
            <a:extLst>
              <a:ext uri="{FF2B5EF4-FFF2-40B4-BE49-F238E27FC236}">
                <a16:creationId xmlns:a16="http://schemas.microsoft.com/office/drawing/2014/main" id="{D0F5D002-CB2A-CDB8-B066-EF9C29CF2982}"/>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47125" y="533282"/>
            <a:ext cx="1255744" cy="442730"/>
          </a:xfrm>
          <a:prstGeom prst="rect">
            <a:avLst/>
          </a:prstGeom>
        </p:spPr>
      </p:pic>
      <p:sp>
        <p:nvSpPr>
          <p:cNvPr id="24" name="Picture Placeholder 23">
            <a:extLst>
              <a:ext uri="{FF2B5EF4-FFF2-40B4-BE49-F238E27FC236}">
                <a16:creationId xmlns:a16="http://schemas.microsoft.com/office/drawing/2014/main" id="{EE48DFFF-E338-09B9-2477-E5D55A4DD2B9}"/>
              </a:ext>
            </a:extLst>
          </p:cNvPr>
          <p:cNvSpPr>
            <a:spLocks noGrp="1"/>
          </p:cNvSpPr>
          <p:nvPr>
            <p:ph type="pic" sz="quarter" idx="10" hasCustomPrompt="1"/>
          </p:nvPr>
        </p:nvSpPr>
        <p:spPr>
          <a:xfrm>
            <a:off x="3958542" y="1"/>
            <a:ext cx="8233458" cy="6858000"/>
          </a:xfrm>
          <a:custGeom>
            <a:avLst/>
            <a:gdLst>
              <a:gd name="connsiteX0" fmla="*/ 0 w 8233458"/>
              <a:gd name="connsiteY0" fmla="*/ 0 h 6858000"/>
              <a:gd name="connsiteX1" fmla="*/ 8233458 w 8233458"/>
              <a:gd name="connsiteY1" fmla="*/ 0 h 6858000"/>
              <a:gd name="connsiteX2" fmla="*/ 8233458 w 8233458"/>
              <a:gd name="connsiteY2" fmla="*/ 6858000 h 6858000"/>
              <a:gd name="connsiteX3" fmla="*/ 5776855 w 8233458"/>
              <a:gd name="connsiteY3" fmla="*/ 6858000 h 6858000"/>
              <a:gd name="connsiteX4" fmla="*/ 2226297 w 8233458"/>
              <a:gd name="connsiteY4" fmla="*/ 3819525 h 6858000"/>
              <a:gd name="connsiteX5" fmla="*/ 0 w 8233458"/>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233458" h="6858000">
                <a:moveTo>
                  <a:pt x="0" y="0"/>
                </a:moveTo>
                <a:lnTo>
                  <a:pt x="8233458" y="0"/>
                </a:lnTo>
                <a:lnTo>
                  <a:pt x="8233458" y="6858000"/>
                </a:lnTo>
                <a:lnTo>
                  <a:pt x="5776855" y="6858000"/>
                </a:lnTo>
                <a:cubicBezTo>
                  <a:pt x="5776855" y="6858000"/>
                  <a:pt x="3771270" y="5153026"/>
                  <a:pt x="2226297" y="3819525"/>
                </a:cubicBezTo>
                <a:cubicBezTo>
                  <a:pt x="681323" y="2486025"/>
                  <a:pt x="0" y="0"/>
                  <a:pt x="0" y="0"/>
                </a:cubicBezTo>
                <a:close/>
              </a:path>
            </a:pathLst>
          </a:custGeom>
          <a:solidFill>
            <a:schemeClr val="bg2"/>
          </a:solidFill>
        </p:spPr>
        <p:txBody>
          <a:bodyPr wrap="square" lIns="2520000" rIns="2520000" anchor="ctr">
            <a:noAutofit/>
          </a:bodyPr>
          <a:lstStyle>
            <a:lvl1pPr marL="0" indent="0" algn="ctr">
              <a:buNone/>
              <a:defRPr sz="1600"/>
            </a:lvl1pPr>
          </a:lstStyle>
          <a:p>
            <a:r>
              <a:rPr lang="en-GB"/>
              <a:t>You can add a photo</a:t>
            </a:r>
          </a:p>
        </p:txBody>
      </p:sp>
      <p:sp>
        <p:nvSpPr>
          <p:cNvPr id="36" name="Freeform 35">
            <a:extLst>
              <a:ext uri="{FF2B5EF4-FFF2-40B4-BE49-F238E27FC236}">
                <a16:creationId xmlns:a16="http://schemas.microsoft.com/office/drawing/2014/main" id="{65547924-9C4A-ECA1-A5C7-F0DEF0CA22FA}"/>
              </a:ext>
            </a:extLst>
          </p:cNvPr>
          <p:cNvSpPr/>
          <p:nvPr userDrawn="1"/>
        </p:nvSpPr>
        <p:spPr>
          <a:xfrm>
            <a:off x="3003630" y="-1"/>
            <a:ext cx="6769849" cy="6867819"/>
          </a:xfrm>
          <a:custGeom>
            <a:avLst/>
            <a:gdLst>
              <a:gd name="connsiteX0" fmla="*/ 0 w 6765403"/>
              <a:gd name="connsiteY0" fmla="*/ 0 h 6858000"/>
              <a:gd name="connsiteX1" fmla="*/ 1030147 w 6765403"/>
              <a:gd name="connsiteY1" fmla="*/ 0 h 6858000"/>
              <a:gd name="connsiteX2" fmla="*/ 3237665 w 6765403"/>
              <a:gd name="connsiteY2" fmla="*/ 3818547 h 6858000"/>
              <a:gd name="connsiteX3" fmla="*/ 6758275 w 6765403"/>
              <a:gd name="connsiteY3" fmla="*/ 6856244 h 6858000"/>
              <a:gd name="connsiteX4" fmla="*/ 6765403 w 6765403"/>
              <a:gd name="connsiteY4" fmla="*/ 6856244 h 6858000"/>
              <a:gd name="connsiteX5" fmla="*/ 6765403 w 6765403"/>
              <a:gd name="connsiteY5" fmla="*/ 6858000 h 6858000"/>
              <a:gd name="connsiteX6" fmla="*/ 0 w 6765403"/>
              <a:gd name="connsiteY6" fmla="*/ 6858000 h 6858000"/>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5972537 w 6765403"/>
              <a:gd name="connsiteY6" fmla="*/ 6869574 h 6869574"/>
              <a:gd name="connsiteX7" fmla="*/ 0 w 6765403"/>
              <a:gd name="connsiteY7" fmla="*/ 0 h 6869574"/>
              <a:gd name="connsiteX0" fmla="*/ 0 w 6765403"/>
              <a:gd name="connsiteY0" fmla="*/ 0 h 6858000"/>
              <a:gd name="connsiteX1" fmla="*/ 1030147 w 6765403"/>
              <a:gd name="connsiteY1" fmla="*/ 0 h 6858000"/>
              <a:gd name="connsiteX2" fmla="*/ 3237665 w 6765403"/>
              <a:gd name="connsiteY2" fmla="*/ 3818547 h 6858000"/>
              <a:gd name="connsiteX3" fmla="*/ 6758275 w 6765403"/>
              <a:gd name="connsiteY3" fmla="*/ 6856244 h 6858000"/>
              <a:gd name="connsiteX4" fmla="*/ 6765403 w 6765403"/>
              <a:gd name="connsiteY4" fmla="*/ 6856244 h 6858000"/>
              <a:gd name="connsiteX5" fmla="*/ 6765403 w 6765403"/>
              <a:gd name="connsiteY5" fmla="*/ 6858000 h 6858000"/>
              <a:gd name="connsiteX6" fmla="*/ 6400800 w 6765403"/>
              <a:gd name="connsiteY6" fmla="*/ 6834850 h 6858000"/>
              <a:gd name="connsiteX7" fmla="*/ 0 w 6765403"/>
              <a:gd name="connsiteY7" fmla="*/ 0 h 6858000"/>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6423950 w 6765403"/>
              <a:gd name="connsiteY6" fmla="*/ 6869574 h 6869574"/>
              <a:gd name="connsiteX7" fmla="*/ 0 w 6765403"/>
              <a:gd name="connsiteY7" fmla="*/ 0 h 6869574"/>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6423950 w 6765403"/>
              <a:gd name="connsiteY6" fmla="*/ 6869574 h 6869574"/>
              <a:gd name="connsiteX7" fmla="*/ 0 w 6765403"/>
              <a:gd name="connsiteY7" fmla="*/ 0 h 6869574"/>
              <a:gd name="connsiteX0" fmla="*/ 0 w 6117221"/>
              <a:gd name="connsiteY0" fmla="*/ 0 h 6875361"/>
              <a:gd name="connsiteX1" fmla="*/ 381965 w 6117221"/>
              <a:gd name="connsiteY1" fmla="*/ 5787 h 6875361"/>
              <a:gd name="connsiteX2" fmla="*/ 2589483 w 6117221"/>
              <a:gd name="connsiteY2" fmla="*/ 3824334 h 6875361"/>
              <a:gd name="connsiteX3" fmla="*/ 6110093 w 6117221"/>
              <a:gd name="connsiteY3" fmla="*/ 6862031 h 6875361"/>
              <a:gd name="connsiteX4" fmla="*/ 6117221 w 6117221"/>
              <a:gd name="connsiteY4" fmla="*/ 6862031 h 6875361"/>
              <a:gd name="connsiteX5" fmla="*/ 6117221 w 6117221"/>
              <a:gd name="connsiteY5" fmla="*/ 6863787 h 6875361"/>
              <a:gd name="connsiteX6" fmla="*/ 5775768 w 6117221"/>
              <a:gd name="connsiteY6" fmla="*/ 6875361 h 6875361"/>
              <a:gd name="connsiteX7" fmla="*/ 0 w 6117221"/>
              <a:gd name="connsiteY7" fmla="*/ 0 h 6875361"/>
              <a:gd name="connsiteX0" fmla="*/ 0 w 6701742"/>
              <a:gd name="connsiteY0" fmla="*/ 1 h 6869574"/>
              <a:gd name="connsiteX1" fmla="*/ 966486 w 6701742"/>
              <a:gd name="connsiteY1" fmla="*/ 0 h 6869574"/>
              <a:gd name="connsiteX2" fmla="*/ 3174004 w 6701742"/>
              <a:gd name="connsiteY2" fmla="*/ 3818547 h 6869574"/>
              <a:gd name="connsiteX3" fmla="*/ 6694614 w 6701742"/>
              <a:gd name="connsiteY3" fmla="*/ 6856244 h 6869574"/>
              <a:gd name="connsiteX4" fmla="*/ 6701742 w 6701742"/>
              <a:gd name="connsiteY4" fmla="*/ 6856244 h 6869574"/>
              <a:gd name="connsiteX5" fmla="*/ 6701742 w 6701742"/>
              <a:gd name="connsiteY5" fmla="*/ 6858000 h 6869574"/>
              <a:gd name="connsiteX6" fmla="*/ 6360289 w 6701742"/>
              <a:gd name="connsiteY6" fmla="*/ 6869574 h 6869574"/>
              <a:gd name="connsiteX7" fmla="*/ 0 w 6701742"/>
              <a:gd name="connsiteY7" fmla="*/ 1 h 6869574"/>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939023"/>
              <a:gd name="connsiteX1" fmla="*/ 966486 w 6701742"/>
              <a:gd name="connsiteY1" fmla="*/ 0 h 6939023"/>
              <a:gd name="connsiteX2" fmla="*/ 3174004 w 6701742"/>
              <a:gd name="connsiteY2" fmla="*/ 3818547 h 6939023"/>
              <a:gd name="connsiteX3" fmla="*/ 6694614 w 6701742"/>
              <a:gd name="connsiteY3" fmla="*/ 6856244 h 6939023"/>
              <a:gd name="connsiteX4" fmla="*/ 6701742 w 6701742"/>
              <a:gd name="connsiteY4" fmla="*/ 6856244 h 6939023"/>
              <a:gd name="connsiteX5" fmla="*/ 6643869 w 6701742"/>
              <a:gd name="connsiteY5" fmla="*/ 6939023 h 6939023"/>
              <a:gd name="connsiteX6" fmla="*/ 6354502 w 6701742"/>
              <a:gd name="connsiteY6" fmla="*/ 6863787 h 6939023"/>
              <a:gd name="connsiteX7" fmla="*/ 0 w 6701742"/>
              <a:gd name="connsiteY7" fmla="*/ 1 h 6939023"/>
              <a:gd name="connsiteX0" fmla="*/ 0 w 6776977"/>
              <a:gd name="connsiteY0" fmla="*/ 1 h 7070376"/>
              <a:gd name="connsiteX1" fmla="*/ 966486 w 6776977"/>
              <a:gd name="connsiteY1" fmla="*/ 0 h 7070376"/>
              <a:gd name="connsiteX2" fmla="*/ 3174004 w 6776977"/>
              <a:gd name="connsiteY2" fmla="*/ 3818547 h 7070376"/>
              <a:gd name="connsiteX3" fmla="*/ 6694614 w 6776977"/>
              <a:gd name="connsiteY3" fmla="*/ 6856244 h 7070376"/>
              <a:gd name="connsiteX4" fmla="*/ 6776977 w 6776977"/>
              <a:gd name="connsiteY4" fmla="*/ 7070376 h 7070376"/>
              <a:gd name="connsiteX5" fmla="*/ 6643869 w 6776977"/>
              <a:gd name="connsiteY5" fmla="*/ 6939023 h 7070376"/>
              <a:gd name="connsiteX6" fmla="*/ 6354502 w 6776977"/>
              <a:gd name="connsiteY6" fmla="*/ 6863787 h 7070376"/>
              <a:gd name="connsiteX7" fmla="*/ 0 w 6776977"/>
              <a:gd name="connsiteY7" fmla="*/ 1 h 7070376"/>
              <a:gd name="connsiteX0" fmla="*/ 0 w 6776977"/>
              <a:gd name="connsiteY0" fmla="*/ 1 h 7070376"/>
              <a:gd name="connsiteX1" fmla="*/ 966486 w 6776977"/>
              <a:gd name="connsiteY1" fmla="*/ 0 h 7070376"/>
              <a:gd name="connsiteX2" fmla="*/ 3174004 w 6776977"/>
              <a:gd name="connsiteY2" fmla="*/ 3818547 h 7070376"/>
              <a:gd name="connsiteX3" fmla="*/ 6769849 w 6776977"/>
              <a:gd name="connsiteY3" fmla="*/ 6867819 h 7070376"/>
              <a:gd name="connsiteX4" fmla="*/ 6776977 w 6776977"/>
              <a:gd name="connsiteY4" fmla="*/ 7070376 h 7070376"/>
              <a:gd name="connsiteX5" fmla="*/ 6643869 w 6776977"/>
              <a:gd name="connsiteY5" fmla="*/ 6939023 h 7070376"/>
              <a:gd name="connsiteX6" fmla="*/ 6354502 w 6776977"/>
              <a:gd name="connsiteY6" fmla="*/ 6863787 h 7070376"/>
              <a:gd name="connsiteX7" fmla="*/ 0 w 6776977"/>
              <a:gd name="connsiteY7" fmla="*/ 1 h 7070376"/>
              <a:gd name="connsiteX0" fmla="*/ 0 w 6769849"/>
              <a:gd name="connsiteY0" fmla="*/ 1 h 6939023"/>
              <a:gd name="connsiteX1" fmla="*/ 966486 w 6769849"/>
              <a:gd name="connsiteY1" fmla="*/ 0 h 6939023"/>
              <a:gd name="connsiteX2" fmla="*/ 3174004 w 6769849"/>
              <a:gd name="connsiteY2" fmla="*/ 3818547 h 6939023"/>
              <a:gd name="connsiteX3" fmla="*/ 6769849 w 6769849"/>
              <a:gd name="connsiteY3" fmla="*/ 6867819 h 6939023"/>
              <a:gd name="connsiteX4" fmla="*/ 6643869 w 6769849"/>
              <a:gd name="connsiteY4" fmla="*/ 6939023 h 6939023"/>
              <a:gd name="connsiteX5" fmla="*/ 6354502 w 6769849"/>
              <a:gd name="connsiteY5" fmla="*/ 6863787 h 6939023"/>
              <a:gd name="connsiteX6" fmla="*/ 0 w 6769849"/>
              <a:gd name="connsiteY6" fmla="*/ 1 h 6939023"/>
              <a:gd name="connsiteX0" fmla="*/ 0 w 6769849"/>
              <a:gd name="connsiteY0" fmla="*/ 1 h 6867819"/>
              <a:gd name="connsiteX1" fmla="*/ 966486 w 6769849"/>
              <a:gd name="connsiteY1" fmla="*/ 0 h 6867819"/>
              <a:gd name="connsiteX2" fmla="*/ 3174004 w 6769849"/>
              <a:gd name="connsiteY2" fmla="*/ 3818547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104557 w 6769849"/>
              <a:gd name="connsiteY2" fmla="*/ 3859058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127706 w 6769849"/>
              <a:gd name="connsiteY2" fmla="*/ 3754885 h 6867819"/>
              <a:gd name="connsiteX3" fmla="*/ 6769849 w 6769849"/>
              <a:gd name="connsiteY3" fmla="*/ 6867819 h 6867819"/>
              <a:gd name="connsiteX4" fmla="*/ 6354502 w 6769849"/>
              <a:gd name="connsiteY4" fmla="*/ 6863787 h 6867819"/>
              <a:gd name="connsiteX5" fmla="*/ 0 w 6769849"/>
              <a:gd name="connsiteY5" fmla="*/ 1 h 6867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769849" h="6867819">
                <a:moveTo>
                  <a:pt x="0" y="1"/>
                </a:moveTo>
                <a:lnTo>
                  <a:pt x="966486" y="0"/>
                </a:lnTo>
                <a:cubicBezTo>
                  <a:pt x="1135707" y="386604"/>
                  <a:pt x="1763052" y="2599757"/>
                  <a:pt x="3127706" y="3754885"/>
                </a:cubicBezTo>
                <a:cubicBezTo>
                  <a:pt x="4467217" y="4888731"/>
                  <a:pt x="6074732" y="6204424"/>
                  <a:pt x="6769849" y="6867819"/>
                </a:cubicBezTo>
                <a:lnTo>
                  <a:pt x="6354502" y="6863787"/>
                </a:lnTo>
                <a:cubicBezTo>
                  <a:pt x="3923818" y="4398380"/>
                  <a:pt x="1533646" y="3946967"/>
                  <a:pt x="0" y="1"/>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Tree>
    <p:extLst>
      <p:ext uri="{BB962C8B-B14F-4D97-AF65-F5344CB8AC3E}">
        <p14:creationId xmlns:p14="http://schemas.microsoft.com/office/powerpoint/2010/main" val="22589942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able of contents_photo">
    <p:bg>
      <p:bgPr>
        <a:solidFill>
          <a:schemeClr val="accent4"/>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07E160A-0514-EFDC-B468-65BCB476F62B}"/>
              </a:ext>
            </a:extLst>
          </p:cNvPr>
          <p:cNvSpPr>
            <a:spLocks noGrp="1"/>
          </p:cNvSpPr>
          <p:nvPr>
            <p:ph type="sldNum" sz="quarter" idx="10"/>
          </p:nvPr>
        </p:nvSpPr>
        <p:spPr>
          <a:xfrm>
            <a:off x="11641138" y="6311096"/>
            <a:ext cx="550862" cy="546904"/>
          </a:xfrm>
          <a:prstGeom prst="rect">
            <a:avLst/>
          </a:prstGeom>
        </p:spPr>
        <p:txBody>
          <a:bodyPr/>
          <a:lstStyle/>
          <a:p>
            <a:fld id="{4EE75B84-B7E0-4C4B-AC9D-894B0C074E7C}" type="slidenum">
              <a:rPr lang="en-PL" smtClean="0"/>
              <a:pPr/>
              <a:t>‹#›</a:t>
            </a:fld>
            <a:endParaRPr lang="en-PL"/>
          </a:p>
        </p:txBody>
      </p:sp>
      <p:sp>
        <p:nvSpPr>
          <p:cNvPr id="5" name="Text Placeholder 6">
            <a:extLst>
              <a:ext uri="{FF2B5EF4-FFF2-40B4-BE49-F238E27FC236}">
                <a16:creationId xmlns:a16="http://schemas.microsoft.com/office/drawing/2014/main" id="{73090C62-63EE-C783-3628-6FD1DFD6EB91}"/>
              </a:ext>
            </a:extLst>
          </p:cNvPr>
          <p:cNvSpPr>
            <a:spLocks noGrp="1"/>
          </p:cNvSpPr>
          <p:nvPr>
            <p:ph idx="1" hasCustomPrompt="1"/>
          </p:nvPr>
        </p:nvSpPr>
        <p:spPr>
          <a:xfrm>
            <a:off x="554037" y="1436914"/>
            <a:ext cx="5545138" cy="4862085"/>
          </a:xfrm>
          <a:prstGeom prst="rect">
            <a:avLst/>
          </a:prstGeom>
        </p:spPr>
        <p:txBody>
          <a:bodyPr vert="horz" lIns="0" tIns="0" rIns="0" bIns="0" rtlCol="0">
            <a:normAutofit/>
          </a:bodyPr>
          <a:lstStyle>
            <a:lvl1pPr marL="7938" indent="-7938">
              <a:buNone/>
              <a:tabLst/>
              <a:defRPr b="1">
                <a:solidFill>
                  <a:schemeClr val="tx2"/>
                </a:solidFill>
              </a:defRPr>
            </a:lvl1pPr>
            <a:lvl2pPr marL="171450" indent="-171450">
              <a:buFont typeface="Arial" panose="020B0604020202020204" pitchFamily="34" charset="0"/>
              <a:buChar char="•"/>
              <a:tabLst/>
              <a:defRPr/>
            </a:lvl2pPr>
            <a:lvl3pPr marL="914400" indent="0">
              <a:buNone/>
              <a:defRPr/>
            </a:lvl3pPr>
          </a:lstStyle>
          <a:p>
            <a:pPr lvl="0"/>
            <a:r>
              <a:rPr lang="en-GB"/>
              <a:t>Table of contents</a:t>
            </a:r>
          </a:p>
          <a:p>
            <a:pPr lvl="1"/>
            <a:r>
              <a:rPr lang="en-GB"/>
              <a:t>Description</a:t>
            </a:r>
          </a:p>
        </p:txBody>
      </p:sp>
      <p:sp>
        <p:nvSpPr>
          <p:cNvPr id="6" name="TextBox 5">
            <a:extLst>
              <a:ext uri="{FF2B5EF4-FFF2-40B4-BE49-F238E27FC236}">
                <a16:creationId xmlns:a16="http://schemas.microsoft.com/office/drawing/2014/main" id="{B25F9747-9017-231A-73B0-F1E43265F031}"/>
              </a:ext>
            </a:extLst>
          </p:cNvPr>
          <p:cNvSpPr txBox="1"/>
          <p:nvPr userDrawn="1"/>
        </p:nvSpPr>
        <p:spPr>
          <a:xfrm>
            <a:off x="554038" y="453513"/>
            <a:ext cx="3342903" cy="553998"/>
          </a:xfrm>
          <a:prstGeom prst="rect">
            <a:avLst/>
          </a:prstGeom>
          <a:noFill/>
        </p:spPr>
        <p:txBody>
          <a:bodyPr wrap="none" lIns="0" rtlCol="0">
            <a:spAutoFit/>
          </a:bodyPr>
          <a:lstStyle/>
          <a:p>
            <a:r>
              <a:rPr lang="en-GB" sz="3000" b="1">
                <a:solidFill>
                  <a:schemeClr val="tx2"/>
                </a:solidFill>
              </a:rPr>
              <a:t>Table of contents</a:t>
            </a:r>
            <a:endParaRPr lang="en-PL" sz="3000" b="1">
              <a:solidFill>
                <a:schemeClr val="tx2"/>
              </a:solidFill>
            </a:endParaRPr>
          </a:p>
        </p:txBody>
      </p:sp>
      <p:sp>
        <p:nvSpPr>
          <p:cNvPr id="10" name="Graphic 8">
            <a:extLst>
              <a:ext uri="{FF2B5EF4-FFF2-40B4-BE49-F238E27FC236}">
                <a16:creationId xmlns:a16="http://schemas.microsoft.com/office/drawing/2014/main" id="{F8E301CF-DA29-892F-5D25-A40CFC0DBDE9}"/>
              </a:ext>
            </a:extLst>
          </p:cNvPr>
          <p:cNvSpPr/>
          <p:nvPr/>
        </p:nvSpPr>
        <p:spPr>
          <a:xfrm rot="1079142">
            <a:off x="7060401" y="1532904"/>
            <a:ext cx="4341607" cy="4670103"/>
          </a:xfrm>
          <a:custGeom>
            <a:avLst/>
            <a:gdLst>
              <a:gd name="connsiteX0" fmla="*/ 1401949 w 1616853"/>
              <a:gd name="connsiteY0" fmla="*/ 422108 h 1739188"/>
              <a:gd name="connsiteX1" fmla="*/ 1615215 w 1616853"/>
              <a:gd name="connsiteY1" fmla="*/ 994174 h 1739188"/>
              <a:gd name="connsiteX2" fmla="*/ 1251001 w 1616853"/>
              <a:gd name="connsiteY2" fmla="*/ 1543821 h 1739188"/>
              <a:gd name="connsiteX3" fmla="*/ 480868 w 1616853"/>
              <a:gd name="connsiteY3" fmla="*/ 1705884 h 1739188"/>
              <a:gd name="connsiteX4" fmla="*/ 2563 w 1616853"/>
              <a:gd name="connsiteY4" fmla="*/ 1071596 h 1739188"/>
              <a:gd name="connsiteX5" fmla="*/ 319850 w 1616853"/>
              <a:gd name="connsiteY5" fmla="*/ 332242 h 1739188"/>
              <a:gd name="connsiteX6" fmla="*/ 922695 w 1616853"/>
              <a:gd name="connsiteY6" fmla="*/ 2891 h 1739188"/>
              <a:gd name="connsiteX7" fmla="*/ 1401949 w 1616853"/>
              <a:gd name="connsiteY7" fmla="*/ 422013 h 1739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6853" h="1739188">
                <a:moveTo>
                  <a:pt x="1401949" y="422108"/>
                </a:moveTo>
                <a:cubicBezTo>
                  <a:pt x="1530859" y="614760"/>
                  <a:pt x="1630985" y="799718"/>
                  <a:pt x="1615215" y="994174"/>
                </a:cubicBezTo>
                <a:cubicBezTo>
                  <a:pt x="1599446" y="1188726"/>
                  <a:pt x="1467592" y="1392303"/>
                  <a:pt x="1251001" y="1543821"/>
                </a:cubicBezTo>
                <a:cubicBezTo>
                  <a:pt x="1034410" y="1695340"/>
                  <a:pt x="732988" y="1794231"/>
                  <a:pt x="480868" y="1705884"/>
                </a:cubicBezTo>
                <a:cubicBezTo>
                  <a:pt x="229319" y="1617443"/>
                  <a:pt x="27072" y="1341670"/>
                  <a:pt x="2563" y="1071596"/>
                </a:cubicBezTo>
                <a:cubicBezTo>
                  <a:pt x="-21851" y="801997"/>
                  <a:pt x="131473" y="538194"/>
                  <a:pt x="319850" y="332242"/>
                </a:cubicBezTo>
                <a:cubicBezTo>
                  <a:pt x="508227" y="126291"/>
                  <a:pt x="732038" y="-22853"/>
                  <a:pt x="922695" y="2891"/>
                </a:cubicBezTo>
                <a:cubicBezTo>
                  <a:pt x="1113922" y="28730"/>
                  <a:pt x="1272565" y="229457"/>
                  <a:pt x="1401949" y="422013"/>
                </a:cubicBezTo>
                <a:close/>
              </a:path>
            </a:pathLst>
          </a:custGeom>
          <a:solidFill>
            <a:schemeClr val="bg1"/>
          </a:solidFill>
          <a:ln w="9487" cap="flat">
            <a:noFill/>
            <a:prstDash val="solid"/>
            <a:miter/>
          </a:ln>
        </p:spPr>
        <p:txBody>
          <a:bodyPr rtlCol="0" anchor="ctr"/>
          <a:lstStyle/>
          <a:p>
            <a:endParaRPr lang="en-PL"/>
          </a:p>
        </p:txBody>
      </p:sp>
      <p:sp>
        <p:nvSpPr>
          <p:cNvPr id="13" name="Freeform 12">
            <a:extLst>
              <a:ext uri="{FF2B5EF4-FFF2-40B4-BE49-F238E27FC236}">
                <a16:creationId xmlns:a16="http://schemas.microsoft.com/office/drawing/2014/main" id="{AE509DF0-4947-3F77-001C-EE500A459484}"/>
              </a:ext>
            </a:extLst>
          </p:cNvPr>
          <p:cNvSpPr/>
          <p:nvPr userDrawn="1"/>
        </p:nvSpPr>
        <p:spPr>
          <a:xfrm>
            <a:off x="5411972" y="3867956"/>
            <a:ext cx="6780029" cy="2990045"/>
          </a:xfrm>
          <a:custGeom>
            <a:avLst/>
            <a:gdLst>
              <a:gd name="connsiteX0" fmla="*/ 4839944 w 6780029"/>
              <a:gd name="connsiteY0" fmla="*/ 81 h 2990045"/>
              <a:gd name="connsiteX1" fmla="*/ 5025291 w 6780029"/>
              <a:gd name="connsiteY1" fmla="*/ 7366 h 2990045"/>
              <a:gd name="connsiteX2" fmla="*/ 6687407 w 6780029"/>
              <a:gd name="connsiteY2" fmla="*/ 597420 h 2990045"/>
              <a:gd name="connsiteX3" fmla="*/ 6780029 w 6780029"/>
              <a:gd name="connsiteY3" fmla="*/ 660808 h 2990045"/>
              <a:gd name="connsiteX4" fmla="*/ 6780029 w 6780029"/>
              <a:gd name="connsiteY4" fmla="*/ 2990045 h 2990045"/>
              <a:gd name="connsiteX5" fmla="*/ 0 w 6780029"/>
              <a:gd name="connsiteY5" fmla="*/ 2990045 h 2990045"/>
              <a:gd name="connsiteX6" fmla="*/ 6170 w 6780029"/>
              <a:gd name="connsiteY6" fmla="*/ 2961867 h 2990045"/>
              <a:gd name="connsiteX7" fmla="*/ 2108136 w 6780029"/>
              <a:gd name="connsiteY7" fmla="*/ 966347 h 2990045"/>
              <a:gd name="connsiteX8" fmla="*/ 2108620 w 6780029"/>
              <a:gd name="connsiteY8" fmla="*/ 966347 h 2990045"/>
              <a:gd name="connsiteX9" fmla="*/ 4839944 w 6780029"/>
              <a:gd name="connsiteY9" fmla="*/ 81 h 2990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780029" h="2990045">
                <a:moveTo>
                  <a:pt x="4839944" y="81"/>
                </a:moveTo>
                <a:cubicBezTo>
                  <a:pt x="4901551" y="537"/>
                  <a:pt x="4963327" y="2934"/>
                  <a:pt x="5025291" y="7366"/>
                </a:cubicBezTo>
                <a:cubicBezTo>
                  <a:pt x="5583247" y="47251"/>
                  <a:pt x="6155762" y="252299"/>
                  <a:pt x="6687407" y="597420"/>
                </a:cubicBezTo>
                <a:lnTo>
                  <a:pt x="6780029" y="660808"/>
                </a:lnTo>
                <a:lnTo>
                  <a:pt x="6780029" y="2990045"/>
                </a:lnTo>
                <a:lnTo>
                  <a:pt x="0" y="2990045"/>
                </a:lnTo>
                <a:lnTo>
                  <a:pt x="6170" y="2961867"/>
                </a:lnTo>
                <a:cubicBezTo>
                  <a:pt x="230750" y="2172845"/>
                  <a:pt x="1187750" y="1511778"/>
                  <a:pt x="2108136" y="966347"/>
                </a:cubicBezTo>
                <a:lnTo>
                  <a:pt x="2108620" y="966347"/>
                </a:lnTo>
                <a:cubicBezTo>
                  <a:pt x="3029465" y="422914"/>
                  <a:pt x="3915831" y="-6762"/>
                  <a:pt x="4839944" y="81"/>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17" name="Picture Placeholder 16">
            <a:extLst>
              <a:ext uri="{FF2B5EF4-FFF2-40B4-BE49-F238E27FC236}">
                <a16:creationId xmlns:a16="http://schemas.microsoft.com/office/drawing/2014/main" id="{98E84970-83D2-5FCC-63A9-27783FE6E4C4}"/>
              </a:ext>
            </a:extLst>
          </p:cNvPr>
          <p:cNvSpPr>
            <a:spLocks noGrp="1"/>
          </p:cNvSpPr>
          <p:nvPr>
            <p:ph type="pic" sz="quarter" idx="11"/>
          </p:nvPr>
        </p:nvSpPr>
        <p:spPr>
          <a:xfrm>
            <a:off x="6390007" y="1344770"/>
            <a:ext cx="4643466" cy="4757283"/>
          </a:xfrm>
          <a:custGeom>
            <a:avLst/>
            <a:gdLst>
              <a:gd name="connsiteX0" fmla="*/ 2172219 w 4643466"/>
              <a:gd name="connsiteY0" fmla="*/ 4 h 4757283"/>
              <a:gd name="connsiteX1" fmla="*/ 3682662 w 4643466"/>
              <a:gd name="connsiteY1" fmla="*/ 791177 h 4757283"/>
              <a:gd name="connsiteX2" fmla="*/ 3682719 w 4643466"/>
              <a:gd name="connsiteY2" fmla="*/ 791425 h 4757283"/>
              <a:gd name="connsiteX3" fmla="*/ 4631723 w 4643466"/>
              <a:gd name="connsiteY3" fmla="*/ 2150645 h 4757283"/>
              <a:gd name="connsiteX4" fmla="*/ 3921972 w 4643466"/>
              <a:gd name="connsiteY4" fmla="*/ 3826185 h 4757283"/>
              <a:gd name="connsiteX5" fmla="*/ 1824385 w 4643466"/>
              <a:gd name="connsiteY5" fmla="*/ 4750602 h 4757283"/>
              <a:gd name="connsiteX6" fmla="*/ 83093 w 4643466"/>
              <a:gd name="connsiteY6" fmla="*/ 3400595 h 4757283"/>
              <a:gd name="connsiteX7" fmla="*/ 545938 w 4643466"/>
              <a:gd name="connsiteY7" fmla="*/ 1258862 h 4757283"/>
              <a:gd name="connsiteX8" fmla="*/ 2067058 w 4643466"/>
              <a:gd name="connsiteY8" fmla="*/ 5108 h 4757283"/>
              <a:gd name="connsiteX9" fmla="*/ 2172219 w 4643466"/>
              <a:gd name="connsiteY9" fmla="*/ 4 h 47572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643466" h="4757283">
                <a:moveTo>
                  <a:pt x="2172219" y="4"/>
                </a:moveTo>
                <a:cubicBezTo>
                  <a:pt x="2698457" y="1377"/>
                  <a:pt x="3229338" y="397328"/>
                  <a:pt x="3682662" y="791177"/>
                </a:cubicBezTo>
                <a:lnTo>
                  <a:pt x="3682719" y="791425"/>
                </a:lnTo>
                <a:cubicBezTo>
                  <a:pt x="4164971" y="1212090"/>
                  <a:pt x="4560621" y="1631303"/>
                  <a:pt x="4631723" y="2150645"/>
                </a:cubicBezTo>
                <a:cubicBezTo>
                  <a:pt x="4702885" y="2670238"/>
                  <a:pt x="4448678" y="3288845"/>
                  <a:pt x="3921972" y="3826185"/>
                </a:cubicBezTo>
                <a:cubicBezTo>
                  <a:pt x="3395266" y="4363528"/>
                  <a:pt x="2595453" y="4818175"/>
                  <a:pt x="1824385" y="4750602"/>
                </a:cubicBezTo>
                <a:cubicBezTo>
                  <a:pt x="1054889" y="4682411"/>
                  <a:pt x="314082" y="4091754"/>
                  <a:pt x="83093" y="3400595"/>
                </a:cubicBezTo>
                <a:cubicBezTo>
                  <a:pt x="-147341" y="2710618"/>
                  <a:pt x="132101" y="1920392"/>
                  <a:pt x="545938" y="1258862"/>
                </a:cubicBezTo>
                <a:cubicBezTo>
                  <a:pt x="959775" y="597334"/>
                  <a:pt x="1508470" y="61520"/>
                  <a:pt x="2067058" y="5108"/>
                </a:cubicBezTo>
                <a:cubicBezTo>
                  <a:pt x="2102075" y="1575"/>
                  <a:pt x="2137137" y="-87"/>
                  <a:pt x="2172219" y="4"/>
                </a:cubicBezTo>
                <a:close/>
              </a:path>
            </a:pathLst>
          </a:custGeom>
          <a:solidFill>
            <a:schemeClr val="bg2"/>
          </a:solidFill>
        </p:spPr>
        <p:txBody>
          <a:bodyPr wrap="square" anchor="ctr">
            <a:noAutofit/>
          </a:bodyPr>
          <a:lstStyle>
            <a:lvl1pPr marL="0" indent="0" algn="ctr">
              <a:buNone/>
              <a:defRPr/>
            </a:lvl1pPr>
          </a:lstStyle>
          <a:p>
            <a:r>
              <a:rPr lang="en-GB"/>
              <a:t>Click icon to add picture</a:t>
            </a:r>
            <a:endParaRPr lang="en-PL"/>
          </a:p>
        </p:txBody>
      </p:sp>
      <p:sp>
        <p:nvSpPr>
          <p:cNvPr id="20" name="Freeform 19">
            <a:extLst>
              <a:ext uri="{FF2B5EF4-FFF2-40B4-BE49-F238E27FC236}">
                <a16:creationId xmlns:a16="http://schemas.microsoft.com/office/drawing/2014/main" id="{4FAA4253-6F70-282F-5C25-505FF0B604CB}"/>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
        <p:nvSpPr>
          <p:cNvPr id="2" name="Rectangle 6">
            <a:extLst>
              <a:ext uri="{FF2B5EF4-FFF2-40B4-BE49-F238E27FC236}">
                <a16:creationId xmlns:a16="http://schemas.microsoft.com/office/drawing/2014/main" id="{1A3E24A8-E36B-9C31-D93A-C91331AD16ED}"/>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3302633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able of contents">
    <p:bg>
      <p:bgPr>
        <a:solidFill>
          <a:schemeClr val="accent4"/>
        </a:solidFill>
        <a:effectLst/>
      </p:bgPr>
    </p:bg>
    <p:spTree>
      <p:nvGrpSpPr>
        <p:cNvPr id="1" name=""/>
        <p:cNvGrpSpPr/>
        <p:nvPr/>
      </p:nvGrpSpPr>
      <p:grpSpPr>
        <a:xfrm>
          <a:off x="0" y="0"/>
          <a:ext cx="0" cy="0"/>
          <a:chOff x="0" y="0"/>
          <a:chExt cx="0" cy="0"/>
        </a:xfrm>
      </p:grpSpPr>
      <p:sp>
        <p:nvSpPr>
          <p:cNvPr id="16" name="Freeform 15">
            <a:extLst>
              <a:ext uri="{FF2B5EF4-FFF2-40B4-BE49-F238E27FC236}">
                <a16:creationId xmlns:a16="http://schemas.microsoft.com/office/drawing/2014/main" id="{50EC95FD-18E8-BB45-C1C0-A724E9A31721}"/>
              </a:ext>
            </a:extLst>
          </p:cNvPr>
          <p:cNvSpPr/>
          <p:nvPr userDrawn="1"/>
        </p:nvSpPr>
        <p:spPr>
          <a:xfrm>
            <a:off x="1" y="-9331"/>
            <a:ext cx="5475247" cy="6867331"/>
          </a:xfrm>
          <a:custGeom>
            <a:avLst/>
            <a:gdLst>
              <a:gd name="connsiteX0" fmla="*/ 0 w 5475247"/>
              <a:gd name="connsiteY0" fmla="*/ 0 h 6981631"/>
              <a:gd name="connsiteX1" fmla="*/ 4473087 w 5475247"/>
              <a:gd name="connsiteY1" fmla="*/ 0 h 6981631"/>
              <a:gd name="connsiteX2" fmla="*/ 4500927 w 5475247"/>
              <a:gd name="connsiteY2" fmla="*/ 33268 h 6981631"/>
              <a:gd name="connsiteX3" fmla="*/ 4923611 w 5475247"/>
              <a:gd name="connsiteY3" fmla="*/ 705713 h 6981631"/>
              <a:gd name="connsiteX4" fmla="*/ 4687098 w 5475247"/>
              <a:gd name="connsiteY4" fmla="*/ 6631117 h 6981631"/>
              <a:gd name="connsiteX5" fmla="*/ 4505245 w 5475247"/>
              <a:gd name="connsiteY5" fmla="*/ 6981631 h 6981631"/>
              <a:gd name="connsiteX6" fmla="*/ 0 w 5475247"/>
              <a:gd name="connsiteY6" fmla="*/ 6981631 h 698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475247" h="6981631">
                <a:moveTo>
                  <a:pt x="0" y="0"/>
                </a:moveTo>
                <a:lnTo>
                  <a:pt x="4473087" y="0"/>
                </a:lnTo>
                <a:lnTo>
                  <a:pt x="4500927" y="33268"/>
                </a:lnTo>
                <a:cubicBezTo>
                  <a:pt x="4664238" y="241731"/>
                  <a:pt x="4806622" y="465765"/>
                  <a:pt x="4923611" y="705713"/>
                </a:cubicBezTo>
                <a:cubicBezTo>
                  <a:pt x="5781537" y="2465332"/>
                  <a:pt x="5589698" y="4732700"/>
                  <a:pt x="4687098" y="6631117"/>
                </a:cubicBezTo>
                <a:lnTo>
                  <a:pt x="4505245" y="6981631"/>
                </a:lnTo>
                <a:lnTo>
                  <a:pt x="0" y="6981631"/>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3" name="Slide Number Placeholder 2">
            <a:extLst>
              <a:ext uri="{FF2B5EF4-FFF2-40B4-BE49-F238E27FC236}">
                <a16:creationId xmlns:a16="http://schemas.microsoft.com/office/drawing/2014/main" id="{007E160A-0514-EFDC-B468-65BCB476F62B}"/>
              </a:ext>
            </a:extLst>
          </p:cNvPr>
          <p:cNvSpPr>
            <a:spLocks noGrp="1"/>
          </p:cNvSpPr>
          <p:nvPr>
            <p:ph type="sldNum" sz="quarter" idx="10"/>
          </p:nvPr>
        </p:nvSpPr>
        <p:spPr>
          <a:xfrm>
            <a:off x="11641138" y="6311096"/>
            <a:ext cx="550862" cy="546904"/>
          </a:xfrm>
          <a:prstGeom prst="rect">
            <a:avLst/>
          </a:prstGeom>
        </p:spPr>
        <p:txBody>
          <a:bodyPr/>
          <a:lstStyle/>
          <a:p>
            <a:fld id="{4EE75B84-B7E0-4C4B-AC9D-894B0C074E7C}" type="slidenum">
              <a:rPr lang="en-PL" smtClean="0"/>
              <a:pPr/>
              <a:t>‹#›</a:t>
            </a:fld>
            <a:endParaRPr lang="en-PL"/>
          </a:p>
        </p:txBody>
      </p:sp>
      <p:sp>
        <p:nvSpPr>
          <p:cNvPr id="5" name="Text Placeholder 6">
            <a:extLst>
              <a:ext uri="{FF2B5EF4-FFF2-40B4-BE49-F238E27FC236}">
                <a16:creationId xmlns:a16="http://schemas.microsoft.com/office/drawing/2014/main" id="{73090C62-63EE-C783-3628-6FD1DFD6EB91}"/>
              </a:ext>
            </a:extLst>
          </p:cNvPr>
          <p:cNvSpPr>
            <a:spLocks noGrp="1"/>
          </p:cNvSpPr>
          <p:nvPr>
            <p:ph idx="1" hasCustomPrompt="1"/>
          </p:nvPr>
        </p:nvSpPr>
        <p:spPr>
          <a:xfrm>
            <a:off x="554037" y="1436914"/>
            <a:ext cx="4177535" cy="4782485"/>
          </a:xfrm>
          <a:prstGeom prst="rect">
            <a:avLst/>
          </a:prstGeom>
        </p:spPr>
        <p:txBody>
          <a:bodyPr vert="horz" lIns="0" tIns="0" rIns="0" bIns="0" rtlCol="0">
            <a:normAutofit/>
          </a:bodyPr>
          <a:lstStyle>
            <a:lvl1pPr marL="7938" indent="-7938">
              <a:buNone/>
              <a:tabLst/>
              <a:defRPr b="1">
                <a:solidFill>
                  <a:schemeClr val="tx2"/>
                </a:solidFill>
              </a:defRPr>
            </a:lvl1pPr>
            <a:lvl2pPr marL="171450" indent="-171450">
              <a:buFont typeface="Arial" panose="020B0604020202020204" pitchFamily="34" charset="0"/>
              <a:buChar char="•"/>
              <a:tabLst/>
              <a:defRPr/>
            </a:lvl2pPr>
            <a:lvl3pPr marL="914400" indent="0">
              <a:buNone/>
              <a:defRPr/>
            </a:lvl3pPr>
          </a:lstStyle>
          <a:p>
            <a:pPr lvl="0"/>
            <a:r>
              <a:rPr lang="en-GB"/>
              <a:t>Table of contents</a:t>
            </a:r>
          </a:p>
          <a:p>
            <a:pPr lvl="1"/>
            <a:r>
              <a:rPr lang="en-GB"/>
              <a:t>Description</a:t>
            </a:r>
          </a:p>
        </p:txBody>
      </p:sp>
      <p:sp>
        <p:nvSpPr>
          <p:cNvPr id="6" name="TextBox 5">
            <a:extLst>
              <a:ext uri="{FF2B5EF4-FFF2-40B4-BE49-F238E27FC236}">
                <a16:creationId xmlns:a16="http://schemas.microsoft.com/office/drawing/2014/main" id="{B25F9747-9017-231A-73B0-F1E43265F031}"/>
              </a:ext>
            </a:extLst>
          </p:cNvPr>
          <p:cNvSpPr txBox="1"/>
          <p:nvPr userDrawn="1"/>
        </p:nvSpPr>
        <p:spPr>
          <a:xfrm>
            <a:off x="554038" y="453513"/>
            <a:ext cx="3342903" cy="553998"/>
          </a:xfrm>
          <a:prstGeom prst="rect">
            <a:avLst/>
          </a:prstGeom>
          <a:noFill/>
        </p:spPr>
        <p:txBody>
          <a:bodyPr wrap="none" lIns="0" rtlCol="0">
            <a:spAutoFit/>
          </a:bodyPr>
          <a:lstStyle/>
          <a:p>
            <a:r>
              <a:rPr lang="en-GB" sz="3000" b="1">
                <a:solidFill>
                  <a:schemeClr val="tx2"/>
                </a:solidFill>
              </a:rPr>
              <a:t>Table of contents</a:t>
            </a:r>
            <a:endParaRPr lang="en-PL" sz="3000" b="1">
              <a:solidFill>
                <a:schemeClr val="tx2"/>
              </a:solidFill>
            </a:endParaRPr>
          </a:p>
        </p:txBody>
      </p:sp>
      <p:sp>
        <p:nvSpPr>
          <p:cNvPr id="20" name="Freeform 19">
            <a:extLst>
              <a:ext uri="{FF2B5EF4-FFF2-40B4-BE49-F238E27FC236}">
                <a16:creationId xmlns:a16="http://schemas.microsoft.com/office/drawing/2014/main" id="{4FAA4253-6F70-282F-5C25-505FF0B604CB}"/>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
        <p:nvSpPr>
          <p:cNvPr id="2" name="Text Placeholder 6">
            <a:extLst>
              <a:ext uri="{FF2B5EF4-FFF2-40B4-BE49-F238E27FC236}">
                <a16:creationId xmlns:a16="http://schemas.microsoft.com/office/drawing/2014/main" id="{9F25721F-2D83-66F1-DEBC-A499BC9A0B81}"/>
              </a:ext>
            </a:extLst>
          </p:cNvPr>
          <p:cNvSpPr>
            <a:spLocks noGrp="1"/>
          </p:cNvSpPr>
          <p:nvPr>
            <p:ph idx="11" hasCustomPrompt="1"/>
          </p:nvPr>
        </p:nvSpPr>
        <p:spPr>
          <a:xfrm>
            <a:off x="5628938" y="1436913"/>
            <a:ext cx="4177535" cy="4862085"/>
          </a:xfrm>
          <a:prstGeom prst="rect">
            <a:avLst/>
          </a:prstGeom>
        </p:spPr>
        <p:txBody>
          <a:bodyPr vert="horz" lIns="0" tIns="0" rIns="0" bIns="0" rtlCol="0">
            <a:normAutofit/>
          </a:bodyPr>
          <a:lstStyle>
            <a:lvl1pPr marL="7938" indent="-7938">
              <a:buNone/>
              <a:tabLst/>
              <a:defRPr b="1">
                <a:solidFill>
                  <a:schemeClr val="tx2"/>
                </a:solidFill>
              </a:defRPr>
            </a:lvl1pPr>
            <a:lvl2pPr marL="171450" indent="-171450">
              <a:buFont typeface="Arial" panose="020B0604020202020204" pitchFamily="34" charset="0"/>
              <a:buChar char="•"/>
              <a:tabLst/>
              <a:defRPr/>
            </a:lvl2pPr>
            <a:lvl3pPr marL="914400" indent="0">
              <a:buNone/>
              <a:defRPr/>
            </a:lvl3pPr>
          </a:lstStyle>
          <a:p>
            <a:pPr lvl="0"/>
            <a:r>
              <a:rPr lang="en-GB"/>
              <a:t>Table of contents</a:t>
            </a:r>
          </a:p>
          <a:p>
            <a:pPr lvl="1"/>
            <a:r>
              <a:rPr lang="en-GB"/>
              <a:t>Description</a:t>
            </a:r>
          </a:p>
        </p:txBody>
      </p:sp>
      <p:sp>
        <p:nvSpPr>
          <p:cNvPr id="4" name="Rectangle 6">
            <a:extLst>
              <a:ext uri="{FF2B5EF4-FFF2-40B4-BE49-F238E27FC236}">
                <a16:creationId xmlns:a16="http://schemas.microsoft.com/office/drawing/2014/main" id="{1577687A-A4B6-805A-65DE-865982C331E2}"/>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32136551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peaker">
    <p:spTree>
      <p:nvGrpSpPr>
        <p:cNvPr id="1" name=""/>
        <p:cNvGrpSpPr/>
        <p:nvPr/>
      </p:nvGrpSpPr>
      <p:grpSpPr>
        <a:xfrm>
          <a:off x="0" y="0"/>
          <a:ext cx="0" cy="0"/>
          <a:chOff x="0" y="0"/>
          <a:chExt cx="0" cy="0"/>
        </a:xfrm>
      </p:grpSpPr>
      <p:sp>
        <p:nvSpPr>
          <p:cNvPr id="9" name="Freeform 8">
            <a:extLst>
              <a:ext uri="{FF2B5EF4-FFF2-40B4-BE49-F238E27FC236}">
                <a16:creationId xmlns:a16="http://schemas.microsoft.com/office/drawing/2014/main" id="{34920531-3829-D901-CA90-A67538F5550E}"/>
              </a:ext>
            </a:extLst>
          </p:cNvPr>
          <p:cNvSpPr/>
          <p:nvPr userDrawn="1"/>
        </p:nvSpPr>
        <p:spPr>
          <a:xfrm>
            <a:off x="0" y="3626883"/>
            <a:ext cx="6250418" cy="3231117"/>
          </a:xfrm>
          <a:custGeom>
            <a:avLst/>
            <a:gdLst>
              <a:gd name="connsiteX0" fmla="*/ 429623 w 6250418"/>
              <a:gd name="connsiteY0" fmla="*/ 137 h 3231117"/>
              <a:gd name="connsiteX1" fmla="*/ 6107386 w 6250418"/>
              <a:gd name="connsiteY1" fmla="*/ 2905611 h 3231117"/>
              <a:gd name="connsiteX2" fmla="*/ 6218830 w 6250418"/>
              <a:gd name="connsiteY2" fmla="*/ 3150666 h 3231117"/>
              <a:gd name="connsiteX3" fmla="*/ 6250418 w 6250418"/>
              <a:gd name="connsiteY3" fmla="*/ 3231117 h 3231117"/>
              <a:gd name="connsiteX4" fmla="*/ 0 w 6250418"/>
              <a:gd name="connsiteY4" fmla="*/ 3231117 h 3231117"/>
              <a:gd name="connsiteX5" fmla="*/ 0 w 6250418"/>
              <a:gd name="connsiteY5" fmla="*/ 19551 h 3231117"/>
              <a:gd name="connsiteX6" fmla="*/ 201773 w 6250418"/>
              <a:gd name="connsiteY6" fmla="*/ 6063 h 3231117"/>
              <a:gd name="connsiteX7" fmla="*/ 429623 w 6250418"/>
              <a:gd name="connsiteY7" fmla="*/ 137 h 32311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250418" h="3231117">
                <a:moveTo>
                  <a:pt x="429623" y="137"/>
                </a:moveTo>
                <a:cubicBezTo>
                  <a:pt x="2362891" y="-12755"/>
                  <a:pt x="5124279" y="889243"/>
                  <a:pt x="6107386" y="2905611"/>
                </a:cubicBezTo>
                <a:cubicBezTo>
                  <a:pt x="6146710" y="2986266"/>
                  <a:pt x="6183848" y="3067979"/>
                  <a:pt x="6218830" y="3150666"/>
                </a:cubicBezTo>
                <a:lnTo>
                  <a:pt x="6250418" y="3231117"/>
                </a:lnTo>
                <a:lnTo>
                  <a:pt x="0" y="3231117"/>
                </a:lnTo>
                <a:lnTo>
                  <a:pt x="0" y="19551"/>
                </a:lnTo>
                <a:lnTo>
                  <a:pt x="201773" y="6063"/>
                </a:lnTo>
                <a:cubicBezTo>
                  <a:pt x="276287" y="2633"/>
                  <a:pt x="352292" y="653"/>
                  <a:pt x="429623" y="137"/>
                </a:cubicBez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F91F5749-03FC-F7CA-23FC-018BB6393070}"/>
              </a:ext>
            </a:extLst>
          </p:cNvPr>
          <p:cNvSpPr>
            <a:spLocks noGrp="1"/>
          </p:cNvSpPr>
          <p:nvPr>
            <p:ph type="title" hasCustomPrompt="1"/>
          </p:nvPr>
        </p:nvSpPr>
        <p:spPr>
          <a:xfrm>
            <a:off x="554038" y="549476"/>
            <a:ext cx="11090275"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CD743144-2B84-ED9F-7A6C-026226116B57}"/>
              </a:ext>
            </a:extLst>
          </p:cNvPr>
          <p:cNvSpPr>
            <a:spLocks noGrp="1"/>
          </p:cNvSpPr>
          <p:nvPr>
            <p:ph type="sldNum" sz="quarter" idx="10"/>
          </p:nvPr>
        </p:nvSpPr>
        <p:spPr>
          <a:xfrm>
            <a:off x="11641138" y="6311096"/>
            <a:ext cx="550862" cy="546904"/>
          </a:xfrm>
          <a:prstGeom prst="rect">
            <a:avLst/>
          </a:prstGeom>
        </p:spPr>
        <p:txBody>
          <a:bodyPr/>
          <a:lstStyle/>
          <a:p>
            <a:fld id="{4EE75B84-B7E0-4C4B-AC9D-894B0C074E7C}" type="slidenum">
              <a:rPr lang="en-PL" smtClean="0"/>
              <a:pPr/>
              <a:t>‹#›</a:t>
            </a:fld>
            <a:endParaRPr lang="en-PL"/>
          </a:p>
        </p:txBody>
      </p:sp>
      <p:sp>
        <p:nvSpPr>
          <p:cNvPr id="4" name="Text Placeholder 6">
            <a:extLst>
              <a:ext uri="{FF2B5EF4-FFF2-40B4-BE49-F238E27FC236}">
                <a16:creationId xmlns:a16="http://schemas.microsoft.com/office/drawing/2014/main" id="{DDA1212E-D354-313E-E545-50E8DAD0E2C1}"/>
              </a:ext>
            </a:extLst>
          </p:cNvPr>
          <p:cNvSpPr>
            <a:spLocks noGrp="1"/>
          </p:cNvSpPr>
          <p:nvPr>
            <p:ph idx="1" hasCustomPrompt="1"/>
          </p:nvPr>
        </p:nvSpPr>
        <p:spPr>
          <a:xfrm>
            <a:off x="4086225" y="3429000"/>
            <a:ext cx="3426938" cy="567965"/>
          </a:xfrm>
          <a:prstGeom prst="rect">
            <a:avLst/>
          </a:prstGeom>
        </p:spPr>
        <p:txBody>
          <a:bodyPr vert="horz" lIns="0" tIns="0" rIns="0" bIns="0" rtlCol="0">
            <a:normAutofit/>
          </a:bodyPr>
          <a:lstStyle>
            <a:lvl1pPr marL="12700" indent="0">
              <a:buNone/>
              <a:tabLst/>
              <a:defRPr b="1">
                <a:solidFill>
                  <a:schemeClr val="tx2"/>
                </a:solidFill>
              </a:defRPr>
            </a:lvl1pPr>
            <a:lvl2pPr marL="184150" indent="-171450">
              <a:buFont typeface="Arial" panose="020B0604020202020204" pitchFamily="34" charset="0"/>
              <a:buChar char="•"/>
              <a:tabLst/>
              <a:defRPr>
                <a:solidFill>
                  <a:schemeClr val="accent3"/>
                </a:solidFill>
              </a:defRPr>
            </a:lvl2pPr>
            <a:lvl3pPr marL="12700" indent="0">
              <a:buNone/>
              <a:tabLst/>
              <a:defRPr/>
            </a:lvl3pPr>
          </a:lstStyle>
          <a:p>
            <a:pPr lvl="0"/>
            <a:r>
              <a:rPr lang="en-GB"/>
              <a:t>Name and Surname</a:t>
            </a:r>
          </a:p>
          <a:p>
            <a:pPr lvl="1"/>
            <a:r>
              <a:rPr lang="en-GB"/>
              <a:t>Position</a:t>
            </a:r>
          </a:p>
        </p:txBody>
      </p:sp>
      <p:sp>
        <p:nvSpPr>
          <p:cNvPr id="11" name="Text Placeholder 10">
            <a:extLst>
              <a:ext uri="{FF2B5EF4-FFF2-40B4-BE49-F238E27FC236}">
                <a16:creationId xmlns:a16="http://schemas.microsoft.com/office/drawing/2014/main" id="{10B09ED9-4286-62EE-6EA2-069EA339FDCB}"/>
              </a:ext>
            </a:extLst>
          </p:cNvPr>
          <p:cNvSpPr>
            <a:spLocks noGrp="1"/>
          </p:cNvSpPr>
          <p:nvPr>
            <p:ph type="body" sz="quarter" idx="11"/>
          </p:nvPr>
        </p:nvSpPr>
        <p:spPr>
          <a:xfrm>
            <a:off x="4086225" y="4260850"/>
            <a:ext cx="7554913" cy="1292225"/>
          </a:xfrm>
        </p:spPr>
        <p:txBody>
          <a:bodyPr>
            <a:normAutofit/>
          </a:bodyPr>
          <a:lstStyle>
            <a:lvl1pPr>
              <a:defRPr sz="1200"/>
            </a:lvl1pPr>
            <a:lvl2pPr marL="179388" indent="-171450">
              <a:buFont typeface="Arial" panose="020B0604020202020204" pitchFamily="34" charset="0"/>
              <a:buChar char="•"/>
              <a:tabLst/>
              <a:defRPr/>
            </a:lvl2pPr>
          </a:lstStyle>
          <a:p>
            <a:pPr lvl="0"/>
            <a:r>
              <a:rPr lang="en-GB"/>
              <a:t>Click to edit Master text styles</a:t>
            </a:r>
          </a:p>
        </p:txBody>
      </p:sp>
      <p:sp>
        <p:nvSpPr>
          <p:cNvPr id="17" name="Picture Placeholder 16">
            <a:extLst>
              <a:ext uri="{FF2B5EF4-FFF2-40B4-BE49-F238E27FC236}">
                <a16:creationId xmlns:a16="http://schemas.microsoft.com/office/drawing/2014/main" id="{68E59D0F-5073-70D2-7DED-0B771ABD1788}"/>
              </a:ext>
            </a:extLst>
          </p:cNvPr>
          <p:cNvSpPr>
            <a:spLocks noGrp="1"/>
          </p:cNvSpPr>
          <p:nvPr>
            <p:ph type="pic" sz="quarter" idx="12"/>
          </p:nvPr>
        </p:nvSpPr>
        <p:spPr>
          <a:xfrm>
            <a:off x="2296308" y="2970936"/>
            <a:ext cx="1407298" cy="1484092"/>
          </a:xfrm>
          <a:custGeom>
            <a:avLst/>
            <a:gdLst>
              <a:gd name="connsiteX0" fmla="*/ 577388 w 1407298"/>
              <a:gd name="connsiteY0" fmla="*/ 294 h 1484092"/>
              <a:gd name="connsiteX1" fmla="*/ 1228905 w 1407298"/>
              <a:gd name="connsiteY1" fmla="*/ 346913 h 1484092"/>
              <a:gd name="connsiteX2" fmla="*/ 1228836 w 1407298"/>
              <a:gd name="connsiteY2" fmla="*/ 346983 h 1484092"/>
              <a:gd name="connsiteX3" fmla="*/ 1372072 w 1407298"/>
              <a:gd name="connsiteY3" fmla="*/ 1018872 h 1484092"/>
              <a:gd name="connsiteX4" fmla="*/ 845991 w 1407298"/>
              <a:gd name="connsiteY4" fmla="*/ 1395599 h 1484092"/>
              <a:gd name="connsiteX5" fmla="*/ 317059 w 1407298"/>
              <a:gd name="connsiteY5" fmla="*/ 1447400 h 1484092"/>
              <a:gd name="connsiteX6" fmla="*/ 98867 w 1407298"/>
              <a:gd name="connsiteY6" fmla="*/ 973329 h 1484092"/>
              <a:gd name="connsiteX7" fmla="*/ 29544 w 1407298"/>
              <a:gd name="connsiteY7" fmla="*/ 358108 h 1484092"/>
              <a:gd name="connsiteX8" fmla="*/ 577388 w 1407298"/>
              <a:gd name="connsiteY8" fmla="*/ 294 h 1484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07298" h="1484092">
                <a:moveTo>
                  <a:pt x="577388" y="294"/>
                </a:moveTo>
                <a:cubicBezTo>
                  <a:pt x="819082" y="-7424"/>
                  <a:pt x="1069885" y="137898"/>
                  <a:pt x="1228905" y="346913"/>
                </a:cubicBezTo>
                <a:lnTo>
                  <a:pt x="1228836" y="346983"/>
                </a:lnTo>
                <a:cubicBezTo>
                  <a:pt x="1387508" y="555996"/>
                  <a:pt x="1454051" y="828424"/>
                  <a:pt x="1372072" y="1018872"/>
                </a:cubicBezTo>
                <a:cubicBezTo>
                  <a:pt x="1290094" y="1209321"/>
                  <a:pt x="1059664" y="1317931"/>
                  <a:pt x="845991" y="1395599"/>
                </a:cubicBezTo>
                <a:cubicBezTo>
                  <a:pt x="632319" y="1473683"/>
                  <a:pt x="435125" y="1520965"/>
                  <a:pt x="317059" y="1447400"/>
                </a:cubicBezTo>
                <a:cubicBezTo>
                  <a:pt x="198993" y="1374183"/>
                  <a:pt x="159777" y="1179910"/>
                  <a:pt x="98867" y="973329"/>
                </a:cubicBezTo>
                <a:cubicBezTo>
                  <a:pt x="37957" y="766748"/>
                  <a:pt x="-45065" y="547931"/>
                  <a:pt x="29544" y="358108"/>
                </a:cubicBezTo>
                <a:cubicBezTo>
                  <a:pt x="104152" y="168702"/>
                  <a:pt x="336042" y="7944"/>
                  <a:pt x="577388" y="294"/>
                </a:cubicBezTo>
                <a:close/>
              </a:path>
            </a:pathLst>
          </a:custGeom>
          <a:solidFill>
            <a:schemeClr val="bg2"/>
          </a:solidFill>
        </p:spPr>
        <p:txBody>
          <a:bodyPr wrap="square" anchor="ctr">
            <a:noAutofit/>
          </a:bodyPr>
          <a:lstStyle>
            <a:lvl1pPr marL="0" indent="0" algn="ctr">
              <a:buNone/>
              <a:defRPr/>
            </a:lvl1pPr>
          </a:lstStyle>
          <a:p>
            <a:r>
              <a:rPr lang="en-GB"/>
              <a:t>Click icon to add picture</a:t>
            </a:r>
            <a:endParaRPr lang="en-PL"/>
          </a:p>
        </p:txBody>
      </p:sp>
      <p:sp>
        <p:nvSpPr>
          <p:cNvPr id="19" name="Freeform 18">
            <a:extLst>
              <a:ext uri="{FF2B5EF4-FFF2-40B4-BE49-F238E27FC236}">
                <a16:creationId xmlns:a16="http://schemas.microsoft.com/office/drawing/2014/main" id="{AD687D95-E425-C5D6-479D-8E2139CF8679}"/>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
        <p:nvSpPr>
          <p:cNvPr id="5" name="Rectangle 6">
            <a:extLst>
              <a:ext uri="{FF2B5EF4-FFF2-40B4-BE49-F238E27FC236}">
                <a16:creationId xmlns:a16="http://schemas.microsoft.com/office/drawing/2014/main" id="{113DEA68-016A-1EB5-5744-78AC8C731E7D}"/>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24591873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peakers">
    <p:spTree>
      <p:nvGrpSpPr>
        <p:cNvPr id="1" name=""/>
        <p:cNvGrpSpPr/>
        <p:nvPr/>
      </p:nvGrpSpPr>
      <p:grpSpPr>
        <a:xfrm>
          <a:off x="0" y="0"/>
          <a:ext cx="0" cy="0"/>
          <a:chOff x="0" y="0"/>
          <a:chExt cx="0" cy="0"/>
        </a:xfrm>
      </p:grpSpPr>
      <p:sp>
        <p:nvSpPr>
          <p:cNvPr id="9" name="Freeform 8">
            <a:extLst>
              <a:ext uri="{FF2B5EF4-FFF2-40B4-BE49-F238E27FC236}">
                <a16:creationId xmlns:a16="http://schemas.microsoft.com/office/drawing/2014/main" id="{34920531-3829-D901-CA90-A67538F5550E}"/>
              </a:ext>
            </a:extLst>
          </p:cNvPr>
          <p:cNvSpPr/>
          <p:nvPr userDrawn="1"/>
        </p:nvSpPr>
        <p:spPr>
          <a:xfrm>
            <a:off x="0" y="3626883"/>
            <a:ext cx="6250418" cy="3231117"/>
          </a:xfrm>
          <a:custGeom>
            <a:avLst/>
            <a:gdLst>
              <a:gd name="connsiteX0" fmla="*/ 429623 w 6250418"/>
              <a:gd name="connsiteY0" fmla="*/ 137 h 3231117"/>
              <a:gd name="connsiteX1" fmla="*/ 6107386 w 6250418"/>
              <a:gd name="connsiteY1" fmla="*/ 2905611 h 3231117"/>
              <a:gd name="connsiteX2" fmla="*/ 6218830 w 6250418"/>
              <a:gd name="connsiteY2" fmla="*/ 3150666 h 3231117"/>
              <a:gd name="connsiteX3" fmla="*/ 6250418 w 6250418"/>
              <a:gd name="connsiteY3" fmla="*/ 3231117 h 3231117"/>
              <a:gd name="connsiteX4" fmla="*/ 0 w 6250418"/>
              <a:gd name="connsiteY4" fmla="*/ 3231117 h 3231117"/>
              <a:gd name="connsiteX5" fmla="*/ 0 w 6250418"/>
              <a:gd name="connsiteY5" fmla="*/ 19551 h 3231117"/>
              <a:gd name="connsiteX6" fmla="*/ 201773 w 6250418"/>
              <a:gd name="connsiteY6" fmla="*/ 6063 h 3231117"/>
              <a:gd name="connsiteX7" fmla="*/ 429623 w 6250418"/>
              <a:gd name="connsiteY7" fmla="*/ 137 h 32311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250418" h="3231117">
                <a:moveTo>
                  <a:pt x="429623" y="137"/>
                </a:moveTo>
                <a:cubicBezTo>
                  <a:pt x="2362891" y="-12755"/>
                  <a:pt x="5124279" y="889243"/>
                  <a:pt x="6107386" y="2905611"/>
                </a:cubicBezTo>
                <a:cubicBezTo>
                  <a:pt x="6146710" y="2986266"/>
                  <a:pt x="6183848" y="3067979"/>
                  <a:pt x="6218830" y="3150666"/>
                </a:cubicBezTo>
                <a:lnTo>
                  <a:pt x="6250418" y="3231117"/>
                </a:lnTo>
                <a:lnTo>
                  <a:pt x="0" y="3231117"/>
                </a:lnTo>
                <a:lnTo>
                  <a:pt x="0" y="19551"/>
                </a:lnTo>
                <a:lnTo>
                  <a:pt x="201773" y="6063"/>
                </a:lnTo>
                <a:cubicBezTo>
                  <a:pt x="276287" y="2633"/>
                  <a:pt x="352292" y="653"/>
                  <a:pt x="429623" y="137"/>
                </a:cubicBez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F91F5749-03FC-F7CA-23FC-018BB6393070}"/>
              </a:ext>
            </a:extLst>
          </p:cNvPr>
          <p:cNvSpPr>
            <a:spLocks noGrp="1"/>
          </p:cNvSpPr>
          <p:nvPr>
            <p:ph type="title" hasCustomPrompt="1"/>
          </p:nvPr>
        </p:nvSpPr>
        <p:spPr>
          <a:xfrm>
            <a:off x="554038" y="549476"/>
            <a:ext cx="11090275"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CD743144-2B84-ED9F-7A6C-026226116B57}"/>
              </a:ext>
            </a:extLst>
          </p:cNvPr>
          <p:cNvSpPr>
            <a:spLocks noGrp="1"/>
          </p:cNvSpPr>
          <p:nvPr>
            <p:ph type="sldNum" sz="quarter" idx="10"/>
          </p:nvPr>
        </p:nvSpPr>
        <p:spPr>
          <a:xfrm>
            <a:off x="11641138" y="6311096"/>
            <a:ext cx="550862" cy="546904"/>
          </a:xfrm>
          <a:prstGeom prst="rect">
            <a:avLst/>
          </a:prstGeom>
        </p:spPr>
        <p:txBody>
          <a:bodyPr/>
          <a:lstStyle/>
          <a:p>
            <a:fld id="{4EE75B84-B7E0-4C4B-AC9D-894B0C074E7C}" type="slidenum">
              <a:rPr lang="en-PL" smtClean="0"/>
              <a:pPr/>
              <a:t>‹#›</a:t>
            </a:fld>
            <a:endParaRPr lang="en-PL"/>
          </a:p>
        </p:txBody>
      </p:sp>
      <p:sp>
        <p:nvSpPr>
          <p:cNvPr id="4" name="Text Placeholder 6">
            <a:extLst>
              <a:ext uri="{FF2B5EF4-FFF2-40B4-BE49-F238E27FC236}">
                <a16:creationId xmlns:a16="http://schemas.microsoft.com/office/drawing/2014/main" id="{DDA1212E-D354-313E-E545-50E8DAD0E2C1}"/>
              </a:ext>
            </a:extLst>
          </p:cNvPr>
          <p:cNvSpPr>
            <a:spLocks noGrp="1"/>
          </p:cNvSpPr>
          <p:nvPr>
            <p:ph idx="1" hasCustomPrompt="1"/>
          </p:nvPr>
        </p:nvSpPr>
        <p:spPr>
          <a:xfrm>
            <a:off x="1224485" y="4307293"/>
            <a:ext cx="4209362" cy="567965"/>
          </a:xfrm>
          <a:prstGeom prst="rect">
            <a:avLst/>
          </a:prstGeom>
        </p:spPr>
        <p:txBody>
          <a:bodyPr vert="horz" lIns="0" tIns="0" rIns="0" bIns="0" rtlCol="0">
            <a:normAutofit/>
          </a:bodyPr>
          <a:lstStyle>
            <a:lvl1pPr marL="12700" indent="0" algn="ctr">
              <a:buNone/>
              <a:tabLst/>
              <a:defRPr b="1">
                <a:solidFill>
                  <a:schemeClr val="tx2"/>
                </a:solidFill>
              </a:defRPr>
            </a:lvl1pPr>
            <a:lvl2pPr marL="184150" indent="-171450" algn="ctr">
              <a:buFont typeface="Arial" panose="020B0604020202020204" pitchFamily="34" charset="0"/>
              <a:buChar char="•"/>
              <a:tabLst/>
              <a:defRPr>
                <a:solidFill>
                  <a:schemeClr val="accent3"/>
                </a:solidFill>
              </a:defRPr>
            </a:lvl2pPr>
            <a:lvl3pPr marL="12700" indent="0">
              <a:buNone/>
              <a:tabLst/>
              <a:defRPr/>
            </a:lvl3pPr>
          </a:lstStyle>
          <a:p>
            <a:pPr lvl="0"/>
            <a:r>
              <a:rPr lang="en-GB"/>
              <a:t>Name and Surname</a:t>
            </a:r>
          </a:p>
          <a:p>
            <a:pPr lvl="1"/>
            <a:r>
              <a:rPr lang="en-GB"/>
              <a:t>Position</a:t>
            </a:r>
          </a:p>
        </p:txBody>
      </p:sp>
      <p:sp>
        <p:nvSpPr>
          <p:cNvPr id="11" name="Text Placeholder 10">
            <a:extLst>
              <a:ext uri="{FF2B5EF4-FFF2-40B4-BE49-F238E27FC236}">
                <a16:creationId xmlns:a16="http://schemas.microsoft.com/office/drawing/2014/main" id="{10B09ED9-4286-62EE-6EA2-069EA339FDCB}"/>
              </a:ext>
            </a:extLst>
          </p:cNvPr>
          <p:cNvSpPr>
            <a:spLocks noGrp="1"/>
          </p:cNvSpPr>
          <p:nvPr>
            <p:ph type="body" sz="quarter" idx="11"/>
          </p:nvPr>
        </p:nvSpPr>
        <p:spPr>
          <a:xfrm>
            <a:off x="1224485" y="5031064"/>
            <a:ext cx="4209363" cy="1076177"/>
          </a:xfrm>
        </p:spPr>
        <p:txBody>
          <a:bodyPr>
            <a:normAutofit/>
          </a:bodyPr>
          <a:lstStyle>
            <a:lvl1pPr algn="ctr">
              <a:defRPr sz="1200"/>
            </a:lvl1pPr>
            <a:lvl2pPr marL="179388" indent="-171450" algn="ctr">
              <a:buFont typeface="Arial" panose="020B0604020202020204" pitchFamily="34" charset="0"/>
              <a:buChar char="•"/>
              <a:tabLst/>
              <a:defRPr/>
            </a:lvl2pPr>
          </a:lstStyle>
          <a:p>
            <a:pPr lvl="0"/>
            <a:r>
              <a:rPr lang="en-GB"/>
              <a:t>Click to edit Master text styles</a:t>
            </a:r>
          </a:p>
        </p:txBody>
      </p:sp>
      <p:sp>
        <p:nvSpPr>
          <p:cNvPr id="17" name="Picture Placeholder 16">
            <a:extLst>
              <a:ext uri="{FF2B5EF4-FFF2-40B4-BE49-F238E27FC236}">
                <a16:creationId xmlns:a16="http://schemas.microsoft.com/office/drawing/2014/main" id="{68E59D0F-5073-70D2-7DED-0B771ABD1788}"/>
              </a:ext>
            </a:extLst>
          </p:cNvPr>
          <p:cNvSpPr>
            <a:spLocks noGrp="1"/>
          </p:cNvSpPr>
          <p:nvPr>
            <p:ph type="pic" sz="quarter" idx="12"/>
          </p:nvPr>
        </p:nvSpPr>
        <p:spPr>
          <a:xfrm>
            <a:off x="2478049" y="2686954"/>
            <a:ext cx="1407298" cy="1484092"/>
          </a:xfrm>
          <a:custGeom>
            <a:avLst/>
            <a:gdLst>
              <a:gd name="connsiteX0" fmla="*/ 577388 w 1407298"/>
              <a:gd name="connsiteY0" fmla="*/ 294 h 1484092"/>
              <a:gd name="connsiteX1" fmla="*/ 1228905 w 1407298"/>
              <a:gd name="connsiteY1" fmla="*/ 346913 h 1484092"/>
              <a:gd name="connsiteX2" fmla="*/ 1228836 w 1407298"/>
              <a:gd name="connsiteY2" fmla="*/ 346983 h 1484092"/>
              <a:gd name="connsiteX3" fmla="*/ 1372072 w 1407298"/>
              <a:gd name="connsiteY3" fmla="*/ 1018872 h 1484092"/>
              <a:gd name="connsiteX4" fmla="*/ 845991 w 1407298"/>
              <a:gd name="connsiteY4" fmla="*/ 1395599 h 1484092"/>
              <a:gd name="connsiteX5" fmla="*/ 317059 w 1407298"/>
              <a:gd name="connsiteY5" fmla="*/ 1447400 h 1484092"/>
              <a:gd name="connsiteX6" fmla="*/ 98867 w 1407298"/>
              <a:gd name="connsiteY6" fmla="*/ 973329 h 1484092"/>
              <a:gd name="connsiteX7" fmla="*/ 29544 w 1407298"/>
              <a:gd name="connsiteY7" fmla="*/ 358108 h 1484092"/>
              <a:gd name="connsiteX8" fmla="*/ 577388 w 1407298"/>
              <a:gd name="connsiteY8" fmla="*/ 294 h 1484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07298" h="1484092">
                <a:moveTo>
                  <a:pt x="577388" y="294"/>
                </a:moveTo>
                <a:cubicBezTo>
                  <a:pt x="819082" y="-7424"/>
                  <a:pt x="1069885" y="137898"/>
                  <a:pt x="1228905" y="346913"/>
                </a:cubicBezTo>
                <a:lnTo>
                  <a:pt x="1228836" y="346983"/>
                </a:lnTo>
                <a:cubicBezTo>
                  <a:pt x="1387508" y="555996"/>
                  <a:pt x="1454051" y="828424"/>
                  <a:pt x="1372072" y="1018872"/>
                </a:cubicBezTo>
                <a:cubicBezTo>
                  <a:pt x="1290094" y="1209321"/>
                  <a:pt x="1059664" y="1317931"/>
                  <a:pt x="845991" y="1395599"/>
                </a:cubicBezTo>
                <a:cubicBezTo>
                  <a:pt x="632319" y="1473683"/>
                  <a:pt x="435125" y="1520965"/>
                  <a:pt x="317059" y="1447400"/>
                </a:cubicBezTo>
                <a:cubicBezTo>
                  <a:pt x="198993" y="1374183"/>
                  <a:pt x="159777" y="1179910"/>
                  <a:pt x="98867" y="973329"/>
                </a:cubicBezTo>
                <a:cubicBezTo>
                  <a:pt x="37957" y="766748"/>
                  <a:pt x="-45065" y="547931"/>
                  <a:pt x="29544" y="358108"/>
                </a:cubicBezTo>
                <a:cubicBezTo>
                  <a:pt x="104152" y="168702"/>
                  <a:pt x="336042" y="7944"/>
                  <a:pt x="577388" y="294"/>
                </a:cubicBezTo>
                <a:close/>
              </a:path>
            </a:pathLst>
          </a:custGeom>
          <a:solidFill>
            <a:schemeClr val="bg2"/>
          </a:solidFill>
        </p:spPr>
        <p:txBody>
          <a:bodyPr wrap="square" anchor="ctr">
            <a:noAutofit/>
          </a:bodyPr>
          <a:lstStyle>
            <a:lvl1pPr marL="0" indent="0" algn="ctr">
              <a:buNone/>
              <a:defRPr/>
            </a:lvl1pPr>
          </a:lstStyle>
          <a:p>
            <a:r>
              <a:rPr lang="en-GB"/>
              <a:t>Click icon to add picture</a:t>
            </a:r>
            <a:endParaRPr lang="en-PL"/>
          </a:p>
        </p:txBody>
      </p:sp>
      <p:sp>
        <p:nvSpPr>
          <p:cNvPr id="5" name="Text Placeholder 6">
            <a:extLst>
              <a:ext uri="{FF2B5EF4-FFF2-40B4-BE49-F238E27FC236}">
                <a16:creationId xmlns:a16="http://schemas.microsoft.com/office/drawing/2014/main" id="{D3BEFE12-0524-0985-AA7F-1671AB15602E}"/>
              </a:ext>
            </a:extLst>
          </p:cNvPr>
          <p:cNvSpPr>
            <a:spLocks noGrp="1"/>
          </p:cNvSpPr>
          <p:nvPr>
            <p:ph idx="13" hasCustomPrompt="1"/>
          </p:nvPr>
        </p:nvSpPr>
        <p:spPr>
          <a:xfrm>
            <a:off x="6807825" y="4307293"/>
            <a:ext cx="4209362" cy="567965"/>
          </a:xfrm>
          <a:prstGeom prst="rect">
            <a:avLst/>
          </a:prstGeom>
        </p:spPr>
        <p:txBody>
          <a:bodyPr vert="horz" lIns="0" tIns="0" rIns="0" bIns="0" rtlCol="0">
            <a:normAutofit/>
          </a:bodyPr>
          <a:lstStyle>
            <a:lvl1pPr marL="12700" indent="0" algn="ctr">
              <a:buNone/>
              <a:tabLst/>
              <a:defRPr b="1">
                <a:solidFill>
                  <a:schemeClr val="tx2"/>
                </a:solidFill>
              </a:defRPr>
            </a:lvl1pPr>
            <a:lvl2pPr marL="184150" indent="-171450" algn="ctr">
              <a:buFont typeface="Arial" panose="020B0604020202020204" pitchFamily="34" charset="0"/>
              <a:buChar char="•"/>
              <a:tabLst/>
              <a:defRPr>
                <a:solidFill>
                  <a:schemeClr val="accent3"/>
                </a:solidFill>
              </a:defRPr>
            </a:lvl2pPr>
            <a:lvl3pPr marL="12700" indent="0">
              <a:buNone/>
              <a:tabLst/>
              <a:defRPr/>
            </a:lvl3pPr>
          </a:lstStyle>
          <a:p>
            <a:pPr lvl="0"/>
            <a:r>
              <a:rPr lang="en-GB"/>
              <a:t>Name and Surname</a:t>
            </a:r>
          </a:p>
          <a:p>
            <a:pPr lvl="1"/>
            <a:r>
              <a:rPr lang="en-GB"/>
              <a:t>Position</a:t>
            </a:r>
          </a:p>
        </p:txBody>
      </p:sp>
      <p:sp>
        <p:nvSpPr>
          <p:cNvPr id="6" name="Text Placeholder 10">
            <a:extLst>
              <a:ext uri="{FF2B5EF4-FFF2-40B4-BE49-F238E27FC236}">
                <a16:creationId xmlns:a16="http://schemas.microsoft.com/office/drawing/2014/main" id="{51A4C240-E285-77C0-A17E-0BDA96C73013}"/>
              </a:ext>
            </a:extLst>
          </p:cNvPr>
          <p:cNvSpPr>
            <a:spLocks noGrp="1"/>
          </p:cNvSpPr>
          <p:nvPr>
            <p:ph type="body" sz="quarter" idx="14"/>
          </p:nvPr>
        </p:nvSpPr>
        <p:spPr>
          <a:xfrm>
            <a:off x="6807825" y="5031064"/>
            <a:ext cx="4209363" cy="1076177"/>
          </a:xfrm>
        </p:spPr>
        <p:txBody>
          <a:bodyPr>
            <a:normAutofit/>
          </a:bodyPr>
          <a:lstStyle>
            <a:lvl1pPr algn="ctr">
              <a:defRPr sz="1200"/>
            </a:lvl1pPr>
            <a:lvl2pPr marL="7938" indent="0" algn="ctr">
              <a:buNone/>
              <a:tabLst/>
              <a:defRPr/>
            </a:lvl2pPr>
          </a:lstStyle>
          <a:p>
            <a:pPr lvl="0"/>
            <a:r>
              <a:rPr lang="en-GB"/>
              <a:t>Click to edit Master text styles</a:t>
            </a:r>
          </a:p>
        </p:txBody>
      </p:sp>
      <p:sp>
        <p:nvSpPr>
          <p:cNvPr id="7" name="Picture Placeholder 16">
            <a:extLst>
              <a:ext uri="{FF2B5EF4-FFF2-40B4-BE49-F238E27FC236}">
                <a16:creationId xmlns:a16="http://schemas.microsoft.com/office/drawing/2014/main" id="{342F1595-54C1-521B-CB5D-F4CABA31B696}"/>
              </a:ext>
            </a:extLst>
          </p:cNvPr>
          <p:cNvSpPr>
            <a:spLocks noGrp="1"/>
          </p:cNvSpPr>
          <p:nvPr>
            <p:ph type="pic" sz="quarter" idx="15"/>
          </p:nvPr>
        </p:nvSpPr>
        <p:spPr>
          <a:xfrm>
            <a:off x="8061389" y="2686954"/>
            <a:ext cx="1407298" cy="1484092"/>
          </a:xfrm>
          <a:custGeom>
            <a:avLst/>
            <a:gdLst>
              <a:gd name="connsiteX0" fmla="*/ 577388 w 1407298"/>
              <a:gd name="connsiteY0" fmla="*/ 294 h 1484092"/>
              <a:gd name="connsiteX1" fmla="*/ 1228905 w 1407298"/>
              <a:gd name="connsiteY1" fmla="*/ 346913 h 1484092"/>
              <a:gd name="connsiteX2" fmla="*/ 1228836 w 1407298"/>
              <a:gd name="connsiteY2" fmla="*/ 346983 h 1484092"/>
              <a:gd name="connsiteX3" fmla="*/ 1372072 w 1407298"/>
              <a:gd name="connsiteY3" fmla="*/ 1018872 h 1484092"/>
              <a:gd name="connsiteX4" fmla="*/ 845991 w 1407298"/>
              <a:gd name="connsiteY4" fmla="*/ 1395599 h 1484092"/>
              <a:gd name="connsiteX5" fmla="*/ 317059 w 1407298"/>
              <a:gd name="connsiteY5" fmla="*/ 1447400 h 1484092"/>
              <a:gd name="connsiteX6" fmla="*/ 98867 w 1407298"/>
              <a:gd name="connsiteY6" fmla="*/ 973329 h 1484092"/>
              <a:gd name="connsiteX7" fmla="*/ 29544 w 1407298"/>
              <a:gd name="connsiteY7" fmla="*/ 358108 h 1484092"/>
              <a:gd name="connsiteX8" fmla="*/ 577388 w 1407298"/>
              <a:gd name="connsiteY8" fmla="*/ 294 h 1484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07298" h="1484092">
                <a:moveTo>
                  <a:pt x="577388" y="294"/>
                </a:moveTo>
                <a:cubicBezTo>
                  <a:pt x="819082" y="-7424"/>
                  <a:pt x="1069885" y="137898"/>
                  <a:pt x="1228905" y="346913"/>
                </a:cubicBezTo>
                <a:lnTo>
                  <a:pt x="1228836" y="346983"/>
                </a:lnTo>
                <a:cubicBezTo>
                  <a:pt x="1387508" y="555996"/>
                  <a:pt x="1454051" y="828424"/>
                  <a:pt x="1372072" y="1018872"/>
                </a:cubicBezTo>
                <a:cubicBezTo>
                  <a:pt x="1290094" y="1209321"/>
                  <a:pt x="1059664" y="1317931"/>
                  <a:pt x="845991" y="1395599"/>
                </a:cubicBezTo>
                <a:cubicBezTo>
                  <a:pt x="632319" y="1473683"/>
                  <a:pt x="435125" y="1520965"/>
                  <a:pt x="317059" y="1447400"/>
                </a:cubicBezTo>
                <a:cubicBezTo>
                  <a:pt x="198993" y="1374183"/>
                  <a:pt x="159777" y="1179910"/>
                  <a:pt x="98867" y="973329"/>
                </a:cubicBezTo>
                <a:cubicBezTo>
                  <a:pt x="37957" y="766748"/>
                  <a:pt x="-45065" y="547931"/>
                  <a:pt x="29544" y="358108"/>
                </a:cubicBezTo>
                <a:cubicBezTo>
                  <a:pt x="104152" y="168702"/>
                  <a:pt x="336042" y="7944"/>
                  <a:pt x="577388" y="294"/>
                </a:cubicBezTo>
                <a:close/>
              </a:path>
            </a:pathLst>
          </a:custGeom>
          <a:solidFill>
            <a:schemeClr val="bg2"/>
          </a:solidFill>
        </p:spPr>
        <p:txBody>
          <a:bodyPr wrap="square" anchor="ctr">
            <a:noAutofit/>
          </a:bodyPr>
          <a:lstStyle>
            <a:lvl1pPr marL="0" indent="0" algn="ctr">
              <a:buNone/>
              <a:defRPr/>
            </a:lvl1pPr>
          </a:lstStyle>
          <a:p>
            <a:r>
              <a:rPr lang="en-GB"/>
              <a:t>Click icon to add picture</a:t>
            </a:r>
            <a:endParaRPr lang="en-PL"/>
          </a:p>
        </p:txBody>
      </p:sp>
      <p:sp>
        <p:nvSpPr>
          <p:cNvPr id="8" name="Rectangle 6">
            <a:extLst>
              <a:ext uri="{FF2B5EF4-FFF2-40B4-BE49-F238E27FC236}">
                <a16:creationId xmlns:a16="http://schemas.microsoft.com/office/drawing/2014/main" id="{B4BF3A08-8728-370B-1C60-034EF297EC6C}"/>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
        <p:nvSpPr>
          <p:cNvPr id="10" name="Freeform 9">
            <a:extLst>
              <a:ext uri="{FF2B5EF4-FFF2-40B4-BE49-F238E27FC236}">
                <a16:creationId xmlns:a16="http://schemas.microsoft.com/office/drawing/2014/main" id="{7C02B5AC-C5E7-E0AB-AE41-51FBBA471C16}"/>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32994663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_Basic">
    <p:spTree>
      <p:nvGrpSpPr>
        <p:cNvPr id="1" name=""/>
        <p:cNvGrpSpPr/>
        <p:nvPr/>
      </p:nvGrpSpPr>
      <p:grpSpPr>
        <a:xfrm>
          <a:off x="0" y="0"/>
          <a:ext cx="0" cy="0"/>
          <a:chOff x="0" y="0"/>
          <a:chExt cx="0" cy="0"/>
        </a:xfrm>
      </p:grpSpPr>
      <p:sp>
        <p:nvSpPr>
          <p:cNvPr id="13" name="Freeform 12">
            <a:extLst>
              <a:ext uri="{FF2B5EF4-FFF2-40B4-BE49-F238E27FC236}">
                <a16:creationId xmlns:a16="http://schemas.microsoft.com/office/drawing/2014/main" id="{FF4C1F15-4D7F-A4C2-9E63-6E4C1835AE5D}"/>
              </a:ext>
            </a:extLst>
          </p:cNvPr>
          <p:cNvSpPr/>
          <p:nvPr userDrawn="1"/>
        </p:nvSpPr>
        <p:spPr>
          <a:xfrm>
            <a:off x="0" y="2362961"/>
            <a:ext cx="12192000" cy="4483603"/>
          </a:xfrm>
          <a:custGeom>
            <a:avLst/>
            <a:gdLst>
              <a:gd name="connsiteX0" fmla="*/ 7094336 w 12223102"/>
              <a:gd name="connsiteY0" fmla="*/ 973 h 4495041"/>
              <a:gd name="connsiteX1" fmla="*/ 7658561 w 12223102"/>
              <a:gd name="connsiteY1" fmla="*/ 19161 h 4495041"/>
              <a:gd name="connsiteX2" fmla="*/ 12132909 w 12223102"/>
              <a:gd name="connsiteY2" fmla="*/ 2524033 h 4495041"/>
              <a:gd name="connsiteX3" fmla="*/ 12223102 w 12223102"/>
              <a:gd name="connsiteY3" fmla="*/ 2696368 h 4495041"/>
              <a:gd name="connsiteX4" fmla="*/ 12223102 w 12223102"/>
              <a:gd name="connsiteY4" fmla="*/ 4495041 h 4495041"/>
              <a:gd name="connsiteX5" fmla="*/ 0 w 12223102"/>
              <a:gd name="connsiteY5" fmla="*/ 4495041 h 4495041"/>
              <a:gd name="connsiteX6" fmla="*/ 0 w 12223102"/>
              <a:gd name="connsiteY6" fmla="*/ 1679964 h 4495041"/>
              <a:gd name="connsiteX7" fmla="*/ 203273 w 12223102"/>
              <a:gd name="connsiteY7" fmla="*/ 1557797 h 4495041"/>
              <a:gd name="connsiteX8" fmla="*/ 3532858 w 12223102"/>
              <a:gd name="connsiteY8" fmla="*/ 749399 h 4495041"/>
              <a:gd name="connsiteX9" fmla="*/ 7094336 w 12223102"/>
              <a:gd name="connsiteY9" fmla="*/ 973 h 4495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223102" h="4495041">
                <a:moveTo>
                  <a:pt x="7094336" y="973"/>
                </a:moveTo>
                <a:cubicBezTo>
                  <a:pt x="7276515" y="-2440"/>
                  <a:pt x="7464078" y="3013"/>
                  <a:pt x="7658561" y="19161"/>
                </a:cubicBezTo>
                <a:cubicBezTo>
                  <a:pt x="9210601" y="139180"/>
                  <a:pt x="11209251" y="954376"/>
                  <a:pt x="12132909" y="2524033"/>
                </a:cubicBezTo>
                <a:lnTo>
                  <a:pt x="12223102" y="2696368"/>
                </a:lnTo>
                <a:lnTo>
                  <a:pt x="12223102" y="4495041"/>
                </a:lnTo>
                <a:lnTo>
                  <a:pt x="0" y="4495041"/>
                </a:lnTo>
                <a:lnTo>
                  <a:pt x="0" y="1679964"/>
                </a:lnTo>
                <a:lnTo>
                  <a:pt x="203273" y="1557797"/>
                </a:lnTo>
                <a:cubicBezTo>
                  <a:pt x="1130500" y="1056162"/>
                  <a:pt x="2430761" y="972836"/>
                  <a:pt x="3532858" y="749399"/>
                </a:cubicBezTo>
                <a:cubicBezTo>
                  <a:pt x="4807615" y="483242"/>
                  <a:pt x="5819080" y="24865"/>
                  <a:pt x="7094336" y="973"/>
                </a:cubicBez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038" y="549476"/>
            <a:ext cx="11090275"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a:xfrm>
            <a:off x="11641138" y="6311096"/>
            <a:ext cx="550862" cy="546904"/>
          </a:xfrm>
          <a:prstGeom prst="rect">
            <a:avLst/>
          </a:prstGeom>
        </p:spPr>
        <p:txBody>
          <a:bodyPr/>
          <a:lstStyle/>
          <a:p>
            <a:fld id="{4EE75B84-B7E0-4C4B-AC9D-894B0C074E7C}" type="slidenum">
              <a:rPr lang="en-PL" smtClean="0"/>
              <a:pPr/>
              <a:t>‹#›</a:t>
            </a:fld>
            <a:endParaRPr lang="en-PL"/>
          </a:p>
        </p:txBody>
      </p:sp>
      <p:sp>
        <p:nvSpPr>
          <p:cNvPr id="4" name="Text Placeholder 6">
            <a:extLst>
              <a:ext uri="{FF2B5EF4-FFF2-40B4-BE49-F238E27FC236}">
                <a16:creationId xmlns:a16="http://schemas.microsoft.com/office/drawing/2014/main" id="{39AA7B67-6693-B256-903C-FCF873DB345C}"/>
              </a:ext>
            </a:extLst>
          </p:cNvPr>
          <p:cNvSpPr>
            <a:spLocks noGrp="1"/>
          </p:cNvSpPr>
          <p:nvPr>
            <p:ph idx="1"/>
          </p:nvPr>
        </p:nvSpPr>
        <p:spPr>
          <a:xfrm>
            <a:off x="554037" y="1825625"/>
            <a:ext cx="11090275" cy="4483100"/>
          </a:xfrm>
          <a:prstGeom prst="rect">
            <a:avLst/>
          </a:prstGeom>
        </p:spPr>
        <p:txBody>
          <a:bodyPr vert="horz" lIns="0" tIns="0" rIns="0" bIns="0" rtlCol="0">
            <a:normAutofit/>
          </a:bodyPr>
          <a:lstStyle/>
          <a:p>
            <a:pPr lvl="0"/>
            <a:r>
              <a:rPr lang="en-GB"/>
              <a:t>Click to edit Master text styles</a:t>
            </a:r>
          </a:p>
          <a:p>
            <a:pPr lvl="1"/>
            <a:r>
              <a:rPr lang="en-GB"/>
              <a:t>Second level</a:t>
            </a:r>
          </a:p>
          <a:p>
            <a:pPr lvl="2"/>
            <a:r>
              <a:rPr lang="en-GB"/>
              <a:t>Third level</a:t>
            </a:r>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8" name="Rectangle 6">
            <a:extLst>
              <a:ext uri="{FF2B5EF4-FFF2-40B4-BE49-F238E27FC236}">
                <a16:creationId xmlns:a16="http://schemas.microsoft.com/office/drawing/2014/main" id="{32F2526A-F8E6-681A-4E1B-EBA7E2EE9B5D}"/>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39952651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_3 Columns_Comparison">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56CE5885-016D-EEFA-D050-D52E764F857A}"/>
              </a:ext>
            </a:extLst>
          </p:cNvPr>
          <p:cNvSpPr/>
          <p:nvPr userDrawn="1"/>
        </p:nvSpPr>
        <p:spPr>
          <a:xfrm>
            <a:off x="0" y="3980869"/>
            <a:ext cx="3548627" cy="2877132"/>
          </a:xfrm>
          <a:custGeom>
            <a:avLst/>
            <a:gdLst>
              <a:gd name="connsiteX0" fmla="*/ 0 w 3548627"/>
              <a:gd name="connsiteY0" fmla="*/ 0 h 2877132"/>
              <a:gd name="connsiteX1" fmla="*/ 17180 w 3548627"/>
              <a:gd name="connsiteY1" fmla="*/ 2773 h 2877132"/>
              <a:gd name="connsiteX2" fmla="*/ 259491 w 3548627"/>
              <a:gd name="connsiteY2" fmla="*/ 60188 h 2877132"/>
              <a:gd name="connsiteX3" fmla="*/ 3514069 w 3548627"/>
              <a:gd name="connsiteY3" fmla="*/ 2844543 h 2877132"/>
              <a:gd name="connsiteX4" fmla="*/ 3548627 w 3548627"/>
              <a:gd name="connsiteY4" fmla="*/ 2877132 h 2877132"/>
              <a:gd name="connsiteX5" fmla="*/ 0 w 3548627"/>
              <a:gd name="connsiteY5" fmla="*/ 2877132 h 2877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48627" h="2877132">
                <a:moveTo>
                  <a:pt x="0" y="0"/>
                </a:moveTo>
                <a:lnTo>
                  <a:pt x="17180" y="2773"/>
                </a:lnTo>
                <a:cubicBezTo>
                  <a:pt x="98749" y="18969"/>
                  <a:pt x="179570" y="38093"/>
                  <a:pt x="259491" y="60188"/>
                </a:cubicBezTo>
                <a:cubicBezTo>
                  <a:pt x="2497293" y="678866"/>
                  <a:pt x="2569908" y="1912490"/>
                  <a:pt x="3514069" y="2844543"/>
                </a:cubicBezTo>
                <a:lnTo>
                  <a:pt x="3548627" y="2877132"/>
                </a:lnTo>
                <a:lnTo>
                  <a:pt x="0" y="2877132"/>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039" y="549476"/>
            <a:ext cx="11087100"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a:xfrm>
            <a:off x="11641138" y="6311096"/>
            <a:ext cx="550862" cy="546904"/>
          </a:xfrm>
          <a:prstGeom prst="rect">
            <a:avLst/>
          </a:prstGeom>
        </p:spPr>
        <p:txBody>
          <a:bodyPr/>
          <a:lstStyle/>
          <a:p>
            <a:fld id="{4EE75B84-B7E0-4C4B-AC9D-894B0C074E7C}" type="slidenum">
              <a:rPr lang="en-PL" smtClean="0"/>
              <a:pPr/>
              <a:t>‹#›</a:t>
            </a:fld>
            <a:endParaRPr lang="en-PL"/>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4" name="Text Placeholder 6">
            <a:extLst>
              <a:ext uri="{FF2B5EF4-FFF2-40B4-BE49-F238E27FC236}">
                <a16:creationId xmlns:a16="http://schemas.microsoft.com/office/drawing/2014/main" id="{151D2AC7-BB8D-E36B-EF33-A57E03B9B4F0}"/>
              </a:ext>
            </a:extLst>
          </p:cNvPr>
          <p:cNvSpPr>
            <a:spLocks noGrp="1"/>
          </p:cNvSpPr>
          <p:nvPr>
            <p:ph idx="1"/>
          </p:nvPr>
        </p:nvSpPr>
        <p:spPr>
          <a:xfrm>
            <a:off x="550861" y="3020992"/>
            <a:ext cx="3468245" cy="1448023"/>
          </a:xfrm>
          <a:prstGeom prst="rect">
            <a:avLst/>
          </a:prstGeom>
          <a:solidFill>
            <a:schemeClr val="bg1"/>
          </a:solidFill>
          <a:ln>
            <a:solidFill>
              <a:schemeClr val="accent3"/>
            </a:solidFill>
          </a:ln>
        </p:spPr>
        <p:txBody>
          <a:bodyPr vert="horz" lIns="216000" tIns="216000" rIns="216000" bIns="216000" rtlCol="0">
            <a:normAutofit/>
          </a:bodyPr>
          <a:lstStyle>
            <a:lvl1pPr marL="0" indent="0">
              <a:buNone/>
              <a:defRPr sz="1200"/>
            </a:lvl1pPr>
            <a:lvl2pPr marL="457200" indent="0">
              <a:buNone/>
              <a:defRPr/>
            </a:lvl2pPr>
            <a:lvl3pPr marL="914400" indent="0">
              <a:buNone/>
              <a:defRPr/>
            </a:lvl3pPr>
          </a:lstStyle>
          <a:p>
            <a:pPr lvl="0"/>
            <a:r>
              <a:rPr lang="en-GB"/>
              <a:t>Click to edit Master text styles</a:t>
            </a:r>
          </a:p>
        </p:txBody>
      </p:sp>
      <p:sp>
        <p:nvSpPr>
          <p:cNvPr id="8" name="Text Placeholder 7">
            <a:extLst>
              <a:ext uri="{FF2B5EF4-FFF2-40B4-BE49-F238E27FC236}">
                <a16:creationId xmlns:a16="http://schemas.microsoft.com/office/drawing/2014/main" id="{F6E9F23E-DC2B-A56B-B5FA-839AF3E2CA96}"/>
              </a:ext>
            </a:extLst>
          </p:cNvPr>
          <p:cNvSpPr>
            <a:spLocks noGrp="1"/>
          </p:cNvSpPr>
          <p:nvPr>
            <p:ph type="body" sz="quarter" idx="11"/>
          </p:nvPr>
        </p:nvSpPr>
        <p:spPr>
          <a:xfrm>
            <a:off x="550861" y="2272649"/>
            <a:ext cx="3468245" cy="747415"/>
          </a:xfrm>
          <a:solidFill>
            <a:schemeClr val="accent3"/>
          </a:solidFill>
        </p:spPr>
        <p:txBody>
          <a:bodyPr lIns="216000" rIns="720000" anchor="ctr"/>
          <a:lstStyle>
            <a:lvl1pPr marL="0" indent="0">
              <a:buNone/>
              <a:defRPr b="1">
                <a:solidFill>
                  <a:schemeClr val="bg1"/>
                </a:solidFill>
              </a:defRPr>
            </a:lvl1pPr>
          </a:lstStyle>
          <a:p>
            <a:pPr lvl="0"/>
            <a:r>
              <a:rPr lang="en-GB"/>
              <a:t>Click to edit Master text styles</a:t>
            </a:r>
          </a:p>
        </p:txBody>
      </p:sp>
      <p:sp>
        <p:nvSpPr>
          <p:cNvPr id="7" name="Text Placeholder 6">
            <a:extLst>
              <a:ext uri="{FF2B5EF4-FFF2-40B4-BE49-F238E27FC236}">
                <a16:creationId xmlns:a16="http://schemas.microsoft.com/office/drawing/2014/main" id="{50CBE420-3F31-E575-C2A6-367264618371}"/>
              </a:ext>
            </a:extLst>
          </p:cNvPr>
          <p:cNvSpPr>
            <a:spLocks noGrp="1"/>
          </p:cNvSpPr>
          <p:nvPr>
            <p:ph idx="12"/>
          </p:nvPr>
        </p:nvSpPr>
        <p:spPr>
          <a:xfrm>
            <a:off x="4361877" y="3020992"/>
            <a:ext cx="3468245" cy="1448023"/>
          </a:xfrm>
          <a:prstGeom prst="rect">
            <a:avLst/>
          </a:prstGeom>
          <a:solidFill>
            <a:schemeClr val="bg1"/>
          </a:solidFill>
          <a:ln>
            <a:solidFill>
              <a:schemeClr val="accent3"/>
            </a:solidFill>
          </a:ln>
        </p:spPr>
        <p:txBody>
          <a:bodyPr vert="horz" lIns="216000" tIns="216000" rIns="216000" bIns="216000" rtlCol="0">
            <a:normAutofit/>
          </a:bodyPr>
          <a:lstStyle>
            <a:lvl1pPr marL="0" indent="0">
              <a:buNone/>
              <a:defRPr sz="1200"/>
            </a:lvl1pPr>
            <a:lvl2pPr marL="457200" indent="0">
              <a:buNone/>
              <a:defRPr/>
            </a:lvl2pPr>
            <a:lvl3pPr marL="914400" indent="0">
              <a:buNone/>
              <a:defRPr/>
            </a:lvl3pPr>
          </a:lstStyle>
          <a:p>
            <a:pPr lvl="0"/>
            <a:r>
              <a:rPr lang="en-GB"/>
              <a:t>Click to edit Master text styles</a:t>
            </a:r>
          </a:p>
        </p:txBody>
      </p:sp>
      <p:sp>
        <p:nvSpPr>
          <p:cNvPr id="9" name="Text Placeholder 7">
            <a:extLst>
              <a:ext uri="{FF2B5EF4-FFF2-40B4-BE49-F238E27FC236}">
                <a16:creationId xmlns:a16="http://schemas.microsoft.com/office/drawing/2014/main" id="{DFEAFB00-1D47-1908-BECD-4C204FAF1EBC}"/>
              </a:ext>
            </a:extLst>
          </p:cNvPr>
          <p:cNvSpPr>
            <a:spLocks noGrp="1"/>
          </p:cNvSpPr>
          <p:nvPr>
            <p:ph type="body" sz="quarter" idx="13"/>
          </p:nvPr>
        </p:nvSpPr>
        <p:spPr>
          <a:xfrm>
            <a:off x="4361877" y="2272649"/>
            <a:ext cx="3468245" cy="747415"/>
          </a:xfrm>
          <a:solidFill>
            <a:schemeClr val="tx2"/>
          </a:solidFill>
        </p:spPr>
        <p:txBody>
          <a:bodyPr lIns="216000" rIns="720000" anchor="ctr"/>
          <a:lstStyle>
            <a:lvl1pPr marL="0" indent="0">
              <a:buNone/>
              <a:defRPr b="1">
                <a:solidFill>
                  <a:schemeClr val="bg1"/>
                </a:solidFill>
              </a:defRPr>
            </a:lvl1pPr>
          </a:lstStyle>
          <a:p>
            <a:pPr lvl="0"/>
            <a:r>
              <a:rPr lang="en-GB"/>
              <a:t>Click to edit Master text styles</a:t>
            </a:r>
          </a:p>
        </p:txBody>
      </p:sp>
      <p:sp>
        <p:nvSpPr>
          <p:cNvPr id="11" name="Text Placeholder 6">
            <a:extLst>
              <a:ext uri="{FF2B5EF4-FFF2-40B4-BE49-F238E27FC236}">
                <a16:creationId xmlns:a16="http://schemas.microsoft.com/office/drawing/2014/main" id="{3BEC06E4-E609-C6A5-1DD4-2791601C7E39}"/>
              </a:ext>
            </a:extLst>
          </p:cNvPr>
          <p:cNvSpPr>
            <a:spLocks noGrp="1"/>
          </p:cNvSpPr>
          <p:nvPr>
            <p:ph idx="14"/>
          </p:nvPr>
        </p:nvSpPr>
        <p:spPr>
          <a:xfrm>
            <a:off x="8172893" y="3020992"/>
            <a:ext cx="3468245" cy="1448023"/>
          </a:xfrm>
          <a:prstGeom prst="rect">
            <a:avLst/>
          </a:prstGeom>
          <a:solidFill>
            <a:schemeClr val="bg1"/>
          </a:solidFill>
          <a:ln>
            <a:solidFill>
              <a:schemeClr val="accent3"/>
            </a:solidFill>
          </a:ln>
        </p:spPr>
        <p:txBody>
          <a:bodyPr vert="horz" lIns="216000" tIns="216000" rIns="216000" bIns="216000" rtlCol="0">
            <a:normAutofit/>
          </a:bodyPr>
          <a:lstStyle>
            <a:lvl1pPr marL="0" indent="0">
              <a:buNone/>
              <a:defRPr sz="1200"/>
            </a:lvl1pPr>
            <a:lvl2pPr marL="457200" indent="0">
              <a:buNone/>
              <a:defRPr/>
            </a:lvl2pPr>
            <a:lvl3pPr marL="914400" indent="0">
              <a:buNone/>
              <a:defRPr/>
            </a:lvl3pPr>
          </a:lstStyle>
          <a:p>
            <a:pPr lvl="0"/>
            <a:r>
              <a:rPr lang="en-GB"/>
              <a:t>Click to edit Master text styles</a:t>
            </a:r>
          </a:p>
        </p:txBody>
      </p:sp>
      <p:sp>
        <p:nvSpPr>
          <p:cNvPr id="12" name="Text Placeholder 7">
            <a:extLst>
              <a:ext uri="{FF2B5EF4-FFF2-40B4-BE49-F238E27FC236}">
                <a16:creationId xmlns:a16="http://schemas.microsoft.com/office/drawing/2014/main" id="{A7414179-2DE8-0773-D77B-3664542F9711}"/>
              </a:ext>
            </a:extLst>
          </p:cNvPr>
          <p:cNvSpPr>
            <a:spLocks noGrp="1"/>
          </p:cNvSpPr>
          <p:nvPr>
            <p:ph type="body" sz="quarter" idx="15"/>
          </p:nvPr>
        </p:nvSpPr>
        <p:spPr>
          <a:xfrm>
            <a:off x="8172893" y="2272649"/>
            <a:ext cx="3468245" cy="747415"/>
          </a:xfrm>
          <a:solidFill>
            <a:schemeClr val="accent1"/>
          </a:solidFill>
        </p:spPr>
        <p:txBody>
          <a:bodyPr lIns="216000" rIns="720000" anchor="ctr"/>
          <a:lstStyle>
            <a:lvl1pPr marL="0" indent="0">
              <a:buNone/>
              <a:defRPr b="1">
                <a:solidFill>
                  <a:schemeClr val="bg1"/>
                </a:solidFill>
              </a:defRPr>
            </a:lvl1pPr>
          </a:lstStyle>
          <a:p>
            <a:pPr lvl="0"/>
            <a:r>
              <a:rPr lang="en-GB"/>
              <a:t>Click to edit Master text styles</a:t>
            </a:r>
          </a:p>
        </p:txBody>
      </p:sp>
      <p:sp>
        <p:nvSpPr>
          <p:cNvPr id="20" name="Picture Placeholder 9">
            <a:extLst>
              <a:ext uri="{FF2B5EF4-FFF2-40B4-BE49-F238E27FC236}">
                <a16:creationId xmlns:a16="http://schemas.microsoft.com/office/drawing/2014/main" id="{ECBFB9A0-3E0E-E422-871E-3CA94A242A45}"/>
              </a:ext>
            </a:extLst>
          </p:cNvPr>
          <p:cNvSpPr>
            <a:spLocks noGrp="1"/>
          </p:cNvSpPr>
          <p:nvPr>
            <p:ph type="pic" sz="quarter" idx="16" hasCustomPrompt="1"/>
          </p:nvPr>
        </p:nvSpPr>
        <p:spPr>
          <a:xfrm>
            <a:off x="3285047" y="2274700"/>
            <a:ext cx="734059" cy="732858"/>
          </a:xfrm>
        </p:spPr>
        <p:txBody>
          <a:bodyPr anchor="ctr">
            <a:normAutofit/>
          </a:bodyPr>
          <a:lstStyle>
            <a:lvl1pPr marL="0" indent="0" algn="ctr">
              <a:buNone/>
              <a:defRPr sz="1200">
                <a:solidFill>
                  <a:schemeClr val="bg1"/>
                </a:solidFill>
              </a:defRPr>
            </a:lvl1pPr>
          </a:lstStyle>
          <a:p>
            <a:r>
              <a:rPr lang="en-PL"/>
              <a:t>Icon</a:t>
            </a:r>
          </a:p>
        </p:txBody>
      </p:sp>
      <p:sp>
        <p:nvSpPr>
          <p:cNvPr id="21" name="Picture Placeholder 9">
            <a:extLst>
              <a:ext uri="{FF2B5EF4-FFF2-40B4-BE49-F238E27FC236}">
                <a16:creationId xmlns:a16="http://schemas.microsoft.com/office/drawing/2014/main" id="{F8B3B003-875D-3888-3DCA-FB2A4EE53A65}"/>
              </a:ext>
            </a:extLst>
          </p:cNvPr>
          <p:cNvSpPr>
            <a:spLocks noGrp="1"/>
          </p:cNvSpPr>
          <p:nvPr>
            <p:ph type="pic" sz="quarter" idx="17" hasCustomPrompt="1"/>
          </p:nvPr>
        </p:nvSpPr>
        <p:spPr>
          <a:xfrm>
            <a:off x="7096063" y="2274700"/>
            <a:ext cx="734059" cy="732858"/>
          </a:xfrm>
        </p:spPr>
        <p:txBody>
          <a:bodyPr anchor="ctr">
            <a:normAutofit/>
          </a:bodyPr>
          <a:lstStyle>
            <a:lvl1pPr marL="0" indent="0" algn="ctr">
              <a:buNone/>
              <a:defRPr sz="1200">
                <a:solidFill>
                  <a:schemeClr val="bg1"/>
                </a:solidFill>
              </a:defRPr>
            </a:lvl1pPr>
          </a:lstStyle>
          <a:p>
            <a:r>
              <a:rPr lang="en-PL"/>
              <a:t>Icon</a:t>
            </a:r>
          </a:p>
        </p:txBody>
      </p:sp>
      <p:sp>
        <p:nvSpPr>
          <p:cNvPr id="22" name="Picture Placeholder 9">
            <a:extLst>
              <a:ext uri="{FF2B5EF4-FFF2-40B4-BE49-F238E27FC236}">
                <a16:creationId xmlns:a16="http://schemas.microsoft.com/office/drawing/2014/main" id="{4AA41865-18A2-548E-5FDA-5CF50E809152}"/>
              </a:ext>
            </a:extLst>
          </p:cNvPr>
          <p:cNvSpPr>
            <a:spLocks noGrp="1"/>
          </p:cNvSpPr>
          <p:nvPr>
            <p:ph type="pic" sz="quarter" idx="18" hasCustomPrompt="1"/>
          </p:nvPr>
        </p:nvSpPr>
        <p:spPr>
          <a:xfrm>
            <a:off x="10907079" y="2274700"/>
            <a:ext cx="734059" cy="732858"/>
          </a:xfrm>
        </p:spPr>
        <p:txBody>
          <a:bodyPr anchor="ctr">
            <a:normAutofit/>
          </a:bodyPr>
          <a:lstStyle>
            <a:lvl1pPr marL="0" indent="0" algn="ctr">
              <a:buNone/>
              <a:defRPr sz="1200">
                <a:solidFill>
                  <a:schemeClr val="bg1"/>
                </a:solidFill>
              </a:defRPr>
            </a:lvl1pPr>
          </a:lstStyle>
          <a:p>
            <a:r>
              <a:rPr lang="en-PL"/>
              <a:t>Icon</a:t>
            </a:r>
          </a:p>
        </p:txBody>
      </p:sp>
      <p:sp>
        <p:nvSpPr>
          <p:cNvPr id="24" name="Text Placeholder 23">
            <a:extLst>
              <a:ext uri="{FF2B5EF4-FFF2-40B4-BE49-F238E27FC236}">
                <a16:creationId xmlns:a16="http://schemas.microsoft.com/office/drawing/2014/main" id="{14D9E28D-7884-2387-F23A-3865D752AC27}"/>
              </a:ext>
            </a:extLst>
          </p:cNvPr>
          <p:cNvSpPr>
            <a:spLocks noGrp="1"/>
          </p:cNvSpPr>
          <p:nvPr>
            <p:ph type="body" sz="quarter" idx="19"/>
          </p:nvPr>
        </p:nvSpPr>
        <p:spPr>
          <a:xfrm>
            <a:off x="550863" y="4930775"/>
            <a:ext cx="11090275" cy="1377950"/>
          </a:xfrm>
        </p:spPr>
        <p:txBody>
          <a:bodyPr/>
          <a:lstStyle/>
          <a:p>
            <a:pPr lvl="0"/>
            <a:r>
              <a:rPr lang="en-GB"/>
              <a:t>Click to edit Master text styles</a:t>
            </a:r>
          </a:p>
          <a:p>
            <a:pPr lvl="1"/>
            <a:r>
              <a:rPr lang="en-GB"/>
              <a:t>Second level</a:t>
            </a:r>
          </a:p>
          <a:p>
            <a:pPr lvl="2"/>
            <a:r>
              <a:rPr lang="en-GB"/>
              <a:t>Third level</a:t>
            </a:r>
          </a:p>
        </p:txBody>
      </p:sp>
      <p:sp>
        <p:nvSpPr>
          <p:cNvPr id="10" name="Rectangle 6">
            <a:extLst>
              <a:ext uri="{FF2B5EF4-FFF2-40B4-BE49-F238E27FC236}">
                <a16:creationId xmlns:a16="http://schemas.microsoft.com/office/drawing/2014/main" id="{33E6BFE3-56D0-E350-F911-073145A627C2}"/>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19833173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_3 Columns_Comparison_2">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525437C-A40E-C40C-40AE-5ACC8E51E447}"/>
              </a:ext>
            </a:extLst>
          </p:cNvPr>
          <p:cNvSpPr/>
          <p:nvPr userDrawn="1"/>
        </p:nvSpPr>
        <p:spPr>
          <a:xfrm>
            <a:off x="0" y="-9331"/>
            <a:ext cx="4074368" cy="6867331"/>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F2C6ABB0-2B00-49BC-EC7B-26AF429385E3}"/>
              </a:ext>
            </a:extLst>
          </p:cNvPr>
          <p:cNvSpPr/>
          <p:nvPr userDrawn="1"/>
        </p:nvSpPr>
        <p:spPr>
          <a:xfrm>
            <a:off x="4074367" y="-9331"/>
            <a:ext cx="4074368" cy="686733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FC97BE5E-57EE-01FA-DC75-B5D8ACE84F58}"/>
              </a:ext>
            </a:extLst>
          </p:cNvPr>
          <p:cNvSpPr/>
          <p:nvPr userDrawn="1"/>
        </p:nvSpPr>
        <p:spPr>
          <a:xfrm>
            <a:off x="8148735" y="-4665"/>
            <a:ext cx="4043265" cy="6867331"/>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039" y="549476"/>
            <a:ext cx="11087100" cy="1131687"/>
          </a:xfrm>
        </p:spPr>
        <p:txBody>
          <a:bodyPr/>
          <a:lstStyle>
            <a:lvl1pPr>
              <a:defRPr>
                <a:solidFill>
                  <a:schemeClr val="bg1"/>
                </a:solidFill>
              </a:defRPr>
            </a:lvl1p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a:xfrm>
            <a:off x="11641138" y="6311096"/>
            <a:ext cx="550862" cy="546904"/>
          </a:xfrm>
          <a:prstGeom prst="rect">
            <a:avLst/>
          </a:prstGeom>
        </p:spPr>
        <p:txBody>
          <a:bodyPr/>
          <a:lstStyle>
            <a:lvl1pPr>
              <a:defRPr>
                <a:solidFill>
                  <a:schemeClr val="bg2"/>
                </a:solidFill>
              </a:defRPr>
            </a:lvl1pPr>
          </a:lstStyle>
          <a:p>
            <a:fld id="{4EE75B84-B7E0-4C4B-AC9D-894B0C074E7C}" type="slidenum">
              <a:rPr lang="en-PL" smtClean="0"/>
              <a:pPr/>
              <a:t>‹#›</a:t>
            </a:fld>
            <a:endParaRPr lang="en-PL"/>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accent4">
                <a:alpha val="9504"/>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17" name="Text Placeholder 6">
            <a:extLst>
              <a:ext uri="{FF2B5EF4-FFF2-40B4-BE49-F238E27FC236}">
                <a16:creationId xmlns:a16="http://schemas.microsoft.com/office/drawing/2014/main" id="{A63E8409-D303-82F9-A976-A8D896A39FD0}"/>
              </a:ext>
            </a:extLst>
          </p:cNvPr>
          <p:cNvSpPr>
            <a:spLocks noGrp="1"/>
          </p:cNvSpPr>
          <p:nvPr>
            <p:ph idx="1"/>
          </p:nvPr>
        </p:nvSpPr>
        <p:spPr>
          <a:xfrm>
            <a:off x="554037" y="2599978"/>
            <a:ext cx="3149530" cy="3708545"/>
          </a:xfrm>
          <a:prstGeom prst="rect">
            <a:avLst/>
          </a:prstGeom>
        </p:spPr>
        <p:txBody>
          <a:bodyPr vert="horz" lIns="0" tIns="0" rIns="0" bIns="0" rtlCol="0">
            <a:normAutofit/>
          </a:bodyPr>
          <a:lstStyle>
            <a:lvl1pPr marL="0" indent="0" algn="ctr">
              <a:buNone/>
              <a:defRPr sz="1200">
                <a:solidFill>
                  <a:schemeClr val="bg1"/>
                </a:solidFill>
              </a:defRPr>
            </a:lvl1pPr>
            <a:lvl2pPr marL="457200" indent="0">
              <a:buNone/>
              <a:defRPr/>
            </a:lvl2pPr>
            <a:lvl3pPr marL="914400" indent="0">
              <a:buNone/>
              <a:defRPr/>
            </a:lvl3pPr>
          </a:lstStyle>
          <a:p>
            <a:pPr lvl="0"/>
            <a:r>
              <a:rPr lang="en-GB"/>
              <a:t>Click to edit Master text styles</a:t>
            </a:r>
          </a:p>
        </p:txBody>
      </p:sp>
      <p:sp>
        <p:nvSpPr>
          <p:cNvPr id="18" name="Text Placeholder 7">
            <a:extLst>
              <a:ext uri="{FF2B5EF4-FFF2-40B4-BE49-F238E27FC236}">
                <a16:creationId xmlns:a16="http://schemas.microsoft.com/office/drawing/2014/main" id="{988C3E31-1373-ED98-F74B-0625680753B3}"/>
              </a:ext>
            </a:extLst>
          </p:cNvPr>
          <p:cNvSpPr>
            <a:spLocks noGrp="1"/>
          </p:cNvSpPr>
          <p:nvPr>
            <p:ph type="body" sz="quarter" idx="11"/>
          </p:nvPr>
        </p:nvSpPr>
        <p:spPr>
          <a:xfrm>
            <a:off x="554037" y="1970665"/>
            <a:ext cx="3149530" cy="444507"/>
          </a:xfrm>
        </p:spPr>
        <p:txBody>
          <a:bodyPr/>
          <a:lstStyle>
            <a:lvl1pPr marL="0" indent="0" algn="ctr">
              <a:buNone/>
              <a:defRPr b="1">
                <a:solidFill>
                  <a:schemeClr val="bg1"/>
                </a:solidFill>
              </a:defRPr>
            </a:lvl1pPr>
          </a:lstStyle>
          <a:p>
            <a:pPr lvl="0"/>
            <a:r>
              <a:rPr lang="en-GB"/>
              <a:t>Click to edit Master text styles</a:t>
            </a:r>
          </a:p>
        </p:txBody>
      </p:sp>
      <p:sp>
        <p:nvSpPr>
          <p:cNvPr id="23" name="Text Placeholder 6">
            <a:extLst>
              <a:ext uri="{FF2B5EF4-FFF2-40B4-BE49-F238E27FC236}">
                <a16:creationId xmlns:a16="http://schemas.microsoft.com/office/drawing/2014/main" id="{2142A9DC-B0AD-69EB-B83C-76EFC9BE3F4E}"/>
              </a:ext>
            </a:extLst>
          </p:cNvPr>
          <p:cNvSpPr>
            <a:spLocks noGrp="1"/>
          </p:cNvSpPr>
          <p:nvPr>
            <p:ph idx="13"/>
          </p:nvPr>
        </p:nvSpPr>
        <p:spPr>
          <a:xfrm>
            <a:off x="8491608" y="2599979"/>
            <a:ext cx="3149530" cy="3708746"/>
          </a:xfrm>
          <a:prstGeom prst="rect">
            <a:avLst/>
          </a:prstGeom>
        </p:spPr>
        <p:txBody>
          <a:bodyPr vert="horz" lIns="0" tIns="0" rIns="0" bIns="0" rtlCol="0">
            <a:normAutofit/>
          </a:bodyPr>
          <a:lstStyle>
            <a:lvl1pPr marL="0" indent="0" algn="ctr">
              <a:buNone/>
              <a:defRPr sz="1200">
                <a:solidFill>
                  <a:schemeClr val="bg1"/>
                </a:solidFill>
              </a:defRPr>
            </a:lvl1pPr>
            <a:lvl2pPr marL="457200" indent="0">
              <a:buNone/>
              <a:defRPr/>
            </a:lvl2pPr>
            <a:lvl3pPr marL="914400" indent="0">
              <a:buNone/>
              <a:defRPr/>
            </a:lvl3pPr>
          </a:lstStyle>
          <a:p>
            <a:pPr lvl="0"/>
            <a:r>
              <a:rPr lang="en-GB"/>
              <a:t>Click to edit Master text styles</a:t>
            </a:r>
          </a:p>
        </p:txBody>
      </p:sp>
      <p:sp>
        <p:nvSpPr>
          <p:cNvPr id="25" name="Text Placeholder 7">
            <a:extLst>
              <a:ext uri="{FF2B5EF4-FFF2-40B4-BE49-F238E27FC236}">
                <a16:creationId xmlns:a16="http://schemas.microsoft.com/office/drawing/2014/main" id="{4C4F168F-916B-2C8B-D271-76901003D45D}"/>
              </a:ext>
            </a:extLst>
          </p:cNvPr>
          <p:cNvSpPr>
            <a:spLocks noGrp="1"/>
          </p:cNvSpPr>
          <p:nvPr>
            <p:ph type="body" sz="quarter" idx="14"/>
          </p:nvPr>
        </p:nvSpPr>
        <p:spPr>
          <a:xfrm>
            <a:off x="8491608" y="1970665"/>
            <a:ext cx="3149530" cy="444507"/>
          </a:xfrm>
        </p:spPr>
        <p:txBody>
          <a:bodyPr/>
          <a:lstStyle>
            <a:lvl1pPr marL="0" indent="0" algn="ctr">
              <a:buNone/>
              <a:defRPr b="1">
                <a:solidFill>
                  <a:schemeClr val="bg1"/>
                </a:solidFill>
              </a:defRPr>
            </a:lvl1pPr>
          </a:lstStyle>
          <a:p>
            <a:pPr lvl="0"/>
            <a:r>
              <a:rPr lang="en-GB"/>
              <a:t>Click to edit Master text styles</a:t>
            </a:r>
          </a:p>
        </p:txBody>
      </p:sp>
      <p:sp>
        <p:nvSpPr>
          <p:cNvPr id="26" name="Text Placeholder 6">
            <a:extLst>
              <a:ext uri="{FF2B5EF4-FFF2-40B4-BE49-F238E27FC236}">
                <a16:creationId xmlns:a16="http://schemas.microsoft.com/office/drawing/2014/main" id="{B323D17A-94C3-3DC3-68D3-7911DE9A60E5}"/>
              </a:ext>
            </a:extLst>
          </p:cNvPr>
          <p:cNvSpPr>
            <a:spLocks noGrp="1"/>
          </p:cNvSpPr>
          <p:nvPr>
            <p:ph idx="16"/>
          </p:nvPr>
        </p:nvSpPr>
        <p:spPr>
          <a:xfrm>
            <a:off x="4521235" y="2599979"/>
            <a:ext cx="3149530" cy="3708746"/>
          </a:xfrm>
          <a:prstGeom prst="rect">
            <a:avLst/>
          </a:prstGeom>
        </p:spPr>
        <p:txBody>
          <a:bodyPr vert="horz" lIns="0" tIns="0" rIns="0" bIns="0" rtlCol="0">
            <a:normAutofit/>
          </a:bodyPr>
          <a:lstStyle>
            <a:lvl1pPr marL="0" indent="0" algn="ctr">
              <a:buNone/>
              <a:defRPr sz="1200">
                <a:solidFill>
                  <a:schemeClr val="bg1"/>
                </a:solidFill>
              </a:defRPr>
            </a:lvl1pPr>
            <a:lvl2pPr marL="457200" indent="0">
              <a:buNone/>
              <a:defRPr/>
            </a:lvl2pPr>
            <a:lvl3pPr marL="914400" indent="0">
              <a:buNone/>
              <a:defRPr/>
            </a:lvl3pPr>
          </a:lstStyle>
          <a:p>
            <a:pPr lvl="0"/>
            <a:r>
              <a:rPr lang="en-GB"/>
              <a:t>Click to edit Master text styles</a:t>
            </a:r>
          </a:p>
        </p:txBody>
      </p:sp>
      <p:sp>
        <p:nvSpPr>
          <p:cNvPr id="27" name="Text Placeholder 7">
            <a:extLst>
              <a:ext uri="{FF2B5EF4-FFF2-40B4-BE49-F238E27FC236}">
                <a16:creationId xmlns:a16="http://schemas.microsoft.com/office/drawing/2014/main" id="{56B63100-7AC9-1651-E1E1-A1A218970AC3}"/>
              </a:ext>
            </a:extLst>
          </p:cNvPr>
          <p:cNvSpPr>
            <a:spLocks noGrp="1"/>
          </p:cNvSpPr>
          <p:nvPr>
            <p:ph type="body" sz="quarter" idx="17"/>
          </p:nvPr>
        </p:nvSpPr>
        <p:spPr>
          <a:xfrm>
            <a:off x="4521235" y="1970665"/>
            <a:ext cx="3149530" cy="444507"/>
          </a:xfrm>
        </p:spPr>
        <p:txBody>
          <a:bodyPr/>
          <a:lstStyle>
            <a:lvl1pPr marL="0" indent="0" algn="ctr">
              <a:buNone/>
              <a:defRPr b="1">
                <a:solidFill>
                  <a:schemeClr val="bg1"/>
                </a:solidFill>
              </a:defRPr>
            </a:lvl1pPr>
          </a:lstStyle>
          <a:p>
            <a:pPr lvl="0"/>
            <a:r>
              <a:rPr lang="en-GB"/>
              <a:t>Click to edit Master text styles</a:t>
            </a:r>
          </a:p>
        </p:txBody>
      </p:sp>
      <p:sp>
        <p:nvSpPr>
          <p:cNvPr id="4" name="Rectangle 6">
            <a:extLst>
              <a:ext uri="{FF2B5EF4-FFF2-40B4-BE49-F238E27FC236}">
                <a16:creationId xmlns:a16="http://schemas.microsoft.com/office/drawing/2014/main" id="{8DD81181-6E76-CEF3-F63F-071DBF748063}"/>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bg2">
              <a:alpha val="9903"/>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17053134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_2 Columns">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B4D4C034-320B-6DDD-5EA0-66E4226329A7}"/>
              </a:ext>
            </a:extLst>
          </p:cNvPr>
          <p:cNvSpPr/>
          <p:nvPr userDrawn="1"/>
        </p:nvSpPr>
        <p:spPr>
          <a:xfrm>
            <a:off x="0" y="3980869"/>
            <a:ext cx="3548627" cy="2877132"/>
          </a:xfrm>
          <a:custGeom>
            <a:avLst/>
            <a:gdLst>
              <a:gd name="connsiteX0" fmla="*/ 0 w 3548627"/>
              <a:gd name="connsiteY0" fmla="*/ 0 h 2877132"/>
              <a:gd name="connsiteX1" fmla="*/ 17180 w 3548627"/>
              <a:gd name="connsiteY1" fmla="*/ 2773 h 2877132"/>
              <a:gd name="connsiteX2" fmla="*/ 259491 w 3548627"/>
              <a:gd name="connsiteY2" fmla="*/ 60188 h 2877132"/>
              <a:gd name="connsiteX3" fmla="*/ 3514069 w 3548627"/>
              <a:gd name="connsiteY3" fmla="*/ 2844543 h 2877132"/>
              <a:gd name="connsiteX4" fmla="*/ 3548627 w 3548627"/>
              <a:gd name="connsiteY4" fmla="*/ 2877132 h 2877132"/>
              <a:gd name="connsiteX5" fmla="*/ 0 w 3548627"/>
              <a:gd name="connsiteY5" fmla="*/ 2877132 h 2877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48627" h="2877132">
                <a:moveTo>
                  <a:pt x="0" y="0"/>
                </a:moveTo>
                <a:lnTo>
                  <a:pt x="17180" y="2773"/>
                </a:lnTo>
                <a:cubicBezTo>
                  <a:pt x="98749" y="18969"/>
                  <a:pt x="179570" y="38093"/>
                  <a:pt x="259491" y="60188"/>
                </a:cubicBezTo>
                <a:cubicBezTo>
                  <a:pt x="2497293" y="678866"/>
                  <a:pt x="2569908" y="1912490"/>
                  <a:pt x="3514069" y="2844543"/>
                </a:cubicBezTo>
                <a:lnTo>
                  <a:pt x="3548627" y="2877132"/>
                </a:lnTo>
                <a:lnTo>
                  <a:pt x="0" y="2877132"/>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038" y="549476"/>
            <a:ext cx="11090275"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a:xfrm>
            <a:off x="11641138" y="6311096"/>
            <a:ext cx="550862" cy="546904"/>
          </a:xfrm>
          <a:prstGeom prst="rect">
            <a:avLst/>
          </a:prstGeom>
        </p:spPr>
        <p:txBody>
          <a:bodyPr/>
          <a:lstStyle/>
          <a:p>
            <a:fld id="{4EE75B84-B7E0-4C4B-AC9D-894B0C074E7C}" type="slidenum">
              <a:rPr lang="en-PL" smtClean="0"/>
              <a:pPr/>
              <a:t>‹#›</a:t>
            </a:fld>
            <a:endParaRPr lang="en-PL"/>
          </a:p>
        </p:txBody>
      </p:sp>
      <p:sp>
        <p:nvSpPr>
          <p:cNvPr id="4" name="Text Placeholder 6">
            <a:extLst>
              <a:ext uri="{FF2B5EF4-FFF2-40B4-BE49-F238E27FC236}">
                <a16:creationId xmlns:a16="http://schemas.microsoft.com/office/drawing/2014/main" id="{39AA7B67-6693-B256-903C-FCF873DB345C}"/>
              </a:ext>
            </a:extLst>
          </p:cNvPr>
          <p:cNvSpPr>
            <a:spLocks noGrp="1"/>
          </p:cNvSpPr>
          <p:nvPr>
            <p:ph idx="1"/>
          </p:nvPr>
        </p:nvSpPr>
        <p:spPr>
          <a:xfrm>
            <a:off x="554037" y="3886859"/>
            <a:ext cx="5349876" cy="2421865"/>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GB"/>
              <a:t>Click to edit Master text styles</a:t>
            </a:r>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8" name="Text Placeholder 7">
            <a:extLst>
              <a:ext uri="{FF2B5EF4-FFF2-40B4-BE49-F238E27FC236}">
                <a16:creationId xmlns:a16="http://schemas.microsoft.com/office/drawing/2014/main" id="{9EB8DEF2-02A1-B7CD-158F-9813CFE2519E}"/>
              </a:ext>
            </a:extLst>
          </p:cNvPr>
          <p:cNvSpPr>
            <a:spLocks noGrp="1"/>
          </p:cNvSpPr>
          <p:nvPr>
            <p:ph type="body" sz="quarter" idx="11"/>
          </p:nvPr>
        </p:nvSpPr>
        <p:spPr>
          <a:xfrm>
            <a:off x="554037" y="3257546"/>
            <a:ext cx="5349876" cy="444507"/>
          </a:xfrm>
        </p:spPr>
        <p:txBody>
          <a:bodyPr/>
          <a:lstStyle>
            <a:lvl1pPr marL="0" indent="0">
              <a:buNone/>
              <a:defRPr b="1">
                <a:solidFill>
                  <a:schemeClr val="tx2"/>
                </a:solidFill>
              </a:defRPr>
            </a:lvl1pPr>
          </a:lstStyle>
          <a:p>
            <a:pPr lvl="0"/>
            <a:r>
              <a:rPr lang="en-GB"/>
              <a:t>Click to edit Master text styles</a:t>
            </a:r>
          </a:p>
        </p:txBody>
      </p:sp>
      <p:sp>
        <p:nvSpPr>
          <p:cNvPr id="10" name="Picture Placeholder 9">
            <a:extLst>
              <a:ext uri="{FF2B5EF4-FFF2-40B4-BE49-F238E27FC236}">
                <a16:creationId xmlns:a16="http://schemas.microsoft.com/office/drawing/2014/main" id="{B6CE90EA-17CC-1BE8-C18A-10A5E4DA72CE}"/>
              </a:ext>
            </a:extLst>
          </p:cNvPr>
          <p:cNvSpPr>
            <a:spLocks noGrp="1"/>
          </p:cNvSpPr>
          <p:nvPr>
            <p:ph type="pic" sz="quarter" idx="12" hasCustomPrompt="1"/>
          </p:nvPr>
        </p:nvSpPr>
        <p:spPr>
          <a:xfrm>
            <a:off x="554038" y="2038806"/>
            <a:ext cx="969962" cy="968375"/>
          </a:xfrm>
        </p:spPr>
        <p:txBody>
          <a:bodyPr anchor="ctr"/>
          <a:lstStyle>
            <a:lvl1pPr marL="0" indent="0" algn="ctr">
              <a:buNone/>
              <a:defRPr/>
            </a:lvl1pPr>
          </a:lstStyle>
          <a:p>
            <a:r>
              <a:rPr lang="en-PL"/>
              <a:t>Icon</a:t>
            </a:r>
          </a:p>
        </p:txBody>
      </p:sp>
      <p:sp>
        <p:nvSpPr>
          <p:cNvPr id="11" name="Text Placeholder 6">
            <a:extLst>
              <a:ext uri="{FF2B5EF4-FFF2-40B4-BE49-F238E27FC236}">
                <a16:creationId xmlns:a16="http://schemas.microsoft.com/office/drawing/2014/main" id="{9EF02D6E-E8B2-4CB8-A223-00262EE2A4C3}"/>
              </a:ext>
            </a:extLst>
          </p:cNvPr>
          <p:cNvSpPr>
            <a:spLocks noGrp="1"/>
          </p:cNvSpPr>
          <p:nvPr>
            <p:ph idx="13"/>
          </p:nvPr>
        </p:nvSpPr>
        <p:spPr>
          <a:xfrm>
            <a:off x="6291261" y="3886859"/>
            <a:ext cx="5349876" cy="2421865"/>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GB"/>
              <a:t>Click to edit Master text styles</a:t>
            </a:r>
          </a:p>
        </p:txBody>
      </p:sp>
      <p:sp>
        <p:nvSpPr>
          <p:cNvPr id="12" name="Text Placeholder 7">
            <a:extLst>
              <a:ext uri="{FF2B5EF4-FFF2-40B4-BE49-F238E27FC236}">
                <a16:creationId xmlns:a16="http://schemas.microsoft.com/office/drawing/2014/main" id="{15DB5DD6-596D-DC7B-3A2D-A53F70C97208}"/>
              </a:ext>
            </a:extLst>
          </p:cNvPr>
          <p:cNvSpPr>
            <a:spLocks noGrp="1"/>
          </p:cNvSpPr>
          <p:nvPr>
            <p:ph type="body" sz="quarter" idx="14"/>
          </p:nvPr>
        </p:nvSpPr>
        <p:spPr>
          <a:xfrm>
            <a:off x="6291261" y="3257546"/>
            <a:ext cx="5349876" cy="444507"/>
          </a:xfrm>
        </p:spPr>
        <p:txBody>
          <a:bodyPr/>
          <a:lstStyle>
            <a:lvl1pPr marL="0" indent="0">
              <a:buNone/>
              <a:defRPr b="1">
                <a:solidFill>
                  <a:schemeClr val="tx2"/>
                </a:solidFill>
              </a:defRPr>
            </a:lvl1pPr>
          </a:lstStyle>
          <a:p>
            <a:pPr lvl="0"/>
            <a:r>
              <a:rPr lang="en-GB"/>
              <a:t>Click to edit Master text styles</a:t>
            </a:r>
          </a:p>
        </p:txBody>
      </p:sp>
      <p:sp>
        <p:nvSpPr>
          <p:cNvPr id="14" name="Picture Placeholder 9">
            <a:extLst>
              <a:ext uri="{FF2B5EF4-FFF2-40B4-BE49-F238E27FC236}">
                <a16:creationId xmlns:a16="http://schemas.microsoft.com/office/drawing/2014/main" id="{8386418A-527B-EDE4-B826-37C3E8C93760}"/>
              </a:ext>
            </a:extLst>
          </p:cNvPr>
          <p:cNvSpPr>
            <a:spLocks noGrp="1"/>
          </p:cNvSpPr>
          <p:nvPr>
            <p:ph type="pic" sz="quarter" idx="15" hasCustomPrompt="1"/>
          </p:nvPr>
        </p:nvSpPr>
        <p:spPr>
          <a:xfrm>
            <a:off x="6291262" y="2038806"/>
            <a:ext cx="969962" cy="968375"/>
          </a:xfrm>
        </p:spPr>
        <p:txBody>
          <a:bodyPr anchor="ctr"/>
          <a:lstStyle>
            <a:lvl1pPr marL="0" indent="0" algn="ctr">
              <a:buNone/>
              <a:defRPr/>
            </a:lvl1pPr>
          </a:lstStyle>
          <a:p>
            <a:r>
              <a:rPr lang="en-PL"/>
              <a:t>Icon</a:t>
            </a:r>
          </a:p>
        </p:txBody>
      </p:sp>
      <p:sp>
        <p:nvSpPr>
          <p:cNvPr id="7" name="Rectangle 6">
            <a:extLst>
              <a:ext uri="{FF2B5EF4-FFF2-40B4-BE49-F238E27FC236}">
                <a16:creationId xmlns:a16="http://schemas.microsoft.com/office/drawing/2014/main" id="{C01C6F15-A55D-CB9A-FA3D-FDF18B85343B}"/>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42762315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ntent_3 Columns">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B4D4C034-320B-6DDD-5EA0-66E4226329A7}"/>
              </a:ext>
            </a:extLst>
          </p:cNvPr>
          <p:cNvSpPr/>
          <p:nvPr userDrawn="1"/>
        </p:nvSpPr>
        <p:spPr>
          <a:xfrm>
            <a:off x="0" y="3980869"/>
            <a:ext cx="3548627" cy="2877132"/>
          </a:xfrm>
          <a:custGeom>
            <a:avLst/>
            <a:gdLst>
              <a:gd name="connsiteX0" fmla="*/ 0 w 3548627"/>
              <a:gd name="connsiteY0" fmla="*/ 0 h 2877132"/>
              <a:gd name="connsiteX1" fmla="*/ 17180 w 3548627"/>
              <a:gd name="connsiteY1" fmla="*/ 2773 h 2877132"/>
              <a:gd name="connsiteX2" fmla="*/ 259491 w 3548627"/>
              <a:gd name="connsiteY2" fmla="*/ 60188 h 2877132"/>
              <a:gd name="connsiteX3" fmla="*/ 3514069 w 3548627"/>
              <a:gd name="connsiteY3" fmla="*/ 2844543 h 2877132"/>
              <a:gd name="connsiteX4" fmla="*/ 3548627 w 3548627"/>
              <a:gd name="connsiteY4" fmla="*/ 2877132 h 2877132"/>
              <a:gd name="connsiteX5" fmla="*/ 0 w 3548627"/>
              <a:gd name="connsiteY5" fmla="*/ 2877132 h 2877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48627" h="2877132">
                <a:moveTo>
                  <a:pt x="0" y="0"/>
                </a:moveTo>
                <a:lnTo>
                  <a:pt x="17180" y="2773"/>
                </a:lnTo>
                <a:cubicBezTo>
                  <a:pt x="98749" y="18969"/>
                  <a:pt x="179570" y="38093"/>
                  <a:pt x="259491" y="60188"/>
                </a:cubicBezTo>
                <a:cubicBezTo>
                  <a:pt x="2497293" y="678866"/>
                  <a:pt x="2569908" y="1912490"/>
                  <a:pt x="3514069" y="2844543"/>
                </a:cubicBezTo>
                <a:lnTo>
                  <a:pt x="3548627" y="2877132"/>
                </a:lnTo>
                <a:lnTo>
                  <a:pt x="0" y="2877132"/>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038" y="549476"/>
            <a:ext cx="11090275"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a:xfrm>
            <a:off x="11641138" y="6311096"/>
            <a:ext cx="550862" cy="546904"/>
          </a:xfrm>
          <a:prstGeom prst="rect">
            <a:avLst/>
          </a:prstGeom>
        </p:spPr>
        <p:txBody>
          <a:bodyPr/>
          <a:lstStyle/>
          <a:p>
            <a:fld id="{4EE75B84-B7E0-4C4B-AC9D-894B0C074E7C}" type="slidenum">
              <a:rPr lang="en-PL" smtClean="0"/>
              <a:pPr/>
              <a:t>‹#›</a:t>
            </a:fld>
            <a:endParaRPr lang="en-PL"/>
          </a:p>
        </p:txBody>
      </p:sp>
      <p:sp>
        <p:nvSpPr>
          <p:cNvPr id="4" name="Text Placeholder 6">
            <a:extLst>
              <a:ext uri="{FF2B5EF4-FFF2-40B4-BE49-F238E27FC236}">
                <a16:creationId xmlns:a16="http://schemas.microsoft.com/office/drawing/2014/main" id="{39AA7B67-6693-B256-903C-FCF873DB345C}"/>
              </a:ext>
            </a:extLst>
          </p:cNvPr>
          <p:cNvSpPr>
            <a:spLocks noGrp="1"/>
          </p:cNvSpPr>
          <p:nvPr>
            <p:ph idx="1"/>
          </p:nvPr>
        </p:nvSpPr>
        <p:spPr>
          <a:xfrm>
            <a:off x="554036" y="3881913"/>
            <a:ext cx="3468245" cy="2426811"/>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GB"/>
              <a:t>Click to edit Master text styles</a:t>
            </a:r>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8" name="Text Placeholder 7">
            <a:extLst>
              <a:ext uri="{FF2B5EF4-FFF2-40B4-BE49-F238E27FC236}">
                <a16:creationId xmlns:a16="http://schemas.microsoft.com/office/drawing/2014/main" id="{9EB8DEF2-02A1-B7CD-158F-9813CFE2519E}"/>
              </a:ext>
            </a:extLst>
          </p:cNvPr>
          <p:cNvSpPr>
            <a:spLocks noGrp="1"/>
          </p:cNvSpPr>
          <p:nvPr>
            <p:ph type="body" sz="quarter" idx="11"/>
          </p:nvPr>
        </p:nvSpPr>
        <p:spPr>
          <a:xfrm>
            <a:off x="554036" y="3252600"/>
            <a:ext cx="3468245" cy="444507"/>
          </a:xfrm>
        </p:spPr>
        <p:txBody>
          <a:bodyPr/>
          <a:lstStyle>
            <a:lvl1pPr marL="0" indent="0">
              <a:buNone/>
              <a:defRPr b="1">
                <a:solidFill>
                  <a:schemeClr val="tx2"/>
                </a:solidFill>
              </a:defRPr>
            </a:lvl1pPr>
          </a:lstStyle>
          <a:p>
            <a:pPr lvl="0"/>
            <a:r>
              <a:rPr lang="en-GB"/>
              <a:t>Click to edit Master text styles</a:t>
            </a:r>
          </a:p>
        </p:txBody>
      </p:sp>
      <p:sp>
        <p:nvSpPr>
          <p:cNvPr id="10" name="Picture Placeholder 9">
            <a:extLst>
              <a:ext uri="{FF2B5EF4-FFF2-40B4-BE49-F238E27FC236}">
                <a16:creationId xmlns:a16="http://schemas.microsoft.com/office/drawing/2014/main" id="{B6CE90EA-17CC-1BE8-C18A-10A5E4DA72CE}"/>
              </a:ext>
            </a:extLst>
          </p:cNvPr>
          <p:cNvSpPr>
            <a:spLocks noGrp="1"/>
          </p:cNvSpPr>
          <p:nvPr>
            <p:ph type="pic" sz="quarter" idx="12" hasCustomPrompt="1"/>
          </p:nvPr>
        </p:nvSpPr>
        <p:spPr>
          <a:xfrm>
            <a:off x="554038" y="2038806"/>
            <a:ext cx="969962" cy="968375"/>
          </a:xfrm>
        </p:spPr>
        <p:txBody>
          <a:bodyPr anchor="ctr"/>
          <a:lstStyle>
            <a:lvl1pPr marL="0" indent="0" algn="ctr">
              <a:buNone/>
              <a:defRPr/>
            </a:lvl1pPr>
          </a:lstStyle>
          <a:p>
            <a:r>
              <a:rPr lang="en-PL"/>
              <a:t>Icon</a:t>
            </a:r>
          </a:p>
        </p:txBody>
      </p:sp>
      <p:sp>
        <p:nvSpPr>
          <p:cNvPr id="18" name="Text Placeholder 6">
            <a:extLst>
              <a:ext uri="{FF2B5EF4-FFF2-40B4-BE49-F238E27FC236}">
                <a16:creationId xmlns:a16="http://schemas.microsoft.com/office/drawing/2014/main" id="{30012B09-3C1E-4293-DD0A-226BE8AFA9D4}"/>
              </a:ext>
            </a:extLst>
          </p:cNvPr>
          <p:cNvSpPr>
            <a:spLocks noGrp="1"/>
          </p:cNvSpPr>
          <p:nvPr>
            <p:ph idx="13"/>
          </p:nvPr>
        </p:nvSpPr>
        <p:spPr>
          <a:xfrm>
            <a:off x="8172894" y="3881914"/>
            <a:ext cx="3468245" cy="2426610"/>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GB"/>
              <a:t>Click to edit Master text styles</a:t>
            </a:r>
          </a:p>
        </p:txBody>
      </p:sp>
      <p:sp>
        <p:nvSpPr>
          <p:cNvPr id="20" name="Text Placeholder 7">
            <a:extLst>
              <a:ext uri="{FF2B5EF4-FFF2-40B4-BE49-F238E27FC236}">
                <a16:creationId xmlns:a16="http://schemas.microsoft.com/office/drawing/2014/main" id="{66B12A68-F898-618D-32AA-9FE63A3E9823}"/>
              </a:ext>
            </a:extLst>
          </p:cNvPr>
          <p:cNvSpPr>
            <a:spLocks noGrp="1"/>
          </p:cNvSpPr>
          <p:nvPr>
            <p:ph type="body" sz="quarter" idx="14"/>
          </p:nvPr>
        </p:nvSpPr>
        <p:spPr>
          <a:xfrm>
            <a:off x="8172894" y="3252600"/>
            <a:ext cx="3468245" cy="444507"/>
          </a:xfrm>
        </p:spPr>
        <p:txBody>
          <a:bodyPr/>
          <a:lstStyle>
            <a:lvl1pPr marL="0" indent="0">
              <a:buNone/>
              <a:defRPr b="1">
                <a:solidFill>
                  <a:schemeClr val="tx2"/>
                </a:solidFill>
              </a:defRPr>
            </a:lvl1pPr>
          </a:lstStyle>
          <a:p>
            <a:pPr lvl="0"/>
            <a:r>
              <a:rPr lang="en-GB"/>
              <a:t>Click to edit Master text styles</a:t>
            </a:r>
          </a:p>
        </p:txBody>
      </p:sp>
      <p:sp>
        <p:nvSpPr>
          <p:cNvPr id="21" name="Picture Placeholder 9">
            <a:extLst>
              <a:ext uri="{FF2B5EF4-FFF2-40B4-BE49-F238E27FC236}">
                <a16:creationId xmlns:a16="http://schemas.microsoft.com/office/drawing/2014/main" id="{901340AB-6727-BD78-1C0C-A8649882F375}"/>
              </a:ext>
            </a:extLst>
          </p:cNvPr>
          <p:cNvSpPr>
            <a:spLocks noGrp="1"/>
          </p:cNvSpPr>
          <p:nvPr>
            <p:ph type="pic" sz="quarter" idx="15" hasCustomPrompt="1"/>
          </p:nvPr>
        </p:nvSpPr>
        <p:spPr>
          <a:xfrm>
            <a:off x="8172896" y="2038806"/>
            <a:ext cx="969962" cy="968375"/>
          </a:xfrm>
        </p:spPr>
        <p:txBody>
          <a:bodyPr anchor="ctr"/>
          <a:lstStyle>
            <a:lvl1pPr marL="0" indent="0" algn="ctr">
              <a:buNone/>
              <a:defRPr/>
            </a:lvl1pPr>
          </a:lstStyle>
          <a:p>
            <a:r>
              <a:rPr lang="en-PL"/>
              <a:t>Icon</a:t>
            </a:r>
          </a:p>
        </p:txBody>
      </p:sp>
      <p:sp>
        <p:nvSpPr>
          <p:cNvPr id="22" name="Text Placeholder 6">
            <a:extLst>
              <a:ext uri="{FF2B5EF4-FFF2-40B4-BE49-F238E27FC236}">
                <a16:creationId xmlns:a16="http://schemas.microsoft.com/office/drawing/2014/main" id="{6D2911BD-AC57-F3C1-CDA2-0B90A1677FD1}"/>
              </a:ext>
            </a:extLst>
          </p:cNvPr>
          <p:cNvSpPr>
            <a:spLocks noGrp="1"/>
          </p:cNvSpPr>
          <p:nvPr>
            <p:ph idx="16"/>
          </p:nvPr>
        </p:nvSpPr>
        <p:spPr>
          <a:xfrm>
            <a:off x="4361875" y="3881913"/>
            <a:ext cx="3468245" cy="2426811"/>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GB"/>
              <a:t>Click to edit Master text styles</a:t>
            </a:r>
          </a:p>
        </p:txBody>
      </p:sp>
      <p:sp>
        <p:nvSpPr>
          <p:cNvPr id="23" name="Text Placeholder 7">
            <a:extLst>
              <a:ext uri="{FF2B5EF4-FFF2-40B4-BE49-F238E27FC236}">
                <a16:creationId xmlns:a16="http://schemas.microsoft.com/office/drawing/2014/main" id="{F2218111-F043-D631-57EE-2E2E8F94EA7E}"/>
              </a:ext>
            </a:extLst>
          </p:cNvPr>
          <p:cNvSpPr>
            <a:spLocks noGrp="1"/>
          </p:cNvSpPr>
          <p:nvPr>
            <p:ph type="body" sz="quarter" idx="17"/>
          </p:nvPr>
        </p:nvSpPr>
        <p:spPr>
          <a:xfrm>
            <a:off x="4361875" y="3252600"/>
            <a:ext cx="3468245" cy="444507"/>
          </a:xfrm>
        </p:spPr>
        <p:txBody>
          <a:bodyPr/>
          <a:lstStyle>
            <a:lvl1pPr marL="0" indent="0">
              <a:buNone/>
              <a:defRPr b="1">
                <a:solidFill>
                  <a:schemeClr val="tx2"/>
                </a:solidFill>
              </a:defRPr>
            </a:lvl1pPr>
          </a:lstStyle>
          <a:p>
            <a:pPr lvl="0"/>
            <a:r>
              <a:rPr lang="en-GB"/>
              <a:t>Click to edit Master text styles</a:t>
            </a:r>
          </a:p>
        </p:txBody>
      </p:sp>
      <p:sp>
        <p:nvSpPr>
          <p:cNvPr id="24" name="Picture Placeholder 9">
            <a:extLst>
              <a:ext uri="{FF2B5EF4-FFF2-40B4-BE49-F238E27FC236}">
                <a16:creationId xmlns:a16="http://schemas.microsoft.com/office/drawing/2014/main" id="{73FE9BFF-228F-7329-1BFD-11E7B83971D1}"/>
              </a:ext>
            </a:extLst>
          </p:cNvPr>
          <p:cNvSpPr>
            <a:spLocks noGrp="1"/>
          </p:cNvSpPr>
          <p:nvPr>
            <p:ph type="pic" sz="quarter" idx="18" hasCustomPrompt="1"/>
          </p:nvPr>
        </p:nvSpPr>
        <p:spPr>
          <a:xfrm>
            <a:off x="4361877" y="2033860"/>
            <a:ext cx="969962" cy="968375"/>
          </a:xfrm>
        </p:spPr>
        <p:txBody>
          <a:bodyPr anchor="ctr"/>
          <a:lstStyle>
            <a:lvl1pPr marL="0" indent="0" algn="ctr">
              <a:buNone/>
              <a:defRPr/>
            </a:lvl1pPr>
          </a:lstStyle>
          <a:p>
            <a:r>
              <a:rPr lang="en-PL"/>
              <a:t>Icon</a:t>
            </a:r>
          </a:p>
        </p:txBody>
      </p:sp>
      <p:sp>
        <p:nvSpPr>
          <p:cNvPr id="7" name="Rectangle 6">
            <a:extLst>
              <a:ext uri="{FF2B5EF4-FFF2-40B4-BE49-F238E27FC236}">
                <a16:creationId xmlns:a16="http://schemas.microsoft.com/office/drawing/2014/main" id="{9B198979-465E-99CA-88EA-AC97AB729414}"/>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147916569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_4 Columns">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B4D4C034-320B-6DDD-5EA0-66E4226329A7}"/>
              </a:ext>
            </a:extLst>
          </p:cNvPr>
          <p:cNvSpPr/>
          <p:nvPr userDrawn="1"/>
        </p:nvSpPr>
        <p:spPr>
          <a:xfrm>
            <a:off x="0" y="3980869"/>
            <a:ext cx="3548627" cy="2877132"/>
          </a:xfrm>
          <a:custGeom>
            <a:avLst/>
            <a:gdLst>
              <a:gd name="connsiteX0" fmla="*/ 0 w 3548627"/>
              <a:gd name="connsiteY0" fmla="*/ 0 h 2877132"/>
              <a:gd name="connsiteX1" fmla="*/ 17180 w 3548627"/>
              <a:gd name="connsiteY1" fmla="*/ 2773 h 2877132"/>
              <a:gd name="connsiteX2" fmla="*/ 259491 w 3548627"/>
              <a:gd name="connsiteY2" fmla="*/ 60188 h 2877132"/>
              <a:gd name="connsiteX3" fmla="*/ 3514069 w 3548627"/>
              <a:gd name="connsiteY3" fmla="*/ 2844543 h 2877132"/>
              <a:gd name="connsiteX4" fmla="*/ 3548627 w 3548627"/>
              <a:gd name="connsiteY4" fmla="*/ 2877132 h 2877132"/>
              <a:gd name="connsiteX5" fmla="*/ 0 w 3548627"/>
              <a:gd name="connsiteY5" fmla="*/ 2877132 h 2877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48627" h="2877132">
                <a:moveTo>
                  <a:pt x="0" y="0"/>
                </a:moveTo>
                <a:lnTo>
                  <a:pt x="17180" y="2773"/>
                </a:lnTo>
                <a:cubicBezTo>
                  <a:pt x="98749" y="18969"/>
                  <a:pt x="179570" y="38093"/>
                  <a:pt x="259491" y="60188"/>
                </a:cubicBezTo>
                <a:cubicBezTo>
                  <a:pt x="2497293" y="678866"/>
                  <a:pt x="2569908" y="1912490"/>
                  <a:pt x="3514069" y="2844543"/>
                </a:cubicBezTo>
                <a:lnTo>
                  <a:pt x="3548627" y="2877132"/>
                </a:lnTo>
                <a:lnTo>
                  <a:pt x="0" y="2877132"/>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164" y="549098"/>
            <a:ext cx="11086973"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a:xfrm>
            <a:off x="11641138" y="6311096"/>
            <a:ext cx="550862" cy="546904"/>
          </a:xfrm>
          <a:prstGeom prst="rect">
            <a:avLst/>
          </a:prstGeom>
        </p:spPr>
        <p:txBody>
          <a:bodyPr/>
          <a:lstStyle/>
          <a:p>
            <a:fld id="{4EE75B84-B7E0-4C4B-AC9D-894B0C074E7C}" type="slidenum">
              <a:rPr lang="en-PL" smtClean="0"/>
              <a:pPr/>
              <a:t>‹#›</a:t>
            </a:fld>
            <a:endParaRPr lang="en-PL"/>
          </a:p>
        </p:txBody>
      </p:sp>
      <p:sp>
        <p:nvSpPr>
          <p:cNvPr id="4" name="Text Placeholder 6">
            <a:extLst>
              <a:ext uri="{FF2B5EF4-FFF2-40B4-BE49-F238E27FC236}">
                <a16:creationId xmlns:a16="http://schemas.microsoft.com/office/drawing/2014/main" id="{39AA7B67-6693-B256-903C-FCF873DB345C}"/>
              </a:ext>
            </a:extLst>
          </p:cNvPr>
          <p:cNvSpPr>
            <a:spLocks noGrp="1"/>
          </p:cNvSpPr>
          <p:nvPr>
            <p:ph idx="1"/>
          </p:nvPr>
        </p:nvSpPr>
        <p:spPr>
          <a:xfrm>
            <a:off x="554163" y="3881914"/>
            <a:ext cx="2479418" cy="2426988"/>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GB"/>
              <a:t>Click to edit Master text styles</a:t>
            </a:r>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8" name="Text Placeholder 7">
            <a:extLst>
              <a:ext uri="{FF2B5EF4-FFF2-40B4-BE49-F238E27FC236}">
                <a16:creationId xmlns:a16="http://schemas.microsoft.com/office/drawing/2014/main" id="{9EB8DEF2-02A1-B7CD-158F-9813CFE2519E}"/>
              </a:ext>
            </a:extLst>
          </p:cNvPr>
          <p:cNvSpPr>
            <a:spLocks noGrp="1"/>
          </p:cNvSpPr>
          <p:nvPr>
            <p:ph type="body" sz="quarter" idx="11"/>
          </p:nvPr>
        </p:nvSpPr>
        <p:spPr>
          <a:xfrm>
            <a:off x="554163" y="3252600"/>
            <a:ext cx="2479418" cy="444507"/>
          </a:xfrm>
        </p:spPr>
        <p:txBody>
          <a:bodyPr/>
          <a:lstStyle>
            <a:lvl1pPr marL="0" indent="0">
              <a:buNone/>
              <a:defRPr b="1">
                <a:solidFill>
                  <a:schemeClr val="tx2"/>
                </a:solidFill>
              </a:defRPr>
            </a:lvl1pPr>
          </a:lstStyle>
          <a:p>
            <a:pPr lvl="0"/>
            <a:r>
              <a:rPr lang="en-GB"/>
              <a:t>Click to edit Master text styles</a:t>
            </a:r>
          </a:p>
        </p:txBody>
      </p:sp>
      <p:sp>
        <p:nvSpPr>
          <p:cNvPr id="10" name="Picture Placeholder 9">
            <a:extLst>
              <a:ext uri="{FF2B5EF4-FFF2-40B4-BE49-F238E27FC236}">
                <a16:creationId xmlns:a16="http://schemas.microsoft.com/office/drawing/2014/main" id="{B6CE90EA-17CC-1BE8-C18A-10A5E4DA72CE}"/>
              </a:ext>
            </a:extLst>
          </p:cNvPr>
          <p:cNvSpPr>
            <a:spLocks noGrp="1"/>
          </p:cNvSpPr>
          <p:nvPr>
            <p:ph type="pic" sz="quarter" idx="12" hasCustomPrompt="1"/>
          </p:nvPr>
        </p:nvSpPr>
        <p:spPr>
          <a:xfrm>
            <a:off x="554164" y="2038806"/>
            <a:ext cx="969962" cy="968375"/>
          </a:xfrm>
        </p:spPr>
        <p:txBody>
          <a:bodyPr anchor="ctr"/>
          <a:lstStyle>
            <a:lvl1pPr marL="0" indent="0" algn="ctr">
              <a:buNone/>
              <a:defRPr/>
            </a:lvl1pPr>
          </a:lstStyle>
          <a:p>
            <a:r>
              <a:rPr lang="en-PL"/>
              <a:t>Icon</a:t>
            </a:r>
          </a:p>
        </p:txBody>
      </p:sp>
      <p:sp>
        <p:nvSpPr>
          <p:cNvPr id="7" name="Text Placeholder 6">
            <a:extLst>
              <a:ext uri="{FF2B5EF4-FFF2-40B4-BE49-F238E27FC236}">
                <a16:creationId xmlns:a16="http://schemas.microsoft.com/office/drawing/2014/main" id="{E0A414AA-9283-8D61-A1CA-63514B97674A}"/>
              </a:ext>
            </a:extLst>
          </p:cNvPr>
          <p:cNvSpPr>
            <a:spLocks noGrp="1"/>
          </p:cNvSpPr>
          <p:nvPr>
            <p:ph idx="13"/>
          </p:nvPr>
        </p:nvSpPr>
        <p:spPr>
          <a:xfrm>
            <a:off x="9161719" y="3880635"/>
            <a:ext cx="2479418" cy="2428089"/>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GB"/>
              <a:t>Click to edit Master text styles</a:t>
            </a:r>
          </a:p>
        </p:txBody>
      </p:sp>
      <p:sp>
        <p:nvSpPr>
          <p:cNvPr id="9" name="Text Placeholder 7">
            <a:extLst>
              <a:ext uri="{FF2B5EF4-FFF2-40B4-BE49-F238E27FC236}">
                <a16:creationId xmlns:a16="http://schemas.microsoft.com/office/drawing/2014/main" id="{30341295-578E-2495-BE17-ED58E52BD051}"/>
              </a:ext>
            </a:extLst>
          </p:cNvPr>
          <p:cNvSpPr>
            <a:spLocks noGrp="1"/>
          </p:cNvSpPr>
          <p:nvPr>
            <p:ph type="body" sz="quarter" idx="14"/>
          </p:nvPr>
        </p:nvSpPr>
        <p:spPr>
          <a:xfrm>
            <a:off x="9161719" y="3251322"/>
            <a:ext cx="2479418" cy="444507"/>
          </a:xfrm>
        </p:spPr>
        <p:txBody>
          <a:bodyPr/>
          <a:lstStyle>
            <a:lvl1pPr marL="0" indent="0">
              <a:buNone/>
              <a:defRPr b="1">
                <a:solidFill>
                  <a:schemeClr val="tx2"/>
                </a:solidFill>
              </a:defRPr>
            </a:lvl1pPr>
          </a:lstStyle>
          <a:p>
            <a:pPr lvl="0"/>
            <a:r>
              <a:rPr lang="en-GB"/>
              <a:t>Click to edit Master text styles</a:t>
            </a:r>
          </a:p>
        </p:txBody>
      </p:sp>
      <p:sp>
        <p:nvSpPr>
          <p:cNvPr id="11" name="Picture Placeholder 9">
            <a:extLst>
              <a:ext uri="{FF2B5EF4-FFF2-40B4-BE49-F238E27FC236}">
                <a16:creationId xmlns:a16="http://schemas.microsoft.com/office/drawing/2014/main" id="{DFC18901-31E1-68C4-8FD1-EEBA01BCCE75}"/>
              </a:ext>
            </a:extLst>
          </p:cNvPr>
          <p:cNvSpPr>
            <a:spLocks noGrp="1"/>
          </p:cNvSpPr>
          <p:nvPr>
            <p:ph type="pic" sz="quarter" idx="15" hasCustomPrompt="1"/>
          </p:nvPr>
        </p:nvSpPr>
        <p:spPr>
          <a:xfrm>
            <a:off x="9161720" y="2037528"/>
            <a:ext cx="969962" cy="968375"/>
          </a:xfrm>
        </p:spPr>
        <p:txBody>
          <a:bodyPr anchor="ctr"/>
          <a:lstStyle>
            <a:lvl1pPr marL="0" indent="0" algn="ctr">
              <a:buNone/>
              <a:defRPr/>
            </a:lvl1pPr>
          </a:lstStyle>
          <a:p>
            <a:r>
              <a:rPr lang="en-PL"/>
              <a:t>Icon</a:t>
            </a:r>
          </a:p>
        </p:txBody>
      </p:sp>
      <p:sp>
        <p:nvSpPr>
          <p:cNvPr id="12" name="Text Placeholder 6">
            <a:extLst>
              <a:ext uri="{FF2B5EF4-FFF2-40B4-BE49-F238E27FC236}">
                <a16:creationId xmlns:a16="http://schemas.microsoft.com/office/drawing/2014/main" id="{4C7C58ED-5700-2A0E-B164-2C2FD51225C6}"/>
              </a:ext>
            </a:extLst>
          </p:cNvPr>
          <p:cNvSpPr>
            <a:spLocks noGrp="1"/>
          </p:cNvSpPr>
          <p:nvPr>
            <p:ph idx="16"/>
          </p:nvPr>
        </p:nvSpPr>
        <p:spPr>
          <a:xfrm>
            <a:off x="3421148" y="3883006"/>
            <a:ext cx="2479418" cy="2425895"/>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GB"/>
              <a:t>Click to edit Master text styles</a:t>
            </a:r>
          </a:p>
        </p:txBody>
      </p:sp>
      <p:sp>
        <p:nvSpPr>
          <p:cNvPr id="13" name="Text Placeholder 7">
            <a:extLst>
              <a:ext uri="{FF2B5EF4-FFF2-40B4-BE49-F238E27FC236}">
                <a16:creationId xmlns:a16="http://schemas.microsoft.com/office/drawing/2014/main" id="{CC8F57A7-616A-0877-A95F-697CDF8044EC}"/>
              </a:ext>
            </a:extLst>
          </p:cNvPr>
          <p:cNvSpPr>
            <a:spLocks noGrp="1"/>
          </p:cNvSpPr>
          <p:nvPr>
            <p:ph type="body" sz="quarter" idx="17"/>
          </p:nvPr>
        </p:nvSpPr>
        <p:spPr>
          <a:xfrm>
            <a:off x="3421148" y="3253693"/>
            <a:ext cx="2479418" cy="444507"/>
          </a:xfrm>
        </p:spPr>
        <p:txBody>
          <a:bodyPr/>
          <a:lstStyle>
            <a:lvl1pPr marL="0" indent="0">
              <a:buNone/>
              <a:defRPr b="1">
                <a:solidFill>
                  <a:schemeClr val="tx2"/>
                </a:solidFill>
              </a:defRPr>
            </a:lvl1pPr>
          </a:lstStyle>
          <a:p>
            <a:pPr lvl="0"/>
            <a:r>
              <a:rPr lang="en-GB"/>
              <a:t>Click to edit Master text styles</a:t>
            </a:r>
          </a:p>
        </p:txBody>
      </p:sp>
      <p:sp>
        <p:nvSpPr>
          <p:cNvPr id="14" name="Picture Placeholder 9">
            <a:extLst>
              <a:ext uri="{FF2B5EF4-FFF2-40B4-BE49-F238E27FC236}">
                <a16:creationId xmlns:a16="http://schemas.microsoft.com/office/drawing/2014/main" id="{6C89A7D9-92F6-0FCA-1B2E-B673F5F70BC6}"/>
              </a:ext>
            </a:extLst>
          </p:cNvPr>
          <p:cNvSpPr>
            <a:spLocks noGrp="1"/>
          </p:cNvSpPr>
          <p:nvPr>
            <p:ph type="pic" sz="quarter" idx="18" hasCustomPrompt="1"/>
          </p:nvPr>
        </p:nvSpPr>
        <p:spPr>
          <a:xfrm>
            <a:off x="3421149" y="2039899"/>
            <a:ext cx="969962" cy="968375"/>
          </a:xfrm>
        </p:spPr>
        <p:txBody>
          <a:bodyPr anchor="ctr"/>
          <a:lstStyle>
            <a:lvl1pPr marL="0" indent="0" algn="ctr">
              <a:buNone/>
              <a:defRPr/>
            </a:lvl1pPr>
          </a:lstStyle>
          <a:p>
            <a:r>
              <a:rPr lang="en-PL"/>
              <a:t>Icon</a:t>
            </a:r>
          </a:p>
        </p:txBody>
      </p:sp>
      <p:sp>
        <p:nvSpPr>
          <p:cNvPr id="15" name="Text Placeholder 6">
            <a:extLst>
              <a:ext uri="{FF2B5EF4-FFF2-40B4-BE49-F238E27FC236}">
                <a16:creationId xmlns:a16="http://schemas.microsoft.com/office/drawing/2014/main" id="{2F49B1DC-1B91-85AC-AF4C-216C37D8409C}"/>
              </a:ext>
            </a:extLst>
          </p:cNvPr>
          <p:cNvSpPr>
            <a:spLocks noGrp="1"/>
          </p:cNvSpPr>
          <p:nvPr>
            <p:ph idx="19"/>
          </p:nvPr>
        </p:nvSpPr>
        <p:spPr>
          <a:xfrm>
            <a:off x="6291434" y="3880635"/>
            <a:ext cx="2479418" cy="2428089"/>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GB"/>
              <a:t>Click to edit Master text styles</a:t>
            </a:r>
          </a:p>
        </p:txBody>
      </p:sp>
      <p:sp>
        <p:nvSpPr>
          <p:cNvPr id="16" name="Text Placeholder 7">
            <a:extLst>
              <a:ext uri="{FF2B5EF4-FFF2-40B4-BE49-F238E27FC236}">
                <a16:creationId xmlns:a16="http://schemas.microsoft.com/office/drawing/2014/main" id="{802C5C76-FF85-8B08-708C-942AB726AE71}"/>
              </a:ext>
            </a:extLst>
          </p:cNvPr>
          <p:cNvSpPr>
            <a:spLocks noGrp="1"/>
          </p:cNvSpPr>
          <p:nvPr>
            <p:ph type="body" sz="quarter" idx="20"/>
          </p:nvPr>
        </p:nvSpPr>
        <p:spPr>
          <a:xfrm>
            <a:off x="6291434" y="3251322"/>
            <a:ext cx="2479418" cy="444507"/>
          </a:xfrm>
        </p:spPr>
        <p:txBody>
          <a:bodyPr/>
          <a:lstStyle>
            <a:lvl1pPr marL="0" indent="0">
              <a:buNone/>
              <a:defRPr b="1">
                <a:solidFill>
                  <a:schemeClr val="tx2"/>
                </a:solidFill>
              </a:defRPr>
            </a:lvl1pPr>
          </a:lstStyle>
          <a:p>
            <a:pPr lvl="0"/>
            <a:r>
              <a:rPr lang="en-GB"/>
              <a:t>Click to edit Master text styles</a:t>
            </a:r>
          </a:p>
        </p:txBody>
      </p:sp>
      <p:sp>
        <p:nvSpPr>
          <p:cNvPr id="17" name="Picture Placeholder 9">
            <a:extLst>
              <a:ext uri="{FF2B5EF4-FFF2-40B4-BE49-F238E27FC236}">
                <a16:creationId xmlns:a16="http://schemas.microsoft.com/office/drawing/2014/main" id="{E6BAA978-8D38-FD4D-A0AE-6D287281FAE1}"/>
              </a:ext>
            </a:extLst>
          </p:cNvPr>
          <p:cNvSpPr>
            <a:spLocks noGrp="1"/>
          </p:cNvSpPr>
          <p:nvPr>
            <p:ph type="pic" sz="quarter" idx="21" hasCustomPrompt="1"/>
          </p:nvPr>
        </p:nvSpPr>
        <p:spPr>
          <a:xfrm>
            <a:off x="6291435" y="2037528"/>
            <a:ext cx="969962" cy="968375"/>
          </a:xfrm>
        </p:spPr>
        <p:txBody>
          <a:bodyPr anchor="ctr"/>
          <a:lstStyle>
            <a:lvl1pPr marL="0" indent="0" algn="ctr">
              <a:buNone/>
              <a:defRPr/>
            </a:lvl1pPr>
          </a:lstStyle>
          <a:p>
            <a:r>
              <a:rPr lang="en-PL"/>
              <a:t>Icon</a:t>
            </a:r>
          </a:p>
        </p:txBody>
      </p:sp>
      <p:sp>
        <p:nvSpPr>
          <p:cNvPr id="18" name="Rectangle 6">
            <a:extLst>
              <a:ext uri="{FF2B5EF4-FFF2-40B4-BE49-F238E27FC236}">
                <a16:creationId xmlns:a16="http://schemas.microsoft.com/office/drawing/2014/main" id="{EFCBC783-7DFD-891C-C22B-19ACB429CF40}"/>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132419321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_4 Columns_Horizontal">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B4D4C034-320B-6DDD-5EA0-66E4226329A7}"/>
              </a:ext>
            </a:extLst>
          </p:cNvPr>
          <p:cNvSpPr/>
          <p:nvPr userDrawn="1"/>
        </p:nvSpPr>
        <p:spPr>
          <a:xfrm>
            <a:off x="0" y="3980869"/>
            <a:ext cx="3548627" cy="2877132"/>
          </a:xfrm>
          <a:custGeom>
            <a:avLst/>
            <a:gdLst>
              <a:gd name="connsiteX0" fmla="*/ 0 w 3548627"/>
              <a:gd name="connsiteY0" fmla="*/ 0 h 2877132"/>
              <a:gd name="connsiteX1" fmla="*/ 17180 w 3548627"/>
              <a:gd name="connsiteY1" fmla="*/ 2773 h 2877132"/>
              <a:gd name="connsiteX2" fmla="*/ 259491 w 3548627"/>
              <a:gd name="connsiteY2" fmla="*/ 60188 h 2877132"/>
              <a:gd name="connsiteX3" fmla="*/ 3514069 w 3548627"/>
              <a:gd name="connsiteY3" fmla="*/ 2844543 h 2877132"/>
              <a:gd name="connsiteX4" fmla="*/ 3548627 w 3548627"/>
              <a:gd name="connsiteY4" fmla="*/ 2877132 h 2877132"/>
              <a:gd name="connsiteX5" fmla="*/ 0 w 3548627"/>
              <a:gd name="connsiteY5" fmla="*/ 2877132 h 2877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48627" h="2877132">
                <a:moveTo>
                  <a:pt x="0" y="0"/>
                </a:moveTo>
                <a:lnTo>
                  <a:pt x="17180" y="2773"/>
                </a:lnTo>
                <a:cubicBezTo>
                  <a:pt x="98749" y="18969"/>
                  <a:pt x="179570" y="38093"/>
                  <a:pt x="259491" y="60188"/>
                </a:cubicBezTo>
                <a:cubicBezTo>
                  <a:pt x="2497293" y="678866"/>
                  <a:pt x="2569908" y="1912490"/>
                  <a:pt x="3514069" y="2844543"/>
                </a:cubicBezTo>
                <a:lnTo>
                  <a:pt x="3548627" y="2877132"/>
                </a:lnTo>
                <a:lnTo>
                  <a:pt x="0" y="2877132"/>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165" y="549098"/>
            <a:ext cx="11086974"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a:xfrm>
            <a:off x="11641138" y="6311096"/>
            <a:ext cx="550862" cy="546904"/>
          </a:xfrm>
          <a:prstGeom prst="rect">
            <a:avLst/>
          </a:prstGeom>
        </p:spPr>
        <p:txBody>
          <a:bodyPr/>
          <a:lstStyle/>
          <a:p>
            <a:fld id="{4EE75B84-B7E0-4C4B-AC9D-894B0C074E7C}" type="slidenum">
              <a:rPr lang="en-PL" smtClean="0"/>
              <a:pPr/>
              <a:t>‹#›</a:t>
            </a:fld>
            <a:endParaRPr lang="en-PL"/>
          </a:p>
        </p:txBody>
      </p:sp>
      <p:sp>
        <p:nvSpPr>
          <p:cNvPr id="4" name="Text Placeholder 6">
            <a:extLst>
              <a:ext uri="{FF2B5EF4-FFF2-40B4-BE49-F238E27FC236}">
                <a16:creationId xmlns:a16="http://schemas.microsoft.com/office/drawing/2014/main" id="{39AA7B67-6693-B256-903C-FCF873DB345C}"/>
              </a:ext>
            </a:extLst>
          </p:cNvPr>
          <p:cNvSpPr>
            <a:spLocks noGrp="1"/>
          </p:cNvSpPr>
          <p:nvPr>
            <p:ph idx="1"/>
          </p:nvPr>
        </p:nvSpPr>
        <p:spPr>
          <a:xfrm>
            <a:off x="1762973" y="3075025"/>
            <a:ext cx="4169994" cy="1029138"/>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GB"/>
              <a:t>Click to edit Master text styles</a:t>
            </a:r>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8" name="Text Placeholder 7">
            <a:extLst>
              <a:ext uri="{FF2B5EF4-FFF2-40B4-BE49-F238E27FC236}">
                <a16:creationId xmlns:a16="http://schemas.microsoft.com/office/drawing/2014/main" id="{9EB8DEF2-02A1-B7CD-158F-9813CFE2519E}"/>
              </a:ext>
            </a:extLst>
          </p:cNvPr>
          <p:cNvSpPr>
            <a:spLocks noGrp="1"/>
          </p:cNvSpPr>
          <p:nvPr>
            <p:ph type="body" sz="quarter" idx="11"/>
          </p:nvPr>
        </p:nvSpPr>
        <p:spPr>
          <a:xfrm>
            <a:off x="1762973" y="2562674"/>
            <a:ext cx="4169994" cy="444507"/>
          </a:xfrm>
        </p:spPr>
        <p:txBody>
          <a:bodyPr/>
          <a:lstStyle>
            <a:lvl1pPr marL="0" indent="0">
              <a:buNone/>
              <a:defRPr b="1">
                <a:solidFill>
                  <a:schemeClr val="tx2"/>
                </a:solidFill>
              </a:defRPr>
            </a:lvl1pPr>
          </a:lstStyle>
          <a:p>
            <a:pPr lvl="0"/>
            <a:r>
              <a:rPr lang="en-GB"/>
              <a:t>Click to edit Master text styles</a:t>
            </a:r>
          </a:p>
        </p:txBody>
      </p:sp>
      <p:sp>
        <p:nvSpPr>
          <p:cNvPr id="10" name="Picture Placeholder 9">
            <a:extLst>
              <a:ext uri="{FF2B5EF4-FFF2-40B4-BE49-F238E27FC236}">
                <a16:creationId xmlns:a16="http://schemas.microsoft.com/office/drawing/2014/main" id="{B6CE90EA-17CC-1BE8-C18A-10A5E4DA72CE}"/>
              </a:ext>
            </a:extLst>
          </p:cNvPr>
          <p:cNvSpPr>
            <a:spLocks noGrp="1"/>
          </p:cNvSpPr>
          <p:nvPr>
            <p:ph type="pic" sz="quarter" idx="12" hasCustomPrompt="1"/>
          </p:nvPr>
        </p:nvSpPr>
        <p:spPr>
          <a:xfrm>
            <a:off x="554877" y="2038806"/>
            <a:ext cx="969962" cy="968375"/>
          </a:xfrm>
        </p:spPr>
        <p:txBody>
          <a:bodyPr anchor="ctr"/>
          <a:lstStyle>
            <a:lvl1pPr marL="0" indent="0" algn="ctr">
              <a:buNone/>
              <a:defRPr/>
            </a:lvl1pPr>
          </a:lstStyle>
          <a:p>
            <a:r>
              <a:rPr lang="en-PL"/>
              <a:t>Icon</a:t>
            </a:r>
          </a:p>
        </p:txBody>
      </p:sp>
      <p:sp>
        <p:nvSpPr>
          <p:cNvPr id="18" name="Text Placeholder 6">
            <a:extLst>
              <a:ext uri="{FF2B5EF4-FFF2-40B4-BE49-F238E27FC236}">
                <a16:creationId xmlns:a16="http://schemas.microsoft.com/office/drawing/2014/main" id="{C39A1A95-B810-1F4D-6914-2103EFDC1521}"/>
              </a:ext>
            </a:extLst>
          </p:cNvPr>
          <p:cNvSpPr>
            <a:spLocks noGrp="1"/>
          </p:cNvSpPr>
          <p:nvPr>
            <p:ph idx="13"/>
          </p:nvPr>
        </p:nvSpPr>
        <p:spPr>
          <a:xfrm>
            <a:off x="7470206" y="3075025"/>
            <a:ext cx="4169994" cy="1029138"/>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GB"/>
              <a:t>Click to edit Master text styles</a:t>
            </a:r>
          </a:p>
        </p:txBody>
      </p:sp>
      <p:sp>
        <p:nvSpPr>
          <p:cNvPr id="20" name="Text Placeholder 7">
            <a:extLst>
              <a:ext uri="{FF2B5EF4-FFF2-40B4-BE49-F238E27FC236}">
                <a16:creationId xmlns:a16="http://schemas.microsoft.com/office/drawing/2014/main" id="{9D87E0A3-9059-7636-85FF-92E6E36DE71B}"/>
              </a:ext>
            </a:extLst>
          </p:cNvPr>
          <p:cNvSpPr>
            <a:spLocks noGrp="1"/>
          </p:cNvSpPr>
          <p:nvPr>
            <p:ph type="body" sz="quarter" idx="14"/>
          </p:nvPr>
        </p:nvSpPr>
        <p:spPr>
          <a:xfrm>
            <a:off x="7470206" y="2562674"/>
            <a:ext cx="4169994" cy="444507"/>
          </a:xfrm>
        </p:spPr>
        <p:txBody>
          <a:bodyPr/>
          <a:lstStyle>
            <a:lvl1pPr marL="0" indent="0">
              <a:buNone/>
              <a:defRPr b="1">
                <a:solidFill>
                  <a:schemeClr val="tx2"/>
                </a:solidFill>
              </a:defRPr>
            </a:lvl1pPr>
          </a:lstStyle>
          <a:p>
            <a:pPr lvl="0"/>
            <a:r>
              <a:rPr lang="en-GB"/>
              <a:t>Click to edit Master text styles</a:t>
            </a:r>
          </a:p>
        </p:txBody>
      </p:sp>
      <p:sp>
        <p:nvSpPr>
          <p:cNvPr id="21" name="Picture Placeholder 9">
            <a:extLst>
              <a:ext uri="{FF2B5EF4-FFF2-40B4-BE49-F238E27FC236}">
                <a16:creationId xmlns:a16="http://schemas.microsoft.com/office/drawing/2014/main" id="{39F59F56-4B57-CC91-9286-E42C148DEBD0}"/>
              </a:ext>
            </a:extLst>
          </p:cNvPr>
          <p:cNvSpPr>
            <a:spLocks noGrp="1"/>
          </p:cNvSpPr>
          <p:nvPr>
            <p:ph type="pic" sz="quarter" idx="15" hasCustomPrompt="1"/>
          </p:nvPr>
        </p:nvSpPr>
        <p:spPr>
          <a:xfrm>
            <a:off x="6259033" y="2038806"/>
            <a:ext cx="969962" cy="968375"/>
          </a:xfrm>
        </p:spPr>
        <p:txBody>
          <a:bodyPr anchor="ctr"/>
          <a:lstStyle>
            <a:lvl1pPr marL="0" indent="0" algn="ctr">
              <a:buNone/>
              <a:defRPr/>
            </a:lvl1pPr>
          </a:lstStyle>
          <a:p>
            <a:r>
              <a:rPr lang="en-PL"/>
              <a:t>Icon</a:t>
            </a:r>
          </a:p>
        </p:txBody>
      </p:sp>
      <p:sp>
        <p:nvSpPr>
          <p:cNvPr id="22" name="Text Placeholder 6">
            <a:extLst>
              <a:ext uri="{FF2B5EF4-FFF2-40B4-BE49-F238E27FC236}">
                <a16:creationId xmlns:a16="http://schemas.microsoft.com/office/drawing/2014/main" id="{CB046625-59B2-2C15-CD97-AF951ED78D8B}"/>
              </a:ext>
            </a:extLst>
          </p:cNvPr>
          <p:cNvSpPr>
            <a:spLocks noGrp="1"/>
          </p:cNvSpPr>
          <p:nvPr>
            <p:ph idx="16"/>
          </p:nvPr>
        </p:nvSpPr>
        <p:spPr>
          <a:xfrm>
            <a:off x="1751196" y="5279587"/>
            <a:ext cx="4169994" cy="1029138"/>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GB"/>
              <a:t>Click to edit Master text styles</a:t>
            </a:r>
          </a:p>
        </p:txBody>
      </p:sp>
      <p:sp>
        <p:nvSpPr>
          <p:cNvPr id="23" name="Text Placeholder 7">
            <a:extLst>
              <a:ext uri="{FF2B5EF4-FFF2-40B4-BE49-F238E27FC236}">
                <a16:creationId xmlns:a16="http://schemas.microsoft.com/office/drawing/2014/main" id="{AF9FA328-7538-92B0-728F-691A0926E7A5}"/>
              </a:ext>
            </a:extLst>
          </p:cNvPr>
          <p:cNvSpPr>
            <a:spLocks noGrp="1"/>
          </p:cNvSpPr>
          <p:nvPr>
            <p:ph type="body" sz="quarter" idx="17"/>
          </p:nvPr>
        </p:nvSpPr>
        <p:spPr>
          <a:xfrm>
            <a:off x="1751196" y="4767236"/>
            <a:ext cx="4169994" cy="444507"/>
          </a:xfrm>
        </p:spPr>
        <p:txBody>
          <a:bodyPr/>
          <a:lstStyle>
            <a:lvl1pPr marL="0" indent="0">
              <a:buNone/>
              <a:defRPr b="1">
                <a:solidFill>
                  <a:schemeClr val="tx2"/>
                </a:solidFill>
              </a:defRPr>
            </a:lvl1pPr>
          </a:lstStyle>
          <a:p>
            <a:pPr lvl="0"/>
            <a:r>
              <a:rPr lang="en-GB"/>
              <a:t>Click to edit Master text styles</a:t>
            </a:r>
          </a:p>
        </p:txBody>
      </p:sp>
      <p:sp>
        <p:nvSpPr>
          <p:cNvPr id="24" name="Picture Placeholder 9">
            <a:extLst>
              <a:ext uri="{FF2B5EF4-FFF2-40B4-BE49-F238E27FC236}">
                <a16:creationId xmlns:a16="http://schemas.microsoft.com/office/drawing/2014/main" id="{82FB5ED6-9A3F-B5A8-B624-042CC9B0119D}"/>
              </a:ext>
            </a:extLst>
          </p:cNvPr>
          <p:cNvSpPr>
            <a:spLocks noGrp="1"/>
          </p:cNvSpPr>
          <p:nvPr>
            <p:ph type="pic" sz="quarter" idx="18" hasCustomPrompt="1"/>
          </p:nvPr>
        </p:nvSpPr>
        <p:spPr>
          <a:xfrm>
            <a:off x="554877" y="4243368"/>
            <a:ext cx="969962" cy="968375"/>
          </a:xfrm>
        </p:spPr>
        <p:txBody>
          <a:bodyPr anchor="ctr"/>
          <a:lstStyle>
            <a:lvl1pPr marL="0" indent="0" algn="ctr">
              <a:buNone/>
              <a:defRPr/>
            </a:lvl1pPr>
          </a:lstStyle>
          <a:p>
            <a:r>
              <a:rPr lang="en-PL"/>
              <a:t>Icon</a:t>
            </a:r>
          </a:p>
        </p:txBody>
      </p:sp>
      <p:sp>
        <p:nvSpPr>
          <p:cNvPr id="25" name="Text Placeholder 6">
            <a:extLst>
              <a:ext uri="{FF2B5EF4-FFF2-40B4-BE49-F238E27FC236}">
                <a16:creationId xmlns:a16="http://schemas.microsoft.com/office/drawing/2014/main" id="{B03CB461-8560-9B20-7934-9714D934C9DE}"/>
              </a:ext>
            </a:extLst>
          </p:cNvPr>
          <p:cNvSpPr>
            <a:spLocks noGrp="1"/>
          </p:cNvSpPr>
          <p:nvPr>
            <p:ph idx="19"/>
          </p:nvPr>
        </p:nvSpPr>
        <p:spPr>
          <a:xfrm>
            <a:off x="7470206" y="5279587"/>
            <a:ext cx="4169994" cy="1029138"/>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GB"/>
              <a:t>Click to edit Master text styles</a:t>
            </a:r>
          </a:p>
        </p:txBody>
      </p:sp>
      <p:sp>
        <p:nvSpPr>
          <p:cNvPr id="26" name="Text Placeholder 7">
            <a:extLst>
              <a:ext uri="{FF2B5EF4-FFF2-40B4-BE49-F238E27FC236}">
                <a16:creationId xmlns:a16="http://schemas.microsoft.com/office/drawing/2014/main" id="{87DE8F08-72E4-4788-507D-7C784566D59A}"/>
              </a:ext>
            </a:extLst>
          </p:cNvPr>
          <p:cNvSpPr>
            <a:spLocks noGrp="1"/>
          </p:cNvSpPr>
          <p:nvPr>
            <p:ph type="body" sz="quarter" idx="20"/>
          </p:nvPr>
        </p:nvSpPr>
        <p:spPr>
          <a:xfrm>
            <a:off x="7470206" y="4767236"/>
            <a:ext cx="4169994" cy="444507"/>
          </a:xfrm>
        </p:spPr>
        <p:txBody>
          <a:bodyPr/>
          <a:lstStyle>
            <a:lvl1pPr marL="0" indent="0">
              <a:buNone/>
              <a:defRPr b="1">
                <a:solidFill>
                  <a:schemeClr val="tx2"/>
                </a:solidFill>
              </a:defRPr>
            </a:lvl1pPr>
          </a:lstStyle>
          <a:p>
            <a:pPr lvl="0"/>
            <a:r>
              <a:rPr lang="en-GB"/>
              <a:t>Click to edit Master text styles</a:t>
            </a:r>
          </a:p>
        </p:txBody>
      </p:sp>
      <p:sp>
        <p:nvSpPr>
          <p:cNvPr id="27" name="Picture Placeholder 9">
            <a:extLst>
              <a:ext uri="{FF2B5EF4-FFF2-40B4-BE49-F238E27FC236}">
                <a16:creationId xmlns:a16="http://schemas.microsoft.com/office/drawing/2014/main" id="{BBDB54C5-D56D-48C5-8D32-36C2D95E990C}"/>
              </a:ext>
            </a:extLst>
          </p:cNvPr>
          <p:cNvSpPr>
            <a:spLocks noGrp="1"/>
          </p:cNvSpPr>
          <p:nvPr>
            <p:ph type="pic" sz="quarter" idx="21" hasCustomPrompt="1"/>
          </p:nvPr>
        </p:nvSpPr>
        <p:spPr>
          <a:xfrm>
            <a:off x="6259033" y="4243368"/>
            <a:ext cx="969962" cy="968375"/>
          </a:xfrm>
        </p:spPr>
        <p:txBody>
          <a:bodyPr anchor="ctr"/>
          <a:lstStyle>
            <a:lvl1pPr marL="0" indent="0" algn="ctr">
              <a:buNone/>
              <a:defRPr/>
            </a:lvl1pPr>
          </a:lstStyle>
          <a:p>
            <a:r>
              <a:rPr lang="en-PL"/>
              <a:t>Icon</a:t>
            </a:r>
          </a:p>
        </p:txBody>
      </p:sp>
      <p:sp>
        <p:nvSpPr>
          <p:cNvPr id="7" name="Rectangle 6">
            <a:extLst>
              <a:ext uri="{FF2B5EF4-FFF2-40B4-BE49-F238E27FC236}">
                <a16:creationId xmlns:a16="http://schemas.microsoft.com/office/drawing/2014/main" id="{FF6D5ACD-7B4A-5E9E-1941-F2C920E57DA6}"/>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180063900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ntent_2 Columns_Photo">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B4D4C034-320B-6DDD-5EA0-66E4226329A7}"/>
              </a:ext>
            </a:extLst>
          </p:cNvPr>
          <p:cNvSpPr/>
          <p:nvPr userDrawn="1"/>
        </p:nvSpPr>
        <p:spPr>
          <a:xfrm>
            <a:off x="0" y="3980869"/>
            <a:ext cx="3548627" cy="2877132"/>
          </a:xfrm>
          <a:custGeom>
            <a:avLst/>
            <a:gdLst>
              <a:gd name="connsiteX0" fmla="*/ 0 w 3548627"/>
              <a:gd name="connsiteY0" fmla="*/ 0 h 2877132"/>
              <a:gd name="connsiteX1" fmla="*/ 17180 w 3548627"/>
              <a:gd name="connsiteY1" fmla="*/ 2773 h 2877132"/>
              <a:gd name="connsiteX2" fmla="*/ 259491 w 3548627"/>
              <a:gd name="connsiteY2" fmla="*/ 60188 h 2877132"/>
              <a:gd name="connsiteX3" fmla="*/ 3514069 w 3548627"/>
              <a:gd name="connsiteY3" fmla="*/ 2844543 h 2877132"/>
              <a:gd name="connsiteX4" fmla="*/ 3548627 w 3548627"/>
              <a:gd name="connsiteY4" fmla="*/ 2877132 h 2877132"/>
              <a:gd name="connsiteX5" fmla="*/ 0 w 3548627"/>
              <a:gd name="connsiteY5" fmla="*/ 2877132 h 2877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48627" h="2877132">
                <a:moveTo>
                  <a:pt x="0" y="0"/>
                </a:moveTo>
                <a:lnTo>
                  <a:pt x="17180" y="2773"/>
                </a:lnTo>
                <a:cubicBezTo>
                  <a:pt x="98749" y="18969"/>
                  <a:pt x="179570" y="38093"/>
                  <a:pt x="259491" y="60188"/>
                </a:cubicBezTo>
                <a:cubicBezTo>
                  <a:pt x="2497293" y="678866"/>
                  <a:pt x="2569908" y="1912490"/>
                  <a:pt x="3514069" y="2844543"/>
                </a:cubicBezTo>
                <a:lnTo>
                  <a:pt x="3548627" y="2877132"/>
                </a:lnTo>
                <a:lnTo>
                  <a:pt x="0" y="2877132"/>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165" y="549098"/>
            <a:ext cx="11086974"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a:xfrm>
            <a:off x="11641138" y="6311096"/>
            <a:ext cx="550862" cy="546904"/>
          </a:xfrm>
          <a:prstGeom prst="rect">
            <a:avLst/>
          </a:prstGeom>
        </p:spPr>
        <p:txBody>
          <a:bodyPr/>
          <a:lstStyle/>
          <a:p>
            <a:fld id="{4EE75B84-B7E0-4C4B-AC9D-894B0C074E7C}" type="slidenum">
              <a:rPr lang="en-PL" smtClean="0"/>
              <a:pPr/>
              <a:t>‹#›</a:t>
            </a:fld>
            <a:endParaRPr lang="en-PL"/>
          </a:p>
        </p:txBody>
      </p:sp>
      <p:sp>
        <p:nvSpPr>
          <p:cNvPr id="4" name="Text Placeholder 6">
            <a:extLst>
              <a:ext uri="{FF2B5EF4-FFF2-40B4-BE49-F238E27FC236}">
                <a16:creationId xmlns:a16="http://schemas.microsoft.com/office/drawing/2014/main" id="{39AA7B67-6693-B256-903C-FCF873DB345C}"/>
              </a:ext>
            </a:extLst>
          </p:cNvPr>
          <p:cNvSpPr>
            <a:spLocks noGrp="1"/>
          </p:cNvSpPr>
          <p:nvPr>
            <p:ph idx="1"/>
          </p:nvPr>
        </p:nvSpPr>
        <p:spPr>
          <a:xfrm>
            <a:off x="554163" y="4859865"/>
            <a:ext cx="5349876" cy="1449037"/>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GB"/>
              <a:t>Click to edit Master text styles</a:t>
            </a:r>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8" name="Text Placeholder 7">
            <a:extLst>
              <a:ext uri="{FF2B5EF4-FFF2-40B4-BE49-F238E27FC236}">
                <a16:creationId xmlns:a16="http://schemas.microsoft.com/office/drawing/2014/main" id="{9EB8DEF2-02A1-B7CD-158F-9813CFE2519E}"/>
              </a:ext>
            </a:extLst>
          </p:cNvPr>
          <p:cNvSpPr>
            <a:spLocks noGrp="1"/>
          </p:cNvSpPr>
          <p:nvPr>
            <p:ph type="body" sz="quarter" idx="11"/>
          </p:nvPr>
        </p:nvSpPr>
        <p:spPr>
          <a:xfrm>
            <a:off x="554163" y="4230552"/>
            <a:ext cx="5349876" cy="444507"/>
          </a:xfrm>
        </p:spPr>
        <p:txBody>
          <a:bodyPr/>
          <a:lstStyle>
            <a:lvl1pPr marL="0" indent="0">
              <a:buNone/>
              <a:defRPr b="1">
                <a:solidFill>
                  <a:schemeClr val="tx2"/>
                </a:solidFill>
              </a:defRPr>
            </a:lvl1pPr>
          </a:lstStyle>
          <a:p>
            <a:pPr lvl="0"/>
            <a:r>
              <a:rPr lang="en-GB"/>
              <a:t>Click to edit Master text styles</a:t>
            </a:r>
          </a:p>
        </p:txBody>
      </p:sp>
      <p:sp>
        <p:nvSpPr>
          <p:cNvPr id="11" name="Text Placeholder 6">
            <a:extLst>
              <a:ext uri="{FF2B5EF4-FFF2-40B4-BE49-F238E27FC236}">
                <a16:creationId xmlns:a16="http://schemas.microsoft.com/office/drawing/2014/main" id="{9EF02D6E-E8B2-4CB8-A223-00262EE2A4C3}"/>
              </a:ext>
            </a:extLst>
          </p:cNvPr>
          <p:cNvSpPr>
            <a:spLocks noGrp="1"/>
          </p:cNvSpPr>
          <p:nvPr>
            <p:ph idx="13"/>
          </p:nvPr>
        </p:nvSpPr>
        <p:spPr>
          <a:xfrm>
            <a:off x="6291261" y="4859865"/>
            <a:ext cx="5349876" cy="1449037"/>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GB"/>
              <a:t>Click to edit Master text styles</a:t>
            </a:r>
          </a:p>
        </p:txBody>
      </p:sp>
      <p:sp>
        <p:nvSpPr>
          <p:cNvPr id="12" name="Text Placeholder 7">
            <a:extLst>
              <a:ext uri="{FF2B5EF4-FFF2-40B4-BE49-F238E27FC236}">
                <a16:creationId xmlns:a16="http://schemas.microsoft.com/office/drawing/2014/main" id="{15DB5DD6-596D-DC7B-3A2D-A53F70C97208}"/>
              </a:ext>
            </a:extLst>
          </p:cNvPr>
          <p:cNvSpPr>
            <a:spLocks noGrp="1"/>
          </p:cNvSpPr>
          <p:nvPr>
            <p:ph type="body" sz="quarter" idx="14"/>
          </p:nvPr>
        </p:nvSpPr>
        <p:spPr>
          <a:xfrm>
            <a:off x="6291261" y="4230552"/>
            <a:ext cx="5349876" cy="444507"/>
          </a:xfrm>
        </p:spPr>
        <p:txBody>
          <a:bodyPr/>
          <a:lstStyle>
            <a:lvl1pPr marL="0" indent="0">
              <a:buNone/>
              <a:defRPr b="1">
                <a:solidFill>
                  <a:schemeClr val="tx2"/>
                </a:solidFill>
              </a:defRPr>
            </a:lvl1pPr>
          </a:lstStyle>
          <a:p>
            <a:pPr lvl="0"/>
            <a:r>
              <a:rPr lang="en-GB"/>
              <a:t>Click to edit Master text styles</a:t>
            </a:r>
          </a:p>
        </p:txBody>
      </p:sp>
      <p:sp>
        <p:nvSpPr>
          <p:cNvPr id="18" name="Picture Placeholder 17">
            <a:extLst>
              <a:ext uri="{FF2B5EF4-FFF2-40B4-BE49-F238E27FC236}">
                <a16:creationId xmlns:a16="http://schemas.microsoft.com/office/drawing/2014/main" id="{646C5585-BFB2-5295-8DA7-CC59F7C8776D}"/>
              </a:ext>
            </a:extLst>
          </p:cNvPr>
          <p:cNvSpPr>
            <a:spLocks noGrp="1"/>
          </p:cNvSpPr>
          <p:nvPr>
            <p:ph type="pic" sz="quarter" idx="15"/>
          </p:nvPr>
        </p:nvSpPr>
        <p:spPr>
          <a:xfrm>
            <a:off x="554165" y="1892595"/>
            <a:ext cx="5349875" cy="2088274"/>
          </a:xfrm>
          <a:custGeom>
            <a:avLst/>
            <a:gdLst>
              <a:gd name="connsiteX0" fmla="*/ 60978 w 5349875"/>
              <a:gd name="connsiteY0" fmla="*/ 0 h 2088274"/>
              <a:gd name="connsiteX1" fmla="*/ 5288897 w 5349875"/>
              <a:gd name="connsiteY1" fmla="*/ 0 h 2088274"/>
              <a:gd name="connsiteX2" fmla="*/ 5349875 w 5349875"/>
              <a:gd name="connsiteY2" fmla="*/ 60978 h 2088274"/>
              <a:gd name="connsiteX3" fmla="*/ 5349875 w 5349875"/>
              <a:gd name="connsiteY3" fmla="*/ 2027296 h 2088274"/>
              <a:gd name="connsiteX4" fmla="*/ 5288897 w 5349875"/>
              <a:gd name="connsiteY4" fmla="*/ 2088274 h 2088274"/>
              <a:gd name="connsiteX5" fmla="*/ 60978 w 5349875"/>
              <a:gd name="connsiteY5" fmla="*/ 2088274 h 2088274"/>
              <a:gd name="connsiteX6" fmla="*/ 0 w 5349875"/>
              <a:gd name="connsiteY6" fmla="*/ 2027296 h 2088274"/>
              <a:gd name="connsiteX7" fmla="*/ 0 w 5349875"/>
              <a:gd name="connsiteY7" fmla="*/ 60978 h 2088274"/>
              <a:gd name="connsiteX8" fmla="*/ 60978 w 5349875"/>
              <a:gd name="connsiteY8" fmla="*/ 0 h 20882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9875" h="2088274">
                <a:moveTo>
                  <a:pt x="60978" y="0"/>
                </a:moveTo>
                <a:lnTo>
                  <a:pt x="5288897" y="0"/>
                </a:lnTo>
                <a:cubicBezTo>
                  <a:pt x="5322574" y="0"/>
                  <a:pt x="5349875" y="27301"/>
                  <a:pt x="5349875" y="60978"/>
                </a:cubicBezTo>
                <a:lnTo>
                  <a:pt x="5349875" y="2027296"/>
                </a:lnTo>
                <a:cubicBezTo>
                  <a:pt x="5349875" y="2060973"/>
                  <a:pt x="5322574" y="2088274"/>
                  <a:pt x="5288897" y="2088274"/>
                </a:cubicBezTo>
                <a:lnTo>
                  <a:pt x="60978" y="2088274"/>
                </a:lnTo>
                <a:cubicBezTo>
                  <a:pt x="27301" y="2088274"/>
                  <a:pt x="0" y="2060973"/>
                  <a:pt x="0" y="2027296"/>
                </a:cubicBezTo>
                <a:lnTo>
                  <a:pt x="0" y="60978"/>
                </a:lnTo>
                <a:cubicBezTo>
                  <a:pt x="0" y="27301"/>
                  <a:pt x="27301" y="0"/>
                  <a:pt x="60978" y="0"/>
                </a:cubicBezTo>
                <a:close/>
              </a:path>
            </a:pathLst>
          </a:custGeom>
          <a:solidFill>
            <a:schemeClr val="bg2"/>
          </a:solidFill>
        </p:spPr>
        <p:txBody>
          <a:bodyPr wrap="square" anchor="ctr">
            <a:noAutofit/>
          </a:bodyPr>
          <a:lstStyle>
            <a:lvl1pPr marL="0" indent="0" algn="ctr">
              <a:buNone/>
              <a:defRPr/>
            </a:lvl1pPr>
          </a:lstStyle>
          <a:p>
            <a:r>
              <a:rPr lang="en-GB"/>
              <a:t>Click icon to add picture</a:t>
            </a:r>
            <a:endParaRPr lang="en-PL"/>
          </a:p>
        </p:txBody>
      </p:sp>
      <p:sp>
        <p:nvSpPr>
          <p:cNvPr id="20" name="Picture Placeholder 19">
            <a:extLst>
              <a:ext uri="{FF2B5EF4-FFF2-40B4-BE49-F238E27FC236}">
                <a16:creationId xmlns:a16="http://schemas.microsoft.com/office/drawing/2014/main" id="{A15BF100-B52B-AC8D-5F0F-B2AA1840EFA0}"/>
              </a:ext>
            </a:extLst>
          </p:cNvPr>
          <p:cNvSpPr>
            <a:spLocks noGrp="1"/>
          </p:cNvSpPr>
          <p:nvPr>
            <p:ph type="pic" sz="quarter" idx="16"/>
          </p:nvPr>
        </p:nvSpPr>
        <p:spPr>
          <a:xfrm>
            <a:off x="6291261" y="1892595"/>
            <a:ext cx="5349875" cy="2088274"/>
          </a:xfrm>
          <a:custGeom>
            <a:avLst/>
            <a:gdLst>
              <a:gd name="connsiteX0" fmla="*/ 60978 w 5349875"/>
              <a:gd name="connsiteY0" fmla="*/ 0 h 2088274"/>
              <a:gd name="connsiteX1" fmla="*/ 5288897 w 5349875"/>
              <a:gd name="connsiteY1" fmla="*/ 0 h 2088274"/>
              <a:gd name="connsiteX2" fmla="*/ 5349875 w 5349875"/>
              <a:gd name="connsiteY2" fmla="*/ 60978 h 2088274"/>
              <a:gd name="connsiteX3" fmla="*/ 5349875 w 5349875"/>
              <a:gd name="connsiteY3" fmla="*/ 2027296 h 2088274"/>
              <a:gd name="connsiteX4" fmla="*/ 5288897 w 5349875"/>
              <a:gd name="connsiteY4" fmla="*/ 2088274 h 2088274"/>
              <a:gd name="connsiteX5" fmla="*/ 60978 w 5349875"/>
              <a:gd name="connsiteY5" fmla="*/ 2088274 h 2088274"/>
              <a:gd name="connsiteX6" fmla="*/ 0 w 5349875"/>
              <a:gd name="connsiteY6" fmla="*/ 2027296 h 2088274"/>
              <a:gd name="connsiteX7" fmla="*/ 0 w 5349875"/>
              <a:gd name="connsiteY7" fmla="*/ 60978 h 2088274"/>
              <a:gd name="connsiteX8" fmla="*/ 60978 w 5349875"/>
              <a:gd name="connsiteY8" fmla="*/ 0 h 20882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9875" h="2088274">
                <a:moveTo>
                  <a:pt x="60978" y="0"/>
                </a:moveTo>
                <a:lnTo>
                  <a:pt x="5288897" y="0"/>
                </a:lnTo>
                <a:cubicBezTo>
                  <a:pt x="5322574" y="0"/>
                  <a:pt x="5349875" y="27301"/>
                  <a:pt x="5349875" y="60978"/>
                </a:cubicBezTo>
                <a:lnTo>
                  <a:pt x="5349875" y="2027296"/>
                </a:lnTo>
                <a:cubicBezTo>
                  <a:pt x="5349875" y="2060973"/>
                  <a:pt x="5322574" y="2088274"/>
                  <a:pt x="5288897" y="2088274"/>
                </a:cubicBezTo>
                <a:lnTo>
                  <a:pt x="60978" y="2088274"/>
                </a:lnTo>
                <a:cubicBezTo>
                  <a:pt x="27301" y="2088274"/>
                  <a:pt x="0" y="2060973"/>
                  <a:pt x="0" y="2027296"/>
                </a:cubicBezTo>
                <a:lnTo>
                  <a:pt x="0" y="60978"/>
                </a:lnTo>
                <a:cubicBezTo>
                  <a:pt x="0" y="27301"/>
                  <a:pt x="27301" y="0"/>
                  <a:pt x="60978" y="0"/>
                </a:cubicBezTo>
                <a:close/>
              </a:path>
            </a:pathLst>
          </a:custGeom>
          <a:solidFill>
            <a:schemeClr val="bg2"/>
          </a:solidFill>
        </p:spPr>
        <p:txBody>
          <a:bodyPr wrap="square" anchor="ctr">
            <a:noAutofit/>
          </a:bodyPr>
          <a:lstStyle>
            <a:lvl1pPr marL="0" indent="0" algn="ctr">
              <a:buNone/>
              <a:defRPr/>
            </a:lvl1pPr>
          </a:lstStyle>
          <a:p>
            <a:r>
              <a:rPr lang="en-GB"/>
              <a:t>Click icon to add picture</a:t>
            </a:r>
            <a:endParaRPr lang="en-PL"/>
          </a:p>
        </p:txBody>
      </p:sp>
      <p:sp>
        <p:nvSpPr>
          <p:cNvPr id="7" name="Rectangle 6">
            <a:extLst>
              <a:ext uri="{FF2B5EF4-FFF2-40B4-BE49-F238E27FC236}">
                <a16:creationId xmlns:a16="http://schemas.microsoft.com/office/drawing/2014/main" id="{813B98D7-E358-C9AC-31B4-6F5F0530F15F}"/>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40015957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tent_3 Columns_Photo">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B4D4C034-320B-6DDD-5EA0-66E4226329A7}"/>
              </a:ext>
            </a:extLst>
          </p:cNvPr>
          <p:cNvSpPr/>
          <p:nvPr userDrawn="1"/>
        </p:nvSpPr>
        <p:spPr>
          <a:xfrm>
            <a:off x="0" y="3980869"/>
            <a:ext cx="3548627" cy="2877132"/>
          </a:xfrm>
          <a:custGeom>
            <a:avLst/>
            <a:gdLst>
              <a:gd name="connsiteX0" fmla="*/ 0 w 3548627"/>
              <a:gd name="connsiteY0" fmla="*/ 0 h 2877132"/>
              <a:gd name="connsiteX1" fmla="*/ 17180 w 3548627"/>
              <a:gd name="connsiteY1" fmla="*/ 2773 h 2877132"/>
              <a:gd name="connsiteX2" fmla="*/ 259491 w 3548627"/>
              <a:gd name="connsiteY2" fmla="*/ 60188 h 2877132"/>
              <a:gd name="connsiteX3" fmla="*/ 3514069 w 3548627"/>
              <a:gd name="connsiteY3" fmla="*/ 2844543 h 2877132"/>
              <a:gd name="connsiteX4" fmla="*/ 3548627 w 3548627"/>
              <a:gd name="connsiteY4" fmla="*/ 2877132 h 2877132"/>
              <a:gd name="connsiteX5" fmla="*/ 0 w 3548627"/>
              <a:gd name="connsiteY5" fmla="*/ 2877132 h 2877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48627" h="2877132">
                <a:moveTo>
                  <a:pt x="0" y="0"/>
                </a:moveTo>
                <a:lnTo>
                  <a:pt x="17180" y="2773"/>
                </a:lnTo>
                <a:cubicBezTo>
                  <a:pt x="98749" y="18969"/>
                  <a:pt x="179570" y="38093"/>
                  <a:pt x="259491" y="60188"/>
                </a:cubicBezTo>
                <a:cubicBezTo>
                  <a:pt x="2497293" y="678866"/>
                  <a:pt x="2569908" y="1912490"/>
                  <a:pt x="3514069" y="2844543"/>
                </a:cubicBezTo>
                <a:lnTo>
                  <a:pt x="3548627" y="2877132"/>
                </a:lnTo>
                <a:lnTo>
                  <a:pt x="0" y="2877132"/>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164" y="549098"/>
            <a:ext cx="11090275"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a:xfrm>
            <a:off x="11641138" y="6311096"/>
            <a:ext cx="550862" cy="546904"/>
          </a:xfrm>
          <a:prstGeom prst="rect">
            <a:avLst/>
          </a:prstGeom>
        </p:spPr>
        <p:txBody>
          <a:bodyPr/>
          <a:lstStyle/>
          <a:p>
            <a:fld id="{4EE75B84-B7E0-4C4B-AC9D-894B0C074E7C}" type="slidenum">
              <a:rPr lang="en-PL" smtClean="0"/>
              <a:pPr/>
              <a:t>‹#›</a:t>
            </a:fld>
            <a:endParaRPr lang="en-PL"/>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14" name="Picture Placeholder 13">
            <a:extLst>
              <a:ext uri="{FF2B5EF4-FFF2-40B4-BE49-F238E27FC236}">
                <a16:creationId xmlns:a16="http://schemas.microsoft.com/office/drawing/2014/main" id="{C4B63A24-445D-FCB7-15FF-C986A81041FF}"/>
              </a:ext>
            </a:extLst>
          </p:cNvPr>
          <p:cNvSpPr>
            <a:spLocks noGrp="1"/>
          </p:cNvSpPr>
          <p:nvPr>
            <p:ph type="pic" sz="quarter" idx="19"/>
          </p:nvPr>
        </p:nvSpPr>
        <p:spPr>
          <a:xfrm>
            <a:off x="554167" y="1904539"/>
            <a:ext cx="3468241" cy="2088274"/>
          </a:xfrm>
          <a:custGeom>
            <a:avLst/>
            <a:gdLst>
              <a:gd name="connsiteX0" fmla="*/ 60978 w 3468241"/>
              <a:gd name="connsiteY0" fmla="*/ 0 h 2088274"/>
              <a:gd name="connsiteX1" fmla="*/ 3407263 w 3468241"/>
              <a:gd name="connsiteY1" fmla="*/ 0 h 2088274"/>
              <a:gd name="connsiteX2" fmla="*/ 3468241 w 3468241"/>
              <a:gd name="connsiteY2" fmla="*/ 60978 h 2088274"/>
              <a:gd name="connsiteX3" fmla="*/ 3468241 w 3468241"/>
              <a:gd name="connsiteY3" fmla="*/ 2027296 h 2088274"/>
              <a:gd name="connsiteX4" fmla="*/ 3407263 w 3468241"/>
              <a:gd name="connsiteY4" fmla="*/ 2088274 h 2088274"/>
              <a:gd name="connsiteX5" fmla="*/ 60978 w 3468241"/>
              <a:gd name="connsiteY5" fmla="*/ 2088274 h 2088274"/>
              <a:gd name="connsiteX6" fmla="*/ 0 w 3468241"/>
              <a:gd name="connsiteY6" fmla="*/ 2027296 h 2088274"/>
              <a:gd name="connsiteX7" fmla="*/ 0 w 3468241"/>
              <a:gd name="connsiteY7" fmla="*/ 60978 h 2088274"/>
              <a:gd name="connsiteX8" fmla="*/ 60978 w 3468241"/>
              <a:gd name="connsiteY8" fmla="*/ 0 h 20882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68241" h="2088274">
                <a:moveTo>
                  <a:pt x="60978" y="0"/>
                </a:moveTo>
                <a:lnTo>
                  <a:pt x="3407263" y="0"/>
                </a:lnTo>
                <a:cubicBezTo>
                  <a:pt x="3440940" y="0"/>
                  <a:pt x="3468241" y="27301"/>
                  <a:pt x="3468241" y="60978"/>
                </a:cubicBezTo>
                <a:lnTo>
                  <a:pt x="3468241" y="2027296"/>
                </a:lnTo>
                <a:cubicBezTo>
                  <a:pt x="3468241" y="2060973"/>
                  <a:pt x="3440940" y="2088274"/>
                  <a:pt x="3407263" y="2088274"/>
                </a:cubicBezTo>
                <a:lnTo>
                  <a:pt x="60978" y="2088274"/>
                </a:lnTo>
                <a:cubicBezTo>
                  <a:pt x="27301" y="2088274"/>
                  <a:pt x="0" y="2060973"/>
                  <a:pt x="0" y="2027296"/>
                </a:cubicBezTo>
                <a:lnTo>
                  <a:pt x="0" y="60978"/>
                </a:lnTo>
                <a:cubicBezTo>
                  <a:pt x="0" y="27301"/>
                  <a:pt x="27301" y="0"/>
                  <a:pt x="60978" y="0"/>
                </a:cubicBezTo>
                <a:close/>
              </a:path>
            </a:pathLst>
          </a:custGeom>
          <a:solidFill>
            <a:schemeClr val="bg2"/>
          </a:solidFill>
        </p:spPr>
        <p:txBody>
          <a:bodyPr wrap="square" anchor="ctr">
            <a:noAutofit/>
          </a:bodyPr>
          <a:lstStyle>
            <a:lvl1pPr marL="0" indent="0" algn="ctr">
              <a:buNone/>
              <a:defRPr/>
            </a:lvl1pPr>
          </a:lstStyle>
          <a:p>
            <a:r>
              <a:rPr lang="en-GB"/>
              <a:t>Click icon to add picture</a:t>
            </a:r>
            <a:endParaRPr lang="en-PL"/>
          </a:p>
        </p:txBody>
      </p:sp>
      <p:sp>
        <p:nvSpPr>
          <p:cNvPr id="4" name="Text Placeholder 6">
            <a:extLst>
              <a:ext uri="{FF2B5EF4-FFF2-40B4-BE49-F238E27FC236}">
                <a16:creationId xmlns:a16="http://schemas.microsoft.com/office/drawing/2014/main" id="{151D2AC7-BB8D-E36B-EF33-A57E03B9B4F0}"/>
              </a:ext>
            </a:extLst>
          </p:cNvPr>
          <p:cNvSpPr>
            <a:spLocks noGrp="1"/>
          </p:cNvSpPr>
          <p:nvPr>
            <p:ph idx="1"/>
          </p:nvPr>
        </p:nvSpPr>
        <p:spPr>
          <a:xfrm>
            <a:off x="554162" y="4851129"/>
            <a:ext cx="3468245" cy="1457596"/>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GB"/>
              <a:t>Click to edit Master text styles</a:t>
            </a:r>
          </a:p>
        </p:txBody>
      </p:sp>
      <p:sp>
        <p:nvSpPr>
          <p:cNvPr id="8" name="Text Placeholder 7">
            <a:extLst>
              <a:ext uri="{FF2B5EF4-FFF2-40B4-BE49-F238E27FC236}">
                <a16:creationId xmlns:a16="http://schemas.microsoft.com/office/drawing/2014/main" id="{F6E9F23E-DC2B-A56B-B5FA-839AF3E2CA96}"/>
              </a:ext>
            </a:extLst>
          </p:cNvPr>
          <p:cNvSpPr>
            <a:spLocks noGrp="1"/>
          </p:cNvSpPr>
          <p:nvPr>
            <p:ph type="body" sz="quarter" idx="11"/>
          </p:nvPr>
        </p:nvSpPr>
        <p:spPr>
          <a:xfrm>
            <a:off x="554162" y="4221815"/>
            <a:ext cx="3468245" cy="444507"/>
          </a:xfrm>
        </p:spPr>
        <p:txBody>
          <a:bodyPr/>
          <a:lstStyle>
            <a:lvl1pPr marL="0" indent="0">
              <a:buNone/>
              <a:defRPr b="1">
                <a:solidFill>
                  <a:schemeClr val="tx2"/>
                </a:solidFill>
              </a:defRPr>
            </a:lvl1pPr>
          </a:lstStyle>
          <a:p>
            <a:pPr lvl="0"/>
            <a:r>
              <a:rPr lang="en-GB"/>
              <a:t>Click to edit Master text styles</a:t>
            </a:r>
          </a:p>
        </p:txBody>
      </p:sp>
      <p:sp>
        <p:nvSpPr>
          <p:cNvPr id="10" name="Picture Placeholder 13">
            <a:extLst>
              <a:ext uri="{FF2B5EF4-FFF2-40B4-BE49-F238E27FC236}">
                <a16:creationId xmlns:a16="http://schemas.microsoft.com/office/drawing/2014/main" id="{D61E2653-BB8A-C31C-AD38-3C43142FA8C3}"/>
              </a:ext>
            </a:extLst>
          </p:cNvPr>
          <p:cNvSpPr>
            <a:spLocks noGrp="1"/>
          </p:cNvSpPr>
          <p:nvPr>
            <p:ph type="pic" sz="quarter" idx="20"/>
          </p:nvPr>
        </p:nvSpPr>
        <p:spPr>
          <a:xfrm>
            <a:off x="8172900" y="1904539"/>
            <a:ext cx="3468241" cy="2088274"/>
          </a:xfrm>
          <a:custGeom>
            <a:avLst/>
            <a:gdLst>
              <a:gd name="connsiteX0" fmla="*/ 60978 w 3468241"/>
              <a:gd name="connsiteY0" fmla="*/ 0 h 2088274"/>
              <a:gd name="connsiteX1" fmla="*/ 3407263 w 3468241"/>
              <a:gd name="connsiteY1" fmla="*/ 0 h 2088274"/>
              <a:gd name="connsiteX2" fmla="*/ 3468241 w 3468241"/>
              <a:gd name="connsiteY2" fmla="*/ 60978 h 2088274"/>
              <a:gd name="connsiteX3" fmla="*/ 3468241 w 3468241"/>
              <a:gd name="connsiteY3" fmla="*/ 2027296 h 2088274"/>
              <a:gd name="connsiteX4" fmla="*/ 3407263 w 3468241"/>
              <a:gd name="connsiteY4" fmla="*/ 2088274 h 2088274"/>
              <a:gd name="connsiteX5" fmla="*/ 60978 w 3468241"/>
              <a:gd name="connsiteY5" fmla="*/ 2088274 h 2088274"/>
              <a:gd name="connsiteX6" fmla="*/ 0 w 3468241"/>
              <a:gd name="connsiteY6" fmla="*/ 2027296 h 2088274"/>
              <a:gd name="connsiteX7" fmla="*/ 0 w 3468241"/>
              <a:gd name="connsiteY7" fmla="*/ 60978 h 2088274"/>
              <a:gd name="connsiteX8" fmla="*/ 60978 w 3468241"/>
              <a:gd name="connsiteY8" fmla="*/ 0 h 20882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68241" h="2088274">
                <a:moveTo>
                  <a:pt x="60978" y="0"/>
                </a:moveTo>
                <a:lnTo>
                  <a:pt x="3407263" y="0"/>
                </a:lnTo>
                <a:cubicBezTo>
                  <a:pt x="3440940" y="0"/>
                  <a:pt x="3468241" y="27301"/>
                  <a:pt x="3468241" y="60978"/>
                </a:cubicBezTo>
                <a:lnTo>
                  <a:pt x="3468241" y="2027296"/>
                </a:lnTo>
                <a:cubicBezTo>
                  <a:pt x="3468241" y="2060973"/>
                  <a:pt x="3440940" y="2088274"/>
                  <a:pt x="3407263" y="2088274"/>
                </a:cubicBezTo>
                <a:lnTo>
                  <a:pt x="60978" y="2088274"/>
                </a:lnTo>
                <a:cubicBezTo>
                  <a:pt x="27301" y="2088274"/>
                  <a:pt x="0" y="2060973"/>
                  <a:pt x="0" y="2027296"/>
                </a:cubicBezTo>
                <a:lnTo>
                  <a:pt x="0" y="60978"/>
                </a:lnTo>
                <a:cubicBezTo>
                  <a:pt x="0" y="27301"/>
                  <a:pt x="27301" y="0"/>
                  <a:pt x="60978" y="0"/>
                </a:cubicBezTo>
                <a:close/>
              </a:path>
            </a:pathLst>
          </a:custGeom>
          <a:solidFill>
            <a:schemeClr val="bg2"/>
          </a:solidFill>
        </p:spPr>
        <p:txBody>
          <a:bodyPr wrap="square" anchor="ctr">
            <a:noAutofit/>
          </a:bodyPr>
          <a:lstStyle>
            <a:lvl1pPr marL="0" indent="0" algn="ctr">
              <a:buNone/>
              <a:defRPr/>
            </a:lvl1pPr>
          </a:lstStyle>
          <a:p>
            <a:r>
              <a:rPr lang="en-GB"/>
              <a:t>Click icon to add picture</a:t>
            </a:r>
            <a:endParaRPr lang="en-PL"/>
          </a:p>
        </p:txBody>
      </p:sp>
      <p:sp>
        <p:nvSpPr>
          <p:cNvPr id="13" name="Text Placeholder 6">
            <a:extLst>
              <a:ext uri="{FF2B5EF4-FFF2-40B4-BE49-F238E27FC236}">
                <a16:creationId xmlns:a16="http://schemas.microsoft.com/office/drawing/2014/main" id="{BEFC013F-42AA-4361-D6D8-193E74F7A27B}"/>
              </a:ext>
            </a:extLst>
          </p:cNvPr>
          <p:cNvSpPr>
            <a:spLocks noGrp="1"/>
          </p:cNvSpPr>
          <p:nvPr>
            <p:ph idx="21"/>
          </p:nvPr>
        </p:nvSpPr>
        <p:spPr>
          <a:xfrm>
            <a:off x="8172895" y="4851129"/>
            <a:ext cx="3468245" cy="1457596"/>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GB"/>
              <a:t>Click to edit Master text styles</a:t>
            </a:r>
          </a:p>
        </p:txBody>
      </p:sp>
      <p:sp>
        <p:nvSpPr>
          <p:cNvPr id="15" name="Text Placeholder 7">
            <a:extLst>
              <a:ext uri="{FF2B5EF4-FFF2-40B4-BE49-F238E27FC236}">
                <a16:creationId xmlns:a16="http://schemas.microsoft.com/office/drawing/2014/main" id="{E279D1ED-4A4E-330F-B961-CDE713EF3E18}"/>
              </a:ext>
            </a:extLst>
          </p:cNvPr>
          <p:cNvSpPr>
            <a:spLocks noGrp="1"/>
          </p:cNvSpPr>
          <p:nvPr>
            <p:ph type="body" sz="quarter" idx="22"/>
          </p:nvPr>
        </p:nvSpPr>
        <p:spPr>
          <a:xfrm>
            <a:off x="8172895" y="4221815"/>
            <a:ext cx="3468245" cy="444507"/>
          </a:xfrm>
        </p:spPr>
        <p:txBody>
          <a:bodyPr/>
          <a:lstStyle>
            <a:lvl1pPr marL="0" indent="0">
              <a:buNone/>
              <a:defRPr b="1">
                <a:solidFill>
                  <a:schemeClr val="tx2"/>
                </a:solidFill>
              </a:defRPr>
            </a:lvl1pPr>
          </a:lstStyle>
          <a:p>
            <a:pPr lvl="0"/>
            <a:r>
              <a:rPr lang="en-GB"/>
              <a:t>Click to edit Master text styles</a:t>
            </a:r>
          </a:p>
        </p:txBody>
      </p:sp>
      <p:sp>
        <p:nvSpPr>
          <p:cNvPr id="16" name="Picture Placeholder 13">
            <a:extLst>
              <a:ext uri="{FF2B5EF4-FFF2-40B4-BE49-F238E27FC236}">
                <a16:creationId xmlns:a16="http://schemas.microsoft.com/office/drawing/2014/main" id="{B4C06C48-CC71-79CC-E419-FFF4B0DD89E1}"/>
              </a:ext>
            </a:extLst>
          </p:cNvPr>
          <p:cNvSpPr>
            <a:spLocks noGrp="1"/>
          </p:cNvSpPr>
          <p:nvPr>
            <p:ph type="pic" sz="quarter" idx="23"/>
          </p:nvPr>
        </p:nvSpPr>
        <p:spPr>
          <a:xfrm>
            <a:off x="4361881" y="1904539"/>
            <a:ext cx="3468241" cy="2088274"/>
          </a:xfrm>
          <a:custGeom>
            <a:avLst/>
            <a:gdLst>
              <a:gd name="connsiteX0" fmla="*/ 60978 w 3468241"/>
              <a:gd name="connsiteY0" fmla="*/ 0 h 2088274"/>
              <a:gd name="connsiteX1" fmla="*/ 3407263 w 3468241"/>
              <a:gd name="connsiteY1" fmla="*/ 0 h 2088274"/>
              <a:gd name="connsiteX2" fmla="*/ 3468241 w 3468241"/>
              <a:gd name="connsiteY2" fmla="*/ 60978 h 2088274"/>
              <a:gd name="connsiteX3" fmla="*/ 3468241 w 3468241"/>
              <a:gd name="connsiteY3" fmla="*/ 2027296 h 2088274"/>
              <a:gd name="connsiteX4" fmla="*/ 3407263 w 3468241"/>
              <a:gd name="connsiteY4" fmla="*/ 2088274 h 2088274"/>
              <a:gd name="connsiteX5" fmla="*/ 60978 w 3468241"/>
              <a:gd name="connsiteY5" fmla="*/ 2088274 h 2088274"/>
              <a:gd name="connsiteX6" fmla="*/ 0 w 3468241"/>
              <a:gd name="connsiteY6" fmla="*/ 2027296 h 2088274"/>
              <a:gd name="connsiteX7" fmla="*/ 0 w 3468241"/>
              <a:gd name="connsiteY7" fmla="*/ 60978 h 2088274"/>
              <a:gd name="connsiteX8" fmla="*/ 60978 w 3468241"/>
              <a:gd name="connsiteY8" fmla="*/ 0 h 20882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68241" h="2088274">
                <a:moveTo>
                  <a:pt x="60978" y="0"/>
                </a:moveTo>
                <a:lnTo>
                  <a:pt x="3407263" y="0"/>
                </a:lnTo>
                <a:cubicBezTo>
                  <a:pt x="3440940" y="0"/>
                  <a:pt x="3468241" y="27301"/>
                  <a:pt x="3468241" y="60978"/>
                </a:cubicBezTo>
                <a:lnTo>
                  <a:pt x="3468241" y="2027296"/>
                </a:lnTo>
                <a:cubicBezTo>
                  <a:pt x="3468241" y="2060973"/>
                  <a:pt x="3440940" y="2088274"/>
                  <a:pt x="3407263" y="2088274"/>
                </a:cubicBezTo>
                <a:lnTo>
                  <a:pt x="60978" y="2088274"/>
                </a:lnTo>
                <a:cubicBezTo>
                  <a:pt x="27301" y="2088274"/>
                  <a:pt x="0" y="2060973"/>
                  <a:pt x="0" y="2027296"/>
                </a:cubicBezTo>
                <a:lnTo>
                  <a:pt x="0" y="60978"/>
                </a:lnTo>
                <a:cubicBezTo>
                  <a:pt x="0" y="27301"/>
                  <a:pt x="27301" y="0"/>
                  <a:pt x="60978" y="0"/>
                </a:cubicBezTo>
                <a:close/>
              </a:path>
            </a:pathLst>
          </a:custGeom>
          <a:solidFill>
            <a:schemeClr val="bg2"/>
          </a:solidFill>
        </p:spPr>
        <p:txBody>
          <a:bodyPr wrap="square" anchor="ctr">
            <a:noAutofit/>
          </a:bodyPr>
          <a:lstStyle>
            <a:lvl1pPr marL="0" indent="0" algn="ctr">
              <a:buNone/>
              <a:defRPr/>
            </a:lvl1pPr>
          </a:lstStyle>
          <a:p>
            <a:r>
              <a:rPr lang="en-GB"/>
              <a:t>Click icon to add picture</a:t>
            </a:r>
            <a:endParaRPr lang="en-PL"/>
          </a:p>
        </p:txBody>
      </p:sp>
      <p:sp>
        <p:nvSpPr>
          <p:cNvPr id="17" name="Text Placeholder 6">
            <a:extLst>
              <a:ext uri="{FF2B5EF4-FFF2-40B4-BE49-F238E27FC236}">
                <a16:creationId xmlns:a16="http://schemas.microsoft.com/office/drawing/2014/main" id="{B64EF92C-E96B-4FA9-DD85-43C266CD5F49}"/>
              </a:ext>
            </a:extLst>
          </p:cNvPr>
          <p:cNvSpPr>
            <a:spLocks noGrp="1"/>
          </p:cNvSpPr>
          <p:nvPr>
            <p:ph idx="24"/>
          </p:nvPr>
        </p:nvSpPr>
        <p:spPr>
          <a:xfrm>
            <a:off x="4361878" y="4851129"/>
            <a:ext cx="3468245" cy="1457596"/>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GB"/>
              <a:t>Click to edit Master text styles</a:t>
            </a:r>
          </a:p>
        </p:txBody>
      </p:sp>
      <p:sp>
        <p:nvSpPr>
          <p:cNvPr id="18" name="Text Placeholder 7">
            <a:extLst>
              <a:ext uri="{FF2B5EF4-FFF2-40B4-BE49-F238E27FC236}">
                <a16:creationId xmlns:a16="http://schemas.microsoft.com/office/drawing/2014/main" id="{BD429EFF-4276-75F2-759E-AC723CCC9AD6}"/>
              </a:ext>
            </a:extLst>
          </p:cNvPr>
          <p:cNvSpPr>
            <a:spLocks noGrp="1"/>
          </p:cNvSpPr>
          <p:nvPr>
            <p:ph type="body" sz="quarter" idx="25"/>
          </p:nvPr>
        </p:nvSpPr>
        <p:spPr>
          <a:xfrm>
            <a:off x="4361876" y="4221815"/>
            <a:ext cx="3468245" cy="444507"/>
          </a:xfrm>
        </p:spPr>
        <p:txBody>
          <a:bodyPr/>
          <a:lstStyle>
            <a:lvl1pPr marL="0" indent="0">
              <a:buNone/>
              <a:defRPr b="1">
                <a:solidFill>
                  <a:schemeClr val="tx2"/>
                </a:solidFill>
              </a:defRPr>
            </a:lvl1pPr>
          </a:lstStyle>
          <a:p>
            <a:pPr lvl="0"/>
            <a:r>
              <a:rPr lang="en-GB"/>
              <a:t>Click to edit Master text styles</a:t>
            </a:r>
          </a:p>
        </p:txBody>
      </p:sp>
      <p:sp>
        <p:nvSpPr>
          <p:cNvPr id="7" name="Rectangle 6">
            <a:extLst>
              <a:ext uri="{FF2B5EF4-FFF2-40B4-BE49-F238E27FC236}">
                <a16:creationId xmlns:a16="http://schemas.microsoft.com/office/drawing/2014/main" id="{8C5FA838-DB61-536E-EB14-6328D1AE0558}"/>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350332838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_4 Columns_Photo">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B4D4C034-320B-6DDD-5EA0-66E4226329A7}"/>
              </a:ext>
            </a:extLst>
          </p:cNvPr>
          <p:cNvSpPr/>
          <p:nvPr userDrawn="1"/>
        </p:nvSpPr>
        <p:spPr>
          <a:xfrm>
            <a:off x="0" y="3985009"/>
            <a:ext cx="3548627" cy="2877132"/>
          </a:xfrm>
          <a:custGeom>
            <a:avLst/>
            <a:gdLst>
              <a:gd name="connsiteX0" fmla="*/ 0 w 3548627"/>
              <a:gd name="connsiteY0" fmla="*/ 0 h 2877132"/>
              <a:gd name="connsiteX1" fmla="*/ 17180 w 3548627"/>
              <a:gd name="connsiteY1" fmla="*/ 2773 h 2877132"/>
              <a:gd name="connsiteX2" fmla="*/ 259491 w 3548627"/>
              <a:gd name="connsiteY2" fmla="*/ 60188 h 2877132"/>
              <a:gd name="connsiteX3" fmla="*/ 3514069 w 3548627"/>
              <a:gd name="connsiteY3" fmla="*/ 2844543 h 2877132"/>
              <a:gd name="connsiteX4" fmla="*/ 3548627 w 3548627"/>
              <a:gd name="connsiteY4" fmla="*/ 2877132 h 2877132"/>
              <a:gd name="connsiteX5" fmla="*/ 0 w 3548627"/>
              <a:gd name="connsiteY5" fmla="*/ 2877132 h 2877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48627" h="2877132">
                <a:moveTo>
                  <a:pt x="0" y="0"/>
                </a:moveTo>
                <a:lnTo>
                  <a:pt x="17180" y="2773"/>
                </a:lnTo>
                <a:cubicBezTo>
                  <a:pt x="98749" y="18969"/>
                  <a:pt x="179570" y="38093"/>
                  <a:pt x="259491" y="60188"/>
                </a:cubicBezTo>
                <a:cubicBezTo>
                  <a:pt x="2497293" y="678866"/>
                  <a:pt x="2569908" y="1912490"/>
                  <a:pt x="3514069" y="2844543"/>
                </a:cubicBezTo>
                <a:lnTo>
                  <a:pt x="3548627" y="2877132"/>
                </a:lnTo>
                <a:lnTo>
                  <a:pt x="0" y="2877132"/>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038" y="552651"/>
            <a:ext cx="11090275"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a:xfrm>
            <a:off x="11641138" y="6311096"/>
            <a:ext cx="550862" cy="546904"/>
          </a:xfrm>
          <a:prstGeom prst="rect">
            <a:avLst/>
          </a:prstGeom>
        </p:spPr>
        <p:txBody>
          <a:bodyPr/>
          <a:lstStyle/>
          <a:p>
            <a:fld id="{4EE75B84-B7E0-4C4B-AC9D-894B0C074E7C}" type="slidenum">
              <a:rPr lang="en-PL" smtClean="0"/>
              <a:pPr/>
              <a:t>‹#›</a:t>
            </a:fld>
            <a:endParaRPr lang="en-PL"/>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9" name="Text Placeholder 6">
            <a:extLst>
              <a:ext uri="{FF2B5EF4-FFF2-40B4-BE49-F238E27FC236}">
                <a16:creationId xmlns:a16="http://schemas.microsoft.com/office/drawing/2014/main" id="{32318783-F912-367F-A0F9-62F27F691C6D}"/>
              </a:ext>
            </a:extLst>
          </p:cNvPr>
          <p:cNvSpPr>
            <a:spLocks noGrp="1"/>
          </p:cNvSpPr>
          <p:nvPr>
            <p:ph idx="1"/>
          </p:nvPr>
        </p:nvSpPr>
        <p:spPr>
          <a:xfrm>
            <a:off x="554037" y="3898955"/>
            <a:ext cx="2479418" cy="2409769"/>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GB"/>
              <a:t>Click to edit Master text styles</a:t>
            </a:r>
          </a:p>
        </p:txBody>
      </p:sp>
      <p:sp>
        <p:nvSpPr>
          <p:cNvPr id="11" name="Text Placeholder 7">
            <a:extLst>
              <a:ext uri="{FF2B5EF4-FFF2-40B4-BE49-F238E27FC236}">
                <a16:creationId xmlns:a16="http://schemas.microsoft.com/office/drawing/2014/main" id="{89B4F3B9-1C89-E951-4C68-F8F9879046BB}"/>
              </a:ext>
            </a:extLst>
          </p:cNvPr>
          <p:cNvSpPr>
            <a:spLocks noGrp="1"/>
          </p:cNvSpPr>
          <p:nvPr>
            <p:ph type="body" sz="quarter" idx="11"/>
          </p:nvPr>
        </p:nvSpPr>
        <p:spPr>
          <a:xfrm>
            <a:off x="554037" y="3261121"/>
            <a:ext cx="2479418" cy="444507"/>
          </a:xfrm>
        </p:spPr>
        <p:txBody>
          <a:bodyPr/>
          <a:lstStyle>
            <a:lvl1pPr marL="0" indent="0">
              <a:buNone/>
              <a:defRPr b="1">
                <a:solidFill>
                  <a:schemeClr val="tx2"/>
                </a:solidFill>
              </a:defRPr>
            </a:lvl1pPr>
          </a:lstStyle>
          <a:p>
            <a:pPr lvl="0"/>
            <a:r>
              <a:rPr lang="en-GB"/>
              <a:t>Click to edit Master text styles</a:t>
            </a:r>
          </a:p>
        </p:txBody>
      </p:sp>
      <p:sp>
        <p:nvSpPr>
          <p:cNvPr id="21" name="Picture Placeholder 20">
            <a:extLst>
              <a:ext uri="{FF2B5EF4-FFF2-40B4-BE49-F238E27FC236}">
                <a16:creationId xmlns:a16="http://schemas.microsoft.com/office/drawing/2014/main" id="{9EB4F83A-A12A-A3D4-3F35-3B8B87F518F3}"/>
              </a:ext>
            </a:extLst>
          </p:cNvPr>
          <p:cNvSpPr>
            <a:spLocks noGrp="1"/>
          </p:cNvSpPr>
          <p:nvPr>
            <p:ph type="pic" sz="quarter" idx="12"/>
          </p:nvPr>
        </p:nvSpPr>
        <p:spPr>
          <a:xfrm>
            <a:off x="554038" y="1690689"/>
            <a:ext cx="2479417" cy="1291051"/>
          </a:xfrm>
          <a:custGeom>
            <a:avLst/>
            <a:gdLst>
              <a:gd name="connsiteX0" fmla="*/ 37699 w 2479417"/>
              <a:gd name="connsiteY0" fmla="*/ 0 h 1291051"/>
              <a:gd name="connsiteX1" fmla="*/ 2441718 w 2479417"/>
              <a:gd name="connsiteY1" fmla="*/ 0 h 1291051"/>
              <a:gd name="connsiteX2" fmla="*/ 2479417 w 2479417"/>
              <a:gd name="connsiteY2" fmla="*/ 37699 h 1291051"/>
              <a:gd name="connsiteX3" fmla="*/ 2479417 w 2479417"/>
              <a:gd name="connsiteY3" fmla="*/ 1253352 h 1291051"/>
              <a:gd name="connsiteX4" fmla="*/ 2441718 w 2479417"/>
              <a:gd name="connsiteY4" fmla="*/ 1291051 h 1291051"/>
              <a:gd name="connsiteX5" fmla="*/ 37699 w 2479417"/>
              <a:gd name="connsiteY5" fmla="*/ 1291051 h 1291051"/>
              <a:gd name="connsiteX6" fmla="*/ 0 w 2479417"/>
              <a:gd name="connsiteY6" fmla="*/ 1253352 h 1291051"/>
              <a:gd name="connsiteX7" fmla="*/ 0 w 2479417"/>
              <a:gd name="connsiteY7" fmla="*/ 37699 h 1291051"/>
              <a:gd name="connsiteX8" fmla="*/ 37699 w 2479417"/>
              <a:gd name="connsiteY8" fmla="*/ 0 h 1291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79417" h="1291051">
                <a:moveTo>
                  <a:pt x="37699" y="0"/>
                </a:moveTo>
                <a:lnTo>
                  <a:pt x="2441718" y="0"/>
                </a:lnTo>
                <a:cubicBezTo>
                  <a:pt x="2462539" y="0"/>
                  <a:pt x="2479417" y="16878"/>
                  <a:pt x="2479417" y="37699"/>
                </a:cubicBezTo>
                <a:lnTo>
                  <a:pt x="2479417" y="1253352"/>
                </a:lnTo>
                <a:cubicBezTo>
                  <a:pt x="2479417" y="1274173"/>
                  <a:pt x="2462539" y="1291051"/>
                  <a:pt x="2441718" y="1291051"/>
                </a:cubicBezTo>
                <a:lnTo>
                  <a:pt x="37699" y="1291051"/>
                </a:lnTo>
                <a:cubicBezTo>
                  <a:pt x="16878" y="1291051"/>
                  <a:pt x="0" y="1274173"/>
                  <a:pt x="0" y="1253352"/>
                </a:cubicBezTo>
                <a:lnTo>
                  <a:pt x="0" y="37699"/>
                </a:lnTo>
                <a:cubicBezTo>
                  <a:pt x="0" y="16878"/>
                  <a:pt x="16878" y="0"/>
                  <a:pt x="37699" y="0"/>
                </a:cubicBezTo>
                <a:close/>
              </a:path>
            </a:pathLst>
          </a:custGeom>
          <a:solidFill>
            <a:schemeClr val="bg2"/>
          </a:solidFill>
        </p:spPr>
        <p:txBody>
          <a:bodyPr wrap="square" anchor="ctr">
            <a:noAutofit/>
          </a:bodyPr>
          <a:lstStyle>
            <a:lvl1pPr marL="0" indent="0" algn="ctr">
              <a:buNone/>
              <a:defRPr/>
            </a:lvl1pPr>
          </a:lstStyle>
          <a:p>
            <a:r>
              <a:rPr lang="en-GB"/>
              <a:t>Click icon to add picture</a:t>
            </a:r>
            <a:endParaRPr lang="en-PL"/>
          </a:p>
        </p:txBody>
      </p:sp>
      <p:sp>
        <p:nvSpPr>
          <p:cNvPr id="22" name="Text Placeholder 6">
            <a:extLst>
              <a:ext uri="{FF2B5EF4-FFF2-40B4-BE49-F238E27FC236}">
                <a16:creationId xmlns:a16="http://schemas.microsoft.com/office/drawing/2014/main" id="{4C336369-4672-25EF-0D52-0AA63F40213E}"/>
              </a:ext>
            </a:extLst>
          </p:cNvPr>
          <p:cNvSpPr>
            <a:spLocks noGrp="1"/>
          </p:cNvSpPr>
          <p:nvPr>
            <p:ph idx="13"/>
          </p:nvPr>
        </p:nvSpPr>
        <p:spPr>
          <a:xfrm>
            <a:off x="9161720" y="3898956"/>
            <a:ext cx="2479418" cy="2409769"/>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GB"/>
              <a:t>Click to edit Master text styles</a:t>
            </a:r>
          </a:p>
        </p:txBody>
      </p:sp>
      <p:sp>
        <p:nvSpPr>
          <p:cNvPr id="23" name="Text Placeholder 7">
            <a:extLst>
              <a:ext uri="{FF2B5EF4-FFF2-40B4-BE49-F238E27FC236}">
                <a16:creationId xmlns:a16="http://schemas.microsoft.com/office/drawing/2014/main" id="{191F6897-4FBF-34C3-8D07-17047C52251B}"/>
              </a:ext>
            </a:extLst>
          </p:cNvPr>
          <p:cNvSpPr>
            <a:spLocks noGrp="1"/>
          </p:cNvSpPr>
          <p:nvPr>
            <p:ph type="body" sz="quarter" idx="14"/>
          </p:nvPr>
        </p:nvSpPr>
        <p:spPr>
          <a:xfrm>
            <a:off x="9161720" y="3269642"/>
            <a:ext cx="2479418" cy="444507"/>
          </a:xfrm>
        </p:spPr>
        <p:txBody>
          <a:bodyPr/>
          <a:lstStyle>
            <a:lvl1pPr marL="0" indent="0">
              <a:buNone/>
              <a:defRPr b="1">
                <a:solidFill>
                  <a:schemeClr val="tx2"/>
                </a:solidFill>
              </a:defRPr>
            </a:lvl1pPr>
          </a:lstStyle>
          <a:p>
            <a:pPr lvl="0"/>
            <a:r>
              <a:rPr lang="en-GB"/>
              <a:t>Click to edit Master text styles</a:t>
            </a:r>
          </a:p>
        </p:txBody>
      </p:sp>
      <p:sp>
        <p:nvSpPr>
          <p:cNvPr id="24" name="Picture Placeholder 23">
            <a:extLst>
              <a:ext uri="{FF2B5EF4-FFF2-40B4-BE49-F238E27FC236}">
                <a16:creationId xmlns:a16="http://schemas.microsoft.com/office/drawing/2014/main" id="{746B1D23-3F88-94EB-2D20-2DDAE7E339C8}"/>
              </a:ext>
            </a:extLst>
          </p:cNvPr>
          <p:cNvSpPr>
            <a:spLocks noGrp="1"/>
          </p:cNvSpPr>
          <p:nvPr>
            <p:ph type="pic" sz="quarter" idx="15"/>
          </p:nvPr>
        </p:nvSpPr>
        <p:spPr>
          <a:xfrm>
            <a:off x="9161721" y="1688681"/>
            <a:ext cx="2479417" cy="1291051"/>
          </a:xfrm>
          <a:custGeom>
            <a:avLst/>
            <a:gdLst>
              <a:gd name="connsiteX0" fmla="*/ 37699 w 2479417"/>
              <a:gd name="connsiteY0" fmla="*/ 0 h 1291051"/>
              <a:gd name="connsiteX1" fmla="*/ 2441718 w 2479417"/>
              <a:gd name="connsiteY1" fmla="*/ 0 h 1291051"/>
              <a:gd name="connsiteX2" fmla="*/ 2479417 w 2479417"/>
              <a:gd name="connsiteY2" fmla="*/ 37699 h 1291051"/>
              <a:gd name="connsiteX3" fmla="*/ 2479417 w 2479417"/>
              <a:gd name="connsiteY3" fmla="*/ 1253352 h 1291051"/>
              <a:gd name="connsiteX4" fmla="*/ 2441718 w 2479417"/>
              <a:gd name="connsiteY4" fmla="*/ 1291051 h 1291051"/>
              <a:gd name="connsiteX5" fmla="*/ 37699 w 2479417"/>
              <a:gd name="connsiteY5" fmla="*/ 1291051 h 1291051"/>
              <a:gd name="connsiteX6" fmla="*/ 0 w 2479417"/>
              <a:gd name="connsiteY6" fmla="*/ 1253352 h 1291051"/>
              <a:gd name="connsiteX7" fmla="*/ 0 w 2479417"/>
              <a:gd name="connsiteY7" fmla="*/ 37699 h 1291051"/>
              <a:gd name="connsiteX8" fmla="*/ 37699 w 2479417"/>
              <a:gd name="connsiteY8" fmla="*/ 0 h 1291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79417" h="1291051">
                <a:moveTo>
                  <a:pt x="37699" y="0"/>
                </a:moveTo>
                <a:lnTo>
                  <a:pt x="2441718" y="0"/>
                </a:lnTo>
                <a:cubicBezTo>
                  <a:pt x="2462539" y="0"/>
                  <a:pt x="2479417" y="16878"/>
                  <a:pt x="2479417" y="37699"/>
                </a:cubicBezTo>
                <a:lnTo>
                  <a:pt x="2479417" y="1253352"/>
                </a:lnTo>
                <a:cubicBezTo>
                  <a:pt x="2479417" y="1274173"/>
                  <a:pt x="2462539" y="1291051"/>
                  <a:pt x="2441718" y="1291051"/>
                </a:cubicBezTo>
                <a:lnTo>
                  <a:pt x="37699" y="1291051"/>
                </a:lnTo>
                <a:cubicBezTo>
                  <a:pt x="16878" y="1291051"/>
                  <a:pt x="0" y="1274173"/>
                  <a:pt x="0" y="1253352"/>
                </a:cubicBezTo>
                <a:lnTo>
                  <a:pt x="0" y="37699"/>
                </a:lnTo>
                <a:cubicBezTo>
                  <a:pt x="0" y="16878"/>
                  <a:pt x="16878" y="0"/>
                  <a:pt x="37699" y="0"/>
                </a:cubicBezTo>
                <a:close/>
              </a:path>
            </a:pathLst>
          </a:custGeom>
          <a:solidFill>
            <a:schemeClr val="bg2"/>
          </a:solidFill>
        </p:spPr>
        <p:txBody>
          <a:bodyPr wrap="square" anchor="ctr">
            <a:noAutofit/>
          </a:bodyPr>
          <a:lstStyle>
            <a:lvl1pPr marL="0" indent="0" algn="ctr">
              <a:buNone/>
              <a:defRPr/>
            </a:lvl1pPr>
          </a:lstStyle>
          <a:p>
            <a:r>
              <a:rPr lang="en-GB"/>
              <a:t>Click icon to add picture</a:t>
            </a:r>
            <a:endParaRPr lang="en-PL"/>
          </a:p>
        </p:txBody>
      </p:sp>
      <p:sp>
        <p:nvSpPr>
          <p:cNvPr id="25" name="Text Placeholder 6">
            <a:extLst>
              <a:ext uri="{FF2B5EF4-FFF2-40B4-BE49-F238E27FC236}">
                <a16:creationId xmlns:a16="http://schemas.microsoft.com/office/drawing/2014/main" id="{72836B13-C131-73E8-6139-B105B0CE593B}"/>
              </a:ext>
            </a:extLst>
          </p:cNvPr>
          <p:cNvSpPr>
            <a:spLocks noGrp="1"/>
          </p:cNvSpPr>
          <p:nvPr>
            <p:ph idx="16"/>
          </p:nvPr>
        </p:nvSpPr>
        <p:spPr>
          <a:xfrm>
            <a:off x="3421148" y="3898956"/>
            <a:ext cx="2479418" cy="2409769"/>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GB"/>
              <a:t>Click to edit Master text styles</a:t>
            </a:r>
          </a:p>
        </p:txBody>
      </p:sp>
      <p:sp>
        <p:nvSpPr>
          <p:cNvPr id="26" name="Text Placeholder 7">
            <a:extLst>
              <a:ext uri="{FF2B5EF4-FFF2-40B4-BE49-F238E27FC236}">
                <a16:creationId xmlns:a16="http://schemas.microsoft.com/office/drawing/2014/main" id="{E21BA4D1-9D27-ACD1-776A-E09669531EFA}"/>
              </a:ext>
            </a:extLst>
          </p:cNvPr>
          <p:cNvSpPr>
            <a:spLocks noGrp="1"/>
          </p:cNvSpPr>
          <p:nvPr>
            <p:ph type="body" sz="quarter" idx="17"/>
          </p:nvPr>
        </p:nvSpPr>
        <p:spPr>
          <a:xfrm>
            <a:off x="3431553" y="3269642"/>
            <a:ext cx="2479418" cy="444507"/>
          </a:xfrm>
        </p:spPr>
        <p:txBody>
          <a:bodyPr/>
          <a:lstStyle>
            <a:lvl1pPr marL="0" indent="0">
              <a:buNone/>
              <a:defRPr b="1">
                <a:solidFill>
                  <a:schemeClr val="tx2"/>
                </a:solidFill>
              </a:defRPr>
            </a:lvl1pPr>
          </a:lstStyle>
          <a:p>
            <a:pPr lvl="0"/>
            <a:r>
              <a:rPr lang="en-GB"/>
              <a:t>Click to edit Master text styles</a:t>
            </a:r>
          </a:p>
        </p:txBody>
      </p:sp>
      <p:sp>
        <p:nvSpPr>
          <p:cNvPr id="27" name="Picture Placeholder 26">
            <a:extLst>
              <a:ext uri="{FF2B5EF4-FFF2-40B4-BE49-F238E27FC236}">
                <a16:creationId xmlns:a16="http://schemas.microsoft.com/office/drawing/2014/main" id="{746EE493-5E35-C1E3-E4F8-37EF950BC35A}"/>
              </a:ext>
            </a:extLst>
          </p:cNvPr>
          <p:cNvSpPr>
            <a:spLocks noGrp="1"/>
          </p:cNvSpPr>
          <p:nvPr>
            <p:ph type="pic" sz="quarter" idx="18"/>
          </p:nvPr>
        </p:nvSpPr>
        <p:spPr>
          <a:xfrm>
            <a:off x="3431554" y="1691856"/>
            <a:ext cx="2479417" cy="1291051"/>
          </a:xfrm>
          <a:custGeom>
            <a:avLst/>
            <a:gdLst>
              <a:gd name="connsiteX0" fmla="*/ 37699 w 2479417"/>
              <a:gd name="connsiteY0" fmla="*/ 0 h 1291051"/>
              <a:gd name="connsiteX1" fmla="*/ 2441718 w 2479417"/>
              <a:gd name="connsiteY1" fmla="*/ 0 h 1291051"/>
              <a:gd name="connsiteX2" fmla="*/ 2479417 w 2479417"/>
              <a:gd name="connsiteY2" fmla="*/ 37699 h 1291051"/>
              <a:gd name="connsiteX3" fmla="*/ 2479417 w 2479417"/>
              <a:gd name="connsiteY3" fmla="*/ 1253352 h 1291051"/>
              <a:gd name="connsiteX4" fmla="*/ 2441718 w 2479417"/>
              <a:gd name="connsiteY4" fmla="*/ 1291051 h 1291051"/>
              <a:gd name="connsiteX5" fmla="*/ 37699 w 2479417"/>
              <a:gd name="connsiteY5" fmla="*/ 1291051 h 1291051"/>
              <a:gd name="connsiteX6" fmla="*/ 0 w 2479417"/>
              <a:gd name="connsiteY6" fmla="*/ 1253352 h 1291051"/>
              <a:gd name="connsiteX7" fmla="*/ 0 w 2479417"/>
              <a:gd name="connsiteY7" fmla="*/ 37699 h 1291051"/>
              <a:gd name="connsiteX8" fmla="*/ 37699 w 2479417"/>
              <a:gd name="connsiteY8" fmla="*/ 0 h 1291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79417" h="1291051">
                <a:moveTo>
                  <a:pt x="37699" y="0"/>
                </a:moveTo>
                <a:lnTo>
                  <a:pt x="2441718" y="0"/>
                </a:lnTo>
                <a:cubicBezTo>
                  <a:pt x="2462539" y="0"/>
                  <a:pt x="2479417" y="16878"/>
                  <a:pt x="2479417" y="37699"/>
                </a:cubicBezTo>
                <a:lnTo>
                  <a:pt x="2479417" y="1253352"/>
                </a:lnTo>
                <a:cubicBezTo>
                  <a:pt x="2479417" y="1274173"/>
                  <a:pt x="2462539" y="1291051"/>
                  <a:pt x="2441718" y="1291051"/>
                </a:cubicBezTo>
                <a:lnTo>
                  <a:pt x="37699" y="1291051"/>
                </a:lnTo>
                <a:cubicBezTo>
                  <a:pt x="16878" y="1291051"/>
                  <a:pt x="0" y="1274173"/>
                  <a:pt x="0" y="1253352"/>
                </a:cubicBezTo>
                <a:lnTo>
                  <a:pt x="0" y="37699"/>
                </a:lnTo>
                <a:cubicBezTo>
                  <a:pt x="0" y="16878"/>
                  <a:pt x="16878" y="0"/>
                  <a:pt x="37699" y="0"/>
                </a:cubicBezTo>
                <a:close/>
              </a:path>
            </a:pathLst>
          </a:custGeom>
          <a:solidFill>
            <a:schemeClr val="bg2"/>
          </a:solidFill>
        </p:spPr>
        <p:txBody>
          <a:bodyPr wrap="square" anchor="ctr">
            <a:noAutofit/>
          </a:bodyPr>
          <a:lstStyle>
            <a:lvl1pPr marL="0" indent="0" algn="ctr">
              <a:buNone/>
              <a:defRPr/>
            </a:lvl1pPr>
          </a:lstStyle>
          <a:p>
            <a:r>
              <a:rPr lang="en-GB"/>
              <a:t>Click icon to add picture</a:t>
            </a:r>
            <a:endParaRPr lang="en-PL"/>
          </a:p>
        </p:txBody>
      </p:sp>
      <p:sp>
        <p:nvSpPr>
          <p:cNvPr id="28" name="Text Placeholder 6">
            <a:extLst>
              <a:ext uri="{FF2B5EF4-FFF2-40B4-BE49-F238E27FC236}">
                <a16:creationId xmlns:a16="http://schemas.microsoft.com/office/drawing/2014/main" id="{64C5363D-C6AA-409B-3D71-76FA8D45079A}"/>
              </a:ext>
            </a:extLst>
          </p:cNvPr>
          <p:cNvSpPr>
            <a:spLocks noGrp="1"/>
          </p:cNvSpPr>
          <p:nvPr>
            <p:ph idx="19"/>
          </p:nvPr>
        </p:nvSpPr>
        <p:spPr>
          <a:xfrm>
            <a:off x="6291434" y="3898956"/>
            <a:ext cx="2479418" cy="2409769"/>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GB"/>
              <a:t>Click to edit Master text styles</a:t>
            </a:r>
          </a:p>
        </p:txBody>
      </p:sp>
      <p:sp>
        <p:nvSpPr>
          <p:cNvPr id="29" name="Text Placeholder 7">
            <a:extLst>
              <a:ext uri="{FF2B5EF4-FFF2-40B4-BE49-F238E27FC236}">
                <a16:creationId xmlns:a16="http://schemas.microsoft.com/office/drawing/2014/main" id="{619863E9-9025-8CFC-7208-A307ED9B3E2B}"/>
              </a:ext>
            </a:extLst>
          </p:cNvPr>
          <p:cNvSpPr>
            <a:spLocks noGrp="1"/>
          </p:cNvSpPr>
          <p:nvPr>
            <p:ph type="body" sz="quarter" idx="20"/>
          </p:nvPr>
        </p:nvSpPr>
        <p:spPr>
          <a:xfrm>
            <a:off x="6281029" y="3269642"/>
            <a:ext cx="2479418" cy="444507"/>
          </a:xfrm>
        </p:spPr>
        <p:txBody>
          <a:bodyPr/>
          <a:lstStyle>
            <a:lvl1pPr marL="0" indent="0">
              <a:buNone/>
              <a:defRPr b="1">
                <a:solidFill>
                  <a:schemeClr val="tx2"/>
                </a:solidFill>
              </a:defRPr>
            </a:lvl1pPr>
          </a:lstStyle>
          <a:p>
            <a:pPr lvl="0"/>
            <a:r>
              <a:rPr lang="en-GB"/>
              <a:t>Click to edit Master text styles</a:t>
            </a:r>
          </a:p>
        </p:txBody>
      </p:sp>
      <p:sp>
        <p:nvSpPr>
          <p:cNvPr id="30" name="Picture Placeholder 29">
            <a:extLst>
              <a:ext uri="{FF2B5EF4-FFF2-40B4-BE49-F238E27FC236}">
                <a16:creationId xmlns:a16="http://schemas.microsoft.com/office/drawing/2014/main" id="{795FDC0D-8635-F688-00AD-1CCF19561BFE}"/>
              </a:ext>
            </a:extLst>
          </p:cNvPr>
          <p:cNvSpPr>
            <a:spLocks noGrp="1"/>
          </p:cNvSpPr>
          <p:nvPr>
            <p:ph type="pic" sz="quarter" idx="21"/>
          </p:nvPr>
        </p:nvSpPr>
        <p:spPr>
          <a:xfrm>
            <a:off x="6281030" y="1688681"/>
            <a:ext cx="2479417" cy="1291051"/>
          </a:xfrm>
          <a:custGeom>
            <a:avLst/>
            <a:gdLst>
              <a:gd name="connsiteX0" fmla="*/ 37699 w 2479417"/>
              <a:gd name="connsiteY0" fmla="*/ 0 h 1291051"/>
              <a:gd name="connsiteX1" fmla="*/ 2441718 w 2479417"/>
              <a:gd name="connsiteY1" fmla="*/ 0 h 1291051"/>
              <a:gd name="connsiteX2" fmla="*/ 2479417 w 2479417"/>
              <a:gd name="connsiteY2" fmla="*/ 37699 h 1291051"/>
              <a:gd name="connsiteX3" fmla="*/ 2479417 w 2479417"/>
              <a:gd name="connsiteY3" fmla="*/ 1253352 h 1291051"/>
              <a:gd name="connsiteX4" fmla="*/ 2441718 w 2479417"/>
              <a:gd name="connsiteY4" fmla="*/ 1291051 h 1291051"/>
              <a:gd name="connsiteX5" fmla="*/ 37699 w 2479417"/>
              <a:gd name="connsiteY5" fmla="*/ 1291051 h 1291051"/>
              <a:gd name="connsiteX6" fmla="*/ 0 w 2479417"/>
              <a:gd name="connsiteY6" fmla="*/ 1253352 h 1291051"/>
              <a:gd name="connsiteX7" fmla="*/ 0 w 2479417"/>
              <a:gd name="connsiteY7" fmla="*/ 37699 h 1291051"/>
              <a:gd name="connsiteX8" fmla="*/ 37699 w 2479417"/>
              <a:gd name="connsiteY8" fmla="*/ 0 h 1291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79417" h="1291051">
                <a:moveTo>
                  <a:pt x="37699" y="0"/>
                </a:moveTo>
                <a:lnTo>
                  <a:pt x="2441718" y="0"/>
                </a:lnTo>
                <a:cubicBezTo>
                  <a:pt x="2462539" y="0"/>
                  <a:pt x="2479417" y="16878"/>
                  <a:pt x="2479417" y="37699"/>
                </a:cubicBezTo>
                <a:lnTo>
                  <a:pt x="2479417" y="1253352"/>
                </a:lnTo>
                <a:cubicBezTo>
                  <a:pt x="2479417" y="1274173"/>
                  <a:pt x="2462539" y="1291051"/>
                  <a:pt x="2441718" y="1291051"/>
                </a:cubicBezTo>
                <a:lnTo>
                  <a:pt x="37699" y="1291051"/>
                </a:lnTo>
                <a:cubicBezTo>
                  <a:pt x="16878" y="1291051"/>
                  <a:pt x="0" y="1274173"/>
                  <a:pt x="0" y="1253352"/>
                </a:cubicBezTo>
                <a:lnTo>
                  <a:pt x="0" y="37699"/>
                </a:lnTo>
                <a:cubicBezTo>
                  <a:pt x="0" y="16878"/>
                  <a:pt x="16878" y="0"/>
                  <a:pt x="37699" y="0"/>
                </a:cubicBezTo>
                <a:close/>
              </a:path>
            </a:pathLst>
          </a:custGeom>
          <a:solidFill>
            <a:schemeClr val="bg2"/>
          </a:solidFill>
        </p:spPr>
        <p:txBody>
          <a:bodyPr wrap="square" anchor="ctr">
            <a:noAutofit/>
          </a:bodyPr>
          <a:lstStyle>
            <a:lvl1pPr marL="0" indent="0" algn="ctr">
              <a:buNone/>
              <a:defRPr/>
            </a:lvl1pPr>
          </a:lstStyle>
          <a:p>
            <a:r>
              <a:rPr lang="en-GB"/>
              <a:t>Click icon to add picture</a:t>
            </a:r>
            <a:endParaRPr lang="en-PL"/>
          </a:p>
        </p:txBody>
      </p:sp>
      <p:sp>
        <p:nvSpPr>
          <p:cNvPr id="4" name="Rectangle 6">
            <a:extLst>
              <a:ext uri="{FF2B5EF4-FFF2-40B4-BE49-F238E27FC236}">
                <a16:creationId xmlns:a16="http://schemas.microsoft.com/office/drawing/2014/main" id="{26EC0BE0-BD10-C993-B79D-23517752162A}"/>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340903284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ent_Photo_right">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B4D4C034-320B-6DDD-5EA0-66E4226329A7}"/>
              </a:ext>
            </a:extLst>
          </p:cNvPr>
          <p:cNvSpPr/>
          <p:nvPr userDrawn="1"/>
        </p:nvSpPr>
        <p:spPr>
          <a:xfrm>
            <a:off x="0" y="3985009"/>
            <a:ext cx="3548627" cy="2877132"/>
          </a:xfrm>
          <a:custGeom>
            <a:avLst/>
            <a:gdLst>
              <a:gd name="connsiteX0" fmla="*/ 0 w 3548627"/>
              <a:gd name="connsiteY0" fmla="*/ 0 h 2877132"/>
              <a:gd name="connsiteX1" fmla="*/ 17180 w 3548627"/>
              <a:gd name="connsiteY1" fmla="*/ 2773 h 2877132"/>
              <a:gd name="connsiteX2" fmla="*/ 259491 w 3548627"/>
              <a:gd name="connsiteY2" fmla="*/ 60188 h 2877132"/>
              <a:gd name="connsiteX3" fmla="*/ 3514069 w 3548627"/>
              <a:gd name="connsiteY3" fmla="*/ 2844543 h 2877132"/>
              <a:gd name="connsiteX4" fmla="*/ 3548627 w 3548627"/>
              <a:gd name="connsiteY4" fmla="*/ 2877132 h 2877132"/>
              <a:gd name="connsiteX5" fmla="*/ 0 w 3548627"/>
              <a:gd name="connsiteY5" fmla="*/ 2877132 h 2877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48627" h="2877132">
                <a:moveTo>
                  <a:pt x="0" y="0"/>
                </a:moveTo>
                <a:lnTo>
                  <a:pt x="17180" y="2773"/>
                </a:lnTo>
                <a:cubicBezTo>
                  <a:pt x="98749" y="18969"/>
                  <a:pt x="179570" y="38093"/>
                  <a:pt x="259491" y="60188"/>
                </a:cubicBezTo>
                <a:cubicBezTo>
                  <a:pt x="2497293" y="678866"/>
                  <a:pt x="2569908" y="1912490"/>
                  <a:pt x="3514069" y="2844543"/>
                </a:cubicBezTo>
                <a:lnTo>
                  <a:pt x="3548627" y="2877132"/>
                </a:lnTo>
                <a:lnTo>
                  <a:pt x="0" y="2877132"/>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038" y="552651"/>
            <a:ext cx="11090275"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a:xfrm>
            <a:off x="11641138" y="6311096"/>
            <a:ext cx="550862" cy="546904"/>
          </a:xfrm>
          <a:prstGeom prst="rect">
            <a:avLst/>
          </a:prstGeom>
        </p:spPr>
        <p:txBody>
          <a:bodyPr/>
          <a:lstStyle/>
          <a:p>
            <a:fld id="{4EE75B84-B7E0-4C4B-AC9D-894B0C074E7C}" type="slidenum">
              <a:rPr lang="en-PL" smtClean="0"/>
              <a:pPr/>
              <a:t>‹#›</a:t>
            </a:fld>
            <a:endParaRPr lang="en-PL"/>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9" name="Text Placeholder 6">
            <a:extLst>
              <a:ext uri="{FF2B5EF4-FFF2-40B4-BE49-F238E27FC236}">
                <a16:creationId xmlns:a16="http://schemas.microsoft.com/office/drawing/2014/main" id="{32318783-F912-367F-A0F9-62F27F691C6D}"/>
              </a:ext>
            </a:extLst>
          </p:cNvPr>
          <p:cNvSpPr>
            <a:spLocks noGrp="1"/>
          </p:cNvSpPr>
          <p:nvPr>
            <p:ph idx="1"/>
          </p:nvPr>
        </p:nvSpPr>
        <p:spPr>
          <a:xfrm>
            <a:off x="554037" y="2723948"/>
            <a:ext cx="5545138" cy="3584777"/>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GB"/>
              <a:t>Click to edit Master text styles</a:t>
            </a:r>
          </a:p>
        </p:txBody>
      </p:sp>
      <p:sp>
        <p:nvSpPr>
          <p:cNvPr id="11" name="Text Placeholder 7">
            <a:extLst>
              <a:ext uri="{FF2B5EF4-FFF2-40B4-BE49-F238E27FC236}">
                <a16:creationId xmlns:a16="http://schemas.microsoft.com/office/drawing/2014/main" id="{89B4F3B9-1C89-E951-4C68-F8F9879046BB}"/>
              </a:ext>
            </a:extLst>
          </p:cNvPr>
          <p:cNvSpPr>
            <a:spLocks noGrp="1"/>
          </p:cNvSpPr>
          <p:nvPr>
            <p:ph type="body" sz="quarter" idx="11"/>
          </p:nvPr>
        </p:nvSpPr>
        <p:spPr>
          <a:xfrm>
            <a:off x="554037" y="2119540"/>
            <a:ext cx="5545138" cy="444507"/>
          </a:xfrm>
        </p:spPr>
        <p:txBody>
          <a:bodyPr/>
          <a:lstStyle>
            <a:lvl1pPr marL="0" indent="0">
              <a:buNone/>
              <a:defRPr b="1">
                <a:solidFill>
                  <a:schemeClr val="tx2"/>
                </a:solidFill>
              </a:defRPr>
            </a:lvl1pPr>
          </a:lstStyle>
          <a:p>
            <a:pPr lvl="0"/>
            <a:r>
              <a:rPr lang="en-GB"/>
              <a:t>Click to edit Master text styles</a:t>
            </a:r>
          </a:p>
        </p:txBody>
      </p:sp>
      <p:sp>
        <p:nvSpPr>
          <p:cNvPr id="4" name="Graphic 8">
            <a:extLst>
              <a:ext uri="{FF2B5EF4-FFF2-40B4-BE49-F238E27FC236}">
                <a16:creationId xmlns:a16="http://schemas.microsoft.com/office/drawing/2014/main" id="{6B5F20A3-472A-3CB2-E046-8EDD9712E221}"/>
              </a:ext>
            </a:extLst>
          </p:cNvPr>
          <p:cNvSpPr/>
          <p:nvPr userDrawn="1"/>
        </p:nvSpPr>
        <p:spPr>
          <a:xfrm rot="1079142">
            <a:off x="7446735" y="2111281"/>
            <a:ext cx="3943210" cy="4241562"/>
          </a:xfrm>
          <a:custGeom>
            <a:avLst/>
            <a:gdLst>
              <a:gd name="connsiteX0" fmla="*/ 1401949 w 1616853"/>
              <a:gd name="connsiteY0" fmla="*/ 422108 h 1739188"/>
              <a:gd name="connsiteX1" fmla="*/ 1615215 w 1616853"/>
              <a:gd name="connsiteY1" fmla="*/ 994174 h 1739188"/>
              <a:gd name="connsiteX2" fmla="*/ 1251001 w 1616853"/>
              <a:gd name="connsiteY2" fmla="*/ 1543821 h 1739188"/>
              <a:gd name="connsiteX3" fmla="*/ 480868 w 1616853"/>
              <a:gd name="connsiteY3" fmla="*/ 1705884 h 1739188"/>
              <a:gd name="connsiteX4" fmla="*/ 2563 w 1616853"/>
              <a:gd name="connsiteY4" fmla="*/ 1071596 h 1739188"/>
              <a:gd name="connsiteX5" fmla="*/ 319850 w 1616853"/>
              <a:gd name="connsiteY5" fmla="*/ 332242 h 1739188"/>
              <a:gd name="connsiteX6" fmla="*/ 922695 w 1616853"/>
              <a:gd name="connsiteY6" fmla="*/ 2891 h 1739188"/>
              <a:gd name="connsiteX7" fmla="*/ 1401949 w 1616853"/>
              <a:gd name="connsiteY7" fmla="*/ 422013 h 1739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6853" h="1739188">
                <a:moveTo>
                  <a:pt x="1401949" y="422108"/>
                </a:moveTo>
                <a:cubicBezTo>
                  <a:pt x="1530859" y="614760"/>
                  <a:pt x="1630985" y="799718"/>
                  <a:pt x="1615215" y="994174"/>
                </a:cubicBezTo>
                <a:cubicBezTo>
                  <a:pt x="1599446" y="1188726"/>
                  <a:pt x="1467592" y="1392303"/>
                  <a:pt x="1251001" y="1543821"/>
                </a:cubicBezTo>
                <a:cubicBezTo>
                  <a:pt x="1034410" y="1695340"/>
                  <a:pt x="732988" y="1794231"/>
                  <a:pt x="480868" y="1705884"/>
                </a:cubicBezTo>
                <a:cubicBezTo>
                  <a:pt x="229319" y="1617443"/>
                  <a:pt x="27072" y="1341670"/>
                  <a:pt x="2563" y="1071596"/>
                </a:cubicBezTo>
                <a:cubicBezTo>
                  <a:pt x="-21851" y="801997"/>
                  <a:pt x="131473" y="538194"/>
                  <a:pt x="319850" y="332242"/>
                </a:cubicBezTo>
                <a:cubicBezTo>
                  <a:pt x="508227" y="126291"/>
                  <a:pt x="732038" y="-22853"/>
                  <a:pt x="922695" y="2891"/>
                </a:cubicBezTo>
                <a:cubicBezTo>
                  <a:pt x="1113922" y="28730"/>
                  <a:pt x="1272565" y="229457"/>
                  <a:pt x="1401949" y="422013"/>
                </a:cubicBezTo>
                <a:close/>
              </a:path>
            </a:pathLst>
          </a:custGeom>
          <a:solidFill>
            <a:schemeClr val="tx2"/>
          </a:solidFill>
          <a:ln w="9487" cap="flat">
            <a:noFill/>
            <a:prstDash val="solid"/>
            <a:miter/>
          </a:ln>
        </p:spPr>
        <p:txBody>
          <a:bodyPr rtlCol="0" anchor="ctr"/>
          <a:lstStyle/>
          <a:p>
            <a:endParaRPr lang="en-PL"/>
          </a:p>
        </p:txBody>
      </p:sp>
      <p:sp>
        <p:nvSpPr>
          <p:cNvPr id="7" name="Picture Placeholder 16">
            <a:extLst>
              <a:ext uri="{FF2B5EF4-FFF2-40B4-BE49-F238E27FC236}">
                <a16:creationId xmlns:a16="http://schemas.microsoft.com/office/drawing/2014/main" id="{8E00BA19-5C35-CDE1-774D-9BBD0B7B5956}"/>
              </a:ext>
            </a:extLst>
          </p:cNvPr>
          <p:cNvSpPr>
            <a:spLocks noGrp="1"/>
          </p:cNvSpPr>
          <p:nvPr>
            <p:ph type="pic" sz="quarter" idx="12"/>
          </p:nvPr>
        </p:nvSpPr>
        <p:spPr>
          <a:xfrm>
            <a:off x="6832769" y="2003126"/>
            <a:ext cx="4217369" cy="4320742"/>
          </a:xfrm>
          <a:custGeom>
            <a:avLst/>
            <a:gdLst>
              <a:gd name="connsiteX0" fmla="*/ 2172219 w 4643466"/>
              <a:gd name="connsiteY0" fmla="*/ 4 h 4757283"/>
              <a:gd name="connsiteX1" fmla="*/ 3682662 w 4643466"/>
              <a:gd name="connsiteY1" fmla="*/ 791177 h 4757283"/>
              <a:gd name="connsiteX2" fmla="*/ 3682719 w 4643466"/>
              <a:gd name="connsiteY2" fmla="*/ 791425 h 4757283"/>
              <a:gd name="connsiteX3" fmla="*/ 4631723 w 4643466"/>
              <a:gd name="connsiteY3" fmla="*/ 2150645 h 4757283"/>
              <a:gd name="connsiteX4" fmla="*/ 3921972 w 4643466"/>
              <a:gd name="connsiteY4" fmla="*/ 3826185 h 4757283"/>
              <a:gd name="connsiteX5" fmla="*/ 1824385 w 4643466"/>
              <a:gd name="connsiteY5" fmla="*/ 4750602 h 4757283"/>
              <a:gd name="connsiteX6" fmla="*/ 83093 w 4643466"/>
              <a:gd name="connsiteY6" fmla="*/ 3400595 h 4757283"/>
              <a:gd name="connsiteX7" fmla="*/ 545938 w 4643466"/>
              <a:gd name="connsiteY7" fmla="*/ 1258862 h 4757283"/>
              <a:gd name="connsiteX8" fmla="*/ 2067058 w 4643466"/>
              <a:gd name="connsiteY8" fmla="*/ 5108 h 4757283"/>
              <a:gd name="connsiteX9" fmla="*/ 2172219 w 4643466"/>
              <a:gd name="connsiteY9" fmla="*/ 4 h 47572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643466" h="4757283">
                <a:moveTo>
                  <a:pt x="2172219" y="4"/>
                </a:moveTo>
                <a:cubicBezTo>
                  <a:pt x="2698457" y="1377"/>
                  <a:pt x="3229338" y="397328"/>
                  <a:pt x="3682662" y="791177"/>
                </a:cubicBezTo>
                <a:lnTo>
                  <a:pt x="3682719" y="791425"/>
                </a:lnTo>
                <a:cubicBezTo>
                  <a:pt x="4164971" y="1212090"/>
                  <a:pt x="4560621" y="1631303"/>
                  <a:pt x="4631723" y="2150645"/>
                </a:cubicBezTo>
                <a:cubicBezTo>
                  <a:pt x="4702885" y="2670238"/>
                  <a:pt x="4448678" y="3288845"/>
                  <a:pt x="3921972" y="3826185"/>
                </a:cubicBezTo>
                <a:cubicBezTo>
                  <a:pt x="3395266" y="4363528"/>
                  <a:pt x="2595453" y="4818175"/>
                  <a:pt x="1824385" y="4750602"/>
                </a:cubicBezTo>
                <a:cubicBezTo>
                  <a:pt x="1054889" y="4682411"/>
                  <a:pt x="314082" y="4091754"/>
                  <a:pt x="83093" y="3400595"/>
                </a:cubicBezTo>
                <a:cubicBezTo>
                  <a:pt x="-147341" y="2710618"/>
                  <a:pt x="132101" y="1920392"/>
                  <a:pt x="545938" y="1258862"/>
                </a:cubicBezTo>
                <a:cubicBezTo>
                  <a:pt x="959775" y="597334"/>
                  <a:pt x="1508470" y="61520"/>
                  <a:pt x="2067058" y="5108"/>
                </a:cubicBezTo>
                <a:cubicBezTo>
                  <a:pt x="2102075" y="1575"/>
                  <a:pt x="2137137" y="-87"/>
                  <a:pt x="2172219" y="4"/>
                </a:cubicBezTo>
                <a:close/>
              </a:path>
            </a:pathLst>
          </a:custGeom>
          <a:solidFill>
            <a:schemeClr val="bg2"/>
          </a:solidFill>
        </p:spPr>
        <p:txBody>
          <a:bodyPr wrap="square" anchor="ctr">
            <a:noAutofit/>
          </a:bodyPr>
          <a:lstStyle>
            <a:lvl1pPr marL="0" indent="0" algn="ctr">
              <a:buNone/>
              <a:defRPr/>
            </a:lvl1pPr>
          </a:lstStyle>
          <a:p>
            <a:r>
              <a:rPr lang="en-GB"/>
              <a:t>Click icon to add picture</a:t>
            </a:r>
            <a:endParaRPr lang="en-PL"/>
          </a:p>
        </p:txBody>
      </p:sp>
      <p:sp>
        <p:nvSpPr>
          <p:cNvPr id="8" name="Rectangle 6">
            <a:extLst>
              <a:ext uri="{FF2B5EF4-FFF2-40B4-BE49-F238E27FC236}">
                <a16:creationId xmlns:a16="http://schemas.microsoft.com/office/drawing/2014/main" id="{B981A08C-E4C2-3E97-A30E-88871BBAB11F}"/>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267510577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ontent_Photo_left">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B4D4C034-320B-6DDD-5EA0-66E4226329A7}"/>
              </a:ext>
            </a:extLst>
          </p:cNvPr>
          <p:cNvSpPr/>
          <p:nvPr userDrawn="1"/>
        </p:nvSpPr>
        <p:spPr>
          <a:xfrm>
            <a:off x="0" y="3985009"/>
            <a:ext cx="3548627" cy="2877132"/>
          </a:xfrm>
          <a:custGeom>
            <a:avLst/>
            <a:gdLst>
              <a:gd name="connsiteX0" fmla="*/ 0 w 3548627"/>
              <a:gd name="connsiteY0" fmla="*/ 0 h 2877132"/>
              <a:gd name="connsiteX1" fmla="*/ 17180 w 3548627"/>
              <a:gd name="connsiteY1" fmla="*/ 2773 h 2877132"/>
              <a:gd name="connsiteX2" fmla="*/ 259491 w 3548627"/>
              <a:gd name="connsiteY2" fmla="*/ 60188 h 2877132"/>
              <a:gd name="connsiteX3" fmla="*/ 3514069 w 3548627"/>
              <a:gd name="connsiteY3" fmla="*/ 2844543 h 2877132"/>
              <a:gd name="connsiteX4" fmla="*/ 3548627 w 3548627"/>
              <a:gd name="connsiteY4" fmla="*/ 2877132 h 2877132"/>
              <a:gd name="connsiteX5" fmla="*/ 0 w 3548627"/>
              <a:gd name="connsiteY5" fmla="*/ 2877132 h 2877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48627" h="2877132">
                <a:moveTo>
                  <a:pt x="0" y="0"/>
                </a:moveTo>
                <a:lnTo>
                  <a:pt x="17180" y="2773"/>
                </a:lnTo>
                <a:cubicBezTo>
                  <a:pt x="98749" y="18969"/>
                  <a:pt x="179570" y="38093"/>
                  <a:pt x="259491" y="60188"/>
                </a:cubicBezTo>
                <a:cubicBezTo>
                  <a:pt x="2497293" y="678866"/>
                  <a:pt x="2569908" y="1912490"/>
                  <a:pt x="3514069" y="2844543"/>
                </a:cubicBezTo>
                <a:lnTo>
                  <a:pt x="3548627" y="2877132"/>
                </a:lnTo>
                <a:lnTo>
                  <a:pt x="0" y="2877132"/>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039" y="549476"/>
            <a:ext cx="11087100"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a:xfrm>
            <a:off x="11641138" y="6311096"/>
            <a:ext cx="550862" cy="546904"/>
          </a:xfrm>
          <a:prstGeom prst="rect">
            <a:avLst/>
          </a:prstGeom>
        </p:spPr>
        <p:txBody>
          <a:bodyPr/>
          <a:lstStyle/>
          <a:p>
            <a:fld id="{4EE75B84-B7E0-4C4B-AC9D-894B0C074E7C}" type="slidenum">
              <a:rPr lang="en-PL" smtClean="0"/>
              <a:pPr/>
              <a:t>‹#›</a:t>
            </a:fld>
            <a:endParaRPr lang="en-PL"/>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9" name="Text Placeholder 6">
            <a:extLst>
              <a:ext uri="{FF2B5EF4-FFF2-40B4-BE49-F238E27FC236}">
                <a16:creationId xmlns:a16="http://schemas.microsoft.com/office/drawing/2014/main" id="{32318783-F912-367F-A0F9-62F27F691C6D}"/>
              </a:ext>
            </a:extLst>
          </p:cNvPr>
          <p:cNvSpPr>
            <a:spLocks noGrp="1"/>
          </p:cNvSpPr>
          <p:nvPr>
            <p:ph idx="1"/>
          </p:nvPr>
        </p:nvSpPr>
        <p:spPr>
          <a:xfrm>
            <a:off x="6096000" y="2723948"/>
            <a:ext cx="5545138" cy="3584576"/>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GB"/>
              <a:t>Click to edit Master text styles</a:t>
            </a:r>
          </a:p>
        </p:txBody>
      </p:sp>
      <p:sp>
        <p:nvSpPr>
          <p:cNvPr id="11" name="Text Placeholder 7">
            <a:extLst>
              <a:ext uri="{FF2B5EF4-FFF2-40B4-BE49-F238E27FC236}">
                <a16:creationId xmlns:a16="http://schemas.microsoft.com/office/drawing/2014/main" id="{89B4F3B9-1C89-E951-4C68-F8F9879046BB}"/>
              </a:ext>
            </a:extLst>
          </p:cNvPr>
          <p:cNvSpPr>
            <a:spLocks noGrp="1"/>
          </p:cNvSpPr>
          <p:nvPr>
            <p:ph type="body" sz="quarter" idx="11"/>
          </p:nvPr>
        </p:nvSpPr>
        <p:spPr>
          <a:xfrm>
            <a:off x="6096000" y="2119540"/>
            <a:ext cx="5545138" cy="444507"/>
          </a:xfrm>
        </p:spPr>
        <p:txBody>
          <a:bodyPr/>
          <a:lstStyle>
            <a:lvl1pPr marL="0" indent="0">
              <a:buNone/>
              <a:defRPr b="1">
                <a:solidFill>
                  <a:schemeClr val="tx2"/>
                </a:solidFill>
              </a:defRPr>
            </a:lvl1pPr>
          </a:lstStyle>
          <a:p>
            <a:pPr lvl="0"/>
            <a:r>
              <a:rPr lang="en-GB"/>
              <a:t>Click to edit Master text styles</a:t>
            </a:r>
          </a:p>
        </p:txBody>
      </p:sp>
      <p:sp>
        <p:nvSpPr>
          <p:cNvPr id="4" name="Graphic 8">
            <a:extLst>
              <a:ext uri="{FF2B5EF4-FFF2-40B4-BE49-F238E27FC236}">
                <a16:creationId xmlns:a16="http://schemas.microsoft.com/office/drawing/2014/main" id="{6B5F20A3-472A-3CB2-E046-8EDD9712E221}"/>
              </a:ext>
            </a:extLst>
          </p:cNvPr>
          <p:cNvSpPr/>
          <p:nvPr userDrawn="1"/>
        </p:nvSpPr>
        <p:spPr>
          <a:xfrm rot="1079142">
            <a:off x="1576799" y="2111281"/>
            <a:ext cx="3943210" cy="4241562"/>
          </a:xfrm>
          <a:custGeom>
            <a:avLst/>
            <a:gdLst>
              <a:gd name="connsiteX0" fmla="*/ 1401949 w 1616853"/>
              <a:gd name="connsiteY0" fmla="*/ 422108 h 1739188"/>
              <a:gd name="connsiteX1" fmla="*/ 1615215 w 1616853"/>
              <a:gd name="connsiteY1" fmla="*/ 994174 h 1739188"/>
              <a:gd name="connsiteX2" fmla="*/ 1251001 w 1616853"/>
              <a:gd name="connsiteY2" fmla="*/ 1543821 h 1739188"/>
              <a:gd name="connsiteX3" fmla="*/ 480868 w 1616853"/>
              <a:gd name="connsiteY3" fmla="*/ 1705884 h 1739188"/>
              <a:gd name="connsiteX4" fmla="*/ 2563 w 1616853"/>
              <a:gd name="connsiteY4" fmla="*/ 1071596 h 1739188"/>
              <a:gd name="connsiteX5" fmla="*/ 319850 w 1616853"/>
              <a:gd name="connsiteY5" fmla="*/ 332242 h 1739188"/>
              <a:gd name="connsiteX6" fmla="*/ 922695 w 1616853"/>
              <a:gd name="connsiteY6" fmla="*/ 2891 h 1739188"/>
              <a:gd name="connsiteX7" fmla="*/ 1401949 w 1616853"/>
              <a:gd name="connsiteY7" fmla="*/ 422013 h 1739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6853" h="1739188">
                <a:moveTo>
                  <a:pt x="1401949" y="422108"/>
                </a:moveTo>
                <a:cubicBezTo>
                  <a:pt x="1530859" y="614760"/>
                  <a:pt x="1630985" y="799718"/>
                  <a:pt x="1615215" y="994174"/>
                </a:cubicBezTo>
                <a:cubicBezTo>
                  <a:pt x="1599446" y="1188726"/>
                  <a:pt x="1467592" y="1392303"/>
                  <a:pt x="1251001" y="1543821"/>
                </a:cubicBezTo>
                <a:cubicBezTo>
                  <a:pt x="1034410" y="1695340"/>
                  <a:pt x="732988" y="1794231"/>
                  <a:pt x="480868" y="1705884"/>
                </a:cubicBezTo>
                <a:cubicBezTo>
                  <a:pt x="229319" y="1617443"/>
                  <a:pt x="27072" y="1341670"/>
                  <a:pt x="2563" y="1071596"/>
                </a:cubicBezTo>
                <a:cubicBezTo>
                  <a:pt x="-21851" y="801997"/>
                  <a:pt x="131473" y="538194"/>
                  <a:pt x="319850" y="332242"/>
                </a:cubicBezTo>
                <a:cubicBezTo>
                  <a:pt x="508227" y="126291"/>
                  <a:pt x="732038" y="-22853"/>
                  <a:pt x="922695" y="2891"/>
                </a:cubicBezTo>
                <a:cubicBezTo>
                  <a:pt x="1113922" y="28730"/>
                  <a:pt x="1272565" y="229457"/>
                  <a:pt x="1401949" y="422013"/>
                </a:cubicBezTo>
                <a:close/>
              </a:path>
            </a:pathLst>
          </a:custGeom>
          <a:solidFill>
            <a:schemeClr val="tx2"/>
          </a:solidFill>
          <a:ln w="9487" cap="flat">
            <a:noFill/>
            <a:prstDash val="solid"/>
            <a:miter/>
          </a:ln>
        </p:spPr>
        <p:txBody>
          <a:bodyPr rtlCol="0" anchor="ctr"/>
          <a:lstStyle/>
          <a:p>
            <a:endParaRPr lang="en-GB" noProof="0"/>
          </a:p>
        </p:txBody>
      </p:sp>
      <p:sp>
        <p:nvSpPr>
          <p:cNvPr id="7" name="Picture Placeholder 16">
            <a:extLst>
              <a:ext uri="{FF2B5EF4-FFF2-40B4-BE49-F238E27FC236}">
                <a16:creationId xmlns:a16="http://schemas.microsoft.com/office/drawing/2014/main" id="{8E00BA19-5C35-CDE1-774D-9BBD0B7B5956}"/>
              </a:ext>
            </a:extLst>
          </p:cNvPr>
          <p:cNvSpPr>
            <a:spLocks noGrp="1"/>
          </p:cNvSpPr>
          <p:nvPr>
            <p:ph type="pic" sz="quarter" idx="12"/>
          </p:nvPr>
        </p:nvSpPr>
        <p:spPr>
          <a:xfrm>
            <a:off x="962833" y="2003126"/>
            <a:ext cx="4217369" cy="4320742"/>
          </a:xfrm>
          <a:custGeom>
            <a:avLst/>
            <a:gdLst>
              <a:gd name="connsiteX0" fmla="*/ 2172219 w 4643466"/>
              <a:gd name="connsiteY0" fmla="*/ 4 h 4757283"/>
              <a:gd name="connsiteX1" fmla="*/ 3682662 w 4643466"/>
              <a:gd name="connsiteY1" fmla="*/ 791177 h 4757283"/>
              <a:gd name="connsiteX2" fmla="*/ 3682719 w 4643466"/>
              <a:gd name="connsiteY2" fmla="*/ 791425 h 4757283"/>
              <a:gd name="connsiteX3" fmla="*/ 4631723 w 4643466"/>
              <a:gd name="connsiteY3" fmla="*/ 2150645 h 4757283"/>
              <a:gd name="connsiteX4" fmla="*/ 3921972 w 4643466"/>
              <a:gd name="connsiteY4" fmla="*/ 3826185 h 4757283"/>
              <a:gd name="connsiteX5" fmla="*/ 1824385 w 4643466"/>
              <a:gd name="connsiteY5" fmla="*/ 4750602 h 4757283"/>
              <a:gd name="connsiteX6" fmla="*/ 83093 w 4643466"/>
              <a:gd name="connsiteY6" fmla="*/ 3400595 h 4757283"/>
              <a:gd name="connsiteX7" fmla="*/ 545938 w 4643466"/>
              <a:gd name="connsiteY7" fmla="*/ 1258862 h 4757283"/>
              <a:gd name="connsiteX8" fmla="*/ 2067058 w 4643466"/>
              <a:gd name="connsiteY8" fmla="*/ 5108 h 4757283"/>
              <a:gd name="connsiteX9" fmla="*/ 2172219 w 4643466"/>
              <a:gd name="connsiteY9" fmla="*/ 4 h 47572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643466" h="4757283">
                <a:moveTo>
                  <a:pt x="2172219" y="4"/>
                </a:moveTo>
                <a:cubicBezTo>
                  <a:pt x="2698457" y="1377"/>
                  <a:pt x="3229338" y="397328"/>
                  <a:pt x="3682662" y="791177"/>
                </a:cubicBezTo>
                <a:lnTo>
                  <a:pt x="3682719" y="791425"/>
                </a:lnTo>
                <a:cubicBezTo>
                  <a:pt x="4164971" y="1212090"/>
                  <a:pt x="4560621" y="1631303"/>
                  <a:pt x="4631723" y="2150645"/>
                </a:cubicBezTo>
                <a:cubicBezTo>
                  <a:pt x="4702885" y="2670238"/>
                  <a:pt x="4448678" y="3288845"/>
                  <a:pt x="3921972" y="3826185"/>
                </a:cubicBezTo>
                <a:cubicBezTo>
                  <a:pt x="3395266" y="4363528"/>
                  <a:pt x="2595453" y="4818175"/>
                  <a:pt x="1824385" y="4750602"/>
                </a:cubicBezTo>
                <a:cubicBezTo>
                  <a:pt x="1054889" y="4682411"/>
                  <a:pt x="314082" y="4091754"/>
                  <a:pt x="83093" y="3400595"/>
                </a:cubicBezTo>
                <a:cubicBezTo>
                  <a:pt x="-147341" y="2710618"/>
                  <a:pt x="132101" y="1920392"/>
                  <a:pt x="545938" y="1258862"/>
                </a:cubicBezTo>
                <a:cubicBezTo>
                  <a:pt x="959775" y="597334"/>
                  <a:pt x="1508470" y="61520"/>
                  <a:pt x="2067058" y="5108"/>
                </a:cubicBezTo>
                <a:cubicBezTo>
                  <a:pt x="2102075" y="1575"/>
                  <a:pt x="2137137" y="-87"/>
                  <a:pt x="2172219" y="4"/>
                </a:cubicBezTo>
                <a:close/>
              </a:path>
            </a:pathLst>
          </a:custGeom>
          <a:solidFill>
            <a:schemeClr val="bg2"/>
          </a:solidFill>
        </p:spPr>
        <p:txBody>
          <a:bodyPr wrap="square" anchor="ctr">
            <a:noAutofit/>
          </a:bodyPr>
          <a:lstStyle>
            <a:lvl1pPr marL="0" indent="0" algn="ctr">
              <a:buNone/>
              <a:defRPr/>
            </a:lvl1pPr>
          </a:lstStyle>
          <a:p>
            <a:r>
              <a:rPr lang="en-GB" noProof="0"/>
              <a:t>Click icon to add picture</a:t>
            </a:r>
          </a:p>
        </p:txBody>
      </p:sp>
      <p:sp>
        <p:nvSpPr>
          <p:cNvPr id="8" name="Rectangle 6">
            <a:extLst>
              <a:ext uri="{FF2B5EF4-FFF2-40B4-BE49-F238E27FC236}">
                <a16:creationId xmlns:a16="http://schemas.microsoft.com/office/drawing/2014/main" id="{91EE9C37-7807-0EAE-B8FC-2EC38AFA118F}"/>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299285504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ent_Photo-Big_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071" y="549476"/>
            <a:ext cx="5541929"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a:xfrm>
            <a:off x="11641138" y="6311096"/>
            <a:ext cx="550862" cy="546904"/>
          </a:xfrm>
          <a:prstGeom prst="rect">
            <a:avLst/>
          </a:prstGeom>
        </p:spPr>
        <p:txBody>
          <a:bodyPr/>
          <a:lstStyle/>
          <a:p>
            <a:fld id="{4EE75B84-B7E0-4C4B-AC9D-894B0C074E7C}" type="slidenum">
              <a:rPr lang="en-PL" smtClean="0"/>
              <a:pPr/>
              <a:t>‹#›</a:t>
            </a:fld>
            <a:endParaRPr lang="en-PL"/>
          </a:p>
        </p:txBody>
      </p:sp>
      <p:sp>
        <p:nvSpPr>
          <p:cNvPr id="9" name="Text Placeholder 6">
            <a:extLst>
              <a:ext uri="{FF2B5EF4-FFF2-40B4-BE49-F238E27FC236}">
                <a16:creationId xmlns:a16="http://schemas.microsoft.com/office/drawing/2014/main" id="{32318783-F912-367F-A0F9-62F27F691C6D}"/>
              </a:ext>
            </a:extLst>
          </p:cNvPr>
          <p:cNvSpPr>
            <a:spLocks noGrp="1"/>
          </p:cNvSpPr>
          <p:nvPr>
            <p:ph idx="1"/>
          </p:nvPr>
        </p:nvSpPr>
        <p:spPr>
          <a:xfrm>
            <a:off x="554071" y="2723948"/>
            <a:ext cx="5541929" cy="3587148"/>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GB"/>
              <a:t>Click to edit Master text styles</a:t>
            </a:r>
          </a:p>
        </p:txBody>
      </p:sp>
      <p:sp>
        <p:nvSpPr>
          <p:cNvPr id="11" name="Text Placeholder 7">
            <a:extLst>
              <a:ext uri="{FF2B5EF4-FFF2-40B4-BE49-F238E27FC236}">
                <a16:creationId xmlns:a16="http://schemas.microsoft.com/office/drawing/2014/main" id="{89B4F3B9-1C89-E951-4C68-F8F9879046BB}"/>
              </a:ext>
            </a:extLst>
          </p:cNvPr>
          <p:cNvSpPr>
            <a:spLocks noGrp="1"/>
          </p:cNvSpPr>
          <p:nvPr>
            <p:ph type="body" sz="quarter" idx="11"/>
          </p:nvPr>
        </p:nvSpPr>
        <p:spPr>
          <a:xfrm>
            <a:off x="554071" y="2119540"/>
            <a:ext cx="5541929" cy="444507"/>
          </a:xfrm>
        </p:spPr>
        <p:txBody>
          <a:bodyPr/>
          <a:lstStyle>
            <a:lvl1pPr marL="0" indent="0">
              <a:buNone/>
              <a:defRPr b="1">
                <a:solidFill>
                  <a:schemeClr val="tx2"/>
                </a:solidFill>
              </a:defRPr>
            </a:lvl1pPr>
          </a:lstStyle>
          <a:p>
            <a:pPr lvl="0"/>
            <a:r>
              <a:rPr lang="en-GB"/>
              <a:t>Click to edit Master text styles</a:t>
            </a:r>
          </a:p>
        </p:txBody>
      </p:sp>
      <p:sp>
        <p:nvSpPr>
          <p:cNvPr id="29" name="Freeform 28">
            <a:extLst>
              <a:ext uri="{FF2B5EF4-FFF2-40B4-BE49-F238E27FC236}">
                <a16:creationId xmlns:a16="http://schemas.microsoft.com/office/drawing/2014/main" id="{0A243FFF-8D05-DB6D-9184-BB0FF22C1C35}"/>
              </a:ext>
            </a:extLst>
          </p:cNvPr>
          <p:cNvSpPr/>
          <p:nvPr userDrawn="1"/>
        </p:nvSpPr>
        <p:spPr>
          <a:xfrm>
            <a:off x="6893260" y="0"/>
            <a:ext cx="1174594" cy="6858000"/>
          </a:xfrm>
          <a:custGeom>
            <a:avLst/>
            <a:gdLst>
              <a:gd name="connsiteX0" fmla="*/ 771494 w 1174594"/>
              <a:gd name="connsiteY0" fmla="*/ 0 h 6858000"/>
              <a:gd name="connsiteX1" fmla="*/ 1174594 w 1174594"/>
              <a:gd name="connsiteY1" fmla="*/ 0 h 6858000"/>
              <a:gd name="connsiteX2" fmla="*/ 1161444 w 1174594"/>
              <a:gd name="connsiteY2" fmla="*/ 144397 h 6858000"/>
              <a:gd name="connsiteX3" fmla="*/ 472003 w 1174594"/>
              <a:gd name="connsiteY3" fmla="*/ 3402712 h 6858000"/>
              <a:gd name="connsiteX4" fmla="*/ 748093 w 1174594"/>
              <a:gd name="connsiteY4" fmla="*/ 6824530 h 6858000"/>
              <a:gd name="connsiteX5" fmla="*/ 750748 w 1174594"/>
              <a:gd name="connsiteY5" fmla="*/ 6858000 h 6858000"/>
              <a:gd name="connsiteX6" fmla="*/ 217344 w 1174594"/>
              <a:gd name="connsiteY6" fmla="*/ 6858000 h 6858000"/>
              <a:gd name="connsiteX7" fmla="*/ 214865 w 1174594"/>
              <a:gd name="connsiteY7" fmla="*/ 6843618 h 6858000"/>
              <a:gd name="connsiteX8" fmla="*/ 64995 w 1174594"/>
              <a:gd name="connsiteY8" fmla="*/ 4241454 h 6858000"/>
              <a:gd name="connsiteX9" fmla="*/ 783146 w 1174594"/>
              <a:gd name="connsiteY9" fmla="*/ 10468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74594" h="6858000">
                <a:moveTo>
                  <a:pt x="771494" y="0"/>
                </a:moveTo>
                <a:lnTo>
                  <a:pt x="1174594" y="0"/>
                </a:lnTo>
                <a:lnTo>
                  <a:pt x="1161444" y="144397"/>
                </a:lnTo>
                <a:cubicBezTo>
                  <a:pt x="1033733" y="1250609"/>
                  <a:pt x="617322" y="2446286"/>
                  <a:pt x="472003" y="3402712"/>
                </a:cubicBezTo>
                <a:cubicBezTo>
                  <a:pt x="260630" y="4793885"/>
                  <a:pt x="621619" y="5685263"/>
                  <a:pt x="748093" y="6824530"/>
                </a:cubicBezTo>
                <a:lnTo>
                  <a:pt x="750748" y="6858000"/>
                </a:lnTo>
                <a:lnTo>
                  <a:pt x="217344" y="6858000"/>
                </a:lnTo>
                <a:lnTo>
                  <a:pt x="214865" y="6843618"/>
                </a:lnTo>
                <a:cubicBezTo>
                  <a:pt x="69890" y="6047077"/>
                  <a:pt x="-93534" y="5284828"/>
                  <a:pt x="64995" y="4241454"/>
                </a:cubicBezTo>
                <a:cubicBezTo>
                  <a:pt x="249947" y="3024186"/>
                  <a:pt x="874015" y="1419367"/>
                  <a:pt x="783146" y="104685"/>
                </a:cubicBez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33" name="Freeform 32">
            <a:extLst>
              <a:ext uri="{FF2B5EF4-FFF2-40B4-BE49-F238E27FC236}">
                <a16:creationId xmlns:a16="http://schemas.microsoft.com/office/drawing/2014/main" id="{7ABAEECC-CEEE-7426-95F0-433CD5D0628E}"/>
              </a:ext>
            </a:extLst>
          </p:cNvPr>
          <p:cNvSpPr/>
          <p:nvPr userDrawn="1"/>
        </p:nvSpPr>
        <p:spPr>
          <a:xfrm>
            <a:off x="7288693" y="0"/>
            <a:ext cx="1022358" cy="6858000"/>
          </a:xfrm>
          <a:custGeom>
            <a:avLst/>
            <a:gdLst>
              <a:gd name="connsiteX0" fmla="*/ 768834 w 1022358"/>
              <a:gd name="connsiteY0" fmla="*/ 0 h 6858000"/>
              <a:gd name="connsiteX1" fmla="*/ 1005982 w 1022358"/>
              <a:gd name="connsiteY1" fmla="*/ 0 h 6858000"/>
              <a:gd name="connsiteX2" fmla="*/ 1009847 w 1022358"/>
              <a:gd name="connsiteY2" fmla="*/ 31316 h 6858000"/>
              <a:gd name="connsiteX3" fmla="*/ 341247 w 1022358"/>
              <a:gd name="connsiteY3" fmla="*/ 4176390 h 6858000"/>
              <a:gd name="connsiteX4" fmla="*/ 522246 w 1022358"/>
              <a:gd name="connsiteY4" fmla="*/ 6776573 h 6858000"/>
              <a:gd name="connsiteX5" fmla="*/ 537283 w 1022358"/>
              <a:gd name="connsiteY5" fmla="*/ 6858000 h 6858000"/>
              <a:gd name="connsiteX6" fmla="*/ 343740 w 1022358"/>
              <a:gd name="connsiteY6" fmla="*/ 6858000 h 6858000"/>
              <a:gd name="connsiteX7" fmla="*/ 341085 w 1022358"/>
              <a:gd name="connsiteY7" fmla="*/ 6824530 h 6858000"/>
              <a:gd name="connsiteX8" fmla="*/ 64995 w 1022358"/>
              <a:gd name="connsiteY8" fmla="*/ 3402712 h 6858000"/>
              <a:gd name="connsiteX9" fmla="*/ 766468 w 1022358"/>
              <a:gd name="connsiteY9" fmla="*/ 3158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22358" h="6858000">
                <a:moveTo>
                  <a:pt x="768834" y="0"/>
                </a:moveTo>
                <a:lnTo>
                  <a:pt x="1005982" y="0"/>
                </a:lnTo>
                <a:lnTo>
                  <a:pt x="1009847" y="31316"/>
                </a:lnTo>
                <a:cubicBezTo>
                  <a:pt x="1116447" y="1344814"/>
                  <a:pt x="511620" y="2956996"/>
                  <a:pt x="341247" y="4176390"/>
                </a:cubicBezTo>
                <a:cubicBezTo>
                  <a:pt x="195220" y="5221592"/>
                  <a:pt x="367751" y="5981827"/>
                  <a:pt x="522246" y="6776573"/>
                </a:cubicBezTo>
                <a:lnTo>
                  <a:pt x="537283" y="6858000"/>
                </a:lnTo>
                <a:lnTo>
                  <a:pt x="343740" y="6858000"/>
                </a:lnTo>
                <a:lnTo>
                  <a:pt x="341085" y="6824530"/>
                </a:lnTo>
                <a:cubicBezTo>
                  <a:pt x="214611" y="5685264"/>
                  <a:pt x="-146378" y="4793885"/>
                  <a:pt x="64995" y="3402712"/>
                </a:cubicBezTo>
                <a:cubicBezTo>
                  <a:pt x="215268" y="2413681"/>
                  <a:pt x="655432" y="1168808"/>
                  <a:pt x="766468" y="31586"/>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36" name="Picture Placeholder 35">
            <a:extLst>
              <a:ext uri="{FF2B5EF4-FFF2-40B4-BE49-F238E27FC236}">
                <a16:creationId xmlns:a16="http://schemas.microsoft.com/office/drawing/2014/main" id="{95AB918B-2E59-DAB9-A333-D1C66DCE70E5}"/>
              </a:ext>
            </a:extLst>
          </p:cNvPr>
          <p:cNvSpPr>
            <a:spLocks noGrp="1"/>
          </p:cNvSpPr>
          <p:nvPr>
            <p:ph type="pic" sz="quarter" idx="12"/>
          </p:nvPr>
        </p:nvSpPr>
        <p:spPr>
          <a:xfrm>
            <a:off x="7574694" y="0"/>
            <a:ext cx="4617306" cy="6858000"/>
          </a:xfrm>
          <a:custGeom>
            <a:avLst/>
            <a:gdLst>
              <a:gd name="connsiteX0" fmla="*/ 719981 w 4617306"/>
              <a:gd name="connsiteY0" fmla="*/ 0 h 6858000"/>
              <a:gd name="connsiteX1" fmla="*/ 4617306 w 4617306"/>
              <a:gd name="connsiteY1" fmla="*/ 0 h 6858000"/>
              <a:gd name="connsiteX2" fmla="*/ 4617306 w 4617306"/>
              <a:gd name="connsiteY2" fmla="*/ 6858000 h 6858000"/>
              <a:gd name="connsiteX3" fmla="*/ 251282 w 4617306"/>
              <a:gd name="connsiteY3" fmla="*/ 6858000 h 6858000"/>
              <a:gd name="connsiteX4" fmla="*/ 236245 w 4617306"/>
              <a:gd name="connsiteY4" fmla="*/ 6776573 h 6858000"/>
              <a:gd name="connsiteX5" fmla="*/ 55246 w 4617306"/>
              <a:gd name="connsiteY5" fmla="*/ 4176390 h 6858000"/>
              <a:gd name="connsiteX6" fmla="*/ 723846 w 4617306"/>
              <a:gd name="connsiteY6" fmla="*/ 313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17306" h="6858000">
                <a:moveTo>
                  <a:pt x="719981" y="0"/>
                </a:moveTo>
                <a:lnTo>
                  <a:pt x="4617306" y="0"/>
                </a:lnTo>
                <a:lnTo>
                  <a:pt x="4617306" y="6858000"/>
                </a:lnTo>
                <a:lnTo>
                  <a:pt x="251282" y="6858000"/>
                </a:lnTo>
                <a:lnTo>
                  <a:pt x="236245" y="6776573"/>
                </a:lnTo>
                <a:cubicBezTo>
                  <a:pt x="81750" y="5981827"/>
                  <a:pt x="-90781" y="5221592"/>
                  <a:pt x="55246" y="4176390"/>
                </a:cubicBezTo>
                <a:cubicBezTo>
                  <a:pt x="225619" y="2956996"/>
                  <a:pt x="830446" y="1344814"/>
                  <a:pt x="723846" y="31316"/>
                </a:cubicBezTo>
                <a:close/>
              </a:path>
            </a:pathLst>
          </a:custGeom>
          <a:solidFill>
            <a:schemeClr val="bg2"/>
          </a:solidFill>
        </p:spPr>
        <p:txBody>
          <a:bodyPr wrap="square" anchor="ctr">
            <a:noAutofit/>
          </a:bodyPr>
          <a:lstStyle>
            <a:lvl1pPr marL="0" indent="0" algn="ctr">
              <a:buNone/>
              <a:defRPr/>
            </a:lvl1pPr>
          </a:lstStyle>
          <a:p>
            <a:r>
              <a:rPr lang="en-GB"/>
              <a:t>Click icon to add picture</a:t>
            </a:r>
          </a:p>
        </p:txBody>
      </p:sp>
    </p:spTree>
    <p:extLst>
      <p:ext uri="{BB962C8B-B14F-4D97-AF65-F5344CB8AC3E}">
        <p14:creationId xmlns:p14="http://schemas.microsoft.com/office/powerpoint/2010/main" val="54690651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_Photo-Big_lef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6096000" y="549476"/>
            <a:ext cx="5545138"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a:xfrm>
            <a:off x="11641138" y="6311096"/>
            <a:ext cx="550862" cy="546904"/>
          </a:xfrm>
          <a:prstGeom prst="rect">
            <a:avLst/>
          </a:prstGeom>
        </p:spPr>
        <p:txBody>
          <a:bodyPr/>
          <a:lstStyle/>
          <a:p>
            <a:fld id="{4EE75B84-B7E0-4C4B-AC9D-894B0C074E7C}" type="slidenum">
              <a:rPr lang="en-PL" smtClean="0"/>
              <a:pPr/>
              <a:t>‹#›</a:t>
            </a:fld>
            <a:endParaRPr lang="en-PL"/>
          </a:p>
        </p:txBody>
      </p:sp>
      <p:sp>
        <p:nvSpPr>
          <p:cNvPr id="9" name="Text Placeholder 6">
            <a:extLst>
              <a:ext uri="{FF2B5EF4-FFF2-40B4-BE49-F238E27FC236}">
                <a16:creationId xmlns:a16="http://schemas.microsoft.com/office/drawing/2014/main" id="{32318783-F912-367F-A0F9-62F27F691C6D}"/>
              </a:ext>
            </a:extLst>
          </p:cNvPr>
          <p:cNvSpPr>
            <a:spLocks noGrp="1"/>
          </p:cNvSpPr>
          <p:nvPr>
            <p:ph idx="1"/>
          </p:nvPr>
        </p:nvSpPr>
        <p:spPr>
          <a:xfrm>
            <a:off x="6096000" y="2723948"/>
            <a:ext cx="5545138" cy="3584777"/>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GB"/>
              <a:t>Click to edit Master text styles</a:t>
            </a:r>
          </a:p>
        </p:txBody>
      </p:sp>
      <p:sp>
        <p:nvSpPr>
          <p:cNvPr id="11" name="Text Placeholder 7">
            <a:extLst>
              <a:ext uri="{FF2B5EF4-FFF2-40B4-BE49-F238E27FC236}">
                <a16:creationId xmlns:a16="http://schemas.microsoft.com/office/drawing/2014/main" id="{89B4F3B9-1C89-E951-4C68-F8F9879046BB}"/>
              </a:ext>
            </a:extLst>
          </p:cNvPr>
          <p:cNvSpPr>
            <a:spLocks noGrp="1"/>
          </p:cNvSpPr>
          <p:nvPr>
            <p:ph type="body" sz="quarter" idx="11"/>
          </p:nvPr>
        </p:nvSpPr>
        <p:spPr>
          <a:xfrm>
            <a:off x="6096000" y="2119540"/>
            <a:ext cx="5545138" cy="444507"/>
          </a:xfrm>
        </p:spPr>
        <p:txBody>
          <a:bodyPr/>
          <a:lstStyle>
            <a:lvl1pPr marL="0" indent="0">
              <a:buNone/>
              <a:defRPr b="1">
                <a:solidFill>
                  <a:schemeClr val="tx2"/>
                </a:solidFill>
              </a:defRPr>
            </a:lvl1pPr>
          </a:lstStyle>
          <a:p>
            <a:pPr lvl="0"/>
            <a:r>
              <a:rPr lang="en-GB"/>
              <a:t>Click to edit Master text styles</a:t>
            </a:r>
          </a:p>
        </p:txBody>
      </p:sp>
      <p:sp>
        <p:nvSpPr>
          <p:cNvPr id="29" name="Freeform 28">
            <a:extLst>
              <a:ext uri="{FF2B5EF4-FFF2-40B4-BE49-F238E27FC236}">
                <a16:creationId xmlns:a16="http://schemas.microsoft.com/office/drawing/2014/main" id="{0A243FFF-8D05-DB6D-9184-BB0FF22C1C35}"/>
              </a:ext>
            </a:extLst>
          </p:cNvPr>
          <p:cNvSpPr/>
          <p:nvPr userDrawn="1"/>
        </p:nvSpPr>
        <p:spPr>
          <a:xfrm flipH="1">
            <a:off x="4130148" y="0"/>
            <a:ext cx="1174594" cy="6858000"/>
          </a:xfrm>
          <a:custGeom>
            <a:avLst/>
            <a:gdLst>
              <a:gd name="connsiteX0" fmla="*/ 771494 w 1174594"/>
              <a:gd name="connsiteY0" fmla="*/ 0 h 6858000"/>
              <a:gd name="connsiteX1" fmla="*/ 1174594 w 1174594"/>
              <a:gd name="connsiteY1" fmla="*/ 0 h 6858000"/>
              <a:gd name="connsiteX2" fmla="*/ 1161444 w 1174594"/>
              <a:gd name="connsiteY2" fmla="*/ 144397 h 6858000"/>
              <a:gd name="connsiteX3" fmla="*/ 472003 w 1174594"/>
              <a:gd name="connsiteY3" fmla="*/ 3402712 h 6858000"/>
              <a:gd name="connsiteX4" fmla="*/ 748093 w 1174594"/>
              <a:gd name="connsiteY4" fmla="*/ 6824530 h 6858000"/>
              <a:gd name="connsiteX5" fmla="*/ 750748 w 1174594"/>
              <a:gd name="connsiteY5" fmla="*/ 6858000 h 6858000"/>
              <a:gd name="connsiteX6" fmla="*/ 217344 w 1174594"/>
              <a:gd name="connsiteY6" fmla="*/ 6858000 h 6858000"/>
              <a:gd name="connsiteX7" fmla="*/ 214865 w 1174594"/>
              <a:gd name="connsiteY7" fmla="*/ 6843618 h 6858000"/>
              <a:gd name="connsiteX8" fmla="*/ 64995 w 1174594"/>
              <a:gd name="connsiteY8" fmla="*/ 4241454 h 6858000"/>
              <a:gd name="connsiteX9" fmla="*/ 783146 w 1174594"/>
              <a:gd name="connsiteY9" fmla="*/ 10468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74594" h="6858000">
                <a:moveTo>
                  <a:pt x="771494" y="0"/>
                </a:moveTo>
                <a:lnTo>
                  <a:pt x="1174594" y="0"/>
                </a:lnTo>
                <a:lnTo>
                  <a:pt x="1161444" y="144397"/>
                </a:lnTo>
                <a:cubicBezTo>
                  <a:pt x="1033733" y="1250609"/>
                  <a:pt x="617322" y="2446286"/>
                  <a:pt x="472003" y="3402712"/>
                </a:cubicBezTo>
                <a:cubicBezTo>
                  <a:pt x="260630" y="4793885"/>
                  <a:pt x="621619" y="5685263"/>
                  <a:pt x="748093" y="6824530"/>
                </a:cubicBezTo>
                <a:lnTo>
                  <a:pt x="750748" y="6858000"/>
                </a:lnTo>
                <a:lnTo>
                  <a:pt x="217344" y="6858000"/>
                </a:lnTo>
                <a:lnTo>
                  <a:pt x="214865" y="6843618"/>
                </a:lnTo>
                <a:cubicBezTo>
                  <a:pt x="69890" y="6047077"/>
                  <a:pt x="-93534" y="5284828"/>
                  <a:pt x="64995" y="4241454"/>
                </a:cubicBezTo>
                <a:cubicBezTo>
                  <a:pt x="249947" y="3024186"/>
                  <a:pt x="874015" y="1419367"/>
                  <a:pt x="783146" y="104685"/>
                </a:cubicBez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7" name="Freeform 6">
            <a:extLst>
              <a:ext uri="{FF2B5EF4-FFF2-40B4-BE49-F238E27FC236}">
                <a16:creationId xmlns:a16="http://schemas.microsoft.com/office/drawing/2014/main" id="{C40030E4-B36C-592E-E057-414B265596F4}"/>
              </a:ext>
            </a:extLst>
          </p:cNvPr>
          <p:cNvSpPr/>
          <p:nvPr userDrawn="1"/>
        </p:nvSpPr>
        <p:spPr>
          <a:xfrm flipH="1">
            <a:off x="3880422" y="0"/>
            <a:ext cx="1022358" cy="6858000"/>
          </a:xfrm>
          <a:custGeom>
            <a:avLst/>
            <a:gdLst>
              <a:gd name="connsiteX0" fmla="*/ 768834 w 1022358"/>
              <a:gd name="connsiteY0" fmla="*/ 0 h 6858000"/>
              <a:gd name="connsiteX1" fmla="*/ 1005982 w 1022358"/>
              <a:gd name="connsiteY1" fmla="*/ 0 h 6858000"/>
              <a:gd name="connsiteX2" fmla="*/ 1009847 w 1022358"/>
              <a:gd name="connsiteY2" fmla="*/ 31316 h 6858000"/>
              <a:gd name="connsiteX3" fmla="*/ 341247 w 1022358"/>
              <a:gd name="connsiteY3" fmla="*/ 4176390 h 6858000"/>
              <a:gd name="connsiteX4" fmla="*/ 522246 w 1022358"/>
              <a:gd name="connsiteY4" fmla="*/ 6776573 h 6858000"/>
              <a:gd name="connsiteX5" fmla="*/ 537283 w 1022358"/>
              <a:gd name="connsiteY5" fmla="*/ 6858000 h 6858000"/>
              <a:gd name="connsiteX6" fmla="*/ 343740 w 1022358"/>
              <a:gd name="connsiteY6" fmla="*/ 6858000 h 6858000"/>
              <a:gd name="connsiteX7" fmla="*/ 341085 w 1022358"/>
              <a:gd name="connsiteY7" fmla="*/ 6824530 h 6858000"/>
              <a:gd name="connsiteX8" fmla="*/ 64995 w 1022358"/>
              <a:gd name="connsiteY8" fmla="*/ 3402712 h 6858000"/>
              <a:gd name="connsiteX9" fmla="*/ 766468 w 1022358"/>
              <a:gd name="connsiteY9" fmla="*/ 3158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22358" h="6858000">
                <a:moveTo>
                  <a:pt x="768834" y="0"/>
                </a:moveTo>
                <a:lnTo>
                  <a:pt x="1005982" y="0"/>
                </a:lnTo>
                <a:lnTo>
                  <a:pt x="1009847" y="31316"/>
                </a:lnTo>
                <a:cubicBezTo>
                  <a:pt x="1116447" y="1344814"/>
                  <a:pt x="511620" y="2956996"/>
                  <a:pt x="341247" y="4176390"/>
                </a:cubicBezTo>
                <a:cubicBezTo>
                  <a:pt x="195220" y="5221592"/>
                  <a:pt x="367751" y="5981827"/>
                  <a:pt x="522246" y="6776573"/>
                </a:cubicBezTo>
                <a:lnTo>
                  <a:pt x="537283" y="6858000"/>
                </a:lnTo>
                <a:lnTo>
                  <a:pt x="343740" y="6858000"/>
                </a:lnTo>
                <a:lnTo>
                  <a:pt x="341085" y="6824530"/>
                </a:lnTo>
                <a:cubicBezTo>
                  <a:pt x="214611" y="5685264"/>
                  <a:pt x="-146378" y="4793885"/>
                  <a:pt x="64995" y="3402712"/>
                </a:cubicBezTo>
                <a:cubicBezTo>
                  <a:pt x="215268" y="2413681"/>
                  <a:pt x="655432" y="1168808"/>
                  <a:pt x="766468" y="31586"/>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12" name="Picture Placeholder 11">
            <a:extLst>
              <a:ext uri="{FF2B5EF4-FFF2-40B4-BE49-F238E27FC236}">
                <a16:creationId xmlns:a16="http://schemas.microsoft.com/office/drawing/2014/main" id="{6BD9DE43-31F4-89E5-CCA5-DB3D1A80476F}"/>
              </a:ext>
            </a:extLst>
          </p:cNvPr>
          <p:cNvSpPr>
            <a:spLocks noGrp="1"/>
          </p:cNvSpPr>
          <p:nvPr>
            <p:ph type="pic" sz="quarter" idx="12"/>
          </p:nvPr>
        </p:nvSpPr>
        <p:spPr>
          <a:xfrm>
            <a:off x="0" y="0"/>
            <a:ext cx="4626938" cy="6858000"/>
          </a:xfrm>
          <a:custGeom>
            <a:avLst/>
            <a:gdLst>
              <a:gd name="connsiteX0" fmla="*/ 0 w 4626938"/>
              <a:gd name="connsiteY0" fmla="*/ 0 h 6858000"/>
              <a:gd name="connsiteX1" fmla="*/ 3906958 w 4626938"/>
              <a:gd name="connsiteY1" fmla="*/ 0 h 6858000"/>
              <a:gd name="connsiteX2" fmla="*/ 3903093 w 4626938"/>
              <a:gd name="connsiteY2" fmla="*/ 31316 h 6858000"/>
              <a:gd name="connsiteX3" fmla="*/ 4571693 w 4626938"/>
              <a:gd name="connsiteY3" fmla="*/ 4176390 h 6858000"/>
              <a:gd name="connsiteX4" fmla="*/ 4390694 w 4626938"/>
              <a:gd name="connsiteY4" fmla="*/ 6776573 h 6858000"/>
              <a:gd name="connsiteX5" fmla="*/ 4375657 w 4626938"/>
              <a:gd name="connsiteY5" fmla="*/ 6858000 h 6858000"/>
              <a:gd name="connsiteX6" fmla="*/ 0 w 4626938"/>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26938" h="6858000">
                <a:moveTo>
                  <a:pt x="0" y="0"/>
                </a:moveTo>
                <a:lnTo>
                  <a:pt x="3906958" y="0"/>
                </a:lnTo>
                <a:lnTo>
                  <a:pt x="3903093" y="31316"/>
                </a:lnTo>
                <a:cubicBezTo>
                  <a:pt x="3796493" y="1344814"/>
                  <a:pt x="4401320" y="2956996"/>
                  <a:pt x="4571693" y="4176390"/>
                </a:cubicBezTo>
                <a:cubicBezTo>
                  <a:pt x="4717720" y="5221592"/>
                  <a:pt x="4545189" y="5981827"/>
                  <a:pt x="4390694" y="6776573"/>
                </a:cubicBezTo>
                <a:lnTo>
                  <a:pt x="4375657" y="6858000"/>
                </a:lnTo>
                <a:lnTo>
                  <a:pt x="0" y="6858000"/>
                </a:lnTo>
                <a:close/>
              </a:path>
            </a:pathLst>
          </a:custGeom>
          <a:solidFill>
            <a:schemeClr val="bg2"/>
          </a:solidFill>
        </p:spPr>
        <p:txBody>
          <a:bodyPr wrap="square" anchor="ctr">
            <a:noAutofit/>
          </a:bodyPr>
          <a:lstStyle>
            <a:lvl1pPr marL="0" indent="0" algn="ctr">
              <a:buNone/>
              <a:defRPr/>
            </a:lvl1pPr>
          </a:lstStyle>
          <a:p>
            <a:r>
              <a:rPr lang="en-GB"/>
              <a:t>Click icon to add picture</a:t>
            </a:r>
          </a:p>
        </p:txBody>
      </p:sp>
    </p:spTree>
    <p:extLst>
      <p:ext uri="{BB962C8B-B14F-4D97-AF65-F5344CB8AC3E}">
        <p14:creationId xmlns:p14="http://schemas.microsoft.com/office/powerpoint/2010/main" val="372799773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_Photo-Big_right_dark">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071" y="549476"/>
            <a:ext cx="5541929" cy="1131687"/>
          </a:xfrm>
        </p:spPr>
        <p:txBody>
          <a:bodyPr/>
          <a:lstStyle>
            <a:lvl1pPr>
              <a:defRPr>
                <a:solidFill>
                  <a:schemeClr val="bg2"/>
                </a:solidFill>
              </a:defRPr>
            </a:lvl1p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a:xfrm>
            <a:off x="11641138" y="6311096"/>
            <a:ext cx="550862" cy="546904"/>
          </a:xfrm>
          <a:prstGeom prst="rect">
            <a:avLst/>
          </a:prstGeom>
        </p:spPr>
        <p:txBody>
          <a:bodyPr/>
          <a:lstStyle/>
          <a:p>
            <a:fld id="{4EE75B84-B7E0-4C4B-AC9D-894B0C074E7C}" type="slidenum">
              <a:rPr lang="en-PL" smtClean="0"/>
              <a:pPr/>
              <a:t>‹#›</a:t>
            </a:fld>
            <a:endParaRPr lang="en-PL"/>
          </a:p>
        </p:txBody>
      </p:sp>
      <p:sp>
        <p:nvSpPr>
          <p:cNvPr id="9" name="Text Placeholder 6">
            <a:extLst>
              <a:ext uri="{FF2B5EF4-FFF2-40B4-BE49-F238E27FC236}">
                <a16:creationId xmlns:a16="http://schemas.microsoft.com/office/drawing/2014/main" id="{32318783-F912-367F-A0F9-62F27F691C6D}"/>
              </a:ext>
            </a:extLst>
          </p:cNvPr>
          <p:cNvSpPr>
            <a:spLocks noGrp="1"/>
          </p:cNvSpPr>
          <p:nvPr>
            <p:ph idx="1"/>
          </p:nvPr>
        </p:nvSpPr>
        <p:spPr>
          <a:xfrm>
            <a:off x="554071" y="2723948"/>
            <a:ext cx="5541929" cy="3584777"/>
          </a:xfrm>
          <a:prstGeom prst="rect">
            <a:avLst/>
          </a:prstGeom>
        </p:spPr>
        <p:txBody>
          <a:bodyPr vert="horz" lIns="0" tIns="0" rIns="0" bIns="0" rtlCol="0">
            <a:normAutofit/>
          </a:bodyPr>
          <a:lstStyle>
            <a:lvl1pPr marL="0" indent="0">
              <a:buNone/>
              <a:defRPr sz="1200">
                <a:solidFill>
                  <a:schemeClr val="bg2"/>
                </a:solidFill>
              </a:defRPr>
            </a:lvl1pPr>
            <a:lvl2pPr marL="457200" indent="0">
              <a:buNone/>
              <a:defRPr/>
            </a:lvl2pPr>
            <a:lvl3pPr marL="914400" indent="0">
              <a:buNone/>
              <a:defRPr/>
            </a:lvl3pPr>
          </a:lstStyle>
          <a:p>
            <a:pPr lvl="0"/>
            <a:r>
              <a:rPr lang="en-GB"/>
              <a:t>Click to edit Master text styles</a:t>
            </a:r>
          </a:p>
        </p:txBody>
      </p:sp>
      <p:sp>
        <p:nvSpPr>
          <p:cNvPr id="11" name="Text Placeholder 7">
            <a:extLst>
              <a:ext uri="{FF2B5EF4-FFF2-40B4-BE49-F238E27FC236}">
                <a16:creationId xmlns:a16="http://schemas.microsoft.com/office/drawing/2014/main" id="{89B4F3B9-1C89-E951-4C68-F8F9879046BB}"/>
              </a:ext>
            </a:extLst>
          </p:cNvPr>
          <p:cNvSpPr>
            <a:spLocks noGrp="1"/>
          </p:cNvSpPr>
          <p:nvPr>
            <p:ph type="body" sz="quarter" idx="11"/>
          </p:nvPr>
        </p:nvSpPr>
        <p:spPr>
          <a:xfrm>
            <a:off x="554071" y="2119540"/>
            <a:ext cx="5541929" cy="444507"/>
          </a:xfrm>
        </p:spPr>
        <p:txBody>
          <a:bodyPr/>
          <a:lstStyle>
            <a:lvl1pPr marL="0" indent="0">
              <a:buNone/>
              <a:defRPr b="1">
                <a:solidFill>
                  <a:schemeClr val="bg2"/>
                </a:solidFill>
              </a:defRPr>
            </a:lvl1pPr>
          </a:lstStyle>
          <a:p>
            <a:pPr lvl="0"/>
            <a:r>
              <a:rPr lang="en-GB"/>
              <a:t>Click to edit Master text styles</a:t>
            </a:r>
          </a:p>
        </p:txBody>
      </p:sp>
      <p:sp>
        <p:nvSpPr>
          <p:cNvPr id="29" name="Freeform 28">
            <a:extLst>
              <a:ext uri="{FF2B5EF4-FFF2-40B4-BE49-F238E27FC236}">
                <a16:creationId xmlns:a16="http://schemas.microsoft.com/office/drawing/2014/main" id="{0A243FFF-8D05-DB6D-9184-BB0FF22C1C35}"/>
              </a:ext>
            </a:extLst>
          </p:cNvPr>
          <p:cNvSpPr/>
          <p:nvPr userDrawn="1"/>
        </p:nvSpPr>
        <p:spPr>
          <a:xfrm>
            <a:off x="6881685" y="0"/>
            <a:ext cx="1174594" cy="6858000"/>
          </a:xfrm>
          <a:custGeom>
            <a:avLst/>
            <a:gdLst>
              <a:gd name="connsiteX0" fmla="*/ 771494 w 1174594"/>
              <a:gd name="connsiteY0" fmla="*/ 0 h 6858000"/>
              <a:gd name="connsiteX1" fmla="*/ 1174594 w 1174594"/>
              <a:gd name="connsiteY1" fmla="*/ 0 h 6858000"/>
              <a:gd name="connsiteX2" fmla="*/ 1161444 w 1174594"/>
              <a:gd name="connsiteY2" fmla="*/ 144397 h 6858000"/>
              <a:gd name="connsiteX3" fmla="*/ 472003 w 1174594"/>
              <a:gd name="connsiteY3" fmla="*/ 3402712 h 6858000"/>
              <a:gd name="connsiteX4" fmla="*/ 748093 w 1174594"/>
              <a:gd name="connsiteY4" fmla="*/ 6824530 h 6858000"/>
              <a:gd name="connsiteX5" fmla="*/ 750748 w 1174594"/>
              <a:gd name="connsiteY5" fmla="*/ 6858000 h 6858000"/>
              <a:gd name="connsiteX6" fmla="*/ 217344 w 1174594"/>
              <a:gd name="connsiteY6" fmla="*/ 6858000 h 6858000"/>
              <a:gd name="connsiteX7" fmla="*/ 214865 w 1174594"/>
              <a:gd name="connsiteY7" fmla="*/ 6843618 h 6858000"/>
              <a:gd name="connsiteX8" fmla="*/ 64995 w 1174594"/>
              <a:gd name="connsiteY8" fmla="*/ 4241454 h 6858000"/>
              <a:gd name="connsiteX9" fmla="*/ 783146 w 1174594"/>
              <a:gd name="connsiteY9" fmla="*/ 10468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74594" h="6858000">
                <a:moveTo>
                  <a:pt x="771494" y="0"/>
                </a:moveTo>
                <a:lnTo>
                  <a:pt x="1174594" y="0"/>
                </a:lnTo>
                <a:lnTo>
                  <a:pt x="1161444" y="144397"/>
                </a:lnTo>
                <a:cubicBezTo>
                  <a:pt x="1033733" y="1250609"/>
                  <a:pt x="617322" y="2446286"/>
                  <a:pt x="472003" y="3402712"/>
                </a:cubicBezTo>
                <a:cubicBezTo>
                  <a:pt x="260630" y="4793885"/>
                  <a:pt x="621619" y="5685263"/>
                  <a:pt x="748093" y="6824530"/>
                </a:cubicBezTo>
                <a:lnTo>
                  <a:pt x="750748" y="6858000"/>
                </a:lnTo>
                <a:lnTo>
                  <a:pt x="217344" y="6858000"/>
                </a:lnTo>
                <a:lnTo>
                  <a:pt x="214865" y="6843618"/>
                </a:lnTo>
                <a:cubicBezTo>
                  <a:pt x="69890" y="6047077"/>
                  <a:pt x="-93534" y="5284828"/>
                  <a:pt x="64995" y="4241454"/>
                </a:cubicBezTo>
                <a:cubicBezTo>
                  <a:pt x="249947" y="3024186"/>
                  <a:pt x="874015" y="1419367"/>
                  <a:pt x="783146" y="104685"/>
                </a:cubicBezTo>
                <a:close/>
              </a:path>
            </a:pathLst>
          </a:custGeom>
          <a:solidFill>
            <a:srgbClr val="5B1E5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33" name="Freeform 32">
            <a:extLst>
              <a:ext uri="{FF2B5EF4-FFF2-40B4-BE49-F238E27FC236}">
                <a16:creationId xmlns:a16="http://schemas.microsoft.com/office/drawing/2014/main" id="{7ABAEECC-CEEE-7426-95F0-433CD5D0628E}"/>
              </a:ext>
            </a:extLst>
          </p:cNvPr>
          <p:cNvSpPr/>
          <p:nvPr userDrawn="1"/>
        </p:nvSpPr>
        <p:spPr>
          <a:xfrm>
            <a:off x="7288693" y="0"/>
            <a:ext cx="1022358" cy="6858000"/>
          </a:xfrm>
          <a:custGeom>
            <a:avLst/>
            <a:gdLst>
              <a:gd name="connsiteX0" fmla="*/ 768834 w 1022358"/>
              <a:gd name="connsiteY0" fmla="*/ 0 h 6858000"/>
              <a:gd name="connsiteX1" fmla="*/ 1005982 w 1022358"/>
              <a:gd name="connsiteY1" fmla="*/ 0 h 6858000"/>
              <a:gd name="connsiteX2" fmla="*/ 1009847 w 1022358"/>
              <a:gd name="connsiteY2" fmla="*/ 31316 h 6858000"/>
              <a:gd name="connsiteX3" fmla="*/ 341247 w 1022358"/>
              <a:gd name="connsiteY3" fmla="*/ 4176390 h 6858000"/>
              <a:gd name="connsiteX4" fmla="*/ 522246 w 1022358"/>
              <a:gd name="connsiteY4" fmla="*/ 6776573 h 6858000"/>
              <a:gd name="connsiteX5" fmla="*/ 537283 w 1022358"/>
              <a:gd name="connsiteY5" fmla="*/ 6858000 h 6858000"/>
              <a:gd name="connsiteX6" fmla="*/ 343740 w 1022358"/>
              <a:gd name="connsiteY6" fmla="*/ 6858000 h 6858000"/>
              <a:gd name="connsiteX7" fmla="*/ 341085 w 1022358"/>
              <a:gd name="connsiteY7" fmla="*/ 6824530 h 6858000"/>
              <a:gd name="connsiteX8" fmla="*/ 64995 w 1022358"/>
              <a:gd name="connsiteY8" fmla="*/ 3402712 h 6858000"/>
              <a:gd name="connsiteX9" fmla="*/ 766468 w 1022358"/>
              <a:gd name="connsiteY9" fmla="*/ 3158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22358" h="6858000">
                <a:moveTo>
                  <a:pt x="768834" y="0"/>
                </a:moveTo>
                <a:lnTo>
                  <a:pt x="1005982" y="0"/>
                </a:lnTo>
                <a:lnTo>
                  <a:pt x="1009847" y="31316"/>
                </a:lnTo>
                <a:cubicBezTo>
                  <a:pt x="1116447" y="1344814"/>
                  <a:pt x="511620" y="2956996"/>
                  <a:pt x="341247" y="4176390"/>
                </a:cubicBezTo>
                <a:cubicBezTo>
                  <a:pt x="195220" y="5221592"/>
                  <a:pt x="367751" y="5981827"/>
                  <a:pt x="522246" y="6776573"/>
                </a:cubicBezTo>
                <a:lnTo>
                  <a:pt x="537283" y="6858000"/>
                </a:lnTo>
                <a:lnTo>
                  <a:pt x="343740" y="6858000"/>
                </a:lnTo>
                <a:lnTo>
                  <a:pt x="341085" y="6824530"/>
                </a:lnTo>
                <a:cubicBezTo>
                  <a:pt x="214611" y="5685264"/>
                  <a:pt x="-146378" y="4793885"/>
                  <a:pt x="64995" y="3402712"/>
                </a:cubicBezTo>
                <a:cubicBezTo>
                  <a:pt x="215268" y="2413681"/>
                  <a:pt x="655432" y="1168808"/>
                  <a:pt x="766468" y="31586"/>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36" name="Picture Placeholder 35">
            <a:extLst>
              <a:ext uri="{FF2B5EF4-FFF2-40B4-BE49-F238E27FC236}">
                <a16:creationId xmlns:a16="http://schemas.microsoft.com/office/drawing/2014/main" id="{95AB918B-2E59-DAB9-A333-D1C66DCE70E5}"/>
              </a:ext>
            </a:extLst>
          </p:cNvPr>
          <p:cNvSpPr>
            <a:spLocks noGrp="1"/>
          </p:cNvSpPr>
          <p:nvPr>
            <p:ph type="pic" sz="quarter" idx="12"/>
          </p:nvPr>
        </p:nvSpPr>
        <p:spPr>
          <a:xfrm>
            <a:off x="7574694" y="0"/>
            <a:ext cx="4617306" cy="6858000"/>
          </a:xfrm>
          <a:custGeom>
            <a:avLst/>
            <a:gdLst>
              <a:gd name="connsiteX0" fmla="*/ 719981 w 4617306"/>
              <a:gd name="connsiteY0" fmla="*/ 0 h 6858000"/>
              <a:gd name="connsiteX1" fmla="*/ 4617306 w 4617306"/>
              <a:gd name="connsiteY1" fmla="*/ 0 h 6858000"/>
              <a:gd name="connsiteX2" fmla="*/ 4617306 w 4617306"/>
              <a:gd name="connsiteY2" fmla="*/ 6858000 h 6858000"/>
              <a:gd name="connsiteX3" fmla="*/ 251282 w 4617306"/>
              <a:gd name="connsiteY3" fmla="*/ 6858000 h 6858000"/>
              <a:gd name="connsiteX4" fmla="*/ 236245 w 4617306"/>
              <a:gd name="connsiteY4" fmla="*/ 6776573 h 6858000"/>
              <a:gd name="connsiteX5" fmla="*/ 55246 w 4617306"/>
              <a:gd name="connsiteY5" fmla="*/ 4176390 h 6858000"/>
              <a:gd name="connsiteX6" fmla="*/ 723846 w 4617306"/>
              <a:gd name="connsiteY6" fmla="*/ 313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17306" h="6858000">
                <a:moveTo>
                  <a:pt x="719981" y="0"/>
                </a:moveTo>
                <a:lnTo>
                  <a:pt x="4617306" y="0"/>
                </a:lnTo>
                <a:lnTo>
                  <a:pt x="4617306" y="6858000"/>
                </a:lnTo>
                <a:lnTo>
                  <a:pt x="251282" y="6858000"/>
                </a:lnTo>
                <a:lnTo>
                  <a:pt x="236245" y="6776573"/>
                </a:lnTo>
                <a:cubicBezTo>
                  <a:pt x="81750" y="5981827"/>
                  <a:pt x="-90781" y="5221592"/>
                  <a:pt x="55246" y="4176390"/>
                </a:cubicBezTo>
                <a:cubicBezTo>
                  <a:pt x="225619" y="2956996"/>
                  <a:pt x="830446" y="1344814"/>
                  <a:pt x="723846" y="31316"/>
                </a:cubicBezTo>
                <a:close/>
              </a:path>
            </a:pathLst>
          </a:custGeom>
          <a:solidFill>
            <a:schemeClr val="bg2"/>
          </a:solidFill>
        </p:spPr>
        <p:txBody>
          <a:bodyPr wrap="square" anchor="ctr">
            <a:noAutofit/>
          </a:bodyPr>
          <a:lstStyle>
            <a:lvl1pPr marL="0" indent="0" algn="ctr">
              <a:buNone/>
              <a:defRPr/>
            </a:lvl1pPr>
          </a:lstStyle>
          <a:p>
            <a:r>
              <a:rPr lang="en-GB"/>
              <a:t>Click icon to add picture</a:t>
            </a:r>
          </a:p>
        </p:txBody>
      </p:sp>
    </p:spTree>
    <p:extLst>
      <p:ext uri="{BB962C8B-B14F-4D97-AF65-F5344CB8AC3E}">
        <p14:creationId xmlns:p14="http://schemas.microsoft.com/office/powerpoint/2010/main" val="394312509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tent_Photo-Big_left_dark">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6096000" y="549476"/>
            <a:ext cx="5545138" cy="1131687"/>
          </a:xfrm>
        </p:spPr>
        <p:txBody>
          <a:bodyPr/>
          <a:lstStyle>
            <a:lvl1pPr>
              <a:defRPr>
                <a:solidFill>
                  <a:schemeClr val="bg2"/>
                </a:solidFill>
              </a:defRPr>
            </a:lvl1p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a:xfrm>
            <a:off x="11641138" y="6311096"/>
            <a:ext cx="550862" cy="546904"/>
          </a:xfrm>
          <a:prstGeom prst="rect">
            <a:avLst/>
          </a:prstGeom>
        </p:spPr>
        <p:txBody>
          <a:bodyPr/>
          <a:lstStyle/>
          <a:p>
            <a:fld id="{4EE75B84-B7E0-4C4B-AC9D-894B0C074E7C}" type="slidenum">
              <a:rPr lang="en-PL" smtClean="0"/>
              <a:pPr/>
              <a:t>‹#›</a:t>
            </a:fld>
            <a:endParaRPr lang="en-PL"/>
          </a:p>
        </p:txBody>
      </p:sp>
      <p:sp>
        <p:nvSpPr>
          <p:cNvPr id="9" name="Text Placeholder 6">
            <a:extLst>
              <a:ext uri="{FF2B5EF4-FFF2-40B4-BE49-F238E27FC236}">
                <a16:creationId xmlns:a16="http://schemas.microsoft.com/office/drawing/2014/main" id="{32318783-F912-367F-A0F9-62F27F691C6D}"/>
              </a:ext>
            </a:extLst>
          </p:cNvPr>
          <p:cNvSpPr>
            <a:spLocks noGrp="1"/>
          </p:cNvSpPr>
          <p:nvPr>
            <p:ph idx="1"/>
          </p:nvPr>
        </p:nvSpPr>
        <p:spPr>
          <a:xfrm>
            <a:off x="6096000" y="2723948"/>
            <a:ext cx="5545138" cy="3584576"/>
          </a:xfrm>
          <a:prstGeom prst="rect">
            <a:avLst/>
          </a:prstGeom>
        </p:spPr>
        <p:txBody>
          <a:bodyPr vert="horz" lIns="0" tIns="0" rIns="0" bIns="0" rtlCol="0">
            <a:normAutofit/>
          </a:bodyPr>
          <a:lstStyle>
            <a:lvl1pPr marL="0" indent="0">
              <a:buNone/>
              <a:defRPr sz="1200">
                <a:solidFill>
                  <a:schemeClr val="bg2"/>
                </a:solidFill>
              </a:defRPr>
            </a:lvl1pPr>
            <a:lvl2pPr marL="457200" indent="0">
              <a:buNone/>
              <a:defRPr/>
            </a:lvl2pPr>
            <a:lvl3pPr marL="914400" indent="0">
              <a:buNone/>
              <a:defRPr/>
            </a:lvl3pPr>
          </a:lstStyle>
          <a:p>
            <a:pPr lvl="0"/>
            <a:r>
              <a:rPr lang="en-GB"/>
              <a:t>Click to edit Master text styles</a:t>
            </a:r>
          </a:p>
        </p:txBody>
      </p:sp>
      <p:sp>
        <p:nvSpPr>
          <p:cNvPr id="11" name="Text Placeholder 7">
            <a:extLst>
              <a:ext uri="{FF2B5EF4-FFF2-40B4-BE49-F238E27FC236}">
                <a16:creationId xmlns:a16="http://schemas.microsoft.com/office/drawing/2014/main" id="{89B4F3B9-1C89-E951-4C68-F8F9879046BB}"/>
              </a:ext>
            </a:extLst>
          </p:cNvPr>
          <p:cNvSpPr>
            <a:spLocks noGrp="1"/>
          </p:cNvSpPr>
          <p:nvPr>
            <p:ph type="body" sz="quarter" idx="11"/>
          </p:nvPr>
        </p:nvSpPr>
        <p:spPr>
          <a:xfrm>
            <a:off x="6096000" y="2119540"/>
            <a:ext cx="5545138" cy="444507"/>
          </a:xfrm>
        </p:spPr>
        <p:txBody>
          <a:bodyPr/>
          <a:lstStyle>
            <a:lvl1pPr marL="0" indent="0">
              <a:buNone/>
              <a:defRPr b="1">
                <a:solidFill>
                  <a:schemeClr val="bg2"/>
                </a:solidFill>
              </a:defRPr>
            </a:lvl1pPr>
          </a:lstStyle>
          <a:p>
            <a:pPr lvl="0"/>
            <a:r>
              <a:rPr lang="en-GB"/>
              <a:t>Click to edit Master text styles</a:t>
            </a:r>
          </a:p>
        </p:txBody>
      </p:sp>
      <p:sp>
        <p:nvSpPr>
          <p:cNvPr id="29" name="Freeform 28">
            <a:extLst>
              <a:ext uri="{FF2B5EF4-FFF2-40B4-BE49-F238E27FC236}">
                <a16:creationId xmlns:a16="http://schemas.microsoft.com/office/drawing/2014/main" id="{0A243FFF-8D05-DB6D-9184-BB0FF22C1C35}"/>
              </a:ext>
            </a:extLst>
          </p:cNvPr>
          <p:cNvSpPr/>
          <p:nvPr userDrawn="1"/>
        </p:nvSpPr>
        <p:spPr>
          <a:xfrm flipH="1">
            <a:off x="4130148" y="0"/>
            <a:ext cx="1174594" cy="6858000"/>
          </a:xfrm>
          <a:custGeom>
            <a:avLst/>
            <a:gdLst>
              <a:gd name="connsiteX0" fmla="*/ 771494 w 1174594"/>
              <a:gd name="connsiteY0" fmla="*/ 0 h 6858000"/>
              <a:gd name="connsiteX1" fmla="*/ 1174594 w 1174594"/>
              <a:gd name="connsiteY1" fmla="*/ 0 h 6858000"/>
              <a:gd name="connsiteX2" fmla="*/ 1161444 w 1174594"/>
              <a:gd name="connsiteY2" fmla="*/ 144397 h 6858000"/>
              <a:gd name="connsiteX3" fmla="*/ 472003 w 1174594"/>
              <a:gd name="connsiteY3" fmla="*/ 3402712 h 6858000"/>
              <a:gd name="connsiteX4" fmla="*/ 748093 w 1174594"/>
              <a:gd name="connsiteY4" fmla="*/ 6824530 h 6858000"/>
              <a:gd name="connsiteX5" fmla="*/ 750748 w 1174594"/>
              <a:gd name="connsiteY5" fmla="*/ 6858000 h 6858000"/>
              <a:gd name="connsiteX6" fmla="*/ 217344 w 1174594"/>
              <a:gd name="connsiteY6" fmla="*/ 6858000 h 6858000"/>
              <a:gd name="connsiteX7" fmla="*/ 214865 w 1174594"/>
              <a:gd name="connsiteY7" fmla="*/ 6843618 h 6858000"/>
              <a:gd name="connsiteX8" fmla="*/ 64995 w 1174594"/>
              <a:gd name="connsiteY8" fmla="*/ 4241454 h 6858000"/>
              <a:gd name="connsiteX9" fmla="*/ 783146 w 1174594"/>
              <a:gd name="connsiteY9" fmla="*/ 10468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74594" h="6858000">
                <a:moveTo>
                  <a:pt x="771494" y="0"/>
                </a:moveTo>
                <a:lnTo>
                  <a:pt x="1174594" y="0"/>
                </a:lnTo>
                <a:lnTo>
                  <a:pt x="1161444" y="144397"/>
                </a:lnTo>
                <a:cubicBezTo>
                  <a:pt x="1033733" y="1250609"/>
                  <a:pt x="617322" y="2446286"/>
                  <a:pt x="472003" y="3402712"/>
                </a:cubicBezTo>
                <a:cubicBezTo>
                  <a:pt x="260630" y="4793885"/>
                  <a:pt x="621619" y="5685263"/>
                  <a:pt x="748093" y="6824530"/>
                </a:cubicBezTo>
                <a:lnTo>
                  <a:pt x="750748" y="6858000"/>
                </a:lnTo>
                <a:lnTo>
                  <a:pt x="217344" y="6858000"/>
                </a:lnTo>
                <a:lnTo>
                  <a:pt x="214865" y="6843618"/>
                </a:lnTo>
                <a:cubicBezTo>
                  <a:pt x="69890" y="6047077"/>
                  <a:pt x="-93534" y="5284828"/>
                  <a:pt x="64995" y="4241454"/>
                </a:cubicBezTo>
                <a:cubicBezTo>
                  <a:pt x="249947" y="3024186"/>
                  <a:pt x="874015" y="1419367"/>
                  <a:pt x="783146" y="104685"/>
                </a:cubicBezTo>
                <a:close/>
              </a:path>
            </a:pathLst>
          </a:custGeom>
          <a:solidFill>
            <a:srgbClr val="5B1E5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7" name="Freeform 6">
            <a:extLst>
              <a:ext uri="{FF2B5EF4-FFF2-40B4-BE49-F238E27FC236}">
                <a16:creationId xmlns:a16="http://schemas.microsoft.com/office/drawing/2014/main" id="{C40030E4-B36C-592E-E057-414B265596F4}"/>
              </a:ext>
            </a:extLst>
          </p:cNvPr>
          <p:cNvSpPr/>
          <p:nvPr userDrawn="1"/>
        </p:nvSpPr>
        <p:spPr>
          <a:xfrm flipH="1">
            <a:off x="3880422" y="0"/>
            <a:ext cx="1022358" cy="6858000"/>
          </a:xfrm>
          <a:custGeom>
            <a:avLst/>
            <a:gdLst>
              <a:gd name="connsiteX0" fmla="*/ 768834 w 1022358"/>
              <a:gd name="connsiteY0" fmla="*/ 0 h 6858000"/>
              <a:gd name="connsiteX1" fmla="*/ 1005982 w 1022358"/>
              <a:gd name="connsiteY1" fmla="*/ 0 h 6858000"/>
              <a:gd name="connsiteX2" fmla="*/ 1009847 w 1022358"/>
              <a:gd name="connsiteY2" fmla="*/ 31316 h 6858000"/>
              <a:gd name="connsiteX3" fmla="*/ 341247 w 1022358"/>
              <a:gd name="connsiteY3" fmla="*/ 4176390 h 6858000"/>
              <a:gd name="connsiteX4" fmla="*/ 522246 w 1022358"/>
              <a:gd name="connsiteY4" fmla="*/ 6776573 h 6858000"/>
              <a:gd name="connsiteX5" fmla="*/ 537283 w 1022358"/>
              <a:gd name="connsiteY5" fmla="*/ 6858000 h 6858000"/>
              <a:gd name="connsiteX6" fmla="*/ 343740 w 1022358"/>
              <a:gd name="connsiteY6" fmla="*/ 6858000 h 6858000"/>
              <a:gd name="connsiteX7" fmla="*/ 341085 w 1022358"/>
              <a:gd name="connsiteY7" fmla="*/ 6824530 h 6858000"/>
              <a:gd name="connsiteX8" fmla="*/ 64995 w 1022358"/>
              <a:gd name="connsiteY8" fmla="*/ 3402712 h 6858000"/>
              <a:gd name="connsiteX9" fmla="*/ 766468 w 1022358"/>
              <a:gd name="connsiteY9" fmla="*/ 3158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22358" h="6858000">
                <a:moveTo>
                  <a:pt x="768834" y="0"/>
                </a:moveTo>
                <a:lnTo>
                  <a:pt x="1005982" y="0"/>
                </a:lnTo>
                <a:lnTo>
                  <a:pt x="1009847" y="31316"/>
                </a:lnTo>
                <a:cubicBezTo>
                  <a:pt x="1116447" y="1344814"/>
                  <a:pt x="511620" y="2956996"/>
                  <a:pt x="341247" y="4176390"/>
                </a:cubicBezTo>
                <a:cubicBezTo>
                  <a:pt x="195220" y="5221592"/>
                  <a:pt x="367751" y="5981827"/>
                  <a:pt x="522246" y="6776573"/>
                </a:cubicBezTo>
                <a:lnTo>
                  <a:pt x="537283" y="6858000"/>
                </a:lnTo>
                <a:lnTo>
                  <a:pt x="343740" y="6858000"/>
                </a:lnTo>
                <a:lnTo>
                  <a:pt x="341085" y="6824530"/>
                </a:lnTo>
                <a:cubicBezTo>
                  <a:pt x="214611" y="5685264"/>
                  <a:pt x="-146378" y="4793885"/>
                  <a:pt x="64995" y="3402712"/>
                </a:cubicBezTo>
                <a:cubicBezTo>
                  <a:pt x="215268" y="2413681"/>
                  <a:pt x="655432" y="1168808"/>
                  <a:pt x="766468" y="31586"/>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12" name="Picture Placeholder 11">
            <a:extLst>
              <a:ext uri="{FF2B5EF4-FFF2-40B4-BE49-F238E27FC236}">
                <a16:creationId xmlns:a16="http://schemas.microsoft.com/office/drawing/2014/main" id="{6BD9DE43-31F4-89E5-CCA5-DB3D1A80476F}"/>
              </a:ext>
            </a:extLst>
          </p:cNvPr>
          <p:cNvSpPr>
            <a:spLocks noGrp="1"/>
          </p:cNvSpPr>
          <p:nvPr>
            <p:ph type="pic" sz="quarter" idx="12"/>
          </p:nvPr>
        </p:nvSpPr>
        <p:spPr>
          <a:xfrm>
            <a:off x="0" y="0"/>
            <a:ext cx="4626938" cy="6858000"/>
          </a:xfrm>
          <a:custGeom>
            <a:avLst/>
            <a:gdLst>
              <a:gd name="connsiteX0" fmla="*/ 0 w 4626938"/>
              <a:gd name="connsiteY0" fmla="*/ 0 h 6858000"/>
              <a:gd name="connsiteX1" fmla="*/ 3906958 w 4626938"/>
              <a:gd name="connsiteY1" fmla="*/ 0 h 6858000"/>
              <a:gd name="connsiteX2" fmla="*/ 3903093 w 4626938"/>
              <a:gd name="connsiteY2" fmla="*/ 31316 h 6858000"/>
              <a:gd name="connsiteX3" fmla="*/ 4571693 w 4626938"/>
              <a:gd name="connsiteY3" fmla="*/ 4176390 h 6858000"/>
              <a:gd name="connsiteX4" fmla="*/ 4390694 w 4626938"/>
              <a:gd name="connsiteY4" fmla="*/ 6776573 h 6858000"/>
              <a:gd name="connsiteX5" fmla="*/ 4375657 w 4626938"/>
              <a:gd name="connsiteY5" fmla="*/ 6858000 h 6858000"/>
              <a:gd name="connsiteX6" fmla="*/ 0 w 4626938"/>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26938" h="6858000">
                <a:moveTo>
                  <a:pt x="0" y="0"/>
                </a:moveTo>
                <a:lnTo>
                  <a:pt x="3906958" y="0"/>
                </a:lnTo>
                <a:lnTo>
                  <a:pt x="3903093" y="31316"/>
                </a:lnTo>
                <a:cubicBezTo>
                  <a:pt x="3796493" y="1344814"/>
                  <a:pt x="4401320" y="2956996"/>
                  <a:pt x="4571693" y="4176390"/>
                </a:cubicBezTo>
                <a:cubicBezTo>
                  <a:pt x="4717720" y="5221592"/>
                  <a:pt x="4545189" y="5981827"/>
                  <a:pt x="4390694" y="6776573"/>
                </a:cubicBezTo>
                <a:lnTo>
                  <a:pt x="4375657" y="6858000"/>
                </a:lnTo>
                <a:lnTo>
                  <a:pt x="0" y="6858000"/>
                </a:lnTo>
                <a:close/>
              </a:path>
            </a:pathLst>
          </a:custGeom>
          <a:solidFill>
            <a:schemeClr val="bg2"/>
          </a:solidFill>
        </p:spPr>
        <p:txBody>
          <a:bodyPr wrap="square" anchor="ctr">
            <a:noAutofit/>
          </a:bodyPr>
          <a:lstStyle>
            <a:lvl1pPr marL="0" indent="0" algn="ctr">
              <a:buNone/>
              <a:defRPr/>
            </a:lvl1pPr>
          </a:lstStyle>
          <a:p>
            <a:r>
              <a:rPr lang="en-GB"/>
              <a:t>Click icon to add picture</a:t>
            </a:r>
          </a:p>
        </p:txBody>
      </p:sp>
    </p:spTree>
    <p:extLst>
      <p:ext uri="{BB962C8B-B14F-4D97-AF65-F5344CB8AC3E}">
        <p14:creationId xmlns:p14="http://schemas.microsoft.com/office/powerpoint/2010/main" val="324038208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hapter_light">
    <p:bg>
      <p:bgPr>
        <a:solidFill>
          <a:schemeClr val="accent4"/>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a:xfrm>
            <a:off x="11641138" y="6311096"/>
            <a:ext cx="550862" cy="546904"/>
          </a:xfrm>
          <a:prstGeom prst="rect">
            <a:avLst/>
          </a:prstGeom>
        </p:spPr>
        <p:txBody>
          <a:bodyPr/>
          <a:lstStyle/>
          <a:p>
            <a:fld id="{4EE75B84-B7E0-4C4B-AC9D-894B0C074E7C}" type="slidenum">
              <a:rPr lang="en-PL" smtClean="0"/>
              <a:pPr/>
              <a:t>‹#›</a:t>
            </a:fld>
            <a:endParaRPr lang="en-PL"/>
          </a:p>
        </p:txBody>
      </p:sp>
      <p:sp>
        <p:nvSpPr>
          <p:cNvPr id="4" name="Graphic 8">
            <a:extLst>
              <a:ext uri="{FF2B5EF4-FFF2-40B4-BE49-F238E27FC236}">
                <a16:creationId xmlns:a16="http://schemas.microsoft.com/office/drawing/2014/main" id="{6B5F20A3-472A-3CB2-E046-8EDD9712E221}"/>
              </a:ext>
            </a:extLst>
          </p:cNvPr>
          <p:cNvSpPr/>
          <p:nvPr userDrawn="1"/>
        </p:nvSpPr>
        <p:spPr>
          <a:xfrm rot="6999517">
            <a:off x="852903" y="1204759"/>
            <a:ext cx="4758926" cy="5118997"/>
          </a:xfrm>
          <a:custGeom>
            <a:avLst/>
            <a:gdLst>
              <a:gd name="connsiteX0" fmla="*/ 1401949 w 1616853"/>
              <a:gd name="connsiteY0" fmla="*/ 422108 h 1739188"/>
              <a:gd name="connsiteX1" fmla="*/ 1615215 w 1616853"/>
              <a:gd name="connsiteY1" fmla="*/ 994174 h 1739188"/>
              <a:gd name="connsiteX2" fmla="*/ 1251001 w 1616853"/>
              <a:gd name="connsiteY2" fmla="*/ 1543821 h 1739188"/>
              <a:gd name="connsiteX3" fmla="*/ 480868 w 1616853"/>
              <a:gd name="connsiteY3" fmla="*/ 1705884 h 1739188"/>
              <a:gd name="connsiteX4" fmla="*/ 2563 w 1616853"/>
              <a:gd name="connsiteY4" fmla="*/ 1071596 h 1739188"/>
              <a:gd name="connsiteX5" fmla="*/ 319850 w 1616853"/>
              <a:gd name="connsiteY5" fmla="*/ 332242 h 1739188"/>
              <a:gd name="connsiteX6" fmla="*/ 922695 w 1616853"/>
              <a:gd name="connsiteY6" fmla="*/ 2891 h 1739188"/>
              <a:gd name="connsiteX7" fmla="*/ 1401949 w 1616853"/>
              <a:gd name="connsiteY7" fmla="*/ 422013 h 1739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6853" h="1739188">
                <a:moveTo>
                  <a:pt x="1401949" y="422108"/>
                </a:moveTo>
                <a:cubicBezTo>
                  <a:pt x="1530859" y="614760"/>
                  <a:pt x="1630985" y="799718"/>
                  <a:pt x="1615215" y="994174"/>
                </a:cubicBezTo>
                <a:cubicBezTo>
                  <a:pt x="1599446" y="1188726"/>
                  <a:pt x="1467592" y="1392303"/>
                  <a:pt x="1251001" y="1543821"/>
                </a:cubicBezTo>
                <a:cubicBezTo>
                  <a:pt x="1034410" y="1695340"/>
                  <a:pt x="732988" y="1794231"/>
                  <a:pt x="480868" y="1705884"/>
                </a:cubicBezTo>
                <a:cubicBezTo>
                  <a:pt x="229319" y="1617443"/>
                  <a:pt x="27072" y="1341670"/>
                  <a:pt x="2563" y="1071596"/>
                </a:cubicBezTo>
                <a:cubicBezTo>
                  <a:pt x="-21851" y="801997"/>
                  <a:pt x="131473" y="538194"/>
                  <a:pt x="319850" y="332242"/>
                </a:cubicBezTo>
                <a:cubicBezTo>
                  <a:pt x="508227" y="126291"/>
                  <a:pt x="732038" y="-22853"/>
                  <a:pt x="922695" y="2891"/>
                </a:cubicBezTo>
                <a:cubicBezTo>
                  <a:pt x="1113922" y="28730"/>
                  <a:pt x="1272565" y="229457"/>
                  <a:pt x="1401949" y="422013"/>
                </a:cubicBezTo>
                <a:close/>
              </a:path>
            </a:pathLst>
          </a:custGeom>
          <a:solidFill>
            <a:schemeClr val="tx2"/>
          </a:solidFill>
          <a:ln w="9487" cap="flat">
            <a:noFill/>
            <a:prstDash val="solid"/>
            <a:miter/>
          </a:ln>
        </p:spPr>
        <p:txBody>
          <a:bodyPr rtlCol="0" anchor="ctr"/>
          <a:lstStyle/>
          <a:p>
            <a:endParaRPr lang="en-GB" noProof="0"/>
          </a:p>
        </p:txBody>
      </p:sp>
      <p:sp>
        <p:nvSpPr>
          <p:cNvPr id="7" name="Picture Placeholder 16">
            <a:extLst>
              <a:ext uri="{FF2B5EF4-FFF2-40B4-BE49-F238E27FC236}">
                <a16:creationId xmlns:a16="http://schemas.microsoft.com/office/drawing/2014/main" id="{8E00BA19-5C35-CDE1-774D-9BBD0B7B5956}"/>
              </a:ext>
            </a:extLst>
          </p:cNvPr>
          <p:cNvSpPr>
            <a:spLocks noGrp="1"/>
          </p:cNvSpPr>
          <p:nvPr>
            <p:ph type="pic" sz="quarter" idx="12"/>
          </p:nvPr>
        </p:nvSpPr>
        <p:spPr>
          <a:xfrm>
            <a:off x="810433" y="1222310"/>
            <a:ext cx="4651685" cy="4765704"/>
          </a:xfrm>
          <a:custGeom>
            <a:avLst/>
            <a:gdLst>
              <a:gd name="connsiteX0" fmla="*/ 2172219 w 4643466"/>
              <a:gd name="connsiteY0" fmla="*/ 4 h 4757283"/>
              <a:gd name="connsiteX1" fmla="*/ 3682662 w 4643466"/>
              <a:gd name="connsiteY1" fmla="*/ 791177 h 4757283"/>
              <a:gd name="connsiteX2" fmla="*/ 3682719 w 4643466"/>
              <a:gd name="connsiteY2" fmla="*/ 791425 h 4757283"/>
              <a:gd name="connsiteX3" fmla="*/ 4631723 w 4643466"/>
              <a:gd name="connsiteY3" fmla="*/ 2150645 h 4757283"/>
              <a:gd name="connsiteX4" fmla="*/ 3921972 w 4643466"/>
              <a:gd name="connsiteY4" fmla="*/ 3826185 h 4757283"/>
              <a:gd name="connsiteX5" fmla="*/ 1824385 w 4643466"/>
              <a:gd name="connsiteY5" fmla="*/ 4750602 h 4757283"/>
              <a:gd name="connsiteX6" fmla="*/ 83093 w 4643466"/>
              <a:gd name="connsiteY6" fmla="*/ 3400595 h 4757283"/>
              <a:gd name="connsiteX7" fmla="*/ 545938 w 4643466"/>
              <a:gd name="connsiteY7" fmla="*/ 1258862 h 4757283"/>
              <a:gd name="connsiteX8" fmla="*/ 2067058 w 4643466"/>
              <a:gd name="connsiteY8" fmla="*/ 5108 h 4757283"/>
              <a:gd name="connsiteX9" fmla="*/ 2172219 w 4643466"/>
              <a:gd name="connsiteY9" fmla="*/ 4 h 47572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643466" h="4757283">
                <a:moveTo>
                  <a:pt x="2172219" y="4"/>
                </a:moveTo>
                <a:cubicBezTo>
                  <a:pt x="2698457" y="1377"/>
                  <a:pt x="3229338" y="397328"/>
                  <a:pt x="3682662" y="791177"/>
                </a:cubicBezTo>
                <a:lnTo>
                  <a:pt x="3682719" y="791425"/>
                </a:lnTo>
                <a:cubicBezTo>
                  <a:pt x="4164971" y="1212090"/>
                  <a:pt x="4560621" y="1631303"/>
                  <a:pt x="4631723" y="2150645"/>
                </a:cubicBezTo>
                <a:cubicBezTo>
                  <a:pt x="4702885" y="2670238"/>
                  <a:pt x="4448678" y="3288845"/>
                  <a:pt x="3921972" y="3826185"/>
                </a:cubicBezTo>
                <a:cubicBezTo>
                  <a:pt x="3395266" y="4363528"/>
                  <a:pt x="2595453" y="4818175"/>
                  <a:pt x="1824385" y="4750602"/>
                </a:cubicBezTo>
                <a:cubicBezTo>
                  <a:pt x="1054889" y="4682411"/>
                  <a:pt x="314082" y="4091754"/>
                  <a:pt x="83093" y="3400595"/>
                </a:cubicBezTo>
                <a:cubicBezTo>
                  <a:pt x="-147341" y="2710618"/>
                  <a:pt x="132101" y="1920392"/>
                  <a:pt x="545938" y="1258862"/>
                </a:cubicBezTo>
                <a:cubicBezTo>
                  <a:pt x="959775" y="597334"/>
                  <a:pt x="1508470" y="61520"/>
                  <a:pt x="2067058" y="5108"/>
                </a:cubicBezTo>
                <a:cubicBezTo>
                  <a:pt x="2102075" y="1575"/>
                  <a:pt x="2137137" y="-87"/>
                  <a:pt x="2172219" y="4"/>
                </a:cubicBezTo>
                <a:close/>
              </a:path>
            </a:pathLst>
          </a:custGeom>
          <a:solidFill>
            <a:schemeClr val="bg2"/>
          </a:solidFill>
        </p:spPr>
        <p:txBody>
          <a:bodyPr wrap="square" anchor="ctr">
            <a:noAutofit/>
          </a:bodyPr>
          <a:lstStyle>
            <a:lvl1pPr marL="0" indent="0" algn="ctr">
              <a:buNone/>
              <a:defRPr/>
            </a:lvl1pPr>
          </a:lstStyle>
          <a:p>
            <a:r>
              <a:rPr lang="en-GB" noProof="0"/>
              <a:t>Click icon to add picture</a:t>
            </a:r>
          </a:p>
        </p:txBody>
      </p:sp>
      <p:sp>
        <p:nvSpPr>
          <p:cNvPr id="15" name="Freeform 14">
            <a:extLst>
              <a:ext uri="{FF2B5EF4-FFF2-40B4-BE49-F238E27FC236}">
                <a16:creationId xmlns:a16="http://schemas.microsoft.com/office/drawing/2014/main" id="{C1FEEDD8-28AA-BE3E-02E2-170FFB40470C}"/>
              </a:ext>
            </a:extLst>
          </p:cNvPr>
          <p:cNvSpPr/>
          <p:nvPr userDrawn="1"/>
        </p:nvSpPr>
        <p:spPr>
          <a:xfrm>
            <a:off x="6296481" y="-351"/>
            <a:ext cx="5895520" cy="1951072"/>
          </a:xfrm>
          <a:custGeom>
            <a:avLst/>
            <a:gdLst>
              <a:gd name="connsiteX0" fmla="*/ 7570489 w 9855101"/>
              <a:gd name="connsiteY0" fmla="*/ 1003774 h 12126752"/>
              <a:gd name="connsiteX1" fmla="*/ 8284143 w 9855101"/>
              <a:gd name="connsiteY1" fmla="*/ 4475255 h 12126752"/>
              <a:gd name="connsiteX2" fmla="*/ 9328763 w 9855101"/>
              <a:gd name="connsiteY2" fmla="*/ 6829838 h 12126752"/>
              <a:gd name="connsiteX3" fmla="*/ 9809249 w 9855101"/>
              <a:gd name="connsiteY3" fmla="*/ 9689785 h 12126752"/>
              <a:gd name="connsiteX4" fmla="*/ 8188160 w 9855101"/>
              <a:gd name="connsiteY4" fmla="*/ 12097161 h 12126752"/>
              <a:gd name="connsiteX5" fmla="*/ 5048943 w 9855101"/>
              <a:gd name="connsiteY5" fmla="*/ 11120830 h 12126752"/>
              <a:gd name="connsiteX6" fmla="*/ 2105409 w 9855101"/>
              <a:gd name="connsiteY6" fmla="*/ 10306958 h 12126752"/>
              <a:gd name="connsiteX7" fmla="*/ 58756 w 9855101"/>
              <a:gd name="connsiteY7" fmla="*/ 8327921 h 12126752"/>
              <a:gd name="connsiteX8" fmla="*/ 592520 w 9855101"/>
              <a:gd name="connsiteY8" fmla="*/ 5251217 h 12126752"/>
              <a:gd name="connsiteX9" fmla="*/ 1635363 w 9855101"/>
              <a:gd name="connsiteY9" fmla="*/ 1999091 h 12126752"/>
              <a:gd name="connsiteX10" fmla="*/ 4494042 w 9855101"/>
              <a:gd name="connsiteY10" fmla="*/ 81983 h 12126752"/>
              <a:gd name="connsiteX11" fmla="*/ 7570489 w 9855101"/>
              <a:gd name="connsiteY11" fmla="*/ 1003774 h 12126752"/>
              <a:gd name="connsiteX0" fmla="*/ 7570489 w 9855101"/>
              <a:gd name="connsiteY0" fmla="*/ 1003774 h 12126752"/>
              <a:gd name="connsiteX1" fmla="*/ 8284143 w 9855101"/>
              <a:gd name="connsiteY1" fmla="*/ 4475255 h 12126752"/>
              <a:gd name="connsiteX2" fmla="*/ 9328763 w 9855101"/>
              <a:gd name="connsiteY2" fmla="*/ 6829838 h 12126752"/>
              <a:gd name="connsiteX3" fmla="*/ 9809249 w 9855101"/>
              <a:gd name="connsiteY3" fmla="*/ 9689785 h 12126752"/>
              <a:gd name="connsiteX4" fmla="*/ 8188160 w 9855101"/>
              <a:gd name="connsiteY4" fmla="*/ 12097161 h 12126752"/>
              <a:gd name="connsiteX5" fmla="*/ 5048943 w 9855101"/>
              <a:gd name="connsiteY5" fmla="*/ 11120830 h 12126752"/>
              <a:gd name="connsiteX6" fmla="*/ 2105409 w 9855101"/>
              <a:gd name="connsiteY6" fmla="*/ 10306958 h 12126752"/>
              <a:gd name="connsiteX7" fmla="*/ 1732972 w 9855101"/>
              <a:gd name="connsiteY7" fmla="*/ 10121772 h 12126752"/>
              <a:gd name="connsiteX8" fmla="*/ 58756 w 9855101"/>
              <a:gd name="connsiteY8" fmla="*/ 8327921 h 12126752"/>
              <a:gd name="connsiteX9" fmla="*/ 592520 w 9855101"/>
              <a:gd name="connsiteY9" fmla="*/ 5251217 h 12126752"/>
              <a:gd name="connsiteX10" fmla="*/ 1635363 w 9855101"/>
              <a:gd name="connsiteY10" fmla="*/ 1999091 h 12126752"/>
              <a:gd name="connsiteX11" fmla="*/ 4494042 w 9855101"/>
              <a:gd name="connsiteY11" fmla="*/ 81983 h 12126752"/>
              <a:gd name="connsiteX12" fmla="*/ 7570489 w 9855101"/>
              <a:gd name="connsiteY12" fmla="*/ 1003774 h 12126752"/>
              <a:gd name="connsiteX0" fmla="*/ 7570489 w 9855101"/>
              <a:gd name="connsiteY0" fmla="*/ 1003774 h 12126752"/>
              <a:gd name="connsiteX1" fmla="*/ 8284143 w 9855101"/>
              <a:gd name="connsiteY1" fmla="*/ 4475255 h 12126752"/>
              <a:gd name="connsiteX2" fmla="*/ 9328763 w 9855101"/>
              <a:gd name="connsiteY2" fmla="*/ 6829838 h 12126752"/>
              <a:gd name="connsiteX3" fmla="*/ 9809249 w 9855101"/>
              <a:gd name="connsiteY3" fmla="*/ 9689785 h 12126752"/>
              <a:gd name="connsiteX4" fmla="*/ 8188160 w 9855101"/>
              <a:gd name="connsiteY4" fmla="*/ 12097161 h 12126752"/>
              <a:gd name="connsiteX5" fmla="*/ 5048943 w 9855101"/>
              <a:gd name="connsiteY5" fmla="*/ 11120830 h 12126752"/>
              <a:gd name="connsiteX6" fmla="*/ 2105409 w 9855101"/>
              <a:gd name="connsiteY6" fmla="*/ 10306958 h 12126752"/>
              <a:gd name="connsiteX7" fmla="*/ 1732972 w 9855101"/>
              <a:gd name="connsiteY7" fmla="*/ 10121772 h 12126752"/>
              <a:gd name="connsiteX8" fmla="*/ 58756 w 9855101"/>
              <a:gd name="connsiteY8" fmla="*/ 8327921 h 12126752"/>
              <a:gd name="connsiteX9" fmla="*/ 592520 w 9855101"/>
              <a:gd name="connsiteY9" fmla="*/ 5251217 h 12126752"/>
              <a:gd name="connsiteX10" fmla="*/ 1635363 w 9855101"/>
              <a:gd name="connsiteY10" fmla="*/ 1999091 h 12126752"/>
              <a:gd name="connsiteX11" fmla="*/ 4494042 w 9855101"/>
              <a:gd name="connsiteY11" fmla="*/ 81983 h 12126752"/>
              <a:gd name="connsiteX12" fmla="*/ 7570489 w 9855101"/>
              <a:gd name="connsiteY12" fmla="*/ 1003774 h 12126752"/>
              <a:gd name="connsiteX0" fmla="*/ 1732972 w 9855101"/>
              <a:gd name="connsiteY0" fmla="*/ 10121772 h 12126752"/>
              <a:gd name="connsiteX1" fmla="*/ 58756 w 9855101"/>
              <a:gd name="connsiteY1" fmla="*/ 8327921 h 12126752"/>
              <a:gd name="connsiteX2" fmla="*/ 592520 w 9855101"/>
              <a:gd name="connsiteY2" fmla="*/ 5251217 h 12126752"/>
              <a:gd name="connsiteX3" fmla="*/ 1635363 w 9855101"/>
              <a:gd name="connsiteY3" fmla="*/ 1999091 h 12126752"/>
              <a:gd name="connsiteX4" fmla="*/ 4494042 w 9855101"/>
              <a:gd name="connsiteY4" fmla="*/ 81983 h 12126752"/>
              <a:gd name="connsiteX5" fmla="*/ 7570489 w 9855101"/>
              <a:gd name="connsiteY5" fmla="*/ 1003774 h 12126752"/>
              <a:gd name="connsiteX6" fmla="*/ 8284143 w 9855101"/>
              <a:gd name="connsiteY6" fmla="*/ 4475255 h 12126752"/>
              <a:gd name="connsiteX7" fmla="*/ 9328763 w 9855101"/>
              <a:gd name="connsiteY7" fmla="*/ 6829838 h 12126752"/>
              <a:gd name="connsiteX8" fmla="*/ 9809249 w 9855101"/>
              <a:gd name="connsiteY8" fmla="*/ 9689785 h 12126752"/>
              <a:gd name="connsiteX9" fmla="*/ 8188160 w 9855101"/>
              <a:gd name="connsiteY9" fmla="*/ 12097161 h 12126752"/>
              <a:gd name="connsiteX10" fmla="*/ 5048943 w 9855101"/>
              <a:gd name="connsiteY10" fmla="*/ 11120830 h 12126752"/>
              <a:gd name="connsiteX11" fmla="*/ 2105409 w 9855101"/>
              <a:gd name="connsiteY11" fmla="*/ 10306958 h 12126752"/>
              <a:gd name="connsiteX12" fmla="*/ 1824412 w 9855101"/>
              <a:gd name="connsiteY12" fmla="*/ 10213212 h 12126752"/>
              <a:gd name="connsiteX0" fmla="*/ 962938 w 9806427"/>
              <a:gd name="connsiteY0" fmla="*/ 10203052 h 12126752"/>
              <a:gd name="connsiteX1" fmla="*/ 10082 w 9806427"/>
              <a:gd name="connsiteY1" fmla="*/ 8327921 h 12126752"/>
              <a:gd name="connsiteX2" fmla="*/ 543846 w 9806427"/>
              <a:gd name="connsiteY2" fmla="*/ 5251217 h 12126752"/>
              <a:gd name="connsiteX3" fmla="*/ 1586689 w 9806427"/>
              <a:gd name="connsiteY3" fmla="*/ 1999091 h 12126752"/>
              <a:gd name="connsiteX4" fmla="*/ 4445368 w 9806427"/>
              <a:gd name="connsiteY4" fmla="*/ 81983 h 12126752"/>
              <a:gd name="connsiteX5" fmla="*/ 7521815 w 9806427"/>
              <a:gd name="connsiteY5" fmla="*/ 1003774 h 12126752"/>
              <a:gd name="connsiteX6" fmla="*/ 8235469 w 9806427"/>
              <a:gd name="connsiteY6" fmla="*/ 4475255 h 12126752"/>
              <a:gd name="connsiteX7" fmla="*/ 9280089 w 9806427"/>
              <a:gd name="connsiteY7" fmla="*/ 6829838 h 12126752"/>
              <a:gd name="connsiteX8" fmla="*/ 9760575 w 9806427"/>
              <a:gd name="connsiteY8" fmla="*/ 9689785 h 12126752"/>
              <a:gd name="connsiteX9" fmla="*/ 8139486 w 9806427"/>
              <a:gd name="connsiteY9" fmla="*/ 12097161 h 12126752"/>
              <a:gd name="connsiteX10" fmla="*/ 5000269 w 9806427"/>
              <a:gd name="connsiteY10" fmla="*/ 11120830 h 12126752"/>
              <a:gd name="connsiteX11" fmla="*/ 2056735 w 9806427"/>
              <a:gd name="connsiteY11" fmla="*/ 10306958 h 12126752"/>
              <a:gd name="connsiteX12" fmla="*/ 1775738 w 9806427"/>
              <a:gd name="connsiteY12" fmla="*/ 10213212 h 12126752"/>
              <a:gd name="connsiteX0" fmla="*/ 962938 w 9806427"/>
              <a:gd name="connsiteY0" fmla="*/ 10203052 h 12319912"/>
              <a:gd name="connsiteX1" fmla="*/ 10082 w 9806427"/>
              <a:gd name="connsiteY1" fmla="*/ 8327921 h 12319912"/>
              <a:gd name="connsiteX2" fmla="*/ 543846 w 9806427"/>
              <a:gd name="connsiteY2" fmla="*/ 5251217 h 12319912"/>
              <a:gd name="connsiteX3" fmla="*/ 1586689 w 9806427"/>
              <a:gd name="connsiteY3" fmla="*/ 1999091 h 12319912"/>
              <a:gd name="connsiteX4" fmla="*/ 4445368 w 9806427"/>
              <a:gd name="connsiteY4" fmla="*/ 81983 h 12319912"/>
              <a:gd name="connsiteX5" fmla="*/ 7521815 w 9806427"/>
              <a:gd name="connsiteY5" fmla="*/ 1003774 h 12319912"/>
              <a:gd name="connsiteX6" fmla="*/ 8235469 w 9806427"/>
              <a:gd name="connsiteY6" fmla="*/ 4475255 h 12319912"/>
              <a:gd name="connsiteX7" fmla="*/ 9280089 w 9806427"/>
              <a:gd name="connsiteY7" fmla="*/ 6829838 h 12319912"/>
              <a:gd name="connsiteX8" fmla="*/ 9760575 w 9806427"/>
              <a:gd name="connsiteY8" fmla="*/ 9689785 h 12319912"/>
              <a:gd name="connsiteX9" fmla="*/ 8139486 w 9806427"/>
              <a:gd name="connsiteY9" fmla="*/ 12097161 h 12319912"/>
              <a:gd name="connsiteX10" fmla="*/ 7566938 w 9806427"/>
              <a:gd name="connsiteY10" fmla="*/ 12102972 h 12319912"/>
              <a:gd name="connsiteX11" fmla="*/ 5000269 w 9806427"/>
              <a:gd name="connsiteY11" fmla="*/ 11120830 h 12319912"/>
              <a:gd name="connsiteX12" fmla="*/ 2056735 w 9806427"/>
              <a:gd name="connsiteY12" fmla="*/ 10306958 h 12319912"/>
              <a:gd name="connsiteX13" fmla="*/ 1775738 w 9806427"/>
              <a:gd name="connsiteY13" fmla="*/ 10213212 h 12319912"/>
              <a:gd name="connsiteX0" fmla="*/ 962938 w 9806427"/>
              <a:gd name="connsiteY0" fmla="*/ 10203052 h 12319912"/>
              <a:gd name="connsiteX1" fmla="*/ 10082 w 9806427"/>
              <a:gd name="connsiteY1" fmla="*/ 8327921 h 12319912"/>
              <a:gd name="connsiteX2" fmla="*/ 543846 w 9806427"/>
              <a:gd name="connsiteY2" fmla="*/ 5251217 h 12319912"/>
              <a:gd name="connsiteX3" fmla="*/ 1586689 w 9806427"/>
              <a:gd name="connsiteY3" fmla="*/ 1999091 h 12319912"/>
              <a:gd name="connsiteX4" fmla="*/ 4445368 w 9806427"/>
              <a:gd name="connsiteY4" fmla="*/ 81983 h 12319912"/>
              <a:gd name="connsiteX5" fmla="*/ 7521815 w 9806427"/>
              <a:gd name="connsiteY5" fmla="*/ 1003774 h 12319912"/>
              <a:gd name="connsiteX6" fmla="*/ 8235469 w 9806427"/>
              <a:gd name="connsiteY6" fmla="*/ 4475255 h 12319912"/>
              <a:gd name="connsiteX7" fmla="*/ 9280089 w 9806427"/>
              <a:gd name="connsiteY7" fmla="*/ 6829838 h 12319912"/>
              <a:gd name="connsiteX8" fmla="*/ 9760575 w 9806427"/>
              <a:gd name="connsiteY8" fmla="*/ 9689785 h 12319912"/>
              <a:gd name="connsiteX9" fmla="*/ 8139486 w 9806427"/>
              <a:gd name="connsiteY9" fmla="*/ 12097161 h 12319912"/>
              <a:gd name="connsiteX10" fmla="*/ 7566938 w 9806427"/>
              <a:gd name="connsiteY10" fmla="*/ 12102972 h 12319912"/>
              <a:gd name="connsiteX11" fmla="*/ 5000269 w 9806427"/>
              <a:gd name="connsiteY11" fmla="*/ 11120830 h 12319912"/>
              <a:gd name="connsiteX12" fmla="*/ 2056735 w 9806427"/>
              <a:gd name="connsiteY12" fmla="*/ 10306958 h 12319912"/>
              <a:gd name="connsiteX13" fmla="*/ 1775738 w 9806427"/>
              <a:gd name="connsiteY13" fmla="*/ 10213212 h 12319912"/>
              <a:gd name="connsiteX0" fmla="*/ 10082 w 9806427"/>
              <a:gd name="connsiteY0" fmla="*/ 8327921 h 12319912"/>
              <a:gd name="connsiteX1" fmla="*/ 543846 w 9806427"/>
              <a:gd name="connsiteY1" fmla="*/ 5251217 h 12319912"/>
              <a:gd name="connsiteX2" fmla="*/ 1586689 w 9806427"/>
              <a:gd name="connsiteY2" fmla="*/ 1999091 h 12319912"/>
              <a:gd name="connsiteX3" fmla="*/ 4445368 w 9806427"/>
              <a:gd name="connsiteY3" fmla="*/ 81983 h 12319912"/>
              <a:gd name="connsiteX4" fmla="*/ 7521815 w 9806427"/>
              <a:gd name="connsiteY4" fmla="*/ 1003774 h 12319912"/>
              <a:gd name="connsiteX5" fmla="*/ 8235469 w 9806427"/>
              <a:gd name="connsiteY5" fmla="*/ 4475255 h 12319912"/>
              <a:gd name="connsiteX6" fmla="*/ 9280089 w 9806427"/>
              <a:gd name="connsiteY6" fmla="*/ 6829838 h 12319912"/>
              <a:gd name="connsiteX7" fmla="*/ 9760575 w 9806427"/>
              <a:gd name="connsiteY7" fmla="*/ 9689785 h 12319912"/>
              <a:gd name="connsiteX8" fmla="*/ 8139486 w 9806427"/>
              <a:gd name="connsiteY8" fmla="*/ 12097161 h 12319912"/>
              <a:gd name="connsiteX9" fmla="*/ 7566938 w 9806427"/>
              <a:gd name="connsiteY9" fmla="*/ 12102972 h 12319912"/>
              <a:gd name="connsiteX10" fmla="*/ 5000269 w 9806427"/>
              <a:gd name="connsiteY10" fmla="*/ 11120830 h 12319912"/>
              <a:gd name="connsiteX11" fmla="*/ 2056735 w 9806427"/>
              <a:gd name="connsiteY11" fmla="*/ 10306958 h 12319912"/>
              <a:gd name="connsiteX12" fmla="*/ 1775738 w 9806427"/>
              <a:gd name="connsiteY12" fmla="*/ 10213212 h 12319912"/>
              <a:gd name="connsiteX0" fmla="*/ 0 w 9262581"/>
              <a:gd name="connsiteY0" fmla="*/ 5251217 h 12319912"/>
              <a:gd name="connsiteX1" fmla="*/ 1042843 w 9262581"/>
              <a:gd name="connsiteY1" fmla="*/ 1999091 h 12319912"/>
              <a:gd name="connsiteX2" fmla="*/ 3901522 w 9262581"/>
              <a:gd name="connsiteY2" fmla="*/ 81983 h 12319912"/>
              <a:gd name="connsiteX3" fmla="*/ 6977969 w 9262581"/>
              <a:gd name="connsiteY3" fmla="*/ 1003774 h 12319912"/>
              <a:gd name="connsiteX4" fmla="*/ 7691623 w 9262581"/>
              <a:gd name="connsiteY4" fmla="*/ 4475255 h 12319912"/>
              <a:gd name="connsiteX5" fmla="*/ 8736243 w 9262581"/>
              <a:gd name="connsiteY5" fmla="*/ 6829838 h 12319912"/>
              <a:gd name="connsiteX6" fmla="*/ 9216729 w 9262581"/>
              <a:gd name="connsiteY6" fmla="*/ 9689785 h 12319912"/>
              <a:gd name="connsiteX7" fmla="*/ 7595640 w 9262581"/>
              <a:gd name="connsiteY7" fmla="*/ 12097161 h 12319912"/>
              <a:gd name="connsiteX8" fmla="*/ 7023092 w 9262581"/>
              <a:gd name="connsiteY8" fmla="*/ 12102972 h 12319912"/>
              <a:gd name="connsiteX9" fmla="*/ 4456423 w 9262581"/>
              <a:gd name="connsiteY9" fmla="*/ 11120830 h 12319912"/>
              <a:gd name="connsiteX10" fmla="*/ 1512889 w 9262581"/>
              <a:gd name="connsiteY10" fmla="*/ 10306958 h 12319912"/>
              <a:gd name="connsiteX11" fmla="*/ 1231892 w 9262581"/>
              <a:gd name="connsiteY11" fmla="*/ 10213212 h 12319912"/>
              <a:gd name="connsiteX0" fmla="*/ 0 w 8219738"/>
              <a:gd name="connsiteY0" fmla="*/ 1999091 h 12319912"/>
              <a:gd name="connsiteX1" fmla="*/ 2858679 w 8219738"/>
              <a:gd name="connsiteY1" fmla="*/ 81983 h 12319912"/>
              <a:gd name="connsiteX2" fmla="*/ 5935126 w 8219738"/>
              <a:gd name="connsiteY2" fmla="*/ 1003774 h 12319912"/>
              <a:gd name="connsiteX3" fmla="*/ 6648780 w 8219738"/>
              <a:gd name="connsiteY3" fmla="*/ 4475255 h 12319912"/>
              <a:gd name="connsiteX4" fmla="*/ 7693400 w 8219738"/>
              <a:gd name="connsiteY4" fmla="*/ 6829838 h 12319912"/>
              <a:gd name="connsiteX5" fmla="*/ 8173886 w 8219738"/>
              <a:gd name="connsiteY5" fmla="*/ 9689785 h 12319912"/>
              <a:gd name="connsiteX6" fmla="*/ 6552797 w 8219738"/>
              <a:gd name="connsiteY6" fmla="*/ 12097161 h 12319912"/>
              <a:gd name="connsiteX7" fmla="*/ 5980249 w 8219738"/>
              <a:gd name="connsiteY7" fmla="*/ 12102972 h 12319912"/>
              <a:gd name="connsiteX8" fmla="*/ 3413580 w 8219738"/>
              <a:gd name="connsiteY8" fmla="*/ 11120830 h 12319912"/>
              <a:gd name="connsiteX9" fmla="*/ 470046 w 8219738"/>
              <a:gd name="connsiteY9" fmla="*/ 10306958 h 12319912"/>
              <a:gd name="connsiteX10" fmla="*/ 189049 w 8219738"/>
              <a:gd name="connsiteY10" fmla="*/ 10213212 h 12319912"/>
              <a:gd name="connsiteX0" fmla="*/ 2773950 w 8135009"/>
              <a:gd name="connsiteY0" fmla="*/ 81983 h 12319912"/>
              <a:gd name="connsiteX1" fmla="*/ 5850397 w 8135009"/>
              <a:gd name="connsiteY1" fmla="*/ 1003774 h 12319912"/>
              <a:gd name="connsiteX2" fmla="*/ 6564051 w 8135009"/>
              <a:gd name="connsiteY2" fmla="*/ 4475255 h 12319912"/>
              <a:gd name="connsiteX3" fmla="*/ 7608671 w 8135009"/>
              <a:gd name="connsiteY3" fmla="*/ 6829838 h 12319912"/>
              <a:gd name="connsiteX4" fmla="*/ 8089157 w 8135009"/>
              <a:gd name="connsiteY4" fmla="*/ 9689785 h 12319912"/>
              <a:gd name="connsiteX5" fmla="*/ 6468068 w 8135009"/>
              <a:gd name="connsiteY5" fmla="*/ 12097161 h 12319912"/>
              <a:gd name="connsiteX6" fmla="*/ 5895520 w 8135009"/>
              <a:gd name="connsiteY6" fmla="*/ 12102972 h 12319912"/>
              <a:gd name="connsiteX7" fmla="*/ 3328851 w 8135009"/>
              <a:gd name="connsiteY7" fmla="*/ 11120830 h 12319912"/>
              <a:gd name="connsiteX8" fmla="*/ 385317 w 8135009"/>
              <a:gd name="connsiteY8" fmla="*/ 10306958 h 12319912"/>
              <a:gd name="connsiteX9" fmla="*/ 104320 w 8135009"/>
              <a:gd name="connsiteY9" fmla="*/ 10213212 h 12319912"/>
              <a:gd name="connsiteX0" fmla="*/ 2773950 w 8135323"/>
              <a:gd name="connsiteY0" fmla="*/ 81983 h 12319912"/>
              <a:gd name="connsiteX1" fmla="*/ 5850397 w 8135323"/>
              <a:gd name="connsiteY1" fmla="*/ 1003774 h 12319912"/>
              <a:gd name="connsiteX2" fmla="*/ 7608671 w 8135323"/>
              <a:gd name="connsiteY2" fmla="*/ 6829838 h 12319912"/>
              <a:gd name="connsiteX3" fmla="*/ 8089157 w 8135323"/>
              <a:gd name="connsiteY3" fmla="*/ 9689785 h 12319912"/>
              <a:gd name="connsiteX4" fmla="*/ 6468068 w 8135323"/>
              <a:gd name="connsiteY4" fmla="*/ 12097161 h 12319912"/>
              <a:gd name="connsiteX5" fmla="*/ 5895520 w 8135323"/>
              <a:gd name="connsiteY5" fmla="*/ 12102972 h 12319912"/>
              <a:gd name="connsiteX6" fmla="*/ 3328851 w 8135323"/>
              <a:gd name="connsiteY6" fmla="*/ 11120830 h 12319912"/>
              <a:gd name="connsiteX7" fmla="*/ 385317 w 8135323"/>
              <a:gd name="connsiteY7" fmla="*/ 10306958 h 12319912"/>
              <a:gd name="connsiteX8" fmla="*/ 104320 w 8135323"/>
              <a:gd name="connsiteY8" fmla="*/ 10213212 h 12319912"/>
              <a:gd name="connsiteX0" fmla="*/ 2773950 w 8089157"/>
              <a:gd name="connsiteY0" fmla="*/ 81983 h 12319912"/>
              <a:gd name="connsiteX1" fmla="*/ 5850397 w 8089157"/>
              <a:gd name="connsiteY1" fmla="*/ 1003774 h 12319912"/>
              <a:gd name="connsiteX2" fmla="*/ 8089157 w 8089157"/>
              <a:gd name="connsiteY2" fmla="*/ 9689785 h 12319912"/>
              <a:gd name="connsiteX3" fmla="*/ 6468068 w 8089157"/>
              <a:gd name="connsiteY3" fmla="*/ 12097161 h 12319912"/>
              <a:gd name="connsiteX4" fmla="*/ 5895520 w 8089157"/>
              <a:gd name="connsiteY4" fmla="*/ 12102972 h 12319912"/>
              <a:gd name="connsiteX5" fmla="*/ 3328851 w 8089157"/>
              <a:gd name="connsiteY5" fmla="*/ 11120830 h 12319912"/>
              <a:gd name="connsiteX6" fmla="*/ 385317 w 8089157"/>
              <a:gd name="connsiteY6" fmla="*/ 10306958 h 12319912"/>
              <a:gd name="connsiteX7" fmla="*/ 104320 w 8089157"/>
              <a:gd name="connsiteY7" fmla="*/ 10213212 h 12319912"/>
              <a:gd name="connsiteX0" fmla="*/ 5850397 w 8089157"/>
              <a:gd name="connsiteY0" fmla="*/ 0 h 11316138"/>
              <a:gd name="connsiteX1" fmla="*/ 8089157 w 8089157"/>
              <a:gd name="connsiteY1" fmla="*/ 8686011 h 11316138"/>
              <a:gd name="connsiteX2" fmla="*/ 6468068 w 8089157"/>
              <a:gd name="connsiteY2" fmla="*/ 11093387 h 11316138"/>
              <a:gd name="connsiteX3" fmla="*/ 5895520 w 8089157"/>
              <a:gd name="connsiteY3" fmla="*/ 11099198 h 11316138"/>
              <a:gd name="connsiteX4" fmla="*/ 3328851 w 8089157"/>
              <a:gd name="connsiteY4" fmla="*/ 10117056 h 11316138"/>
              <a:gd name="connsiteX5" fmla="*/ 385317 w 8089157"/>
              <a:gd name="connsiteY5" fmla="*/ 9303184 h 11316138"/>
              <a:gd name="connsiteX6" fmla="*/ 104320 w 8089157"/>
              <a:gd name="connsiteY6" fmla="*/ 9209438 h 11316138"/>
              <a:gd name="connsiteX0" fmla="*/ 8089157 w 8089157"/>
              <a:gd name="connsiteY0" fmla="*/ 0 h 2630127"/>
              <a:gd name="connsiteX1" fmla="*/ 6468068 w 8089157"/>
              <a:gd name="connsiteY1" fmla="*/ 2407376 h 2630127"/>
              <a:gd name="connsiteX2" fmla="*/ 5895520 w 8089157"/>
              <a:gd name="connsiteY2" fmla="*/ 2413187 h 2630127"/>
              <a:gd name="connsiteX3" fmla="*/ 3328851 w 8089157"/>
              <a:gd name="connsiteY3" fmla="*/ 1431045 h 2630127"/>
              <a:gd name="connsiteX4" fmla="*/ 385317 w 8089157"/>
              <a:gd name="connsiteY4" fmla="*/ 617173 h 2630127"/>
              <a:gd name="connsiteX5" fmla="*/ 104320 w 8089157"/>
              <a:gd name="connsiteY5" fmla="*/ 523427 h 2630127"/>
              <a:gd name="connsiteX0" fmla="*/ 6468068 w 6468068"/>
              <a:gd name="connsiteY0" fmla="*/ 1945261 h 2168012"/>
              <a:gd name="connsiteX1" fmla="*/ 5895520 w 6468068"/>
              <a:gd name="connsiteY1" fmla="*/ 1951072 h 2168012"/>
              <a:gd name="connsiteX2" fmla="*/ 3328851 w 6468068"/>
              <a:gd name="connsiteY2" fmla="*/ 968930 h 2168012"/>
              <a:gd name="connsiteX3" fmla="*/ 385317 w 6468068"/>
              <a:gd name="connsiteY3" fmla="*/ 155058 h 2168012"/>
              <a:gd name="connsiteX4" fmla="*/ 104320 w 6468068"/>
              <a:gd name="connsiteY4" fmla="*/ 61312 h 2168012"/>
              <a:gd name="connsiteX0" fmla="*/ 5895520 w 5895520"/>
              <a:gd name="connsiteY0" fmla="*/ 1951072 h 1951072"/>
              <a:gd name="connsiteX1" fmla="*/ 3328851 w 5895520"/>
              <a:gd name="connsiteY1" fmla="*/ 968930 h 1951072"/>
              <a:gd name="connsiteX2" fmla="*/ 385317 w 5895520"/>
              <a:gd name="connsiteY2" fmla="*/ 155058 h 1951072"/>
              <a:gd name="connsiteX3" fmla="*/ 104320 w 5895520"/>
              <a:gd name="connsiteY3" fmla="*/ 61312 h 1951072"/>
            </a:gdLst>
            <a:ahLst/>
            <a:cxnLst>
              <a:cxn ang="0">
                <a:pos x="connsiteX0" y="connsiteY0"/>
              </a:cxn>
              <a:cxn ang="0">
                <a:pos x="connsiteX1" y="connsiteY1"/>
              </a:cxn>
              <a:cxn ang="0">
                <a:pos x="connsiteX2" y="connsiteY2"/>
              </a:cxn>
              <a:cxn ang="0">
                <a:pos x="connsiteX3" y="connsiteY3"/>
              </a:cxn>
            </a:cxnLst>
            <a:rect l="l" t="t" r="r" b="b"/>
            <a:pathLst>
              <a:path w="5895520" h="1951072">
                <a:moveTo>
                  <a:pt x="5895520" y="1951072"/>
                </a:moveTo>
                <a:cubicBezTo>
                  <a:pt x="5138637" y="1828990"/>
                  <a:pt x="4247218" y="1268266"/>
                  <a:pt x="3328851" y="968930"/>
                </a:cubicBezTo>
                <a:cubicBezTo>
                  <a:pt x="2260922" y="568539"/>
                  <a:pt x="1310983" y="530558"/>
                  <a:pt x="385317" y="155058"/>
                </a:cubicBezTo>
                <a:cubicBezTo>
                  <a:pt x="-167345" y="-11452"/>
                  <a:pt x="8549" y="-45729"/>
                  <a:pt x="104320" y="61312"/>
                </a:cubicBezTo>
              </a:path>
            </a:pathLst>
          </a:custGeom>
          <a:noFill/>
          <a:ln w="19110" cap="flat">
            <a:solidFill>
              <a:srgbClr val="6C1D5F"/>
            </a:solidFill>
            <a:prstDash val="solid"/>
            <a:miter/>
          </a:ln>
        </p:spPr>
        <p:txBody>
          <a:bodyPr rtlCol="0" anchor="ctr"/>
          <a:lstStyle/>
          <a:p>
            <a:endParaRPr lang="en-GB"/>
          </a:p>
        </p:txBody>
      </p:sp>
      <p:sp>
        <p:nvSpPr>
          <p:cNvPr id="18" name="Freeform 17">
            <a:extLst>
              <a:ext uri="{FF2B5EF4-FFF2-40B4-BE49-F238E27FC236}">
                <a16:creationId xmlns:a16="http://schemas.microsoft.com/office/drawing/2014/main" id="{8E1DB3D8-9AE0-A93F-1CB2-11A243F896F9}"/>
              </a:ext>
            </a:extLst>
          </p:cNvPr>
          <p:cNvSpPr/>
          <p:nvPr userDrawn="1"/>
        </p:nvSpPr>
        <p:spPr>
          <a:xfrm>
            <a:off x="8539686" y="0"/>
            <a:ext cx="3652315" cy="1538876"/>
          </a:xfrm>
          <a:custGeom>
            <a:avLst/>
            <a:gdLst>
              <a:gd name="connsiteX0" fmla="*/ 0 w 3652315"/>
              <a:gd name="connsiteY0" fmla="*/ 0 h 1538876"/>
              <a:gd name="connsiteX1" fmla="*/ 3652315 w 3652315"/>
              <a:gd name="connsiteY1" fmla="*/ 0 h 1538876"/>
              <a:gd name="connsiteX2" fmla="*/ 3652315 w 3652315"/>
              <a:gd name="connsiteY2" fmla="*/ 1537398 h 1538876"/>
              <a:gd name="connsiteX3" fmla="*/ 3596909 w 3652315"/>
              <a:gd name="connsiteY3" fmla="*/ 1538876 h 1538876"/>
              <a:gd name="connsiteX4" fmla="*/ 2266115 w 3652315"/>
              <a:gd name="connsiteY4" fmla="*/ 1064401 h 1538876"/>
              <a:gd name="connsiteX5" fmla="*/ 864418 w 3652315"/>
              <a:gd name="connsiteY5" fmla="*/ 681134 h 1538876"/>
              <a:gd name="connsiteX6" fmla="*/ 23705 w 3652315"/>
              <a:gd name="connsiteY6" fmla="*/ 42529 h 1538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652315" h="1538876">
                <a:moveTo>
                  <a:pt x="0" y="0"/>
                </a:moveTo>
                <a:lnTo>
                  <a:pt x="3652315" y="0"/>
                </a:lnTo>
                <a:lnTo>
                  <a:pt x="3652315" y="1537398"/>
                </a:lnTo>
                <a:lnTo>
                  <a:pt x="3596909" y="1538876"/>
                </a:lnTo>
                <a:cubicBezTo>
                  <a:pt x="3199795" y="1528044"/>
                  <a:pt x="2711216" y="1229830"/>
                  <a:pt x="2266115" y="1064401"/>
                </a:cubicBezTo>
                <a:cubicBezTo>
                  <a:pt x="1757427" y="875333"/>
                  <a:pt x="1305335" y="858549"/>
                  <a:pt x="864418" y="681134"/>
                </a:cubicBezTo>
                <a:cubicBezTo>
                  <a:pt x="534562" y="547937"/>
                  <a:pt x="210299" y="324487"/>
                  <a:pt x="23705" y="42529"/>
                </a:cubicBezTo>
                <a:close/>
              </a:path>
            </a:pathLst>
          </a:custGeom>
          <a:solidFill>
            <a:schemeClr val="tx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23" name="Freeform 22">
            <a:extLst>
              <a:ext uri="{FF2B5EF4-FFF2-40B4-BE49-F238E27FC236}">
                <a16:creationId xmlns:a16="http://schemas.microsoft.com/office/drawing/2014/main" id="{5913EB00-D2E9-21B0-3E3E-92D27834CFA0}"/>
              </a:ext>
            </a:extLst>
          </p:cNvPr>
          <p:cNvSpPr/>
          <p:nvPr userDrawn="1"/>
        </p:nvSpPr>
        <p:spPr>
          <a:xfrm>
            <a:off x="6128485" y="5340478"/>
            <a:ext cx="6063515" cy="1517522"/>
          </a:xfrm>
          <a:custGeom>
            <a:avLst/>
            <a:gdLst>
              <a:gd name="connsiteX0" fmla="*/ 2791805 w 6063515"/>
              <a:gd name="connsiteY0" fmla="*/ 1179 h 1517522"/>
              <a:gd name="connsiteX1" fmla="*/ 5921767 w 6063515"/>
              <a:gd name="connsiteY1" fmla="*/ 743898 h 1517522"/>
              <a:gd name="connsiteX2" fmla="*/ 6063515 w 6063515"/>
              <a:gd name="connsiteY2" fmla="*/ 814265 h 1517522"/>
              <a:gd name="connsiteX3" fmla="*/ 6063515 w 6063515"/>
              <a:gd name="connsiteY3" fmla="*/ 1517522 h 1517522"/>
              <a:gd name="connsiteX4" fmla="*/ 0 w 6063515"/>
              <a:gd name="connsiteY4" fmla="*/ 1517522 h 1517522"/>
              <a:gd name="connsiteX5" fmla="*/ 186263 w 6063515"/>
              <a:gd name="connsiteY5" fmla="*/ 1335076 h 1517522"/>
              <a:gd name="connsiteX6" fmla="*/ 2063296 w 6063515"/>
              <a:gd name="connsiteY6" fmla="*/ 98044 h 1517522"/>
              <a:gd name="connsiteX7" fmla="*/ 2791805 w 6063515"/>
              <a:gd name="connsiteY7" fmla="*/ 1179 h 1517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63515" h="1517522">
                <a:moveTo>
                  <a:pt x="2791805" y="1179"/>
                </a:moveTo>
                <a:cubicBezTo>
                  <a:pt x="3678329" y="-19512"/>
                  <a:pt x="4843583" y="232300"/>
                  <a:pt x="5921767" y="743898"/>
                </a:cubicBezTo>
                <a:lnTo>
                  <a:pt x="6063515" y="814265"/>
                </a:lnTo>
                <a:lnTo>
                  <a:pt x="6063515" y="1517522"/>
                </a:lnTo>
                <a:lnTo>
                  <a:pt x="0" y="1517522"/>
                </a:lnTo>
                <a:lnTo>
                  <a:pt x="186263" y="1335076"/>
                </a:lnTo>
                <a:cubicBezTo>
                  <a:pt x="702354" y="824474"/>
                  <a:pt x="1225941" y="331388"/>
                  <a:pt x="2063296" y="98044"/>
                </a:cubicBezTo>
                <a:cubicBezTo>
                  <a:pt x="2272640" y="39710"/>
                  <a:pt x="2519028" y="7545"/>
                  <a:pt x="2791805" y="1179"/>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5" name="Title 1">
            <a:extLst>
              <a:ext uri="{FF2B5EF4-FFF2-40B4-BE49-F238E27FC236}">
                <a16:creationId xmlns:a16="http://schemas.microsoft.com/office/drawing/2014/main" id="{9EBD63F1-7387-8016-1A7E-B60E66B407E2}"/>
              </a:ext>
            </a:extLst>
          </p:cNvPr>
          <p:cNvSpPr>
            <a:spLocks noGrp="1"/>
          </p:cNvSpPr>
          <p:nvPr>
            <p:ph type="title" hasCustomPrompt="1"/>
          </p:nvPr>
        </p:nvSpPr>
        <p:spPr>
          <a:xfrm>
            <a:off x="6096000" y="3435242"/>
            <a:ext cx="5540400" cy="798091"/>
          </a:xfrm>
        </p:spPr>
        <p:txBody>
          <a:bodyPr/>
          <a:lstStyle>
            <a:lvl1pPr>
              <a:defRPr>
                <a:solidFill>
                  <a:schemeClr val="tx2"/>
                </a:solidFill>
              </a:defRPr>
            </a:lvl1pPr>
          </a:lstStyle>
          <a:p>
            <a:r>
              <a:rPr lang="en-GB"/>
              <a:t>Title of contents</a:t>
            </a:r>
            <a:br>
              <a:rPr lang="en-GB"/>
            </a:br>
            <a:r>
              <a:rPr lang="en-GB"/>
              <a:t>max. 2 lines</a:t>
            </a:r>
            <a:endParaRPr lang="en-PL"/>
          </a:p>
        </p:txBody>
      </p:sp>
      <p:sp>
        <p:nvSpPr>
          <p:cNvPr id="6" name="Text Placeholder 6">
            <a:extLst>
              <a:ext uri="{FF2B5EF4-FFF2-40B4-BE49-F238E27FC236}">
                <a16:creationId xmlns:a16="http://schemas.microsoft.com/office/drawing/2014/main" id="{06DC2B1A-1B13-5F1D-A951-E71FF2869ABE}"/>
              </a:ext>
            </a:extLst>
          </p:cNvPr>
          <p:cNvSpPr>
            <a:spLocks noGrp="1"/>
          </p:cNvSpPr>
          <p:nvPr>
            <p:ph idx="1" hasCustomPrompt="1"/>
          </p:nvPr>
        </p:nvSpPr>
        <p:spPr>
          <a:xfrm>
            <a:off x="6096000" y="2723948"/>
            <a:ext cx="5540400" cy="268951"/>
          </a:xfrm>
          <a:prstGeom prst="rect">
            <a:avLst/>
          </a:prstGeom>
        </p:spPr>
        <p:txBody>
          <a:bodyPr vert="horz" lIns="0" tIns="0" rIns="0" bIns="0" rtlCol="0">
            <a:normAutofit/>
          </a:bodyPr>
          <a:lstStyle>
            <a:lvl1pPr marL="0" indent="0">
              <a:buNone/>
              <a:defRPr sz="1200">
                <a:solidFill>
                  <a:schemeClr val="tx1"/>
                </a:solidFill>
              </a:defRPr>
            </a:lvl1pPr>
            <a:lvl2pPr marL="457200" indent="0">
              <a:buNone/>
              <a:defRPr/>
            </a:lvl2pPr>
            <a:lvl3pPr marL="914400" indent="0">
              <a:buNone/>
              <a:defRPr/>
            </a:lvl3pPr>
          </a:lstStyle>
          <a:p>
            <a:pPr lvl="0"/>
            <a:r>
              <a:rPr lang="en-GB"/>
              <a:t>Chapter number</a:t>
            </a:r>
          </a:p>
        </p:txBody>
      </p:sp>
    </p:spTree>
    <p:extLst>
      <p:ext uri="{BB962C8B-B14F-4D97-AF65-F5344CB8AC3E}">
        <p14:creationId xmlns:p14="http://schemas.microsoft.com/office/powerpoint/2010/main" val="327899475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hapter_dark">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6096000" y="3435242"/>
            <a:ext cx="5540400" cy="798091"/>
          </a:xfrm>
        </p:spPr>
        <p:txBody>
          <a:bodyPr/>
          <a:lstStyle>
            <a:lvl1pPr>
              <a:defRPr>
                <a:solidFill>
                  <a:schemeClr val="bg1"/>
                </a:solidFill>
              </a:defRPr>
            </a:lvl1p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a:xfrm>
            <a:off x="11641138" y="6311096"/>
            <a:ext cx="550862" cy="546904"/>
          </a:xfrm>
          <a:prstGeom prst="rect">
            <a:avLst/>
          </a:prstGeom>
        </p:spPr>
        <p:txBody>
          <a:bodyPr/>
          <a:lstStyle/>
          <a:p>
            <a:fld id="{4EE75B84-B7E0-4C4B-AC9D-894B0C074E7C}" type="slidenum">
              <a:rPr lang="en-PL" smtClean="0"/>
              <a:pPr/>
              <a:t>‹#›</a:t>
            </a:fld>
            <a:endParaRPr lang="en-PL"/>
          </a:p>
        </p:txBody>
      </p:sp>
      <p:sp>
        <p:nvSpPr>
          <p:cNvPr id="9" name="Text Placeholder 6">
            <a:extLst>
              <a:ext uri="{FF2B5EF4-FFF2-40B4-BE49-F238E27FC236}">
                <a16:creationId xmlns:a16="http://schemas.microsoft.com/office/drawing/2014/main" id="{32318783-F912-367F-A0F9-62F27F691C6D}"/>
              </a:ext>
            </a:extLst>
          </p:cNvPr>
          <p:cNvSpPr>
            <a:spLocks noGrp="1"/>
          </p:cNvSpPr>
          <p:nvPr>
            <p:ph idx="1" hasCustomPrompt="1"/>
          </p:nvPr>
        </p:nvSpPr>
        <p:spPr>
          <a:xfrm>
            <a:off x="6096000" y="2723948"/>
            <a:ext cx="5540400" cy="268951"/>
          </a:xfrm>
          <a:prstGeom prst="rect">
            <a:avLst/>
          </a:prstGeom>
        </p:spPr>
        <p:txBody>
          <a:bodyPr vert="horz" lIns="0" tIns="0" rIns="0" bIns="0" rtlCol="0">
            <a:normAutofit/>
          </a:bodyPr>
          <a:lstStyle>
            <a:lvl1pPr marL="0" indent="0">
              <a:buNone/>
              <a:defRPr sz="1200">
                <a:solidFill>
                  <a:schemeClr val="bg1"/>
                </a:solidFill>
              </a:defRPr>
            </a:lvl1pPr>
            <a:lvl2pPr marL="457200" indent="0">
              <a:buNone/>
              <a:defRPr/>
            </a:lvl2pPr>
            <a:lvl3pPr marL="914400" indent="0">
              <a:buNone/>
              <a:defRPr/>
            </a:lvl3pPr>
          </a:lstStyle>
          <a:p>
            <a:pPr lvl="0"/>
            <a:r>
              <a:rPr lang="en-GB"/>
              <a:t>Chapter number</a:t>
            </a:r>
          </a:p>
        </p:txBody>
      </p:sp>
      <p:sp>
        <p:nvSpPr>
          <p:cNvPr id="4" name="Graphic 8">
            <a:extLst>
              <a:ext uri="{FF2B5EF4-FFF2-40B4-BE49-F238E27FC236}">
                <a16:creationId xmlns:a16="http://schemas.microsoft.com/office/drawing/2014/main" id="{6B5F20A3-472A-3CB2-E046-8EDD9712E221}"/>
              </a:ext>
            </a:extLst>
          </p:cNvPr>
          <p:cNvSpPr/>
          <p:nvPr userDrawn="1"/>
        </p:nvSpPr>
        <p:spPr>
          <a:xfrm rot="6999517">
            <a:off x="852903" y="1204759"/>
            <a:ext cx="4758926" cy="5118997"/>
          </a:xfrm>
          <a:custGeom>
            <a:avLst/>
            <a:gdLst>
              <a:gd name="connsiteX0" fmla="*/ 1401949 w 1616853"/>
              <a:gd name="connsiteY0" fmla="*/ 422108 h 1739188"/>
              <a:gd name="connsiteX1" fmla="*/ 1615215 w 1616853"/>
              <a:gd name="connsiteY1" fmla="*/ 994174 h 1739188"/>
              <a:gd name="connsiteX2" fmla="*/ 1251001 w 1616853"/>
              <a:gd name="connsiteY2" fmla="*/ 1543821 h 1739188"/>
              <a:gd name="connsiteX3" fmla="*/ 480868 w 1616853"/>
              <a:gd name="connsiteY3" fmla="*/ 1705884 h 1739188"/>
              <a:gd name="connsiteX4" fmla="*/ 2563 w 1616853"/>
              <a:gd name="connsiteY4" fmla="*/ 1071596 h 1739188"/>
              <a:gd name="connsiteX5" fmla="*/ 319850 w 1616853"/>
              <a:gd name="connsiteY5" fmla="*/ 332242 h 1739188"/>
              <a:gd name="connsiteX6" fmla="*/ 922695 w 1616853"/>
              <a:gd name="connsiteY6" fmla="*/ 2891 h 1739188"/>
              <a:gd name="connsiteX7" fmla="*/ 1401949 w 1616853"/>
              <a:gd name="connsiteY7" fmla="*/ 422013 h 1739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6853" h="1739188">
                <a:moveTo>
                  <a:pt x="1401949" y="422108"/>
                </a:moveTo>
                <a:cubicBezTo>
                  <a:pt x="1530859" y="614760"/>
                  <a:pt x="1630985" y="799718"/>
                  <a:pt x="1615215" y="994174"/>
                </a:cubicBezTo>
                <a:cubicBezTo>
                  <a:pt x="1599446" y="1188726"/>
                  <a:pt x="1467592" y="1392303"/>
                  <a:pt x="1251001" y="1543821"/>
                </a:cubicBezTo>
                <a:cubicBezTo>
                  <a:pt x="1034410" y="1695340"/>
                  <a:pt x="732988" y="1794231"/>
                  <a:pt x="480868" y="1705884"/>
                </a:cubicBezTo>
                <a:cubicBezTo>
                  <a:pt x="229319" y="1617443"/>
                  <a:pt x="27072" y="1341670"/>
                  <a:pt x="2563" y="1071596"/>
                </a:cubicBezTo>
                <a:cubicBezTo>
                  <a:pt x="-21851" y="801997"/>
                  <a:pt x="131473" y="538194"/>
                  <a:pt x="319850" y="332242"/>
                </a:cubicBezTo>
                <a:cubicBezTo>
                  <a:pt x="508227" y="126291"/>
                  <a:pt x="732038" y="-22853"/>
                  <a:pt x="922695" y="2891"/>
                </a:cubicBezTo>
                <a:cubicBezTo>
                  <a:pt x="1113922" y="28730"/>
                  <a:pt x="1272565" y="229457"/>
                  <a:pt x="1401949" y="422013"/>
                </a:cubicBezTo>
                <a:close/>
              </a:path>
            </a:pathLst>
          </a:custGeom>
          <a:solidFill>
            <a:schemeClr val="accent1"/>
          </a:solidFill>
          <a:ln w="9487" cap="flat">
            <a:noFill/>
            <a:prstDash val="solid"/>
            <a:miter/>
          </a:ln>
        </p:spPr>
        <p:txBody>
          <a:bodyPr rtlCol="0" anchor="ctr"/>
          <a:lstStyle/>
          <a:p>
            <a:endParaRPr lang="en-GB" noProof="0"/>
          </a:p>
        </p:txBody>
      </p:sp>
      <p:sp>
        <p:nvSpPr>
          <p:cNvPr id="7" name="Picture Placeholder 16">
            <a:extLst>
              <a:ext uri="{FF2B5EF4-FFF2-40B4-BE49-F238E27FC236}">
                <a16:creationId xmlns:a16="http://schemas.microsoft.com/office/drawing/2014/main" id="{8E00BA19-5C35-CDE1-774D-9BBD0B7B5956}"/>
              </a:ext>
            </a:extLst>
          </p:cNvPr>
          <p:cNvSpPr>
            <a:spLocks noGrp="1"/>
          </p:cNvSpPr>
          <p:nvPr>
            <p:ph type="pic" sz="quarter" idx="12"/>
          </p:nvPr>
        </p:nvSpPr>
        <p:spPr>
          <a:xfrm>
            <a:off x="810433" y="1222310"/>
            <a:ext cx="4651685" cy="4765704"/>
          </a:xfrm>
          <a:custGeom>
            <a:avLst/>
            <a:gdLst>
              <a:gd name="connsiteX0" fmla="*/ 2172219 w 4643466"/>
              <a:gd name="connsiteY0" fmla="*/ 4 h 4757283"/>
              <a:gd name="connsiteX1" fmla="*/ 3682662 w 4643466"/>
              <a:gd name="connsiteY1" fmla="*/ 791177 h 4757283"/>
              <a:gd name="connsiteX2" fmla="*/ 3682719 w 4643466"/>
              <a:gd name="connsiteY2" fmla="*/ 791425 h 4757283"/>
              <a:gd name="connsiteX3" fmla="*/ 4631723 w 4643466"/>
              <a:gd name="connsiteY3" fmla="*/ 2150645 h 4757283"/>
              <a:gd name="connsiteX4" fmla="*/ 3921972 w 4643466"/>
              <a:gd name="connsiteY4" fmla="*/ 3826185 h 4757283"/>
              <a:gd name="connsiteX5" fmla="*/ 1824385 w 4643466"/>
              <a:gd name="connsiteY5" fmla="*/ 4750602 h 4757283"/>
              <a:gd name="connsiteX6" fmla="*/ 83093 w 4643466"/>
              <a:gd name="connsiteY6" fmla="*/ 3400595 h 4757283"/>
              <a:gd name="connsiteX7" fmla="*/ 545938 w 4643466"/>
              <a:gd name="connsiteY7" fmla="*/ 1258862 h 4757283"/>
              <a:gd name="connsiteX8" fmla="*/ 2067058 w 4643466"/>
              <a:gd name="connsiteY8" fmla="*/ 5108 h 4757283"/>
              <a:gd name="connsiteX9" fmla="*/ 2172219 w 4643466"/>
              <a:gd name="connsiteY9" fmla="*/ 4 h 47572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643466" h="4757283">
                <a:moveTo>
                  <a:pt x="2172219" y="4"/>
                </a:moveTo>
                <a:cubicBezTo>
                  <a:pt x="2698457" y="1377"/>
                  <a:pt x="3229338" y="397328"/>
                  <a:pt x="3682662" y="791177"/>
                </a:cubicBezTo>
                <a:lnTo>
                  <a:pt x="3682719" y="791425"/>
                </a:lnTo>
                <a:cubicBezTo>
                  <a:pt x="4164971" y="1212090"/>
                  <a:pt x="4560621" y="1631303"/>
                  <a:pt x="4631723" y="2150645"/>
                </a:cubicBezTo>
                <a:cubicBezTo>
                  <a:pt x="4702885" y="2670238"/>
                  <a:pt x="4448678" y="3288845"/>
                  <a:pt x="3921972" y="3826185"/>
                </a:cubicBezTo>
                <a:cubicBezTo>
                  <a:pt x="3395266" y="4363528"/>
                  <a:pt x="2595453" y="4818175"/>
                  <a:pt x="1824385" y="4750602"/>
                </a:cubicBezTo>
                <a:cubicBezTo>
                  <a:pt x="1054889" y="4682411"/>
                  <a:pt x="314082" y="4091754"/>
                  <a:pt x="83093" y="3400595"/>
                </a:cubicBezTo>
                <a:cubicBezTo>
                  <a:pt x="-147341" y="2710618"/>
                  <a:pt x="132101" y="1920392"/>
                  <a:pt x="545938" y="1258862"/>
                </a:cubicBezTo>
                <a:cubicBezTo>
                  <a:pt x="959775" y="597334"/>
                  <a:pt x="1508470" y="61520"/>
                  <a:pt x="2067058" y="5108"/>
                </a:cubicBezTo>
                <a:cubicBezTo>
                  <a:pt x="2102075" y="1575"/>
                  <a:pt x="2137137" y="-87"/>
                  <a:pt x="2172219" y="4"/>
                </a:cubicBezTo>
                <a:close/>
              </a:path>
            </a:pathLst>
          </a:custGeom>
          <a:solidFill>
            <a:schemeClr val="bg2"/>
          </a:solidFill>
        </p:spPr>
        <p:txBody>
          <a:bodyPr wrap="square" anchor="ctr">
            <a:noAutofit/>
          </a:bodyPr>
          <a:lstStyle>
            <a:lvl1pPr marL="0" indent="0" algn="ctr">
              <a:buNone/>
              <a:defRPr/>
            </a:lvl1pPr>
          </a:lstStyle>
          <a:p>
            <a:r>
              <a:rPr lang="en-GB" noProof="0"/>
              <a:t>Click icon to add picture</a:t>
            </a:r>
          </a:p>
        </p:txBody>
      </p:sp>
      <p:sp>
        <p:nvSpPr>
          <p:cNvPr id="15" name="Freeform 14">
            <a:extLst>
              <a:ext uri="{FF2B5EF4-FFF2-40B4-BE49-F238E27FC236}">
                <a16:creationId xmlns:a16="http://schemas.microsoft.com/office/drawing/2014/main" id="{C1FEEDD8-28AA-BE3E-02E2-170FFB40470C}"/>
              </a:ext>
            </a:extLst>
          </p:cNvPr>
          <p:cNvSpPr/>
          <p:nvPr userDrawn="1"/>
        </p:nvSpPr>
        <p:spPr>
          <a:xfrm>
            <a:off x="6296481" y="-351"/>
            <a:ext cx="5895520" cy="1951072"/>
          </a:xfrm>
          <a:custGeom>
            <a:avLst/>
            <a:gdLst>
              <a:gd name="connsiteX0" fmla="*/ 7570489 w 9855101"/>
              <a:gd name="connsiteY0" fmla="*/ 1003774 h 12126752"/>
              <a:gd name="connsiteX1" fmla="*/ 8284143 w 9855101"/>
              <a:gd name="connsiteY1" fmla="*/ 4475255 h 12126752"/>
              <a:gd name="connsiteX2" fmla="*/ 9328763 w 9855101"/>
              <a:gd name="connsiteY2" fmla="*/ 6829838 h 12126752"/>
              <a:gd name="connsiteX3" fmla="*/ 9809249 w 9855101"/>
              <a:gd name="connsiteY3" fmla="*/ 9689785 h 12126752"/>
              <a:gd name="connsiteX4" fmla="*/ 8188160 w 9855101"/>
              <a:gd name="connsiteY4" fmla="*/ 12097161 h 12126752"/>
              <a:gd name="connsiteX5" fmla="*/ 5048943 w 9855101"/>
              <a:gd name="connsiteY5" fmla="*/ 11120830 h 12126752"/>
              <a:gd name="connsiteX6" fmla="*/ 2105409 w 9855101"/>
              <a:gd name="connsiteY6" fmla="*/ 10306958 h 12126752"/>
              <a:gd name="connsiteX7" fmla="*/ 58756 w 9855101"/>
              <a:gd name="connsiteY7" fmla="*/ 8327921 h 12126752"/>
              <a:gd name="connsiteX8" fmla="*/ 592520 w 9855101"/>
              <a:gd name="connsiteY8" fmla="*/ 5251217 h 12126752"/>
              <a:gd name="connsiteX9" fmla="*/ 1635363 w 9855101"/>
              <a:gd name="connsiteY9" fmla="*/ 1999091 h 12126752"/>
              <a:gd name="connsiteX10" fmla="*/ 4494042 w 9855101"/>
              <a:gd name="connsiteY10" fmla="*/ 81983 h 12126752"/>
              <a:gd name="connsiteX11" fmla="*/ 7570489 w 9855101"/>
              <a:gd name="connsiteY11" fmla="*/ 1003774 h 12126752"/>
              <a:gd name="connsiteX0" fmla="*/ 7570489 w 9855101"/>
              <a:gd name="connsiteY0" fmla="*/ 1003774 h 12126752"/>
              <a:gd name="connsiteX1" fmla="*/ 8284143 w 9855101"/>
              <a:gd name="connsiteY1" fmla="*/ 4475255 h 12126752"/>
              <a:gd name="connsiteX2" fmla="*/ 9328763 w 9855101"/>
              <a:gd name="connsiteY2" fmla="*/ 6829838 h 12126752"/>
              <a:gd name="connsiteX3" fmla="*/ 9809249 w 9855101"/>
              <a:gd name="connsiteY3" fmla="*/ 9689785 h 12126752"/>
              <a:gd name="connsiteX4" fmla="*/ 8188160 w 9855101"/>
              <a:gd name="connsiteY4" fmla="*/ 12097161 h 12126752"/>
              <a:gd name="connsiteX5" fmla="*/ 5048943 w 9855101"/>
              <a:gd name="connsiteY5" fmla="*/ 11120830 h 12126752"/>
              <a:gd name="connsiteX6" fmla="*/ 2105409 w 9855101"/>
              <a:gd name="connsiteY6" fmla="*/ 10306958 h 12126752"/>
              <a:gd name="connsiteX7" fmla="*/ 1732972 w 9855101"/>
              <a:gd name="connsiteY7" fmla="*/ 10121772 h 12126752"/>
              <a:gd name="connsiteX8" fmla="*/ 58756 w 9855101"/>
              <a:gd name="connsiteY8" fmla="*/ 8327921 h 12126752"/>
              <a:gd name="connsiteX9" fmla="*/ 592520 w 9855101"/>
              <a:gd name="connsiteY9" fmla="*/ 5251217 h 12126752"/>
              <a:gd name="connsiteX10" fmla="*/ 1635363 w 9855101"/>
              <a:gd name="connsiteY10" fmla="*/ 1999091 h 12126752"/>
              <a:gd name="connsiteX11" fmla="*/ 4494042 w 9855101"/>
              <a:gd name="connsiteY11" fmla="*/ 81983 h 12126752"/>
              <a:gd name="connsiteX12" fmla="*/ 7570489 w 9855101"/>
              <a:gd name="connsiteY12" fmla="*/ 1003774 h 12126752"/>
              <a:gd name="connsiteX0" fmla="*/ 7570489 w 9855101"/>
              <a:gd name="connsiteY0" fmla="*/ 1003774 h 12126752"/>
              <a:gd name="connsiteX1" fmla="*/ 8284143 w 9855101"/>
              <a:gd name="connsiteY1" fmla="*/ 4475255 h 12126752"/>
              <a:gd name="connsiteX2" fmla="*/ 9328763 w 9855101"/>
              <a:gd name="connsiteY2" fmla="*/ 6829838 h 12126752"/>
              <a:gd name="connsiteX3" fmla="*/ 9809249 w 9855101"/>
              <a:gd name="connsiteY3" fmla="*/ 9689785 h 12126752"/>
              <a:gd name="connsiteX4" fmla="*/ 8188160 w 9855101"/>
              <a:gd name="connsiteY4" fmla="*/ 12097161 h 12126752"/>
              <a:gd name="connsiteX5" fmla="*/ 5048943 w 9855101"/>
              <a:gd name="connsiteY5" fmla="*/ 11120830 h 12126752"/>
              <a:gd name="connsiteX6" fmla="*/ 2105409 w 9855101"/>
              <a:gd name="connsiteY6" fmla="*/ 10306958 h 12126752"/>
              <a:gd name="connsiteX7" fmla="*/ 1732972 w 9855101"/>
              <a:gd name="connsiteY7" fmla="*/ 10121772 h 12126752"/>
              <a:gd name="connsiteX8" fmla="*/ 58756 w 9855101"/>
              <a:gd name="connsiteY8" fmla="*/ 8327921 h 12126752"/>
              <a:gd name="connsiteX9" fmla="*/ 592520 w 9855101"/>
              <a:gd name="connsiteY9" fmla="*/ 5251217 h 12126752"/>
              <a:gd name="connsiteX10" fmla="*/ 1635363 w 9855101"/>
              <a:gd name="connsiteY10" fmla="*/ 1999091 h 12126752"/>
              <a:gd name="connsiteX11" fmla="*/ 4494042 w 9855101"/>
              <a:gd name="connsiteY11" fmla="*/ 81983 h 12126752"/>
              <a:gd name="connsiteX12" fmla="*/ 7570489 w 9855101"/>
              <a:gd name="connsiteY12" fmla="*/ 1003774 h 12126752"/>
              <a:gd name="connsiteX0" fmla="*/ 1732972 w 9855101"/>
              <a:gd name="connsiteY0" fmla="*/ 10121772 h 12126752"/>
              <a:gd name="connsiteX1" fmla="*/ 58756 w 9855101"/>
              <a:gd name="connsiteY1" fmla="*/ 8327921 h 12126752"/>
              <a:gd name="connsiteX2" fmla="*/ 592520 w 9855101"/>
              <a:gd name="connsiteY2" fmla="*/ 5251217 h 12126752"/>
              <a:gd name="connsiteX3" fmla="*/ 1635363 w 9855101"/>
              <a:gd name="connsiteY3" fmla="*/ 1999091 h 12126752"/>
              <a:gd name="connsiteX4" fmla="*/ 4494042 w 9855101"/>
              <a:gd name="connsiteY4" fmla="*/ 81983 h 12126752"/>
              <a:gd name="connsiteX5" fmla="*/ 7570489 w 9855101"/>
              <a:gd name="connsiteY5" fmla="*/ 1003774 h 12126752"/>
              <a:gd name="connsiteX6" fmla="*/ 8284143 w 9855101"/>
              <a:gd name="connsiteY6" fmla="*/ 4475255 h 12126752"/>
              <a:gd name="connsiteX7" fmla="*/ 9328763 w 9855101"/>
              <a:gd name="connsiteY7" fmla="*/ 6829838 h 12126752"/>
              <a:gd name="connsiteX8" fmla="*/ 9809249 w 9855101"/>
              <a:gd name="connsiteY8" fmla="*/ 9689785 h 12126752"/>
              <a:gd name="connsiteX9" fmla="*/ 8188160 w 9855101"/>
              <a:gd name="connsiteY9" fmla="*/ 12097161 h 12126752"/>
              <a:gd name="connsiteX10" fmla="*/ 5048943 w 9855101"/>
              <a:gd name="connsiteY10" fmla="*/ 11120830 h 12126752"/>
              <a:gd name="connsiteX11" fmla="*/ 2105409 w 9855101"/>
              <a:gd name="connsiteY11" fmla="*/ 10306958 h 12126752"/>
              <a:gd name="connsiteX12" fmla="*/ 1824412 w 9855101"/>
              <a:gd name="connsiteY12" fmla="*/ 10213212 h 12126752"/>
              <a:gd name="connsiteX0" fmla="*/ 962938 w 9806427"/>
              <a:gd name="connsiteY0" fmla="*/ 10203052 h 12126752"/>
              <a:gd name="connsiteX1" fmla="*/ 10082 w 9806427"/>
              <a:gd name="connsiteY1" fmla="*/ 8327921 h 12126752"/>
              <a:gd name="connsiteX2" fmla="*/ 543846 w 9806427"/>
              <a:gd name="connsiteY2" fmla="*/ 5251217 h 12126752"/>
              <a:gd name="connsiteX3" fmla="*/ 1586689 w 9806427"/>
              <a:gd name="connsiteY3" fmla="*/ 1999091 h 12126752"/>
              <a:gd name="connsiteX4" fmla="*/ 4445368 w 9806427"/>
              <a:gd name="connsiteY4" fmla="*/ 81983 h 12126752"/>
              <a:gd name="connsiteX5" fmla="*/ 7521815 w 9806427"/>
              <a:gd name="connsiteY5" fmla="*/ 1003774 h 12126752"/>
              <a:gd name="connsiteX6" fmla="*/ 8235469 w 9806427"/>
              <a:gd name="connsiteY6" fmla="*/ 4475255 h 12126752"/>
              <a:gd name="connsiteX7" fmla="*/ 9280089 w 9806427"/>
              <a:gd name="connsiteY7" fmla="*/ 6829838 h 12126752"/>
              <a:gd name="connsiteX8" fmla="*/ 9760575 w 9806427"/>
              <a:gd name="connsiteY8" fmla="*/ 9689785 h 12126752"/>
              <a:gd name="connsiteX9" fmla="*/ 8139486 w 9806427"/>
              <a:gd name="connsiteY9" fmla="*/ 12097161 h 12126752"/>
              <a:gd name="connsiteX10" fmla="*/ 5000269 w 9806427"/>
              <a:gd name="connsiteY10" fmla="*/ 11120830 h 12126752"/>
              <a:gd name="connsiteX11" fmla="*/ 2056735 w 9806427"/>
              <a:gd name="connsiteY11" fmla="*/ 10306958 h 12126752"/>
              <a:gd name="connsiteX12" fmla="*/ 1775738 w 9806427"/>
              <a:gd name="connsiteY12" fmla="*/ 10213212 h 12126752"/>
              <a:gd name="connsiteX0" fmla="*/ 962938 w 9806427"/>
              <a:gd name="connsiteY0" fmla="*/ 10203052 h 12319912"/>
              <a:gd name="connsiteX1" fmla="*/ 10082 w 9806427"/>
              <a:gd name="connsiteY1" fmla="*/ 8327921 h 12319912"/>
              <a:gd name="connsiteX2" fmla="*/ 543846 w 9806427"/>
              <a:gd name="connsiteY2" fmla="*/ 5251217 h 12319912"/>
              <a:gd name="connsiteX3" fmla="*/ 1586689 w 9806427"/>
              <a:gd name="connsiteY3" fmla="*/ 1999091 h 12319912"/>
              <a:gd name="connsiteX4" fmla="*/ 4445368 w 9806427"/>
              <a:gd name="connsiteY4" fmla="*/ 81983 h 12319912"/>
              <a:gd name="connsiteX5" fmla="*/ 7521815 w 9806427"/>
              <a:gd name="connsiteY5" fmla="*/ 1003774 h 12319912"/>
              <a:gd name="connsiteX6" fmla="*/ 8235469 w 9806427"/>
              <a:gd name="connsiteY6" fmla="*/ 4475255 h 12319912"/>
              <a:gd name="connsiteX7" fmla="*/ 9280089 w 9806427"/>
              <a:gd name="connsiteY7" fmla="*/ 6829838 h 12319912"/>
              <a:gd name="connsiteX8" fmla="*/ 9760575 w 9806427"/>
              <a:gd name="connsiteY8" fmla="*/ 9689785 h 12319912"/>
              <a:gd name="connsiteX9" fmla="*/ 8139486 w 9806427"/>
              <a:gd name="connsiteY9" fmla="*/ 12097161 h 12319912"/>
              <a:gd name="connsiteX10" fmla="*/ 7566938 w 9806427"/>
              <a:gd name="connsiteY10" fmla="*/ 12102972 h 12319912"/>
              <a:gd name="connsiteX11" fmla="*/ 5000269 w 9806427"/>
              <a:gd name="connsiteY11" fmla="*/ 11120830 h 12319912"/>
              <a:gd name="connsiteX12" fmla="*/ 2056735 w 9806427"/>
              <a:gd name="connsiteY12" fmla="*/ 10306958 h 12319912"/>
              <a:gd name="connsiteX13" fmla="*/ 1775738 w 9806427"/>
              <a:gd name="connsiteY13" fmla="*/ 10213212 h 12319912"/>
              <a:gd name="connsiteX0" fmla="*/ 962938 w 9806427"/>
              <a:gd name="connsiteY0" fmla="*/ 10203052 h 12319912"/>
              <a:gd name="connsiteX1" fmla="*/ 10082 w 9806427"/>
              <a:gd name="connsiteY1" fmla="*/ 8327921 h 12319912"/>
              <a:gd name="connsiteX2" fmla="*/ 543846 w 9806427"/>
              <a:gd name="connsiteY2" fmla="*/ 5251217 h 12319912"/>
              <a:gd name="connsiteX3" fmla="*/ 1586689 w 9806427"/>
              <a:gd name="connsiteY3" fmla="*/ 1999091 h 12319912"/>
              <a:gd name="connsiteX4" fmla="*/ 4445368 w 9806427"/>
              <a:gd name="connsiteY4" fmla="*/ 81983 h 12319912"/>
              <a:gd name="connsiteX5" fmla="*/ 7521815 w 9806427"/>
              <a:gd name="connsiteY5" fmla="*/ 1003774 h 12319912"/>
              <a:gd name="connsiteX6" fmla="*/ 8235469 w 9806427"/>
              <a:gd name="connsiteY6" fmla="*/ 4475255 h 12319912"/>
              <a:gd name="connsiteX7" fmla="*/ 9280089 w 9806427"/>
              <a:gd name="connsiteY7" fmla="*/ 6829838 h 12319912"/>
              <a:gd name="connsiteX8" fmla="*/ 9760575 w 9806427"/>
              <a:gd name="connsiteY8" fmla="*/ 9689785 h 12319912"/>
              <a:gd name="connsiteX9" fmla="*/ 8139486 w 9806427"/>
              <a:gd name="connsiteY9" fmla="*/ 12097161 h 12319912"/>
              <a:gd name="connsiteX10" fmla="*/ 7566938 w 9806427"/>
              <a:gd name="connsiteY10" fmla="*/ 12102972 h 12319912"/>
              <a:gd name="connsiteX11" fmla="*/ 5000269 w 9806427"/>
              <a:gd name="connsiteY11" fmla="*/ 11120830 h 12319912"/>
              <a:gd name="connsiteX12" fmla="*/ 2056735 w 9806427"/>
              <a:gd name="connsiteY12" fmla="*/ 10306958 h 12319912"/>
              <a:gd name="connsiteX13" fmla="*/ 1775738 w 9806427"/>
              <a:gd name="connsiteY13" fmla="*/ 10213212 h 12319912"/>
              <a:gd name="connsiteX0" fmla="*/ 10082 w 9806427"/>
              <a:gd name="connsiteY0" fmla="*/ 8327921 h 12319912"/>
              <a:gd name="connsiteX1" fmla="*/ 543846 w 9806427"/>
              <a:gd name="connsiteY1" fmla="*/ 5251217 h 12319912"/>
              <a:gd name="connsiteX2" fmla="*/ 1586689 w 9806427"/>
              <a:gd name="connsiteY2" fmla="*/ 1999091 h 12319912"/>
              <a:gd name="connsiteX3" fmla="*/ 4445368 w 9806427"/>
              <a:gd name="connsiteY3" fmla="*/ 81983 h 12319912"/>
              <a:gd name="connsiteX4" fmla="*/ 7521815 w 9806427"/>
              <a:gd name="connsiteY4" fmla="*/ 1003774 h 12319912"/>
              <a:gd name="connsiteX5" fmla="*/ 8235469 w 9806427"/>
              <a:gd name="connsiteY5" fmla="*/ 4475255 h 12319912"/>
              <a:gd name="connsiteX6" fmla="*/ 9280089 w 9806427"/>
              <a:gd name="connsiteY6" fmla="*/ 6829838 h 12319912"/>
              <a:gd name="connsiteX7" fmla="*/ 9760575 w 9806427"/>
              <a:gd name="connsiteY7" fmla="*/ 9689785 h 12319912"/>
              <a:gd name="connsiteX8" fmla="*/ 8139486 w 9806427"/>
              <a:gd name="connsiteY8" fmla="*/ 12097161 h 12319912"/>
              <a:gd name="connsiteX9" fmla="*/ 7566938 w 9806427"/>
              <a:gd name="connsiteY9" fmla="*/ 12102972 h 12319912"/>
              <a:gd name="connsiteX10" fmla="*/ 5000269 w 9806427"/>
              <a:gd name="connsiteY10" fmla="*/ 11120830 h 12319912"/>
              <a:gd name="connsiteX11" fmla="*/ 2056735 w 9806427"/>
              <a:gd name="connsiteY11" fmla="*/ 10306958 h 12319912"/>
              <a:gd name="connsiteX12" fmla="*/ 1775738 w 9806427"/>
              <a:gd name="connsiteY12" fmla="*/ 10213212 h 12319912"/>
              <a:gd name="connsiteX0" fmla="*/ 0 w 9262581"/>
              <a:gd name="connsiteY0" fmla="*/ 5251217 h 12319912"/>
              <a:gd name="connsiteX1" fmla="*/ 1042843 w 9262581"/>
              <a:gd name="connsiteY1" fmla="*/ 1999091 h 12319912"/>
              <a:gd name="connsiteX2" fmla="*/ 3901522 w 9262581"/>
              <a:gd name="connsiteY2" fmla="*/ 81983 h 12319912"/>
              <a:gd name="connsiteX3" fmla="*/ 6977969 w 9262581"/>
              <a:gd name="connsiteY3" fmla="*/ 1003774 h 12319912"/>
              <a:gd name="connsiteX4" fmla="*/ 7691623 w 9262581"/>
              <a:gd name="connsiteY4" fmla="*/ 4475255 h 12319912"/>
              <a:gd name="connsiteX5" fmla="*/ 8736243 w 9262581"/>
              <a:gd name="connsiteY5" fmla="*/ 6829838 h 12319912"/>
              <a:gd name="connsiteX6" fmla="*/ 9216729 w 9262581"/>
              <a:gd name="connsiteY6" fmla="*/ 9689785 h 12319912"/>
              <a:gd name="connsiteX7" fmla="*/ 7595640 w 9262581"/>
              <a:gd name="connsiteY7" fmla="*/ 12097161 h 12319912"/>
              <a:gd name="connsiteX8" fmla="*/ 7023092 w 9262581"/>
              <a:gd name="connsiteY8" fmla="*/ 12102972 h 12319912"/>
              <a:gd name="connsiteX9" fmla="*/ 4456423 w 9262581"/>
              <a:gd name="connsiteY9" fmla="*/ 11120830 h 12319912"/>
              <a:gd name="connsiteX10" fmla="*/ 1512889 w 9262581"/>
              <a:gd name="connsiteY10" fmla="*/ 10306958 h 12319912"/>
              <a:gd name="connsiteX11" fmla="*/ 1231892 w 9262581"/>
              <a:gd name="connsiteY11" fmla="*/ 10213212 h 12319912"/>
              <a:gd name="connsiteX0" fmla="*/ 0 w 8219738"/>
              <a:gd name="connsiteY0" fmla="*/ 1999091 h 12319912"/>
              <a:gd name="connsiteX1" fmla="*/ 2858679 w 8219738"/>
              <a:gd name="connsiteY1" fmla="*/ 81983 h 12319912"/>
              <a:gd name="connsiteX2" fmla="*/ 5935126 w 8219738"/>
              <a:gd name="connsiteY2" fmla="*/ 1003774 h 12319912"/>
              <a:gd name="connsiteX3" fmla="*/ 6648780 w 8219738"/>
              <a:gd name="connsiteY3" fmla="*/ 4475255 h 12319912"/>
              <a:gd name="connsiteX4" fmla="*/ 7693400 w 8219738"/>
              <a:gd name="connsiteY4" fmla="*/ 6829838 h 12319912"/>
              <a:gd name="connsiteX5" fmla="*/ 8173886 w 8219738"/>
              <a:gd name="connsiteY5" fmla="*/ 9689785 h 12319912"/>
              <a:gd name="connsiteX6" fmla="*/ 6552797 w 8219738"/>
              <a:gd name="connsiteY6" fmla="*/ 12097161 h 12319912"/>
              <a:gd name="connsiteX7" fmla="*/ 5980249 w 8219738"/>
              <a:gd name="connsiteY7" fmla="*/ 12102972 h 12319912"/>
              <a:gd name="connsiteX8" fmla="*/ 3413580 w 8219738"/>
              <a:gd name="connsiteY8" fmla="*/ 11120830 h 12319912"/>
              <a:gd name="connsiteX9" fmla="*/ 470046 w 8219738"/>
              <a:gd name="connsiteY9" fmla="*/ 10306958 h 12319912"/>
              <a:gd name="connsiteX10" fmla="*/ 189049 w 8219738"/>
              <a:gd name="connsiteY10" fmla="*/ 10213212 h 12319912"/>
              <a:gd name="connsiteX0" fmla="*/ 2773950 w 8135009"/>
              <a:gd name="connsiteY0" fmla="*/ 81983 h 12319912"/>
              <a:gd name="connsiteX1" fmla="*/ 5850397 w 8135009"/>
              <a:gd name="connsiteY1" fmla="*/ 1003774 h 12319912"/>
              <a:gd name="connsiteX2" fmla="*/ 6564051 w 8135009"/>
              <a:gd name="connsiteY2" fmla="*/ 4475255 h 12319912"/>
              <a:gd name="connsiteX3" fmla="*/ 7608671 w 8135009"/>
              <a:gd name="connsiteY3" fmla="*/ 6829838 h 12319912"/>
              <a:gd name="connsiteX4" fmla="*/ 8089157 w 8135009"/>
              <a:gd name="connsiteY4" fmla="*/ 9689785 h 12319912"/>
              <a:gd name="connsiteX5" fmla="*/ 6468068 w 8135009"/>
              <a:gd name="connsiteY5" fmla="*/ 12097161 h 12319912"/>
              <a:gd name="connsiteX6" fmla="*/ 5895520 w 8135009"/>
              <a:gd name="connsiteY6" fmla="*/ 12102972 h 12319912"/>
              <a:gd name="connsiteX7" fmla="*/ 3328851 w 8135009"/>
              <a:gd name="connsiteY7" fmla="*/ 11120830 h 12319912"/>
              <a:gd name="connsiteX8" fmla="*/ 385317 w 8135009"/>
              <a:gd name="connsiteY8" fmla="*/ 10306958 h 12319912"/>
              <a:gd name="connsiteX9" fmla="*/ 104320 w 8135009"/>
              <a:gd name="connsiteY9" fmla="*/ 10213212 h 12319912"/>
              <a:gd name="connsiteX0" fmla="*/ 2773950 w 8135323"/>
              <a:gd name="connsiteY0" fmla="*/ 81983 h 12319912"/>
              <a:gd name="connsiteX1" fmla="*/ 5850397 w 8135323"/>
              <a:gd name="connsiteY1" fmla="*/ 1003774 h 12319912"/>
              <a:gd name="connsiteX2" fmla="*/ 7608671 w 8135323"/>
              <a:gd name="connsiteY2" fmla="*/ 6829838 h 12319912"/>
              <a:gd name="connsiteX3" fmla="*/ 8089157 w 8135323"/>
              <a:gd name="connsiteY3" fmla="*/ 9689785 h 12319912"/>
              <a:gd name="connsiteX4" fmla="*/ 6468068 w 8135323"/>
              <a:gd name="connsiteY4" fmla="*/ 12097161 h 12319912"/>
              <a:gd name="connsiteX5" fmla="*/ 5895520 w 8135323"/>
              <a:gd name="connsiteY5" fmla="*/ 12102972 h 12319912"/>
              <a:gd name="connsiteX6" fmla="*/ 3328851 w 8135323"/>
              <a:gd name="connsiteY6" fmla="*/ 11120830 h 12319912"/>
              <a:gd name="connsiteX7" fmla="*/ 385317 w 8135323"/>
              <a:gd name="connsiteY7" fmla="*/ 10306958 h 12319912"/>
              <a:gd name="connsiteX8" fmla="*/ 104320 w 8135323"/>
              <a:gd name="connsiteY8" fmla="*/ 10213212 h 12319912"/>
              <a:gd name="connsiteX0" fmla="*/ 2773950 w 8089157"/>
              <a:gd name="connsiteY0" fmla="*/ 81983 h 12319912"/>
              <a:gd name="connsiteX1" fmla="*/ 5850397 w 8089157"/>
              <a:gd name="connsiteY1" fmla="*/ 1003774 h 12319912"/>
              <a:gd name="connsiteX2" fmla="*/ 8089157 w 8089157"/>
              <a:gd name="connsiteY2" fmla="*/ 9689785 h 12319912"/>
              <a:gd name="connsiteX3" fmla="*/ 6468068 w 8089157"/>
              <a:gd name="connsiteY3" fmla="*/ 12097161 h 12319912"/>
              <a:gd name="connsiteX4" fmla="*/ 5895520 w 8089157"/>
              <a:gd name="connsiteY4" fmla="*/ 12102972 h 12319912"/>
              <a:gd name="connsiteX5" fmla="*/ 3328851 w 8089157"/>
              <a:gd name="connsiteY5" fmla="*/ 11120830 h 12319912"/>
              <a:gd name="connsiteX6" fmla="*/ 385317 w 8089157"/>
              <a:gd name="connsiteY6" fmla="*/ 10306958 h 12319912"/>
              <a:gd name="connsiteX7" fmla="*/ 104320 w 8089157"/>
              <a:gd name="connsiteY7" fmla="*/ 10213212 h 12319912"/>
              <a:gd name="connsiteX0" fmla="*/ 5850397 w 8089157"/>
              <a:gd name="connsiteY0" fmla="*/ 0 h 11316138"/>
              <a:gd name="connsiteX1" fmla="*/ 8089157 w 8089157"/>
              <a:gd name="connsiteY1" fmla="*/ 8686011 h 11316138"/>
              <a:gd name="connsiteX2" fmla="*/ 6468068 w 8089157"/>
              <a:gd name="connsiteY2" fmla="*/ 11093387 h 11316138"/>
              <a:gd name="connsiteX3" fmla="*/ 5895520 w 8089157"/>
              <a:gd name="connsiteY3" fmla="*/ 11099198 h 11316138"/>
              <a:gd name="connsiteX4" fmla="*/ 3328851 w 8089157"/>
              <a:gd name="connsiteY4" fmla="*/ 10117056 h 11316138"/>
              <a:gd name="connsiteX5" fmla="*/ 385317 w 8089157"/>
              <a:gd name="connsiteY5" fmla="*/ 9303184 h 11316138"/>
              <a:gd name="connsiteX6" fmla="*/ 104320 w 8089157"/>
              <a:gd name="connsiteY6" fmla="*/ 9209438 h 11316138"/>
              <a:gd name="connsiteX0" fmla="*/ 8089157 w 8089157"/>
              <a:gd name="connsiteY0" fmla="*/ 0 h 2630127"/>
              <a:gd name="connsiteX1" fmla="*/ 6468068 w 8089157"/>
              <a:gd name="connsiteY1" fmla="*/ 2407376 h 2630127"/>
              <a:gd name="connsiteX2" fmla="*/ 5895520 w 8089157"/>
              <a:gd name="connsiteY2" fmla="*/ 2413187 h 2630127"/>
              <a:gd name="connsiteX3" fmla="*/ 3328851 w 8089157"/>
              <a:gd name="connsiteY3" fmla="*/ 1431045 h 2630127"/>
              <a:gd name="connsiteX4" fmla="*/ 385317 w 8089157"/>
              <a:gd name="connsiteY4" fmla="*/ 617173 h 2630127"/>
              <a:gd name="connsiteX5" fmla="*/ 104320 w 8089157"/>
              <a:gd name="connsiteY5" fmla="*/ 523427 h 2630127"/>
              <a:gd name="connsiteX0" fmla="*/ 6468068 w 6468068"/>
              <a:gd name="connsiteY0" fmla="*/ 1945261 h 2168012"/>
              <a:gd name="connsiteX1" fmla="*/ 5895520 w 6468068"/>
              <a:gd name="connsiteY1" fmla="*/ 1951072 h 2168012"/>
              <a:gd name="connsiteX2" fmla="*/ 3328851 w 6468068"/>
              <a:gd name="connsiteY2" fmla="*/ 968930 h 2168012"/>
              <a:gd name="connsiteX3" fmla="*/ 385317 w 6468068"/>
              <a:gd name="connsiteY3" fmla="*/ 155058 h 2168012"/>
              <a:gd name="connsiteX4" fmla="*/ 104320 w 6468068"/>
              <a:gd name="connsiteY4" fmla="*/ 61312 h 2168012"/>
              <a:gd name="connsiteX0" fmla="*/ 5895520 w 5895520"/>
              <a:gd name="connsiteY0" fmla="*/ 1951072 h 1951072"/>
              <a:gd name="connsiteX1" fmla="*/ 3328851 w 5895520"/>
              <a:gd name="connsiteY1" fmla="*/ 968930 h 1951072"/>
              <a:gd name="connsiteX2" fmla="*/ 385317 w 5895520"/>
              <a:gd name="connsiteY2" fmla="*/ 155058 h 1951072"/>
              <a:gd name="connsiteX3" fmla="*/ 104320 w 5895520"/>
              <a:gd name="connsiteY3" fmla="*/ 61312 h 1951072"/>
            </a:gdLst>
            <a:ahLst/>
            <a:cxnLst>
              <a:cxn ang="0">
                <a:pos x="connsiteX0" y="connsiteY0"/>
              </a:cxn>
              <a:cxn ang="0">
                <a:pos x="connsiteX1" y="connsiteY1"/>
              </a:cxn>
              <a:cxn ang="0">
                <a:pos x="connsiteX2" y="connsiteY2"/>
              </a:cxn>
              <a:cxn ang="0">
                <a:pos x="connsiteX3" y="connsiteY3"/>
              </a:cxn>
            </a:cxnLst>
            <a:rect l="l" t="t" r="r" b="b"/>
            <a:pathLst>
              <a:path w="5895520" h="1951072">
                <a:moveTo>
                  <a:pt x="5895520" y="1951072"/>
                </a:moveTo>
                <a:cubicBezTo>
                  <a:pt x="5138637" y="1828990"/>
                  <a:pt x="4247218" y="1268266"/>
                  <a:pt x="3328851" y="968930"/>
                </a:cubicBezTo>
                <a:cubicBezTo>
                  <a:pt x="2260922" y="568539"/>
                  <a:pt x="1310983" y="530558"/>
                  <a:pt x="385317" y="155058"/>
                </a:cubicBezTo>
                <a:cubicBezTo>
                  <a:pt x="-167345" y="-11452"/>
                  <a:pt x="8549" y="-45729"/>
                  <a:pt x="104320" y="61312"/>
                </a:cubicBezTo>
              </a:path>
            </a:pathLst>
          </a:custGeom>
          <a:noFill/>
          <a:ln w="19110" cap="flat">
            <a:solidFill>
              <a:schemeClr val="bg2"/>
            </a:solidFill>
            <a:prstDash val="solid"/>
            <a:miter/>
          </a:ln>
        </p:spPr>
        <p:txBody>
          <a:bodyPr rtlCol="0" anchor="ctr"/>
          <a:lstStyle/>
          <a:p>
            <a:endParaRPr lang="en-GB"/>
          </a:p>
        </p:txBody>
      </p:sp>
      <p:sp>
        <p:nvSpPr>
          <p:cNvPr id="23" name="Freeform 22">
            <a:extLst>
              <a:ext uri="{FF2B5EF4-FFF2-40B4-BE49-F238E27FC236}">
                <a16:creationId xmlns:a16="http://schemas.microsoft.com/office/drawing/2014/main" id="{5913EB00-D2E9-21B0-3E3E-92D27834CFA0}"/>
              </a:ext>
            </a:extLst>
          </p:cNvPr>
          <p:cNvSpPr/>
          <p:nvPr userDrawn="1"/>
        </p:nvSpPr>
        <p:spPr>
          <a:xfrm>
            <a:off x="6128485" y="5340478"/>
            <a:ext cx="6063515" cy="1517522"/>
          </a:xfrm>
          <a:custGeom>
            <a:avLst/>
            <a:gdLst>
              <a:gd name="connsiteX0" fmla="*/ 2791805 w 6063515"/>
              <a:gd name="connsiteY0" fmla="*/ 1179 h 1517522"/>
              <a:gd name="connsiteX1" fmla="*/ 5921767 w 6063515"/>
              <a:gd name="connsiteY1" fmla="*/ 743898 h 1517522"/>
              <a:gd name="connsiteX2" fmla="*/ 6063515 w 6063515"/>
              <a:gd name="connsiteY2" fmla="*/ 814265 h 1517522"/>
              <a:gd name="connsiteX3" fmla="*/ 6063515 w 6063515"/>
              <a:gd name="connsiteY3" fmla="*/ 1517522 h 1517522"/>
              <a:gd name="connsiteX4" fmla="*/ 0 w 6063515"/>
              <a:gd name="connsiteY4" fmla="*/ 1517522 h 1517522"/>
              <a:gd name="connsiteX5" fmla="*/ 186263 w 6063515"/>
              <a:gd name="connsiteY5" fmla="*/ 1335076 h 1517522"/>
              <a:gd name="connsiteX6" fmla="*/ 2063296 w 6063515"/>
              <a:gd name="connsiteY6" fmla="*/ 98044 h 1517522"/>
              <a:gd name="connsiteX7" fmla="*/ 2791805 w 6063515"/>
              <a:gd name="connsiteY7" fmla="*/ 1179 h 1517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63515" h="1517522">
                <a:moveTo>
                  <a:pt x="2791805" y="1179"/>
                </a:moveTo>
                <a:cubicBezTo>
                  <a:pt x="3678329" y="-19512"/>
                  <a:pt x="4843583" y="232300"/>
                  <a:pt x="5921767" y="743898"/>
                </a:cubicBezTo>
                <a:lnTo>
                  <a:pt x="6063515" y="814265"/>
                </a:lnTo>
                <a:lnTo>
                  <a:pt x="6063515" y="1517522"/>
                </a:lnTo>
                <a:lnTo>
                  <a:pt x="0" y="1517522"/>
                </a:lnTo>
                <a:lnTo>
                  <a:pt x="186263" y="1335076"/>
                </a:lnTo>
                <a:cubicBezTo>
                  <a:pt x="702354" y="824474"/>
                  <a:pt x="1225941" y="331388"/>
                  <a:pt x="2063296" y="98044"/>
                </a:cubicBezTo>
                <a:cubicBezTo>
                  <a:pt x="2272640" y="39710"/>
                  <a:pt x="2519028" y="7545"/>
                  <a:pt x="2791805" y="1179"/>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5" name="Freeform 4">
            <a:extLst>
              <a:ext uri="{FF2B5EF4-FFF2-40B4-BE49-F238E27FC236}">
                <a16:creationId xmlns:a16="http://schemas.microsoft.com/office/drawing/2014/main" id="{F0C03FA6-F573-5B32-84D9-EA5B6229F780}"/>
              </a:ext>
            </a:extLst>
          </p:cNvPr>
          <p:cNvSpPr/>
          <p:nvPr userDrawn="1"/>
        </p:nvSpPr>
        <p:spPr>
          <a:xfrm>
            <a:off x="8539686" y="0"/>
            <a:ext cx="3652315" cy="1538876"/>
          </a:xfrm>
          <a:custGeom>
            <a:avLst/>
            <a:gdLst>
              <a:gd name="connsiteX0" fmla="*/ 0 w 3652315"/>
              <a:gd name="connsiteY0" fmla="*/ 0 h 1538876"/>
              <a:gd name="connsiteX1" fmla="*/ 3652315 w 3652315"/>
              <a:gd name="connsiteY1" fmla="*/ 0 h 1538876"/>
              <a:gd name="connsiteX2" fmla="*/ 3652315 w 3652315"/>
              <a:gd name="connsiteY2" fmla="*/ 1537398 h 1538876"/>
              <a:gd name="connsiteX3" fmla="*/ 3596909 w 3652315"/>
              <a:gd name="connsiteY3" fmla="*/ 1538876 h 1538876"/>
              <a:gd name="connsiteX4" fmla="*/ 2266115 w 3652315"/>
              <a:gd name="connsiteY4" fmla="*/ 1064401 h 1538876"/>
              <a:gd name="connsiteX5" fmla="*/ 864418 w 3652315"/>
              <a:gd name="connsiteY5" fmla="*/ 681134 h 1538876"/>
              <a:gd name="connsiteX6" fmla="*/ 23705 w 3652315"/>
              <a:gd name="connsiteY6" fmla="*/ 42529 h 1538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652315" h="1538876">
                <a:moveTo>
                  <a:pt x="0" y="0"/>
                </a:moveTo>
                <a:lnTo>
                  <a:pt x="3652315" y="0"/>
                </a:lnTo>
                <a:lnTo>
                  <a:pt x="3652315" y="1537398"/>
                </a:lnTo>
                <a:lnTo>
                  <a:pt x="3596909" y="1538876"/>
                </a:lnTo>
                <a:cubicBezTo>
                  <a:pt x="3199795" y="1528044"/>
                  <a:pt x="2711216" y="1229830"/>
                  <a:pt x="2266115" y="1064401"/>
                </a:cubicBezTo>
                <a:cubicBezTo>
                  <a:pt x="1757427" y="875333"/>
                  <a:pt x="1305335" y="858549"/>
                  <a:pt x="864418" y="681134"/>
                </a:cubicBezTo>
                <a:cubicBezTo>
                  <a:pt x="534562" y="547937"/>
                  <a:pt x="210299" y="324487"/>
                  <a:pt x="23705" y="42529"/>
                </a:cubicBezTo>
                <a:close/>
              </a:path>
            </a:pathLst>
          </a:custGeom>
          <a:solidFill>
            <a:schemeClr val="accent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Tree>
    <p:extLst>
      <p:ext uri="{BB962C8B-B14F-4D97-AF65-F5344CB8AC3E}">
        <p14:creationId xmlns:p14="http://schemas.microsoft.com/office/powerpoint/2010/main" val="225800410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Photo_background">
    <p:bg>
      <p:bgPr>
        <a:solidFill>
          <a:schemeClr val="accent4"/>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DA582C0-2883-D1CC-2728-B629878CEF87}"/>
              </a:ext>
            </a:extLst>
          </p:cNvPr>
          <p:cNvSpPr/>
          <p:nvPr userDrawn="1"/>
        </p:nvSpPr>
        <p:spPr>
          <a:xfrm>
            <a:off x="0" y="0"/>
            <a:ext cx="12192000" cy="6858351"/>
          </a:xfrm>
          <a:prstGeom prst="rect">
            <a:avLst/>
          </a:prstGeom>
          <a:solidFill>
            <a:schemeClr val="accent1">
              <a:alpha val="70216"/>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a:xfrm>
            <a:off x="11641138" y="6311096"/>
            <a:ext cx="550862" cy="546904"/>
          </a:xfrm>
          <a:prstGeom prst="rect">
            <a:avLst/>
          </a:prstGeom>
        </p:spPr>
        <p:txBody>
          <a:bodyPr/>
          <a:lstStyle>
            <a:lvl1pPr>
              <a:defRPr>
                <a:solidFill>
                  <a:schemeClr val="accent5"/>
                </a:solidFill>
              </a:defRPr>
            </a:lvl1pPr>
          </a:lstStyle>
          <a:p>
            <a:fld id="{4EE75B84-B7E0-4C4B-AC9D-894B0C074E7C}" type="slidenum">
              <a:rPr lang="en-PL" smtClean="0"/>
              <a:pPr/>
              <a:t>‹#›</a:t>
            </a:fld>
            <a:endParaRPr lang="en-PL"/>
          </a:p>
        </p:txBody>
      </p:sp>
      <p:sp>
        <p:nvSpPr>
          <p:cNvPr id="15" name="Freeform 14">
            <a:extLst>
              <a:ext uri="{FF2B5EF4-FFF2-40B4-BE49-F238E27FC236}">
                <a16:creationId xmlns:a16="http://schemas.microsoft.com/office/drawing/2014/main" id="{C1FEEDD8-28AA-BE3E-02E2-170FFB40470C}"/>
              </a:ext>
            </a:extLst>
          </p:cNvPr>
          <p:cNvSpPr/>
          <p:nvPr userDrawn="1"/>
        </p:nvSpPr>
        <p:spPr>
          <a:xfrm>
            <a:off x="6296481" y="-351"/>
            <a:ext cx="5895520" cy="1951072"/>
          </a:xfrm>
          <a:custGeom>
            <a:avLst/>
            <a:gdLst>
              <a:gd name="connsiteX0" fmla="*/ 7570489 w 9855101"/>
              <a:gd name="connsiteY0" fmla="*/ 1003774 h 12126752"/>
              <a:gd name="connsiteX1" fmla="*/ 8284143 w 9855101"/>
              <a:gd name="connsiteY1" fmla="*/ 4475255 h 12126752"/>
              <a:gd name="connsiteX2" fmla="*/ 9328763 w 9855101"/>
              <a:gd name="connsiteY2" fmla="*/ 6829838 h 12126752"/>
              <a:gd name="connsiteX3" fmla="*/ 9809249 w 9855101"/>
              <a:gd name="connsiteY3" fmla="*/ 9689785 h 12126752"/>
              <a:gd name="connsiteX4" fmla="*/ 8188160 w 9855101"/>
              <a:gd name="connsiteY4" fmla="*/ 12097161 h 12126752"/>
              <a:gd name="connsiteX5" fmla="*/ 5048943 w 9855101"/>
              <a:gd name="connsiteY5" fmla="*/ 11120830 h 12126752"/>
              <a:gd name="connsiteX6" fmla="*/ 2105409 w 9855101"/>
              <a:gd name="connsiteY6" fmla="*/ 10306958 h 12126752"/>
              <a:gd name="connsiteX7" fmla="*/ 58756 w 9855101"/>
              <a:gd name="connsiteY7" fmla="*/ 8327921 h 12126752"/>
              <a:gd name="connsiteX8" fmla="*/ 592520 w 9855101"/>
              <a:gd name="connsiteY8" fmla="*/ 5251217 h 12126752"/>
              <a:gd name="connsiteX9" fmla="*/ 1635363 w 9855101"/>
              <a:gd name="connsiteY9" fmla="*/ 1999091 h 12126752"/>
              <a:gd name="connsiteX10" fmla="*/ 4494042 w 9855101"/>
              <a:gd name="connsiteY10" fmla="*/ 81983 h 12126752"/>
              <a:gd name="connsiteX11" fmla="*/ 7570489 w 9855101"/>
              <a:gd name="connsiteY11" fmla="*/ 1003774 h 12126752"/>
              <a:gd name="connsiteX0" fmla="*/ 7570489 w 9855101"/>
              <a:gd name="connsiteY0" fmla="*/ 1003774 h 12126752"/>
              <a:gd name="connsiteX1" fmla="*/ 8284143 w 9855101"/>
              <a:gd name="connsiteY1" fmla="*/ 4475255 h 12126752"/>
              <a:gd name="connsiteX2" fmla="*/ 9328763 w 9855101"/>
              <a:gd name="connsiteY2" fmla="*/ 6829838 h 12126752"/>
              <a:gd name="connsiteX3" fmla="*/ 9809249 w 9855101"/>
              <a:gd name="connsiteY3" fmla="*/ 9689785 h 12126752"/>
              <a:gd name="connsiteX4" fmla="*/ 8188160 w 9855101"/>
              <a:gd name="connsiteY4" fmla="*/ 12097161 h 12126752"/>
              <a:gd name="connsiteX5" fmla="*/ 5048943 w 9855101"/>
              <a:gd name="connsiteY5" fmla="*/ 11120830 h 12126752"/>
              <a:gd name="connsiteX6" fmla="*/ 2105409 w 9855101"/>
              <a:gd name="connsiteY6" fmla="*/ 10306958 h 12126752"/>
              <a:gd name="connsiteX7" fmla="*/ 1732972 w 9855101"/>
              <a:gd name="connsiteY7" fmla="*/ 10121772 h 12126752"/>
              <a:gd name="connsiteX8" fmla="*/ 58756 w 9855101"/>
              <a:gd name="connsiteY8" fmla="*/ 8327921 h 12126752"/>
              <a:gd name="connsiteX9" fmla="*/ 592520 w 9855101"/>
              <a:gd name="connsiteY9" fmla="*/ 5251217 h 12126752"/>
              <a:gd name="connsiteX10" fmla="*/ 1635363 w 9855101"/>
              <a:gd name="connsiteY10" fmla="*/ 1999091 h 12126752"/>
              <a:gd name="connsiteX11" fmla="*/ 4494042 w 9855101"/>
              <a:gd name="connsiteY11" fmla="*/ 81983 h 12126752"/>
              <a:gd name="connsiteX12" fmla="*/ 7570489 w 9855101"/>
              <a:gd name="connsiteY12" fmla="*/ 1003774 h 12126752"/>
              <a:gd name="connsiteX0" fmla="*/ 7570489 w 9855101"/>
              <a:gd name="connsiteY0" fmla="*/ 1003774 h 12126752"/>
              <a:gd name="connsiteX1" fmla="*/ 8284143 w 9855101"/>
              <a:gd name="connsiteY1" fmla="*/ 4475255 h 12126752"/>
              <a:gd name="connsiteX2" fmla="*/ 9328763 w 9855101"/>
              <a:gd name="connsiteY2" fmla="*/ 6829838 h 12126752"/>
              <a:gd name="connsiteX3" fmla="*/ 9809249 w 9855101"/>
              <a:gd name="connsiteY3" fmla="*/ 9689785 h 12126752"/>
              <a:gd name="connsiteX4" fmla="*/ 8188160 w 9855101"/>
              <a:gd name="connsiteY4" fmla="*/ 12097161 h 12126752"/>
              <a:gd name="connsiteX5" fmla="*/ 5048943 w 9855101"/>
              <a:gd name="connsiteY5" fmla="*/ 11120830 h 12126752"/>
              <a:gd name="connsiteX6" fmla="*/ 2105409 w 9855101"/>
              <a:gd name="connsiteY6" fmla="*/ 10306958 h 12126752"/>
              <a:gd name="connsiteX7" fmla="*/ 1732972 w 9855101"/>
              <a:gd name="connsiteY7" fmla="*/ 10121772 h 12126752"/>
              <a:gd name="connsiteX8" fmla="*/ 58756 w 9855101"/>
              <a:gd name="connsiteY8" fmla="*/ 8327921 h 12126752"/>
              <a:gd name="connsiteX9" fmla="*/ 592520 w 9855101"/>
              <a:gd name="connsiteY9" fmla="*/ 5251217 h 12126752"/>
              <a:gd name="connsiteX10" fmla="*/ 1635363 w 9855101"/>
              <a:gd name="connsiteY10" fmla="*/ 1999091 h 12126752"/>
              <a:gd name="connsiteX11" fmla="*/ 4494042 w 9855101"/>
              <a:gd name="connsiteY11" fmla="*/ 81983 h 12126752"/>
              <a:gd name="connsiteX12" fmla="*/ 7570489 w 9855101"/>
              <a:gd name="connsiteY12" fmla="*/ 1003774 h 12126752"/>
              <a:gd name="connsiteX0" fmla="*/ 1732972 w 9855101"/>
              <a:gd name="connsiteY0" fmla="*/ 10121772 h 12126752"/>
              <a:gd name="connsiteX1" fmla="*/ 58756 w 9855101"/>
              <a:gd name="connsiteY1" fmla="*/ 8327921 h 12126752"/>
              <a:gd name="connsiteX2" fmla="*/ 592520 w 9855101"/>
              <a:gd name="connsiteY2" fmla="*/ 5251217 h 12126752"/>
              <a:gd name="connsiteX3" fmla="*/ 1635363 w 9855101"/>
              <a:gd name="connsiteY3" fmla="*/ 1999091 h 12126752"/>
              <a:gd name="connsiteX4" fmla="*/ 4494042 w 9855101"/>
              <a:gd name="connsiteY4" fmla="*/ 81983 h 12126752"/>
              <a:gd name="connsiteX5" fmla="*/ 7570489 w 9855101"/>
              <a:gd name="connsiteY5" fmla="*/ 1003774 h 12126752"/>
              <a:gd name="connsiteX6" fmla="*/ 8284143 w 9855101"/>
              <a:gd name="connsiteY6" fmla="*/ 4475255 h 12126752"/>
              <a:gd name="connsiteX7" fmla="*/ 9328763 w 9855101"/>
              <a:gd name="connsiteY7" fmla="*/ 6829838 h 12126752"/>
              <a:gd name="connsiteX8" fmla="*/ 9809249 w 9855101"/>
              <a:gd name="connsiteY8" fmla="*/ 9689785 h 12126752"/>
              <a:gd name="connsiteX9" fmla="*/ 8188160 w 9855101"/>
              <a:gd name="connsiteY9" fmla="*/ 12097161 h 12126752"/>
              <a:gd name="connsiteX10" fmla="*/ 5048943 w 9855101"/>
              <a:gd name="connsiteY10" fmla="*/ 11120830 h 12126752"/>
              <a:gd name="connsiteX11" fmla="*/ 2105409 w 9855101"/>
              <a:gd name="connsiteY11" fmla="*/ 10306958 h 12126752"/>
              <a:gd name="connsiteX12" fmla="*/ 1824412 w 9855101"/>
              <a:gd name="connsiteY12" fmla="*/ 10213212 h 12126752"/>
              <a:gd name="connsiteX0" fmla="*/ 962938 w 9806427"/>
              <a:gd name="connsiteY0" fmla="*/ 10203052 h 12126752"/>
              <a:gd name="connsiteX1" fmla="*/ 10082 w 9806427"/>
              <a:gd name="connsiteY1" fmla="*/ 8327921 h 12126752"/>
              <a:gd name="connsiteX2" fmla="*/ 543846 w 9806427"/>
              <a:gd name="connsiteY2" fmla="*/ 5251217 h 12126752"/>
              <a:gd name="connsiteX3" fmla="*/ 1586689 w 9806427"/>
              <a:gd name="connsiteY3" fmla="*/ 1999091 h 12126752"/>
              <a:gd name="connsiteX4" fmla="*/ 4445368 w 9806427"/>
              <a:gd name="connsiteY4" fmla="*/ 81983 h 12126752"/>
              <a:gd name="connsiteX5" fmla="*/ 7521815 w 9806427"/>
              <a:gd name="connsiteY5" fmla="*/ 1003774 h 12126752"/>
              <a:gd name="connsiteX6" fmla="*/ 8235469 w 9806427"/>
              <a:gd name="connsiteY6" fmla="*/ 4475255 h 12126752"/>
              <a:gd name="connsiteX7" fmla="*/ 9280089 w 9806427"/>
              <a:gd name="connsiteY7" fmla="*/ 6829838 h 12126752"/>
              <a:gd name="connsiteX8" fmla="*/ 9760575 w 9806427"/>
              <a:gd name="connsiteY8" fmla="*/ 9689785 h 12126752"/>
              <a:gd name="connsiteX9" fmla="*/ 8139486 w 9806427"/>
              <a:gd name="connsiteY9" fmla="*/ 12097161 h 12126752"/>
              <a:gd name="connsiteX10" fmla="*/ 5000269 w 9806427"/>
              <a:gd name="connsiteY10" fmla="*/ 11120830 h 12126752"/>
              <a:gd name="connsiteX11" fmla="*/ 2056735 w 9806427"/>
              <a:gd name="connsiteY11" fmla="*/ 10306958 h 12126752"/>
              <a:gd name="connsiteX12" fmla="*/ 1775738 w 9806427"/>
              <a:gd name="connsiteY12" fmla="*/ 10213212 h 12126752"/>
              <a:gd name="connsiteX0" fmla="*/ 962938 w 9806427"/>
              <a:gd name="connsiteY0" fmla="*/ 10203052 h 12319912"/>
              <a:gd name="connsiteX1" fmla="*/ 10082 w 9806427"/>
              <a:gd name="connsiteY1" fmla="*/ 8327921 h 12319912"/>
              <a:gd name="connsiteX2" fmla="*/ 543846 w 9806427"/>
              <a:gd name="connsiteY2" fmla="*/ 5251217 h 12319912"/>
              <a:gd name="connsiteX3" fmla="*/ 1586689 w 9806427"/>
              <a:gd name="connsiteY3" fmla="*/ 1999091 h 12319912"/>
              <a:gd name="connsiteX4" fmla="*/ 4445368 w 9806427"/>
              <a:gd name="connsiteY4" fmla="*/ 81983 h 12319912"/>
              <a:gd name="connsiteX5" fmla="*/ 7521815 w 9806427"/>
              <a:gd name="connsiteY5" fmla="*/ 1003774 h 12319912"/>
              <a:gd name="connsiteX6" fmla="*/ 8235469 w 9806427"/>
              <a:gd name="connsiteY6" fmla="*/ 4475255 h 12319912"/>
              <a:gd name="connsiteX7" fmla="*/ 9280089 w 9806427"/>
              <a:gd name="connsiteY7" fmla="*/ 6829838 h 12319912"/>
              <a:gd name="connsiteX8" fmla="*/ 9760575 w 9806427"/>
              <a:gd name="connsiteY8" fmla="*/ 9689785 h 12319912"/>
              <a:gd name="connsiteX9" fmla="*/ 8139486 w 9806427"/>
              <a:gd name="connsiteY9" fmla="*/ 12097161 h 12319912"/>
              <a:gd name="connsiteX10" fmla="*/ 7566938 w 9806427"/>
              <a:gd name="connsiteY10" fmla="*/ 12102972 h 12319912"/>
              <a:gd name="connsiteX11" fmla="*/ 5000269 w 9806427"/>
              <a:gd name="connsiteY11" fmla="*/ 11120830 h 12319912"/>
              <a:gd name="connsiteX12" fmla="*/ 2056735 w 9806427"/>
              <a:gd name="connsiteY12" fmla="*/ 10306958 h 12319912"/>
              <a:gd name="connsiteX13" fmla="*/ 1775738 w 9806427"/>
              <a:gd name="connsiteY13" fmla="*/ 10213212 h 12319912"/>
              <a:gd name="connsiteX0" fmla="*/ 962938 w 9806427"/>
              <a:gd name="connsiteY0" fmla="*/ 10203052 h 12319912"/>
              <a:gd name="connsiteX1" fmla="*/ 10082 w 9806427"/>
              <a:gd name="connsiteY1" fmla="*/ 8327921 h 12319912"/>
              <a:gd name="connsiteX2" fmla="*/ 543846 w 9806427"/>
              <a:gd name="connsiteY2" fmla="*/ 5251217 h 12319912"/>
              <a:gd name="connsiteX3" fmla="*/ 1586689 w 9806427"/>
              <a:gd name="connsiteY3" fmla="*/ 1999091 h 12319912"/>
              <a:gd name="connsiteX4" fmla="*/ 4445368 w 9806427"/>
              <a:gd name="connsiteY4" fmla="*/ 81983 h 12319912"/>
              <a:gd name="connsiteX5" fmla="*/ 7521815 w 9806427"/>
              <a:gd name="connsiteY5" fmla="*/ 1003774 h 12319912"/>
              <a:gd name="connsiteX6" fmla="*/ 8235469 w 9806427"/>
              <a:gd name="connsiteY6" fmla="*/ 4475255 h 12319912"/>
              <a:gd name="connsiteX7" fmla="*/ 9280089 w 9806427"/>
              <a:gd name="connsiteY7" fmla="*/ 6829838 h 12319912"/>
              <a:gd name="connsiteX8" fmla="*/ 9760575 w 9806427"/>
              <a:gd name="connsiteY8" fmla="*/ 9689785 h 12319912"/>
              <a:gd name="connsiteX9" fmla="*/ 8139486 w 9806427"/>
              <a:gd name="connsiteY9" fmla="*/ 12097161 h 12319912"/>
              <a:gd name="connsiteX10" fmla="*/ 7566938 w 9806427"/>
              <a:gd name="connsiteY10" fmla="*/ 12102972 h 12319912"/>
              <a:gd name="connsiteX11" fmla="*/ 5000269 w 9806427"/>
              <a:gd name="connsiteY11" fmla="*/ 11120830 h 12319912"/>
              <a:gd name="connsiteX12" fmla="*/ 2056735 w 9806427"/>
              <a:gd name="connsiteY12" fmla="*/ 10306958 h 12319912"/>
              <a:gd name="connsiteX13" fmla="*/ 1775738 w 9806427"/>
              <a:gd name="connsiteY13" fmla="*/ 10213212 h 12319912"/>
              <a:gd name="connsiteX0" fmla="*/ 10082 w 9806427"/>
              <a:gd name="connsiteY0" fmla="*/ 8327921 h 12319912"/>
              <a:gd name="connsiteX1" fmla="*/ 543846 w 9806427"/>
              <a:gd name="connsiteY1" fmla="*/ 5251217 h 12319912"/>
              <a:gd name="connsiteX2" fmla="*/ 1586689 w 9806427"/>
              <a:gd name="connsiteY2" fmla="*/ 1999091 h 12319912"/>
              <a:gd name="connsiteX3" fmla="*/ 4445368 w 9806427"/>
              <a:gd name="connsiteY3" fmla="*/ 81983 h 12319912"/>
              <a:gd name="connsiteX4" fmla="*/ 7521815 w 9806427"/>
              <a:gd name="connsiteY4" fmla="*/ 1003774 h 12319912"/>
              <a:gd name="connsiteX5" fmla="*/ 8235469 w 9806427"/>
              <a:gd name="connsiteY5" fmla="*/ 4475255 h 12319912"/>
              <a:gd name="connsiteX6" fmla="*/ 9280089 w 9806427"/>
              <a:gd name="connsiteY6" fmla="*/ 6829838 h 12319912"/>
              <a:gd name="connsiteX7" fmla="*/ 9760575 w 9806427"/>
              <a:gd name="connsiteY7" fmla="*/ 9689785 h 12319912"/>
              <a:gd name="connsiteX8" fmla="*/ 8139486 w 9806427"/>
              <a:gd name="connsiteY8" fmla="*/ 12097161 h 12319912"/>
              <a:gd name="connsiteX9" fmla="*/ 7566938 w 9806427"/>
              <a:gd name="connsiteY9" fmla="*/ 12102972 h 12319912"/>
              <a:gd name="connsiteX10" fmla="*/ 5000269 w 9806427"/>
              <a:gd name="connsiteY10" fmla="*/ 11120830 h 12319912"/>
              <a:gd name="connsiteX11" fmla="*/ 2056735 w 9806427"/>
              <a:gd name="connsiteY11" fmla="*/ 10306958 h 12319912"/>
              <a:gd name="connsiteX12" fmla="*/ 1775738 w 9806427"/>
              <a:gd name="connsiteY12" fmla="*/ 10213212 h 12319912"/>
              <a:gd name="connsiteX0" fmla="*/ 0 w 9262581"/>
              <a:gd name="connsiteY0" fmla="*/ 5251217 h 12319912"/>
              <a:gd name="connsiteX1" fmla="*/ 1042843 w 9262581"/>
              <a:gd name="connsiteY1" fmla="*/ 1999091 h 12319912"/>
              <a:gd name="connsiteX2" fmla="*/ 3901522 w 9262581"/>
              <a:gd name="connsiteY2" fmla="*/ 81983 h 12319912"/>
              <a:gd name="connsiteX3" fmla="*/ 6977969 w 9262581"/>
              <a:gd name="connsiteY3" fmla="*/ 1003774 h 12319912"/>
              <a:gd name="connsiteX4" fmla="*/ 7691623 w 9262581"/>
              <a:gd name="connsiteY4" fmla="*/ 4475255 h 12319912"/>
              <a:gd name="connsiteX5" fmla="*/ 8736243 w 9262581"/>
              <a:gd name="connsiteY5" fmla="*/ 6829838 h 12319912"/>
              <a:gd name="connsiteX6" fmla="*/ 9216729 w 9262581"/>
              <a:gd name="connsiteY6" fmla="*/ 9689785 h 12319912"/>
              <a:gd name="connsiteX7" fmla="*/ 7595640 w 9262581"/>
              <a:gd name="connsiteY7" fmla="*/ 12097161 h 12319912"/>
              <a:gd name="connsiteX8" fmla="*/ 7023092 w 9262581"/>
              <a:gd name="connsiteY8" fmla="*/ 12102972 h 12319912"/>
              <a:gd name="connsiteX9" fmla="*/ 4456423 w 9262581"/>
              <a:gd name="connsiteY9" fmla="*/ 11120830 h 12319912"/>
              <a:gd name="connsiteX10" fmla="*/ 1512889 w 9262581"/>
              <a:gd name="connsiteY10" fmla="*/ 10306958 h 12319912"/>
              <a:gd name="connsiteX11" fmla="*/ 1231892 w 9262581"/>
              <a:gd name="connsiteY11" fmla="*/ 10213212 h 12319912"/>
              <a:gd name="connsiteX0" fmla="*/ 0 w 8219738"/>
              <a:gd name="connsiteY0" fmla="*/ 1999091 h 12319912"/>
              <a:gd name="connsiteX1" fmla="*/ 2858679 w 8219738"/>
              <a:gd name="connsiteY1" fmla="*/ 81983 h 12319912"/>
              <a:gd name="connsiteX2" fmla="*/ 5935126 w 8219738"/>
              <a:gd name="connsiteY2" fmla="*/ 1003774 h 12319912"/>
              <a:gd name="connsiteX3" fmla="*/ 6648780 w 8219738"/>
              <a:gd name="connsiteY3" fmla="*/ 4475255 h 12319912"/>
              <a:gd name="connsiteX4" fmla="*/ 7693400 w 8219738"/>
              <a:gd name="connsiteY4" fmla="*/ 6829838 h 12319912"/>
              <a:gd name="connsiteX5" fmla="*/ 8173886 w 8219738"/>
              <a:gd name="connsiteY5" fmla="*/ 9689785 h 12319912"/>
              <a:gd name="connsiteX6" fmla="*/ 6552797 w 8219738"/>
              <a:gd name="connsiteY6" fmla="*/ 12097161 h 12319912"/>
              <a:gd name="connsiteX7" fmla="*/ 5980249 w 8219738"/>
              <a:gd name="connsiteY7" fmla="*/ 12102972 h 12319912"/>
              <a:gd name="connsiteX8" fmla="*/ 3413580 w 8219738"/>
              <a:gd name="connsiteY8" fmla="*/ 11120830 h 12319912"/>
              <a:gd name="connsiteX9" fmla="*/ 470046 w 8219738"/>
              <a:gd name="connsiteY9" fmla="*/ 10306958 h 12319912"/>
              <a:gd name="connsiteX10" fmla="*/ 189049 w 8219738"/>
              <a:gd name="connsiteY10" fmla="*/ 10213212 h 12319912"/>
              <a:gd name="connsiteX0" fmla="*/ 2773950 w 8135009"/>
              <a:gd name="connsiteY0" fmla="*/ 81983 h 12319912"/>
              <a:gd name="connsiteX1" fmla="*/ 5850397 w 8135009"/>
              <a:gd name="connsiteY1" fmla="*/ 1003774 h 12319912"/>
              <a:gd name="connsiteX2" fmla="*/ 6564051 w 8135009"/>
              <a:gd name="connsiteY2" fmla="*/ 4475255 h 12319912"/>
              <a:gd name="connsiteX3" fmla="*/ 7608671 w 8135009"/>
              <a:gd name="connsiteY3" fmla="*/ 6829838 h 12319912"/>
              <a:gd name="connsiteX4" fmla="*/ 8089157 w 8135009"/>
              <a:gd name="connsiteY4" fmla="*/ 9689785 h 12319912"/>
              <a:gd name="connsiteX5" fmla="*/ 6468068 w 8135009"/>
              <a:gd name="connsiteY5" fmla="*/ 12097161 h 12319912"/>
              <a:gd name="connsiteX6" fmla="*/ 5895520 w 8135009"/>
              <a:gd name="connsiteY6" fmla="*/ 12102972 h 12319912"/>
              <a:gd name="connsiteX7" fmla="*/ 3328851 w 8135009"/>
              <a:gd name="connsiteY7" fmla="*/ 11120830 h 12319912"/>
              <a:gd name="connsiteX8" fmla="*/ 385317 w 8135009"/>
              <a:gd name="connsiteY8" fmla="*/ 10306958 h 12319912"/>
              <a:gd name="connsiteX9" fmla="*/ 104320 w 8135009"/>
              <a:gd name="connsiteY9" fmla="*/ 10213212 h 12319912"/>
              <a:gd name="connsiteX0" fmla="*/ 2773950 w 8135323"/>
              <a:gd name="connsiteY0" fmla="*/ 81983 h 12319912"/>
              <a:gd name="connsiteX1" fmla="*/ 5850397 w 8135323"/>
              <a:gd name="connsiteY1" fmla="*/ 1003774 h 12319912"/>
              <a:gd name="connsiteX2" fmla="*/ 7608671 w 8135323"/>
              <a:gd name="connsiteY2" fmla="*/ 6829838 h 12319912"/>
              <a:gd name="connsiteX3" fmla="*/ 8089157 w 8135323"/>
              <a:gd name="connsiteY3" fmla="*/ 9689785 h 12319912"/>
              <a:gd name="connsiteX4" fmla="*/ 6468068 w 8135323"/>
              <a:gd name="connsiteY4" fmla="*/ 12097161 h 12319912"/>
              <a:gd name="connsiteX5" fmla="*/ 5895520 w 8135323"/>
              <a:gd name="connsiteY5" fmla="*/ 12102972 h 12319912"/>
              <a:gd name="connsiteX6" fmla="*/ 3328851 w 8135323"/>
              <a:gd name="connsiteY6" fmla="*/ 11120830 h 12319912"/>
              <a:gd name="connsiteX7" fmla="*/ 385317 w 8135323"/>
              <a:gd name="connsiteY7" fmla="*/ 10306958 h 12319912"/>
              <a:gd name="connsiteX8" fmla="*/ 104320 w 8135323"/>
              <a:gd name="connsiteY8" fmla="*/ 10213212 h 12319912"/>
              <a:gd name="connsiteX0" fmla="*/ 2773950 w 8089157"/>
              <a:gd name="connsiteY0" fmla="*/ 81983 h 12319912"/>
              <a:gd name="connsiteX1" fmla="*/ 5850397 w 8089157"/>
              <a:gd name="connsiteY1" fmla="*/ 1003774 h 12319912"/>
              <a:gd name="connsiteX2" fmla="*/ 8089157 w 8089157"/>
              <a:gd name="connsiteY2" fmla="*/ 9689785 h 12319912"/>
              <a:gd name="connsiteX3" fmla="*/ 6468068 w 8089157"/>
              <a:gd name="connsiteY3" fmla="*/ 12097161 h 12319912"/>
              <a:gd name="connsiteX4" fmla="*/ 5895520 w 8089157"/>
              <a:gd name="connsiteY4" fmla="*/ 12102972 h 12319912"/>
              <a:gd name="connsiteX5" fmla="*/ 3328851 w 8089157"/>
              <a:gd name="connsiteY5" fmla="*/ 11120830 h 12319912"/>
              <a:gd name="connsiteX6" fmla="*/ 385317 w 8089157"/>
              <a:gd name="connsiteY6" fmla="*/ 10306958 h 12319912"/>
              <a:gd name="connsiteX7" fmla="*/ 104320 w 8089157"/>
              <a:gd name="connsiteY7" fmla="*/ 10213212 h 12319912"/>
              <a:gd name="connsiteX0" fmla="*/ 5850397 w 8089157"/>
              <a:gd name="connsiteY0" fmla="*/ 0 h 11316138"/>
              <a:gd name="connsiteX1" fmla="*/ 8089157 w 8089157"/>
              <a:gd name="connsiteY1" fmla="*/ 8686011 h 11316138"/>
              <a:gd name="connsiteX2" fmla="*/ 6468068 w 8089157"/>
              <a:gd name="connsiteY2" fmla="*/ 11093387 h 11316138"/>
              <a:gd name="connsiteX3" fmla="*/ 5895520 w 8089157"/>
              <a:gd name="connsiteY3" fmla="*/ 11099198 h 11316138"/>
              <a:gd name="connsiteX4" fmla="*/ 3328851 w 8089157"/>
              <a:gd name="connsiteY4" fmla="*/ 10117056 h 11316138"/>
              <a:gd name="connsiteX5" fmla="*/ 385317 w 8089157"/>
              <a:gd name="connsiteY5" fmla="*/ 9303184 h 11316138"/>
              <a:gd name="connsiteX6" fmla="*/ 104320 w 8089157"/>
              <a:gd name="connsiteY6" fmla="*/ 9209438 h 11316138"/>
              <a:gd name="connsiteX0" fmla="*/ 8089157 w 8089157"/>
              <a:gd name="connsiteY0" fmla="*/ 0 h 2630127"/>
              <a:gd name="connsiteX1" fmla="*/ 6468068 w 8089157"/>
              <a:gd name="connsiteY1" fmla="*/ 2407376 h 2630127"/>
              <a:gd name="connsiteX2" fmla="*/ 5895520 w 8089157"/>
              <a:gd name="connsiteY2" fmla="*/ 2413187 h 2630127"/>
              <a:gd name="connsiteX3" fmla="*/ 3328851 w 8089157"/>
              <a:gd name="connsiteY3" fmla="*/ 1431045 h 2630127"/>
              <a:gd name="connsiteX4" fmla="*/ 385317 w 8089157"/>
              <a:gd name="connsiteY4" fmla="*/ 617173 h 2630127"/>
              <a:gd name="connsiteX5" fmla="*/ 104320 w 8089157"/>
              <a:gd name="connsiteY5" fmla="*/ 523427 h 2630127"/>
              <a:gd name="connsiteX0" fmla="*/ 6468068 w 6468068"/>
              <a:gd name="connsiteY0" fmla="*/ 1945261 h 2168012"/>
              <a:gd name="connsiteX1" fmla="*/ 5895520 w 6468068"/>
              <a:gd name="connsiteY1" fmla="*/ 1951072 h 2168012"/>
              <a:gd name="connsiteX2" fmla="*/ 3328851 w 6468068"/>
              <a:gd name="connsiteY2" fmla="*/ 968930 h 2168012"/>
              <a:gd name="connsiteX3" fmla="*/ 385317 w 6468068"/>
              <a:gd name="connsiteY3" fmla="*/ 155058 h 2168012"/>
              <a:gd name="connsiteX4" fmla="*/ 104320 w 6468068"/>
              <a:gd name="connsiteY4" fmla="*/ 61312 h 2168012"/>
              <a:gd name="connsiteX0" fmla="*/ 5895520 w 5895520"/>
              <a:gd name="connsiteY0" fmla="*/ 1951072 h 1951072"/>
              <a:gd name="connsiteX1" fmla="*/ 3328851 w 5895520"/>
              <a:gd name="connsiteY1" fmla="*/ 968930 h 1951072"/>
              <a:gd name="connsiteX2" fmla="*/ 385317 w 5895520"/>
              <a:gd name="connsiteY2" fmla="*/ 155058 h 1951072"/>
              <a:gd name="connsiteX3" fmla="*/ 104320 w 5895520"/>
              <a:gd name="connsiteY3" fmla="*/ 61312 h 1951072"/>
            </a:gdLst>
            <a:ahLst/>
            <a:cxnLst>
              <a:cxn ang="0">
                <a:pos x="connsiteX0" y="connsiteY0"/>
              </a:cxn>
              <a:cxn ang="0">
                <a:pos x="connsiteX1" y="connsiteY1"/>
              </a:cxn>
              <a:cxn ang="0">
                <a:pos x="connsiteX2" y="connsiteY2"/>
              </a:cxn>
              <a:cxn ang="0">
                <a:pos x="connsiteX3" y="connsiteY3"/>
              </a:cxn>
            </a:cxnLst>
            <a:rect l="l" t="t" r="r" b="b"/>
            <a:pathLst>
              <a:path w="5895520" h="1951072">
                <a:moveTo>
                  <a:pt x="5895520" y="1951072"/>
                </a:moveTo>
                <a:cubicBezTo>
                  <a:pt x="5138637" y="1828990"/>
                  <a:pt x="4247218" y="1268266"/>
                  <a:pt x="3328851" y="968930"/>
                </a:cubicBezTo>
                <a:cubicBezTo>
                  <a:pt x="2260922" y="568539"/>
                  <a:pt x="1310983" y="530558"/>
                  <a:pt x="385317" y="155058"/>
                </a:cubicBezTo>
                <a:cubicBezTo>
                  <a:pt x="-167345" y="-11452"/>
                  <a:pt x="8549" y="-45729"/>
                  <a:pt x="104320" y="61312"/>
                </a:cubicBezTo>
              </a:path>
            </a:pathLst>
          </a:custGeom>
          <a:noFill/>
          <a:ln w="19110" cap="flat">
            <a:solidFill>
              <a:schemeClr val="accent4"/>
            </a:solidFill>
            <a:prstDash val="solid"/>
            <a:miter/>
          </a:ln>
        </p:spPr>
        <p:txBody>
          <a:bodyPr rtlCol="0" anchor="ctr"/>
          <a:lstStyle/>
          <a:p>
            <a:endParaRPr lang="en-GB"/>
          </a:p>
        </p:txBody>
      </p:sp>
      <p:sp>
        <p:nvSpPr>
          <p:cNvPr id="18" name="Freeform 17">
            <a:extLst>
              <a:ext uri="{FF2B5EF4-FFF2-40B4-BE49-F238E27FC236}">
                <a16:creationId xmlns:a16="http://schemas.microsoft.com/office/drawing/2014/main" id="{8E1DB3D8-9AE0-A93F-1CB2-11A243F896F9}"/>
              </a:ext>
            </a:extLst>
          </p:cNvPr>
          <p:cNvSpPr/>
          <p:nvPr userDrawn="1"/>
        </p:nvSpPr>
        <p:spPr>
          <a:xfrm>
            <a:off x="8539686" y="0"/>
            <a:ext cx="3652315" cy="1538876"/>
          </a:xfrm>
          <a:custGeom>
            <a:avLst/>
            <a:gdLst>
              <a:gd name="connsiteX0" fmla="*/ 0 w 3652315"/>
              <a:gd name="connsiteY0" fmla="*/ 0 h 1538876"/>
              <a:gd name="connsiteX1" fmla="*/ 3652315 w 3652315"/>
              <a:gd name="connsiteY1" fmla="*/ 0 h 1538876"/>
              <a:gd name="connsiteX2" fmla="*/ 3652315 w 3652315"/>
              <a:gd name="connsiteY2" fmla="*/ 1537398 h 1538876"/>
              <a:gd name="connsiteX3" fmla="*/ 3596909 w 3652315"/>
              <a:gd name="connsiteY3" fmla="*/ 1538876 h 1538876"/>
              <a:gd name="connsiteX4" fmla="*/ 2266115 w 3652315"/>
              <a:gd name="connsiteY4" fmla="*/ 1064401 h 1538876"/>
              <a:gd name="connsiteX5" fmla="*/ 864418 w 3652315"/>
              <a:gd name="connsiteY5" fmla="*/ 681134 h 1538876"/>
              <a:gd name="connsiteX6" fmla="*/ 23705 w 3652315"/>
              <a:gd name="connsiteY6" fmla="*/ 42529 h 1538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652315" h="1538876">
                <a:moveTo>
                  <a:pt x="0" y="0"/>
                </a:moveTo>
                <a:lnTo>
                  <a:pt x="3652315" y="0"/>
                </a:lnTo>
                <a:lnTo>
                  <a:pt x="3652315" y="1537398"/>
                </a:lnTo>
                <a:lnTo>
                  <a:pt x="3596909" y="1538876"/>
                </a:lnTo>
                <a:cubicBezTo>
                  <a:pt x="3199795" y="1528044"/>
                  <a:pt x="2711216" y="1229830"/>
                  <a:pt x="2266115" y="1064401"/>
                </a:cubicBezTo>
                <a:cubicBezTo>
                  <a:pt x="1757427" y="875333"/>
                  <a:pt x="1305335" y="858549"/>
                  <a:pt x="864418" y="681134"/>
                </a:cubicBezTo>
                <a:cubicBezTo>
                  <a:pt x="534562" y="547937"/>
                  <a:pt x="210299" y="324487"/>
                  <a:pt x="23705" y="42529"/>
                </a:cubicBezTo>
                <a:close/>
              </a:path>
            </a:pathLst>
          </a:custGeom>
          <a:solidFill>
            <a:schemeClr val="accent4"/>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5" name="Title 1">
            <a:extLst>
              <a:ext uri="{FF2B5EF4-FFF2-40B4-BE49-F238E27FC236}">
                <a16:creationId xmlns:a16="http://schemas.microsoft.com/office/drawing/2014/main" id="{9EBD63F1-7387-8016-1A7E-B60E66B407E2}"/>
              </a:ext>
            </a:extLst>
          </p:cNvPr>
          <p:cNvSpPr>
            <a:spLocks noGrp="1"/>
          </p:cNvSpPr>
          <p:nvPr>
            <p:ph type="title" hasCustomPrompt="1"/>
          </p:nvPr>
        </p:nvSpPr>
        <p:spPr>
          <a:xfrm>
            <a:off x="555600" y="1811656"/>
            <a:ext cx="11085538" cy="798091"/>
          </a:xfrm>
        </p:spPr>
        <p:txBody>
          <a:bodyPr/>
          <a:lstStyle>
            <a:lvl1pPr>
              <a:defRPr>
                <a:solidFill>
                  <a:schemeClr val="accent4"/>
                </a:solidFill>
              </a:defRPr>
            </a:lvl1pPr>
          </a:lstStyle>
          <a:p>
            <a:r>
              <a:rPr lang="en-GB"/>
              <a:t>Title of contents</a:t>
            </a:r>
            <a:endParaRPr lang="en-PL"/>
          </a:p>
        </p:txBody>
      </p:sp>
      <p:sp>
        <p:nvSpPr>
          <p:cNvPr id="6" name="Text Placeholder 6">
            <a:extLst>
              <a:ext uri="{FF2B5EF4-FFF2-40B4-BE49-F238E27FC236}">
                <a16:creationId xmlns:a16="http://schemas.microsoft.com/office/drawing/2014/main" id="{06DC2B1A-1B13-5F1D-A951-E71FF2869ABE}"/>
              </a:ext>
            </a:extLst>
          </p:cNvPr>
          <p:cNvSpPr>
            <a:spLocks noGrp="1"/>
          </p:cNvSpPr>
          <p:nvPr>
            <p:ph idx="1"/>
          </p:nvPr>
        </p:nvSpPr>
        <p:spPr>
          <a:xfrm>
            <a:off x="550863" y="2823101"/>
            <a:ext cx="11085538" cy="268951"/>
          </a:xfrm>
          <a:prstGeom prst="rect">
            <a:avLst/>
          </a:prstGeom>
        </p:spPr>
        <p:txBody>
          <a:bodyPr vert="horz" lIns="0" tIns="0" rIns="0" bIns="0" rtlCol="0">
            <a:normAutofit/>
          </a:bodyPr>
          <a:lstStyle>
            <a:lvl1pPr marL="0" indent="0">
              <a:buNone/>
              <a:defRPr sz="1600">
                <a:solidFill>
                  <a:schemeClr val="accent4"/>
                </a:solidFill>
              </a:defRPr>
            </a:lvl1pPr>
            <a:lvl2pPr marL="457200" indent="0">
              <a:buNone/>
              <a:defRPr/>
            </a:lvl2pPr>
            <a:lvl3pPr marL="914400" indent="0">
              <a:buNone/>
              <a:defRPr/>
            </a:lvl3pPr>
          </a:lstStyle>
          <a:p>
            <a:pPr lvl="0"/>
            <a:r>
              <a:rPr lang="en-GB"/>
              <a:t>Click to edit Master text styles</a:t>
            </a:r>
          </a:p>
        </p:txBody>
      </p:sp>
    </p:spTree>
    <p:extLst>
      <p:ext uri="{BB962C8B-B14F-4D97-AF65-F5344CB8AC3E}">
        <p14:creationId xmlns:p14="http://schemas.microsoft.com/office/powerpoint/2010/main" val="48626590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People-contact_light">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3946270-C3AA-4994-9449-4F2D9BB8B541}"/>
              </a:ext>
            </a:extLst>
          </p:cNvPr>
          <p:cNvSpPr>
            <a:spLocks noGrp="1"/>
          </p:cNvSpPr>
          <p:nvPr>
            <p:ph type="sldNum" sz="quarter" idx="10"/>
          </p:nvPr>
        </p:nvSpPr>
        <p:spPr>
          <a:xfrm>
            <a:off x="11641138" y="6311096"/>
            <a:ext cx="550862" cy="546904"/>
          </a:xfrm>
          <a:prstGeom prst="rect">
            <a:avLst/>
          </a:prstGeom>
        </p:spPr>
        <p:txBody>
          <a:bodyPr/>
          <a:lstStyle/>
          <a:p>
            <a:fld id="{B55D9570-D3FC-6D43-AC32-D988B1849109}" type="slidenum">
              <a:rPr lang="en-PL" smtClean="0"/>
              <a:pPr/>
              <a:t>‹#›</a:t>
            </a:fld>
            <a:endParaRPr lang="en-PL"/>
          </a:p>
        </p:txBody>
      </p:sp>
      <p:sp>
        <p:nvSpPr>
          <p:cNvPr id="32" name="Freeform 31">
            <a:extLst>
              <a:ext uri="{FF2B5EF4-FFF2-40B4-BE49-F238E27FC236}">
                <a16:creationId xmlns:a16="http://schemas.microsoft.com/office/drawing/2014/main" id="{04A8B277-D638-318B-92A8-028D67937AC2}"/>
              </a:ext>
            </a:extLst>
          </p:cNvPr>
          <p:cNvSpPr/>
          <p:nvPr userDrawn="1"/>
        </p:nvSpPr>
        <p:spPr>
          <a:xfrm>
            <a:off x="4737315" y="0"/>
            <a:ext cx="2195750" cy="6858000"/>
          </a:xfrm>
          <a:custGeom>
            <a:avLst/>
            <a:gdLst>
              <a:gd name="connsiteX0" fmla="*/ 1969084 w 2195750"/>
              <a:gd name="connsiteY0" fmla="*/ 0 h 6858000"/>
              <a:gd name="connsiteX1" fmla="*/ 2195750 w 2195750"/>
              <a:gd name="connsiteY1" fmla="*/ 0 h 6858000"/>
              <a:gd name="connsiteX2" fmla="*/ 2161525 w 2195750"/>
              <a:gd name="connsiteY2" fmla="*/ 65203 h 6858000"/>
              <a:gd name="connsiteX3" fmla="*/ 1923048 w 2195750"/>
              <a:gd name="connsiteY3" fmla="*/ 564173 h 6858000"/>
              <a:gd name="connsiteX4" fmla="*/ 1313940 w 2195750"/>
              <a:gd name="connsiteY4" fmla="*/ 3942588 h 6858000"/>
              <a:gd name="connsiteX5" fmla="*/ 201511 w 2195750"/>
              <a:gd name="connsiteY5" fmla="*/ 6832245 h 6858000"/>
              <a:gd name="connsiteX6" fmla="*/ 182865 w 2195750"/>
              <a:gd name="connsiteY6" fmla="*/ 6858000 h 6858000"/>
              <a:gd name="connsiteX7" fmla="*/ 0 w 2195750"/>
              <a:gd name="connsiteY7" fmla="*/ 6858000 h 6858000"/>
              <a:gd name="connsiteX8" fmla="*/ 18654 w 2195750"/>
              <a:gd name="connsiteY8" fmla="*/ 6824101 h 6858000"/>
              <a:gd name="connsiteX9" fmla="*/ 705793 w 2195750"/>
              <a:gd name="connsiteY9" fmla="*/ 4649039 h 6858000"/>
              <a:gd name="connsiteX10" fmla="*/ 1314901 w 2195750"/>
              <a:gd name="connsiteY10" fmla="*/ 1270626 h 6858000"/>
              <a:gd name="connsiteX11" fmla="*/ 1833431 w 2195750"/>
              <a:gd name="connsiteY11" fmla="*/ 24687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95750" h="6858000">
                <a:moveTo>
                  <a:pt x="1969084" y="0"/>
                </a:moveTo>
                <a:lnTo>
                  <a:pt x="2195750" y="0"/>
                </a:lnTo>
                <a:lnTo>
                  <a:pt x="2161525" y="65203"/>
                </a:lnTo>
                <a:cubicBezTo>
                  <a:pt x="2073851" y="236177"/>
                  <a:pt x="1993106" y="402849"/>
                  <a:pt x="1923048" y="564173"/>
                </a:cubicBezTo>
                <a:cubicBezTo>
                  <a:pt x="1362597" y="1854765"/>
                  <a:pt x="1483348" y="2808922"/>
                  <a:pt x="1313940" y="3942588"/>
                </a:cubicBezTo>
                <a:cubicBezTo>
                  <a:pt x="1173913" y="4862569"/>
                  <a:pt x="844277" y="5901971"/>
                  <a:pt x="201511" y="6832245"/>
                </a:cubicBezTo>
                <a:lnTo>
                  <a:pt x="182865" y="6858000"/>
                </a:lnTo>
                <a:lnTo>
                  <a:pt x="0" y="6858000"/>
                </a:lnTo>
                <a:lnTo>
                  <a:pt x="18654" y="6824101"/>
                </a:lnTo>
                <a:cubicBezTo>
                  <a:pt x="389098" y="6096186"/>
                  <a:pt x="600773" y="5339025"/>
                  <a:pt x="705793" y="4649039"/>
                </a:cubicBezTo>
                <a:cubicBezTo>
                  <a:pt x="875192" y="3515373"/>
                  <a:pt x="754440" y="2561216"/>
                  <a:pt x="1314901" y="1270626"/>
                </a:cubicBezTo>
                <a:cubicBezTo>
                  <a:pt x="1455017" y="947978"/>
                  <a:pt x="1637882" y="603935"/>
                  <a:pt x="1833431" y="246878"/>
                </a:cubicBez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41" name="Freeform 40">
            <a:extLst>
              <a:ext uri="{FF2B5EF4-FFF2-40B4-BE49-F238E27FC236}">
                <a16:creationId xmlns:a16="http://schemas.microsoft.com/office/drawing/2014/main" id="{37278615-7553-2C74-7514-E58F0F9C319C}"/>
              </a:ext>
            </a:extLst>
          </p:cNvPr>
          <p:cNvSpPr/>
          <p:nvPr userDrawn="1"/>
        </p:nvSpPr>
        <p:spPr>
          <a:xfrm>
            <a:off x="4908605" y="0"/>
            <a:ext cx="2503877" cy="6858000"/>
          </a:xfrm>
          <a:custGeom>
            <a:avLst/>
            <a:gdLst>
              <a:gd name="connsiteX0" fmla="*/ 2012930 w 2503877"/>
              <a:gd name="connsiteY0" fmla="*/ 0 h 6858000"/>
              <a:gd name="connsiteX1" fmla="*/ 2503877 w 2503877"/>
              <a:gd name="connsiteY1" fmla="*/ 0 h 6858000"/>
              <a:gd name="connsiteX2" fmla="*/ 2315406 w 2503877"/>
              <a:gd name="connsiteY2" fmla="*/ 352946 h 6858000"/>
              <a:gd name="connsiteX3" fmla="*/ 1809165 w 2503877"/>
              <a:gd name="connsiteY3" fmla="*/ 1382831 h 6858000"/>
              <a:gd name="connsiteX4" fmla="*/ 1240526 w 2503877"/>
              <a:gd name="connsiteY4" fmla="*/ 4768301 h 6858000"/>
              <a:gd name="connsiteX5" fmla="*/ 660130 w 2503877"/>
              <a:gd name="connsiteY5" fmla="*/ 6782002 h 6858000"/>
              <a:gd name="connsiteX6" fmla="*/ 623493 w 2503877"/>
              <a:gd name="connsiteY6" fmla="*/ 6858000 h 6858000"/>
              <a:gd name="connsiteX7" fmla="*/ 0 w 2503877"/>
              <a:gd name="connsiteY7" fmla="*/ 6858000 h 6858000"/>
              <a:gd name="connsiteX8" fmla="*/ 18646 w 2503877"/>
              <a:gd name="connsiteY8" fmla="*/ 6832245 h 6858000"/>
              <a:gd name="connsiteX9" fmla="*/ 1131075 w 2503877"/>
              <a:gd name="connsiteY9" fmla="*/ 3942588 h 6858000"/>
              <a:gd name="connsiteX10" fmla="*/ 1740183 w 2503877"/>
              <a:gd name="connsiteY10" fmla="*/ 564173 h 6858000"/>
              <a:gd name="connsiteX11" fmla="*/ 1946115 w 2503877"/>
              <a:gd name="connsiteY11" fmla="*/ 1291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503877" h="6858000">
                <a:moveTo>
                  <a:pt x="2012930" y="0"/>
                </a:moveTo>
                <a:lnTo>
                  <a:pt x="2503877" y="0"/>
                </a:lnTo>
                <a:lnTo>
                  <a:pt x="2315406" y="352946"/>
                </a:lnTo>
                <a:cubicBezTo>
                  <a:pt x="2124143" y="712320"/>
                  <a:pt x="1945409" y="1058528"/>
                  <a:pt x="1809165" y="1382831"/>
                </a:cubicBezTo>
                <a:cubicBezTo>
                  <a:pt x="1264183" y="2680040"/>
                  <a:pt x="1396349" y="3632683"/>
                  <a:pt x="1240526" y="4768301"/>
                </a:cubicBezTo>
                <a:cubicBezTo>
                  <a:pt x="1151210" y="5406326"/>
                  <a:pt x="971709" y="6102673"/>
                  <a:pt x="660130" y="6782002"/>
                </a:cubicBezTo>
                <a:lnTo>
                  <a:pt x="623493" y="6858000"/>
                </a:lnTo>
                <a:lnTo>
                  <a:pt x="0" y="6858000"/>
                </a:lnTo>
                <a:lnTo>
                  <a:pt x="18646" y="6832245"/>
                </a:lnTo>
                <a:cubicBezTo>
                  <a:pt x="661412" y="5901971"/>
                  <a:pt x="991048" y="4862569"/>
                  <a:pt x="1131075" y="3942588"/>
                </a:cubicBezTo>
                <a:cubicBezTo>
                  <a:pt x="1300483" y="2808922"/>
                  <a:pt x="1179732" y="1854765"/>
                  <a:pt x="1740183" y="564173"/>
                </a:cubicBezTo>
                <a:cubicBezTo>
                  <a:pt x="1801484" y="423015"/>
                  <a:pt x="1870967" y="277761"/>
                  <a:pt x="1946115" y="129115"/>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44" name="Picture Placeholder 43">
            <a:extLst>
              <a:ext uri="{FF2B5EF4-FFF2-40B4-BE49-F238E27FC236}">
                <a16:creationId xmlns:a16="http://schemas.microsoft.com/office/drawing/2014/main" id="{CF3E8D10-1FC1-0D74-F938-96FDB84FC281}"/>
              </a:ext>
            </a:extLst>
          </p:cNvPr>
          <p:cNvSpPr>
            <a:spLocks noGrp="1"/>
          </p:cNvSpPr>
          <p:nvPr>
            <p:ph type="pic" sz="quarter" idx="20"/>
          </p:nvPr>
        </p:nvSpPr>
        <p:spPr>
          <a:xfrm>
            <a:off x="5520523" y="0"/>
            <a:ext cx="6671477" cy="6858000"/>
          </a:xfrm>
          <a:custGeom>
            <a:avLst/>
            <a:gdLst>
              <a:gd name="connsiteX0" fmla="*/ 1880384 w 6671477"/>
              <a:gd name="connsiteY0" fmla="*/ 0 h 6858000"/>
              <a:gd name="connsiteX1" fmla="*/ 6671477 w 6671477"/>
              <a:gd name="connsiteY1" fmla="*/ 0 h 6858000"/>
              <a:gd name="connsiteX2" fmla="*/ 6671477 w 6671477"/>
              <a:gd name="connsiteY2" fmla="*/ 6858000 h 6858000"/>
              <a:gd name="connsiteX3" fmla="*/ 0 w 6671477"/>
              <a:gd name="connsiteY3" fmla="*/ 6858000 h 6858000"/>
              <a:gd name="connsiteX4" fmla="*/ 36637 w 6671477"/>
              <a:gd name="connsiteY4" fmla="*/ 6782002 h 6858000"/>
              <a:gd name="connsiteX5" fmla="*/ 617033 w 6671477"/>
              <a:gd name="connsiteY5" fmla="*/ 4768301 h 6858000"/>
              <a:gd name="connsiteX6" fmla="*/ 1185672 w 6671477"/>
              <a:gd name="connsiteY6" fmla="*/ 1382831 h 6858000"/>
              <a:gd name="connsiteX7" fmla="*/ 1691913 w 6671477"/>
              <a:gd name="connsiteY7" fmla="*/ 35294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671477" h="6858000">
                <a:moveTo>
                  <a:pt x="1880384" y="0"/>
                </a:moveTo>
                <a:lnTo>
                  <a:pt x="6671477" y="0"/>
                </a:lnTo>
                <a:lnTo>
                  <a:pt x="6671477" y="6858000"/>
                </a:lnTo>
                <a:lnTo>
                  <a:pt x="0" y="6858000"/>
                </a:lnTo>
                <a:lnTo>
                  <a:pt x="36637" y="6782002"/>
                </a:lnTo>
                <a:cubicBezTo>
                  <a:pt x="348216" y="6102673"/>
                  <a:pt x="527717" y="5406326"/>
                  <a:pt x="617033" y="4768301"/>
                </a:cubicBezTo>
                <a:cubicBezTo>
                  <a:pt x="772856" y="3632683"/>
                  <a:pt x="640690" y="2680040"/>
                  <a:pt x="1185672" y="1382831"/>
                </a:cubicBezTo>
                <a:cubicBezTo>
                  <a:pt x="1321916" y="1058528"/>
                  <a:pt x="1500650" y="712320"/>
                  <a:pt x="1691913" y="352946"/>
                </a:cubicBezTo>
                <a:close/>
              </a:path>
            </a:pathLst>
          </a:custGeom>
          <a:solidFill>
            <a:schemeClr val="bg2"/>
          </a:solidFill>
        </p:spPr>
        <p:txBody>
          <a:bodyPr wrap="square" anchor="ctr">
            <a:noAutofit/>
          </a:bodyPr>
          <a:lstStyle>
            <a:lvl1pPr marL="0" indent="0" algn="ctr">
              <a:buNone/>
              <a:defRPr/>
            </a:lvl1pPr>
          </a:lstStyle>
          <a:p>
            <a:r>
              <a:rPr lang="en-GB"/>
              <a:t>Click icon to add picture</a:t>
            </a:r>
          </a:p>
        </p:txBody>
      </p:sp>
      <p:sp>
        <p:nvSpPr>
          <p:cNvPr id="45" name="Title 1">
            <a:extLst>
              <a:ext uri="{FF2B5EF4-FFF2-40B4-BE49-F238E27FC236}">
                <a16:creationId xmlns:a16="http://schemas.microsoft.com/office/drawing/2014/main" id="{2E535BBA-2598-39AE-4E7D-44C2A1A397F3}"/>
              </a:ext>
            </a:extLst>
          </p:cNvPr>
          <p:cNvSpPr>
            <a:spLocks noGrp="1"/>
          </p:cNvSpPr>
          <p:nvPr>
            <p:ph type="title" hasCustomPrompt="1"/>
          </p:nvPr>
        </p:nvSpPr>
        <p:spPr>
          <a:xfrm>
            <a:off x="554038" y="549476"/>
            <a:ext cx="4546709" cy="637427"/>
          </a:xfrm>
        </p:spPr>
        <p:txBody>
          <a:bodyPr/>
          <a:lstStyle>
            <a:lvl1pPr>
              <a:defRPr>
                <a:solidFill>
                  <a:schemeClr val="tx2"/>
                </a:solidFill>
              </a:defRPr>
            </a:lvl1pPr>
          </a:lstStyle>
          <a:p>
            <a:r>
              <a:rPr lang="en-GB"/>
              <a:t>Title of contents</a:t>
            </a:r>
          </a:p>
        </p:txBody>
      </p:sp>
      <p:sp>
        <p:nvSpPr>
          <p:cNvPr id="46" name="Text Placeholder 6">
            <a:extLst>
              <a:ext uri="{FF2B5EF4-FFF2-40B4-BE49-F238E27FC236}">
                <a16:creationId xmlns:a16="http://schemas.microsoft.com/office/drawing/2014/main" id="{AB880D4A-6A89-A7D6-31B7-F532E7C6AE05}"/>
              </a:ext>
            </a:extLst>
          </p:cNvPr>
          <p:cNvSpPr>
            <a:spLocks noGrp="1"/>
          </p:cNvSpPr>
          <p:nvPr>
            <p:ph idx="1" hasCustomPrompt="1"/>
          </p:nvPr>
        </p:nvSpPr>
        <p:spPr>
          <a:xfrm>
            <a:off x="2069437" y="2714758"/>
            <a:ext cx="3028136" cy="341809"/>
          </a:xfrm>
          <a:prstGeom prst="rect">
            <a:avLst/>
          </a:prstGeom>
        </p:spPr>
        <p:txBody>
          <a:bodyPr vert="horz" lIns="0" tIns="0" rIns="0" bIns="0" rtlCol="0">
            <a:normAutofit/>
          </a:bodyPr>
          <a:lstStyle>
            <a:lvl1pPr marL="12700" indent="0" algn="l">
              <a:buNone/>
              <a:tabLst/>
              <a:defRPr b="1">
                <a:solidFill>
                  <a:schemeClr val="tx2"/>
                </a:solidFill>
              </a:defRPr>
            </a:lvl1pPr>
            <a:lvl2pPr marL="184150" indent="-171450" algn="l">
              <a:buFont typeface="Arial" panose="020B0604020202020204" pitchFamily="34" charset="0"/>
              <a:buChar char="•"/>
              <a:tabLst/>
              <a:defRPr>
                <a:solidFill>
                  <a:schemeClr val="accent3"/>
                </a:solidFill>
              </a:defRPr>
            </a:lvl2pPr>
            <a:lvl3pPr marL="12700" indent="0">
              <a:buNone/>
              <a:tabLst/>
              <a:defRPr/>
            </a:lvl3pPr>
          </a:lstStyle>
          <a:p>
            <a:pPr lvl="0"/>
            <a:r>
              <a:rPr lang="en-GB"/>
              <a:t>Name and Surname</a:t>
            </a:r>
          </a:p>
        </p:txBody>
      </p:sp>
      <p:sp>
        <p:nvSpPr>
          <p:cNvPr id="47" name="Text Placeholder 10">
            <a:extLst>
              <a:ext uri="{FF2B5EF4-FFF2-40B4-BE49-F238E27FC236}">
                <a16:creationId xmlns:a16="http://schemas.microsoft.com/office/drawing/2014/main" id="{0A006DDE-B64B-8B19-DFF3-E607D57AB875}"/>
              </a:ext>
            </a:extLst>
          </p:cNvPr>
          <p:cNvSpPr>
            <a:spLocks noGrp="1"/>
          </p:cNvSpPr>
          <p:nvPr>
            <p:ph type="body" sz="quarter" idx="11"/>
          </p:nvPr>
        </p:nvSpPr>
        <p:spPr>
          <a:xfrm>
            <a:off x="2069437" y="3059440"/>
            <a:ext cx="3028137" cy="617795"/>
          </a:xfrm>
        </p:spPr>
        <p:txBody>
          <a:bodyPr>
            <a:normAutofit/>
          </a:bodyPr>
          <a:lstStyle>
            <a:lvl1pPr algn="l">
              <a:defRPr sz="1200">
                <a:solidFill>
                  <a:schemeClr val="tx1"/>
                </a:solidFill>
              </a:defRPr>
            </a:lvl1pPr>
            <a:lvl2pPr marL="179388" indent="-171450" algn="ctr">
              <a:buFont typeface="Arial" panose="020B0604020202020204" pitchFamily="34" charset="0"/>
              <a:buChar char="•"/>
              <a:tabLst/>
              <a:defRPr/>
            </a:lvl2pPr>
          </a:lstStyle>
          <a:p>
            <a:pPr lvl="0"/>
            <a:r>
              <a:rPr lang="en-GB"/>
              <a:t>Click to edit Master text styles</a:t>
            </a:r>
          </a:p>
        </p:txBody>
      </p:sp>
      <p:sp>
        <p:nvSpPr>
          <p:cNvPr id="48" name="Picture Placeholder 16">
            <a:extLst>
              <a:ext uri="{FF2B5EF4-FFF2-40B4-BE49-F238E27FC236}">
                <a16:creationId xmlns:a16="http://schemas.microsoft.com/office/drawing/2014/main" id="{73C3C1F6-F992-417D-143B-7E77D670A9F0}"/>
              </a:ext>
            </a:extLst>
          </p:cNvPr>
          <p:cNvSpPr>
            <a:spLocks noGrp="1"/>
          </p:cNvSpPr>
          <p:nvPr>
            <p:ph type="pic" sz="quarter" idx="12"/>
          </p:nvPr>
        </p:nvSpPr>
        <p:spPr>
          <a:xfrm>
            <a:off x="550863" y="2488602"/>
            <a:ext cx="1241348" cy="1309086"/>
          </a:xfrm>
          <a:custGeom>
            <a:avLst/>
            <a:gdLst>
              <a:gd name="connsiteX0" fmla="*/ 577388 w 1407298"/>
              <a:gd name="connsiteY0" fmla="*/ 294 h 1484092"/>
              <a:gd name="connsiteX1" fmla="*/ 1228905 w 1407298"/>
              <a:gd name="connsiteY1" fmla="*/ 346913 h 1484092"/>
              <a:gd name="connsiteX2" fmla="*/ 1228836 w 1407298"/>
              <a:gd name="connsiteY2" fmla="*/ 346983 h 1484092"/>
              <a:gd name="connsiteX3" fmla="*/ 1372072 w 1407298"/>
              <a:gd name="connsiteY3" fmla="*/ 1018872 h 1484092"/>
              <a:gd name="connsiteX4" fmla="*/ 845991 w 1407298"/>
              <a:gd name="connsiteY4" fmla="*/ 1395599 h 1484092"/>
              <a:gd name="connsiteX5" fmla="*/ 317059 w 1407298"/>
              <a:gd name="connsiteY5" fmla="*/ 1447400 h 1484092"/>
              <a:gd name="connsiteX6" fmla="*/ 98867 w 1407298"/>
              <a:gd name="connsiteY6" fmla="*/ 973329 h 1484092"/>
              <a:gd name="connsiteX7" fmla="*/ 29544 w 1407298"/>
              <a:gd name="connsiteY7" fmla="*/ 358108 h 1484092"/>
              <a:gd name="connsiteX8" fmla="*/ 577388 w 1407298"/>
              <a:gd name="connsiteY8" fmla="*/ 294 h 1484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07298" h="1484092">
                <a:moveTo>
                  <a:pt x="577388" y="294"/>
                </a:moveTo>
                <a:cubicBezTo>
                  <a:pt x="819082" y="-7424"/>
                  <a:pt x="1069885" y="137898"/>
                  <a:pt x="1228905" y="346913"/>
                </a:cubicBezTo>
                <a:lnTo>
                  <a:pt x="1228836" y="346983"/>
                </a:lnTo>
                <a:cubicBezTo>
                  <a:pt x="1387508" y="555996"/>
                  <a:pt x="1454051" y="828424"/>
                  <a:pt x="1372072" y="1018872"/>
                </a:cubicBezTo>
                <a:cubicBezTo>
                  <a:pt x="1290094" y="1209321"/>
                  <a:pt x="1059664" y="1317931"/>
                  <a:pt x="845991" y="1395599"/>
                </a:cubicBezTo>
                <a:cubicBezTo>
                  <a:pt x="632319" y="1473683"/>
                  <a:pt x="435125" y="1520965"/>
                  <a:pt x="317059" y="1447400"/>
                </a:cubicBezTo>
                <a:cubicBezTo>
                  <a:pt x="198993" y="1374183"/>
                  <a:pt x="159777" y="1179910"/>
                  <a:pt x="98867" y="973329"/>
                </a:cubicBezTo>
                <a:cubicBezTo>
                  <a:pt x="37957" y="766748"/>
                  <a:pt x="-45065" y="547931"/>
                  <a:pt x="29544" y="358108"/>
                </a:cubicBezTo>
                <a:cubicBezTo>
                  <a:pt x="104152" y="168702"/>
                  <a:pt x="336042" y="7944"/>
                  <a:pt x="577388" y="294"/>
                </a:cubicBezTo>
                <a:close/>
              </a:path>
            </a:pathLst>
          </a:custGeom>
          <a:solidFill>
            <a:schemeClr val="bg2"/>
          </a:solidFill>
        </p:spPr>
        <p:txBody>
          <a:bodyPr wrap="square" anchor="ctr">
            <a:noAutofit/>
          </a:bodyPr>
          <a:lstStyle>
            <a:lvl1pPr marL="0" indent="0" algn="ctr">
              <a:buNone/>
              <a:defRPr/>
            </a:lvl1pPr>
          </a:lstStyle>
          <a:p>
            <a:r>
              <a:rPr lang="en-GB"/>
              <a:t>Click icon to add picture</a:t>
            </a:r>
            <a:endParaRPr lang="en-PL"/>
          </a:p>
        </p:txBody>
      </p:sp>
      <p:sp>
        <p:nvSpPr>
          <p:cNvPr id="49" name="Text Placeholder 13">
            <a:extLst>
              <a:ext uri="{FF2B5EF4-FFF2-40B4-BE49-F238E27FC236}">
                <a16:creationId xmlns:a16="http://schemas.microsoft.com/office/drawing/2014/main" id="{D76AAECC-C78F-4EAB-C71D-EAF920E50017}"/>
              </a:ext>
            </a:extLst>
          </p:cNvPr>
          <p:cNvSpPr>
            <a:spLocks noGrp="1"/>
          </p:cNvSpPr>
          <p:nvPr>
            <p:ph type="body" sz="quarter" idx="16"/>
          </p:nvPr>
        </p:nvSpPr>
        <p:spPr>
          <a:xfrm>
            <a:off x="554038" y="1340835"/>
            <a:ext cx="4546709" cy="1030288"/>
          </a:xfrm>
        </p:spPr>
        <p:txBody>
          <a:bodyPr/>
          <a:lstStyle>
            <a:lvl1pPr>
              <a:defRPr>
                <a:solidFill>
                  <a:schemeClr val="tx1"/>
                </a:solidFill>
              </a:defRPr>
            </a:lvl1pPr>
          </a:lstStyle>
          <a:p>
            <a:pPr lvl="0"/>
            <a:r>
              <a:rPr lang="en-GB"/>
              <a:t>Click to edit Master text styles</a:t>
            </a:r>
          </a:p>
        </p:txBody>
      </p:sp>
      <p:sp>
        <p:nvSpPr>
          <p:cNvPr id="50" name="Text Placeholder 6">
            <a:extLst>
              <a:ext uri="{FF2B5EF4-FFF2-40B4-BE49-F238E27FC236}">
                <a16:creationId xmlns:a16="http://schemas.microsoft.com/office/drawing/2014/main" id="{C4F833B2-80F2-8B5E-74E6-4DE0B2BE1688}"/>
              </a:ext>
            </a:extLst>
          </p:cNvPr>
          <p:cNvSpPr>
            <a:spLocks noGrp="1"/>
          </p:cNvSpPr>
          <p:nvPr>
            <p:ph idx="17" hasCustomPrompt="1"/>
          </p:nvPr>
        </p:nvSpPr>
        <p:spPr>
          <a:xfrm>
            <a:off x="2069436" y="4229976"/>
            <a:ext cx="3028136" cy="341809"/>
          </a:xfrm>
          <a:prstGeom prst="rect">
            <a:avLst/>
          </a:prstGeom>
        </p:spPr>
        <p:txBody>
          <a:bodyPr vert="horz" lIns="0" tIns="0" rIns="0" bIns="0" rtlCol="0">
            <a:normAutofit/>
          </a:bodyPr>
          <a:lstStyle>
            <a:lvl1pPr marL="12700" indent="0" algn="l">
              <a:buNone/>
              <a:tabLst/>
              <a:defRPr b="1">
                <a:solidFill>
                  <a:schemeClr val="tx2"/>
                </a:solidFill>
              </a:defRPr>
            </a:lvl1pPr>
            <a:lvl2pPr marL="184150" indent="-171450" algn="l">
              <a:buFont typeface="Arial" panose="020B0604020202020204" pitchFamily="34" charset="0"/>
              <a:buChar char="•"/>
              <a:tabLst/>
              <a:defRPr>
                <a:solidFill>
                  <a:schemeClr val="accent3"/>
                </a:solidFill>
              </a:defRPr>
            </a:lvl2pPr>
            <a:lvl3pPr marL="12700" indent="0">
              <a:buNone/>
              <a:tabLst/>
              <a:defRPr/>
            </a:lvl3pPr>
          </a:lstStyle>
          <a:p>
            <a:pPr lvl="0"/>
            <a:r>
              <a:rPr lang="en-GB"/>
              <a:t>Name and Surname</a:t>
            </a:r>
          </a:p>
        </p:txBody>
      </p:sp>
      <p:sp>
        <p:nvSpPr>
          <p:cNvPr id="51" name="Text Placeholder 10">
            <a:extLst>
              <a:ext uri="{FF2B5EF4-FFF2-40B4-BE49-F238E27FC236}">
                <a16:creationId xmlns:a16="http://schemas.microsoft.com/office/drawing/2014/main" id="{385C593F-0148-B961-F8EA-3B4EAE6883F3}"/>
              </a:ext>
            </a:extLst>
          </p:cNvPr>
          <p:cNvSpPr>
            <a:spLocks noGrp="1"/>
          </p:cNvSpPr>
          <p:nvPr>
            <p:ph type="body" sz="quarter" idx="18"/>
          </p:nvPr>
        </p:nvSpPr>
        <p:spPr>
          <a:xfrm>
            <a:off x="2069436" y="4574658"/>
            <a:ext cx="3028137" cy="617795"/>
          </a:xfrm>
        </p:spPr>
        <p:txBody>
          <a:bodyPr>
            <a:normAutofit/>
          </a:bodyPr>
          <a:lstStyle>
            <a:lvl1pPr algn="l">
              <a:defRPr sz="1200">
                <a:solidFill>
                  <a:schemeClr val="tx1"/>
                </a:solidFill>
              </a:defRPr>
            </a:lvl1pPr>
            <a:lvl2pPr marL="179388" indent="-171450" algn="ctr">
              <a:buFont typeface="Arial" panose="020B0604020202020204" pitchFamily="34" charset="0"/>
              <a:buChar char="•"/>
              <a:tabLst/>
              <a:defRPr/>
            </a:lvl2pPr>
          </a:lstStyle>
          <a:p>
            <a:pPr lvl="0"/>
            <a:r>
              <a:rPr lang="en-GB"/>
              <a:t>Click to edit Master text styles</a:t>
            </a:r>
          </a:p>
        </p:txBody>
      </p:sp>
      <p:sp>
        <p:nvSpPr>
          <p:cNvPr id="52" name="Picture Placeholder 16">
            <a:extLst>
              <a:ext uri="{FF2B5EF4-FFF2-40B4-BE49-F238E27FC236}">
                <a16:creationId xmlns:a16="http://schemas.microsoft.com/office/drawing/2014/main" id="{2AAE7C54-897F-3CD6-EBFA-79FA853D2845}"/>
              </a:ext>
            </a:extLst>
          </p:cNvPr>
          <p:cNvSpPr>
            <a:spLocks noGrp="1"/>
          </p:cNvSpPr>
          <p:nvPr>
            <p:ph type="pic" sz="quarter" idx="19"/>
          </p:nvPr>
        </p:nvSpPr>
        <p:spPr>
          <a:xfrm>
            <a:off x="550862" y="4003820"/>
            <a:ext cx="1241348" cy="1309086"/>
          </a:xfrm>
          <a:custGeom>
            <a:avLst/>
            <a:gdLst>
              <a:gd name="connsiteX0" fmla="*/ 577388 w 1407298"/>
              <a:gd name="connsiteY0" fmla="*/ 294 h 1484092"/>
              <a:gd name="connsiteX1" fmla="*/ 1228905 w 1407298"/>
              <a:gd name="connsiteY1" fmla="*/ 346913 h 1484092"/>
              <a:gd name="connsiteX2" fmla="*/ 1228836 w 1407298"/>
              <a:gd name="connsiteY2" fmla="*/ 346983 h 1484092"/>
              <a:gd name="connsiteX3" fmla="*/ 1372072 w 1407298"/>
              <a:gd name="connsiteY3" fmla="*/ 1018872 h 1484092"/>
              <a:gd name="connsiteX4" fmla="*/ 845991 w 1407298"/>
              <a:gd name="connsiteY4" fmla="*/ 1395599 h 1484092"/>
              <a:gd name="connsiteX5" fmla="*/ 317059 w 1407298"/>
              <a:gd name="connsiteY5" fmla="*/ 1447400 h 1484092"/>
              <a:gd name="connsiteX6" fmla="*/ 98867 w 1407298"/>
              <a:gd name="connsiteY6" fmla="*/ 973329 h 1484092"/>
              <a:gd name="connsiteX7" fmla="*/ 29544 w 1407298"/>
              <a:gd name="connsiteY7" fmla="*/ 358108 h 1484092"/>
              <a:gd name="connsiteX8" fmla="*/ 577388 w 1407298"/>
              <a:gd name="connsiteY8" fmla="*/ 294 h 1484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07298" h="1484092">
                <a:moveTo>
                  <a:pt x="577388" y="294"/>
                </a:moveTo>
                <a:cubicBezTo>
                  <a:pt x="819082" y="-7424"/>
                  <a:pt x="1069885" y="137898"/>
                  <a:pt x="1228905" y="346913"/>
                </a:cubicBezTo>
                <a:lnTo>
                  <a:pt x="1228836" y="346983"/>
                </a:lnTo>
                <a:cubicBezTo>
                  <a:pt x="1387508" y="555996"/>
                  <a:pt x="1454051" y="828424"/>
                  <a:pt x="1372072" y="1018872"/>
                </a:cubicBezTo>
                <a:cubicBezTo>
                  <a:pt x="1290094" y="1209321"/>
                  <a:pt x="1059664" y="1317931"/>
                  <a:pt x="845991" y="1395599"/>
                </a:cubicBezTo>
                <a:cubicBezTo>
                  <a:pt x="632319" y="1473683"/>
                  <a:pt x="435125" y="1520965"/>
                  <a:pt x="317059" y="1447400"/>
                </a:cubicBezTo>
                <a:cubicBezTo>
                  <a:pt x="198993" y="1374183"/>
                  <a:pt x="159777" y="1179910"/>
                  <a:pt x="98867" y="973329"/>
                </a:cubicBezTo>
                <a:cubicBezTo>
                  <a:pt x="37957" y="766748"/>
                  <a:pt x="-45065" y="547931"/>
                  <a:pt x="29544" y="358108"/>
                </a:cubicBezTo>
                <a:cubicBezTo>
                  <a:pt x="104152" y="168702"/>
                  <a:pt x="336042" y="7944"/>
                  <a:pt x="577388" y="294"/>
                </a:cubicBezTo>
                <a:close/>
              </a:path>
            </a:pathLst>
          </a:custGeom>
          <a:solidFill>
            <a:schemeClr val="bg2"/>
          </a:solidFill>
        </p:spPr>
        <p:txBody>
          <a:bodyPr wrap="square" anchor="ctr">
            <a:noAutofit/>
          </a:bodyPr>
          <a:lstStyle>
            <a:lvl1pPr marL="0" indent="0" algn="ctr">
              <a:buNone/>
              <a:defRPr/>
            </a:lvl1pPr>
          </a:lstStyle>
          <a:p>
            <a:r>
              <a:rPr lang="en-GB"/>
              <a:t>Click icon to add picture</a:t>
            </a:r>
            <a:endParaRPr lang="en-PL"/>
          </a:p>
        </p:txBody>
      </p:sp>
    </p:spTree>
    <p:extLst>
      <p:ext uri="{BB962C8B-B14F-4D97-AF65-F5344CB8AC3E}">
        <p14:creationId xmlns:p14="http://schemas.microsoft.com/office/powerpoint/2010/main" val="125321679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People-contact_dark">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B0AEEF-C972-07E1-F031-12D8A00256B2}"/>
              </a:ext>
            </a:extLst>
          </p:cNvPr>
          <p:cNvSpPr>
            <a:spLocks noGrp="1"/>
          </p:cNvSpPr>
          <p:nvPr>
            <p:ph type="title" hasCustomPrompt="1"/>
          </p:nvPr>
        </p:nvSpPr>
        <p:spPr>
          <a:xfrm>
            <a:off x="554038" y="549476"/>
            <a:ext cx="4546709" cy="637427"/>
          </a:xfrm>
        </p:spPr>
        <p:txBody>
          <a:bodyPr/>
          <a:lstStyle>
            <a:lvl1pPr>
              <a:defRPr>
                <a:solidFill>
                  <a:schemeClr val="bg1"/>
                </a:solidFill>
              </a:defRPr>
            </a:lvl1pPr>
          </a:lstStyle>
          <a:p>
            <a:r>
              <a:rPr lang="en-GB"/>
              <a:t>Title of contents</a:t>
            </a:r>
          </a:p>
        </p:txBody>
      </p:sp>
      <p:sp>
        <p:nvSpPr>
          <p:cNvPr id="3" name="Slide Number Placeholder 2">
            <a:extLst>
              <a:ext uri="{FF2B5EF4-FFF2-40B4-BE49-F238E27FC236}">
                <a16:creationId xmlns:a16="http://schemas.microsoft.com/office/drawing/2014/main" id="{43946270-C3AA-4994-9449-4F2D9BB8B541}"/>
              </a:ext>
            </a:extLst>
          </p:cNvPr>
          <p:cNvSpPr>
            <a:spLocks noGrp="1"/>
          </p:cNvSpPr>
          <p:nvPr>
            <p:ph type="sldNum" sz="quarter" idx="10"/>
          </p:nvPr>
        </p:nvSpPr>
        <p:spPr>
          <a:xfrm>
            <a:off x="11641138" y="6311096"/>
            <a:ext cx="550862" cy="546904"/>
          </a:xfrm>
          <a:prstGeom prst="rect">
            <a:avLst/>
          </a:prstGeom>
        </p:spPr>
        <p:txBody>
          <a:bodyPr/>
          <a:lstStyle/>
          <a:p>
            <a:fld id="{B55D9570-D3FC-6D43-AC32-D988B1849109}" type="slidenum">
              <a:rPr lang="en-PL" smtClean="0"/>
              <a:pPr/>
              <a:t>‹#›</a:t>
            </a:fld>
            <a:endParaRPr lang="en-PL"/>
          </a:p>
        </p:txBody>
      </p:sp>
      <p:sp>
        <p:nvSpPr>
          <p:cNvPr id="4" name="Text Placeholder 6">
            <a:extLst>
              <a:ext uri="{FF2B5EF4-FFF2-40B4-BE49-F238E27FC236}">
                <a16:creationId xmlns:a16="http://schemas.microsoft.com/office/drawing/2014/main" id="{12FF3968-7AE7-99D2-FA96-EEF9B47DDC9A}"/>
              </a:ext>
            </a:extLst>
          </p:cNvPr>
          <p:cNvSpPr>
            <a:spLocks noGrp="1"/>
          </p:cNvSpPr>
          <p:nvPr>
            <p:ph idx="1" hasCustomPrompt="1"/>
          </p:nvPr>
        </p:nvSpPr>
        <p:spPr>
          <a:xfrm>
            <a:off x="2069437" y="2714758"/>
            <a:ext cx="3028136" cy="341809"/>
          </a:xfrm>
          <a:prstGeom prst="rect">
            <a:avLst/>
          </a:prstGeom>
        </p:spPr>
        <p:txBody>
          <a:bodyPr vert="horz" lIns="0" tIns="0" rIns="0" bIns="0" rtlCol="0">
            <a:normAutofit/>
          </a:bodyPr>
          <a:lstStyle>
            <a:lvl1pPr marL="12700" indent="0" algn="l">
              <a:buNone/>
              <a:tabLst/>
              <a:defRPr b="1">
                <a:solidFill>
                  <a:schemeClr val="bg1"/>
                </a:solidFill>
              </a:defRPr>
            </a:lvl1pPr>
            <a:lvl2pPr marL="184150" indent="-171450" algn="l">
              <a:buFont typeface="Arial" panose="020B0604020202020204" pitchFamily="34" charset="0"/>
              <a:buChar char="•"/>
              <a:tabLst/>
              <a:defRPr>
                <a:solidFill>
                  <a:schemeClr val="accent3"/>
                </a:solidFill>
              </a:defRPr>
            </a:lvl2pPr>
            <a:lvl3pPr marL="12700" indent="0">
              <a:buNone/>
              <a:tabLst/>
              <a:defRPr/>
            </a:lvl3pPr>
          </a:lstStyle>
          <a:p>
            <a:pPr lvl="0"/>
            <a:r>
              <a:rPr lang="en-GB"/>
              <a:t>Name and Surname</a:t>
            </a:r>
          </a:p>
        </p:txBody>
      </p:sp>
      <p:sp>
        <p:nvSpPr>
          <p:cNvPr id="5" name="Text Placeholder 10">
            <a:extLst>
              <a:ext uri="{FF2B5EF4-FFF2-40B4-BE49-F238E27FC236}">
                <a16:creationId xmlns:a16="http://schemas.microsoft.com/office/drawing/2014/main" id="{F5DC0C73-3BEF-3DE0-F265-C0E2374CFAE8}"/>
              </a:ext>
            </a:extLst>
          </p:cNvPr>
          <p:cNvSpPr>
            <a:spLocks noGrp="1"/>
          </p:cNvSpPr>
          <p:nvPr>
            <p:ph type="body" sz="quarter" idx="11"/>
          </p:nvPr>
        </p:nvSpPr>
        <p:spPr>
          <a:xfrm>
            <a:off x="2069437" y="3059440"/>
            <a:ext cx="3028137" cy="617795"/>
          </a:xfrm>
        </p:spPr>
        <p:txBody>
          <a:bodyPr>
            <a:normAutofit/>
          </a:bodyPr>
          <a:lstStyle>
            <a:lvl1pPr algn="l">
              <a:defRPr sz="1200">
                <a:solidFill>
                  <a:schemeClr val="bg1"/>
                </a:solidFill>
              </a:defRPr>
            </a:lvl1pPr>
            <a:lvl2pPr marL="179388" indent="-171450" algn="ctr">
              <a:buFont typeface="Arial" panose="020B0604020202020204" pitchFamily="34" charset="0"/>
              <a:buChar char="•"/>
              <a:tabLst/>
              <a:defRPr/>
            </a:lvl2pPr>
          </a:lstStyle>
          <a:p>
            <a:pPr lvl="0"/>
            <a:r>
              <a:rPr lang="en-GB"/>
              <a:t>Click to edit Master text styles</a:t>
            </a:r>
          </a:p>
        </p:txBody>
      </p:sp>
      <p:sp>
        <p:nvSpPr>
          <p:cNvPr id="6" name="Picture Placeholder 16">
            <a:extLst>
              <a:ext uri="{FF2B5EF4-FFF2-40B4-BE49-F238E27FC236}">
                <a16:creationId xmlns:a16="http://schemas.microsoft.com/office/drawing/2014/main" id="{300CF974-0906-8F0C-2D3F-ADA25BB8DCCF}"/>
              </a:ext>
            </a:extLst>
          </p:cNvPr>
          <p:cNvSpPr>
            <a:spLocks noGrp="1"/>
          </p:cNvSpPr>
          <p:nvPr>
            <p:ph type="pic" sz="quarter" idx="12"/>
          </p:nvPr>
        </p:nvSpPr>
        <p:spPr>
          <a:xfrm>
            <a:off x="550863" y="2488602"/>
            <a:ext cx="1241348" cy="1309086"/>
          </a:xfrm>
          <a:custGeom>
            <a:avLst/>
            <a:gdLst>
              <a:gd name="connsiteX0" fmla="*/ 577388 w 1407298"/>
              <a:gd name="connsiteY0" fmla="*/ 294 h 1484092"/>
              <a:gd name="connsiteX1" fmla="*/ 1228905 w 1407298"/>
              <a:gd name="connsiteY1" fmla="*/ 346913 h 1484092"/>
              <a:gd name="connsiteX2" fmla="*/ 1228836 w 1407298"/>
              <a:gd name="connsiteY2" fmla="*/ 346983 h 1484092"/>
              <a:gd name="connsiteX3" fmla="*/ 1372072 w 1407298"/>
              <a:gd name="connsiteY3" fmla="*/ 1018872 h 1484092"/>
              <a:gd name="connsiteX4" fmla="*/ 845991 w 1407298"/>
              <a:gd name="connsiteY4" fmla="*/ 1395599 h 1484092"/>
              <a:gd name="connsiteX5" fmla="*/ 317059 w 1407298"/>
              <a:gd name="connsiteY5" fmla="*/ 1447400 h 1484092"/>
              <a:gd name="connsiteX6" fmla="*/ 98867 w 1407298"/>
              <a:gd name="connsiteY6" fmla="*/ 973329 h 1484092"/>
              <a:gd name="connsiteX7" fmla="*/ 29544 w 1407298"/>
              <a:gd name="connsiteY7" fmla="*/ 358108 h 1484092"/>
              <a:gd name="connsiteX8" fmla="*/ 577388 w 1407298"/>
              <a:gd name="connsiteY8" fmla="*/ 294 h 1484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07298" h="1484092">
                <a:moveTo>
                  <a:pt x="577388" y="294"/>
                </a:moveTo>
                <a:cubicBezTo>
                  <a:pt x="819082" y="-7424"/>
                  <a:pt x="1069885" y="137898"/>
                  <a:pt x="1228905" y="346913"/>
                </a:cubicBezTo>
                <a:lnTo>
                  <a:pt x="1228836" y="346983"/>
                </a:lnTo>
                <a:cubicBezTo>
                  <a:pt x="1387508" y="555996"/>
                  <a:pt x="1454051" y="828424"/>
                  <a:pt x="1372072" y="1018872"/>
                </a:cubicBezTo>
                <a:cubicBezTo>
                  <a:pt x="1290094" y="1209321"/>
                  <a:pt x="1059664" y="1317931"/>
                  <a:pt x="845991" y="1395599"/>
                </a:cubicBezTo>
                <a:cubicBezTo>
                  <a:pt x="632319" y="1473683"/>
                  <a:pt x="435125" y="1520965"/>
                  <a:pt x="317059" y="1447400"/>
                </a:cubicBezTo>
                <a:cubicBezTo>
                  <a:pt x="198993" y="1374183"/>
                  <a:pt x="159777" y="1179910"/>
                  <a:pt x="98867" y="973329"/>
                </a:cubicBezTo>
                <a:cubicBezTo>
                  <a:pt x="37957" y="766748"/>
                  <a:pt x="-45065" y="547931"/>
                  <a:pt x="29544" y="358108"/>
                </a:cubicBezTo>
                <a:cubicBezTo>
                  <a:pt x="104152" y="168702"/>
                  <a:pt x="336042" y="7944"/>
                  <a:pt x="577388" y="294"/>
                </a:cubicBezTo>
                <a:close/>
              </a:path>
            </a:pathLst>
          </a:custGeom>
          <a:solidFill>
            <a:schemeClr val="bg2"/>
          </a:solidFill>
        </p:spPr>
        <p:txBody>
          <a:bodyPr wrap="square" anchor="ctr">
            <a:noAutofit/>
          </a:bodyPr>
          <a:lstStyle>
            <a:lvl1pPr marL="0" indent="0" algn="ctr">
              <a:buNone/>
              <a:defRPr/>
            </a:lvl1pPr>
          </a:lstStyle>
          <a:p>
            <a:r>
              <a:rPr lang="en-GB"/>
              <a:t>Click icon to add picture</a:t>
            </a:r>
            <a:endParaRPr lang="en-PL"/>
          </a:p>
        </p:txBody>
      </p:sp>
      <p:sp>
        <p:nvSpPr>
          <p:cNvPr id="14" name="Text Placeholder 13">
            <a:extLst>
              <a:ext uri="{FF2B5EF4-FFF2-40B4-BE49-F238E27FC236}">
                <a16:creationId xmlns:a16="http://schemas.microsoft.com/office/drawing/2014/main" id="{6654C358-1D39-8F4B-5097-87722769D5C0}"/>
              </a:ext>
            </a:extLst>
          </p:cNvPr>
          <p:cNvSpPr>
            <a:spLocks noGrp="1"/>
          </p:cNvSpPr>
          <p:nvPr>
            <p:ph type="body" sz="quarter" idx="16"/>
          </p:nvPr>
        </p:nvSpPr>
        <p:spPr>
          <a:xfrm>
            <a:off x="554038" y="1340835"/>
            <a:ext cx="4546709" cy="1030288"/>
          </a:xfrm>
        </p:spPr>
        <p:txBody>
          <a:bodyPr/>
          <a:lstStyle>
            <a:lvl1pPr>
              <a:defRPr>
                <a:solidFill>
                  <a:schemeClr val="bg1"/>
                </a:solidFill>
              </a:defRPr>
            </a:lvl1pPr>
          </a:lstStyle>
          <a:p>
            <a:pPr lvl="0"/>
            <a:r>
              <a:rPr lang="en-GB"/>
              <a:t>Click to edit Master text styles</a:t>
            </a:r>
          </a:p>
        </p:txBody>
      </p:sp>
      <p:sp>
        <p:nvSpPr>
          <p:cNvPr id="32" name="Freeform 31">
            <a:extLst>
              <a:ext uri="{FF2B5EF4-FFF2-40B4-BE49-F238E27FC236}">
                <a16:creationId xmlns:a16="http://schemas.microsoft.com/office/drawing/2014/main" id="{04A8B277-D638-318B-92A8-028D67937AC2}"/>
              </a:ext>
            </a:extLst>
          </p:cNvPr>
          <p:cNvSpPr/>
          <p:nvPr userDrawn="1"/>
        </p:nvSpPr>
        <p:spPr>
          <a:xfrm>
            <a:off x="4737315" y="0"/>
            <a:ext cx="2195750" cy="6858000"/>
          </a:xfrm>
          <a:custGeom>
            <a:avLst/>
            <a:gdLst>
              <a:gd name="connsiteX0" fmla="*/ 1969084 w 2195750"/>
              <a:gd name="connsiteY0" fmla="*/ 0 h 6858000"/>
              <a:gd name="connsiteX1" fmla="*/ 2195750 w 2195750"/>
              <a:gd name="connsiteY1" fmla="*/ 0 h 6858000"/>
              <a:gd name="connsiteX2" fmla="*/ 2161525 w 2195750"/>
              <a:gd name="connsiteY2" fmla="*/ 65203 h 6858000"/>
              <a:gd name="connsiteX3" fmla="*/ 1923048 w 2195750"/>
              <a:gd name="connsiteY3" fmla="*/ 564173 h 6858000"/>
              <a:gd name="connsiteX4" fmla="*/ 1313940 w 2195750"/>
              <a:gd name="connsiteY4" fmla="*/ 3942588 h 6858000"/>
              <a:gd name="connsiteX5" fmla="*/ 201511 w 2195750"/>
              <a:gd name="connsiteY5" fmla="*/ 6832245 h 6858000"/>
              <a:gd name="connsiteX6" fmla="*/ 182865 w 2195750"/>
              <a:gd name="connsiteY6" fmla="*/ 6858000 h 6858000"/>
              <a:gd name="connsiteX7" fmla="*/ 0 w 2195750"/>
              <a:gd name="connsiteY7" fmla="*/ 6858000 h 6858000"/>
              <a:gd name="connsiteX8" fmla="*/ 18654 w 2195750"/>
              <a:gd name="connsiteY8" fmla="*/ 6824101 h 6858000"/>
              <a:gd name="connsiteX9" fmla="*/ 705793 w 2195750"/>
              <a:gd name="connsiteY9" fmla="*/ 4649039 h 6858000"/>
              <a:gd name="connsiteX10" fmla="*/ 1314901 w 2195750"/>
              <a:gd name="connsiteY10" fmla="*/ 1270626 h 6858000"/>
              <a:gd name="connsiteX11" fmla="*/ 1833431 w 2195750"/>
              <a:gd name="connsiteY11" fmla="*/ 24687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95750" h="6858000">
                <a:moveTo>
                  <a:pt x="1969084" y="0"/>
                </a:moveTo>
                <a:lnTo>
                  <a:pt x="2195750" y="0"/>
                </a:lnTo>
                <a:lnTo>
                  <a:pt x="2161525" y="65203"/>
                </a:lnTo>
                <a:cubicBezTo>
                  <a:pt x="2073851" y="236177"/>
                  <a:pt x="1993106" y="402849"/>
                  <a:pt x="1923048" y="564173"/>
                </a:cubicBezTo>
                <a:cubicBezTo>
                  <a:pt x="1362597" y="1854765"/>
                  <a:pt x="1483348" y="2808922"/>
                  <a:pt x="1313940" y="3942588"/>
                </a:cubicBezTo>
                <a:cubicBezTo>
                  <a:pt x="1173913" y="4862569"/>
                  <a:pt x="844277" y="5901971"/>
                  <a:pt x="201511" y="6832245"/>
                </a:cubicBezTo>
                <a:lnTo>
                  <a:pt x="182865" y="6858000"/>
                </a:lnTo>
                <a:lnTo>
                  <a:pt x="0" y="6858000"/>
                </a:lnTo>
                <a:lnTo>
                  <a:pt x="18654" y="6824101"/>
                </a:lnTo>
                <a:cubicBezTo>
                  <a:pt x="389098" y="6096186"/>
                  <a:pt x="600773" y="5339025"/>
                  <a:pt x="705793" y="4649039"/>
                </a:cubicBezTo>
                <a:cubicBezTo>
                  <a:pt x="875192" y="3515373"/>
                  <a:pt x="754440" y="2561216"/>
                  <a:pt x="1314901" y="1270626"/>
                </a:cubicBezTo>
                <a:cubicBezTo>
                  <a:pt x="1455017" y="947978"/>
                  <a:pt x="1637882" y="603935"/>
                  <a:pt x="1833431" y="246878"/>
                </a:cubicBezTo>
                <a:close/>
              </a:path>
            </a:pathLst>
          </a:custGeom>
          <a:solidFill>
            <a:srgbClr val="5B1E5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33" name="Text Placeholder 6">
            <a:extLst>
              <a:ext uri="{FF2B5EF4-FFF2-40B4-BE49-F238E27FC236}">
                <a16:creationId xmlns:a16="http://schemas.microsoft.com/office/drawing/2014/main" id="{084FE5AE-1FB1-89DD-A40C-59B25366566E}"/>
              </a:ext>
            </a:extLst>
          </p:cNvPr>
          <p:cNvSpPr>
            <a:spLocks noGrp="1"/>
          </p:cNvSpPr>
          <p:nvPr>
            <p:ph idx="17" hasCustomPrompt="1"/>
          </p:nvPr>
        </p:nvSpPr>
        <p:spPr>
          <a:xfrm>
            <a:off x="2069436" y="4229976"/>
            <a:ext cx="3028136" cy="341809"/>
          </a:xfrm>
          <a:prstGeom prst="rect">
            <a:avLst/>
          </a:prstGeom>
        </p:spPr>
        <p:txBody>
          <a:bodyPr vert="horz" lIns="0" tIns="0" rIns="0" bIns="0" rtlCol="0">
            <a:normAutofit/>
          </a:bodyPr>
          <a:lstStyle>
            <a:lvl1pPr marL="12700" indent="0" algn="l">
              <a:buNone/>
              <a:tabLst/>
              <a:defRPr b="1">
                <a:solidFill>
                  <a:schemeClr val="bg1"/>
                </a:solidFill>
              </a:defRPr>
            </a:lvl1pPr>
            <a:lvl2pPr marL="184150" indent="-171450" algn="l">
              <a:buFont typeface="Arial" panose="020B0604020202020204" pitchFamily="34" charset="0"/>
              <a:buChar char="•"/>
              <a:tabLst/>
              <a:defRPr>
                <a:solidFill>
                  <a:schemeClr val="accent3"/>
                </a:solidFill>
              </a:defRPr>
            </a:lvl2pPr>
            <a:lvl3pPr marL="12700" indent="0">
              <a:buNone/>
              <a:tabLst/>
              <a:defRPr/>
            </a:lvl3pPr>
          </a:lstStyle>
          <a:p>
            <a:pPr lvl="0"/>
            <a:r>
              <a:rPr lang="en-GB"/>
              <a:t>Name and Surname</a:t>
            </a:r>
          </a:p>
        </p:txBody>
      </p:sp>
      <p:sp>
        <p:nvSpPr>
          <p:cNvPr id="34" name="Text Placeholder 10">
            <a:extLst>
              <a:ext uri="{FF2B5EF4-FFF2-40B4-BE49-F238E27FC236}">
                <a16:creationId xmlns:a16="http://schemas.microsoft.com/office/drawing/2014/main" id="{291C4C70-0E17-5D48-03A1-9D3740F8BBBE}"/>
              </a:ext>
            </a:extLst>
          </p:cNvPr>
          <p:cNvSpPr>
            <a:spLocks noGrp="1"/>
          </p:cNvSpPr>
          <p:nvPr>
            <p:ph type="body" sz="quarter" idx="18"/>
          </p:nvPr>
        </p:nvSpPr>
        <p:spPr>
          <a:xfrm>
            <a:off x="2069436" y="4574658"/>
            <a:ext cx="3028137" cy="617795"/>
          </a:xfrm>
        </p:spPr>
        <p:txBody>
          <a:bodyPr>
            <a:normAutofit/>
          </a:bodyPr>
          <a:lstStyle>
            <a:lvl1pPr algn="l">
              <a:defRPr sz="1200">
                <a:solidFill>
                  <a:schemeClr val="bg1"/>
                </a:solidFill>
              </a:defRPr>
            </a:lvl1pPr>
            <a:lvl2pPr marL="179388" indent="-171450" algn="ctr">
              <a:buFont typeface="Arial" panose="020B0604020202020204" pitchFamily="34" charset="0"/>
              <a:buChar char="•"/>
              <a:tabLst/>
              <a:defRPr/>
            </a:lvl2pPr>
          </a:lstStyle>
          <a:p>
            <a:pPr lvl="0"/>
            <a:r>
              <a:rPr lang="en-GB"/>
              <a:t>Click to edit Master text styles</a:t>
            </a:r>
          </a:p>
        </p:txBody>
      </p:sp>
      <p:sp>
        <p:nvSpPr>
          <p:cNvPr id="35" name="Picture Placeholder 16">
            <a:extLst>
              <a:ext uri="{FF2B5EF4-FFF2-40B4-BE49-F238E27FC236}">
                <a16:creationId xmlns:a16="http://schemas.microsoft.com/office/drawing/2014/main" id="{CD1C416C-0F6B-DFA1-4B7B-70B455EFD9BD}"/>
              </a:ext>
            </a:extLst>
          </p:cNvPr>
          <p:cNvSpPr>
            <a:spLocks noGrp="1"/>
          </p:cNvSpPr>
          <p:nvPr>
            <p:ph type="pic" sz="quarter" idx="19"/>
          </p:nvPr>
        </p:nvSpPr>
        <p:spPr>
          <a:xfrm>
            <a:off x="550862" y="4003820"/>
            <a:ext cx="1241348" cy="1309086"/>
          </a:xfrm>
          <a:custGeom>
            <a:avLst/>
            <a:gdLst>
              <a:gd name="connsiteX0" fmla="*/ 577388 w 1407298"/>
              <a:gd name="connsiteY0" fmla="*/ 294 h 1484092"/>
              <a:gd name="connsiteX1" fmla="*/ 1228905 w 1407298"/>
              <a:gd name="connsiteY1" fmla="*/ 346913 h 1484092"/>
              <a:gd name="connsiteX2" fmla="*/ 1228836 w 1407298"/>
              <a:gd name="connsiteY2" fmla="*/ 346983 h 1484092"/>
              <a:gd name="connsiteX3" fmla="*/ 1372072 w 1407298"/>
              <a:gd name="connsiteY3" fmla="*/ 1018872 h 1484092"/>
              <a:gd name="connsiteX4" fmla="*/ 845991 w 1407298"/>
              <a:gd name="connsiteY4" fmla="*/ 1395599 h 1484092"/>
              <a:gd name="connsiteX5" fmla="*/ 317059 w 1407298"/>
              <a:gd name="connsiteY5" fmla="*/ 1447400 h 1484092"/>
              <a:gd name="connsiteX6" fmla="*/ 98867 w 1407298"/>
              <a:gd name="connsiteY6" fmla="*/ 973329 h 1484092"/>
              <a:gd name="connsiteX7" fmla="*/ 29544 w 1407298"/>
              <a:gd name="connsiteY7" fmla="*/ 358108 h 1484092"/>
              <a:gd name="connsiteX8" fmla="*/ 577388 w 1407298"/>
              <a:gd name="connsiteY8" fmla="*/ 294 h 1484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07298" h="1484092">
                <a:moveTo>
                  <a:pt x="577388" y="294"/>
                </a:moveTo>
                <a:cubicBezTo>
                  <a:pt x="819082" y="-7424"/>
                  <a:pt x="1069885" y="137898"/>
                  <a:pt x="1228905" y="346913"/>
                </a:cubicBezTo>
                <a:lnTo>
                  <a:pt x="1228836" y="346983"/>
                </a:lnTo>
                <a:cubicBezTo>
                  <a:pt x="1387508" y="555996"/>
                  <a:pt x="1454051" y="828424"/>
                  <a:pt x="1372072" y="1018872"/>
                </a:cubicBezTo>
                <a:cubicBezTo>
                  <a:pt x="1290094" y="1209321"/>
                  <a:pt x="1059664" y="1317931"/>
                  <a:pt x="845991" y="1395599"/>
                </a:cubicBezTo>
                <a:cubicBezTo>
                  <a:pt x="632319" y="1473683"/>
                  <a:pt x="435125" y="1520965"/>
                  <a:pt x="317059" y="1447400"/>
                </a:cubicBezTo>
                <a:cubicBezTo>
                  <a:pt x="198993" y="1374183"/>
                  <a:pt x="159777" y="1179910"/>
                  <a:pt x="98867" y="973329"/>
                </a:cubicBezTo>
                <a:cubicBezTo>
                  <a:pt x="37957" y="766748"/>
                  <a:pt x="-45065" y="547931"/>
                  <a:pt x="29544" y="358108"/>
                </a:cubicBezTo>
                <a:cubicBezTo>
                  <a:pt x="104152" y="168702"/>
                  <a:pt x="336042" y="7944"/>
                  <a:pt x="577388" y="294"/>
                </a:cubicBezTo>
                <a:close/>
              </a:path>
            </a:pathLst>
          </a:custGeom>
          <a:solidFill>
            <a:schemeClr val="bg2"/>
          </a:solidFill>
        </p:spPr>
        <p:txBody>
          <a:bodyPr wrap="square" anchor="ctr">
            <a:noAutofit/>
          </a:bodyPr>
          <a:lstStyle>
            <a:lvl1pPr marL="0" indent="0" algn="ctr">
              <a:buNone/>
              <a:defRPr/>
            </a:lvl1pPr>
          </a:lstStyle>
          <a:p>
            <a:r>
              <a:rPr lang="en-GB"/>
              <a:t>Click icon to add picture</a:t>
            </a:r>
            <a:endParaRPr lang="en-PL"/>
          </a:p>
        </p:txBody>
      </p:sp>
      <p:sp>
        <p:nvSpPr>
          <p:cNvPr id="41" name="Freeform 40">
            <a:extLst>
              <a:ext uri="{FF2B5EF4-FFF2-40B4-BE49-F238E27FC236}">
                <a16:creationId xmlns:a16="http://schemas.microsoft.com/office/drawing/2014/main" id="{37278615-7553-2C74-7514-E58F0F9C319C}"/>
              </a:ext>
            </a:extLst>
          </p:cNvPr>
          <p:cNvSpPr/>
          <p:nvPr userDrawn="1"/>
        </p:nvSpPr>
        <p:spPr>
          <a:xfrm>
            <a:off x="4908605" y="0"/>
            <a:ext cx="2503877" cy="6858000"/>
          </a:xfrm>
          <a:custGeom>
            <a:avLst/>
            <a:gdLst>
              <a:gd name="connsiteX0" fmla="*/ 2012930 w 2503877"/>
              <a:gd name="connsiteY0" fmla="*/ 0 h 6858000"/>
              <a:gd name="connsiteX1" fmla="*/ 2503877 w 2503877"/>
              <a:gd name="connsiteY1" fmla="*/ 0 h 6858000"/>
              <a:gd name="connsiteX2" fmla="*/ 2315406 w 2503877"/>
              <a:gd name="connsiteY2" fmla="*/ 352946 h 6858000"/>
              <a:gd name="connsiteX3" fmla="*/ 1809165 w 2503877"/>
              <a:gd name="connsiteY3" fmla="*/ 1382831 h 6858000"/>
              <a:gd name="connsiteX4" fmla="*/ 1240526 w 2503877"/>
              <a:gd name="connsiteY4" fmla="*/ 4768301 h 6858000"/>
              <a:gd name="connsiteX5" fmla="*/ 660130 w 2503877"/>
              <a:gd name="connsiteY5" fmla="*/ 6782002 h 6858000"/>
              <a:gd name="connsiteX6" fmla="*/ 623493 w 2503877"/>
              <a:gd name="connsiteY6" fmla="*/ 6858000 h 6858000"/>
              <a:gd name="connsiteX7" fmla="*/ 0 w 2503877"/>
              <a:gd name="connsiteY7" fmla="*/ 6858000 h 6858000"/>
              <a:gd name="connsiteX8" fmla="*/ 18646 w 2503877"/>
              <a:gd name="connsiteY8" fmla="*/ 6832245 h 6858000"/>
              <a:gd name="connsiteX9" fmla="*/ 1131075 w 2503877"/>
              <a:gd name="connsiteY9" fmla="*/ 3942588 h 6858000"/>
              <a:gd name="connsiteX10" fmla="*/ 1740183 w 2503877"/>
              <a:gd name="connsiteY10" fmla="*/ 564173 h 6858000"/>
              <a:gd name="connsiteX11" fmla="*/ 1946115 w 2503877"/>
              <a:gd name="connsiteY11" fmla="*/ 1291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503877" h="6858000">
                <a:moveTo>
                  <a:pt x="2012930" y="0"/>
                </a:moveTo>
                <a:lnTo>
                  <a:pt x="2503877" y="0"/>
                </a:lnTo>
                <a:lnTo>
                  <a:pt x="2315406" y="352946"/>
                </a:lnTo>
                <a:cubicBezTo>
                  <a:pt x="2124143" y="712320"/>
                  <a:pt x="1945409" y="1058528"/>
                  <a:pt x="1809165" y="1382831"/>
                </a:cubicBezTo>
                <a:cubicBezTo>
                  <a:pt x="1264183" y="2680040"/>
                  <a:pt x="1396349" y="3632683"/>
                  <a:pt x="1240526" y="4768301"/>
                </a:cubicBezTo>
                <a:cubicBezTo>
                  <a:pt x="1151210" y="5406326"/>
                  <a:pt x="971709" y="6102673"/>
                  <a:pt x="660130" y="6782002"/>
                </a:cubicBezTo>
                <a:lnTo>
                  <a:pt x="623493" y="6858000"/>
                </a:lnTo>
                <a:lnTo>
                  <a:pt x="0" y="6858000"/>
                </a:lnTo>
                <a:lnTo>
                  <a:pt x="18646" y="6832245"/>
                </a:lnTo>
                <a:cubicBezTo>
                  <a:pt x="661412" y="5901971"/>
                  <a:pt x="991048" y="4862569"/>
                  <a:pt x="1131075" y="3942588"/>
                </a:cubicBezTo>
                <a:cubicBezTo>
                  <a:pt x="1300483" y="2808922"/>
                  <a:pt x="1179732" y="1854765"/>
                  <a:pt x="1740183" y="564173"/>
                </a:cubicBezTo>
                <a:cubicBezTo>
                  <a:pt x="1801484" y="423015"/>
                  <a:pt x="1870967" y="277761"/>
                  <a:pt x="1946115" y="129115"/>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44" name="Picture Placeholder 43">
            <a:extLst>
              <a:ext uri="{FF2B5EF4-FFF2-40B4-BE49-F238E27FC236}">
                <a16:creationId xmlns:a16="http://schemas.microsoft.com/office/drawing/2014/main" id="{CF3E8D10-1FC1-0D74-F938-96FDB84FC281}"/>
              </a:ext>
            </a:extLst>
          </p:cNvPr>
          <p:cNvSpPr>
            <a:spLocks noGrp="1"/>
          </p:cNvSpPr>
          <p:nvPr>
            <p:ph type="pic" sz="quarter" idx="20"/>
          </p:nvPr>
        </p:nvSpPr>
        <p:spPr>
          <a:xfrm>
            <a:off x="5520523" y="0"/>
            <a:ext cx="6671477" cy="6858000"/>
          </a:xfrm>
          <a:custGeom>
            <a:avLst/>
            <a:gdLst>
              <a:gd name="connsiteX0" fmla="*/ 1880384 w 6671477"/>
              <a:gd name="connsiteY0" fmla="*/ 0 h 6858000"/>
              <a:gd name="connsiteX1" fmla="*/ 6671477 w 6671477"/>
              <a:gd name="connsiteY1" fmla="*/ 0 h 6858000"/>
              <a:gd name="connsiteX2" fmla="*/ 6671477 w 6671477"/>
              <a:gd name="connsiteY2" fmla="*/ 6858000 h 6858000"/>
              <a:gd name="connsiteX3" fmla="*/ 0 w 6671477"/>
              <a:gd name="connsiteY3" fmla="*/ 6858000 h 6858000"/>
              <a:gd name="connsiteX4" fmla="*/ 36637 w 6671477"/>
              <a:gd name="connsiteY4" fmla="*/ 6782002 h 6858000"/>
              <a:gd name="connsiteX5" fmla="*/ 617033 w 6671477"/>
              <a:gd name="connsiteY5" fmla="*/ 4768301 h 6858000"/>
              <a:gd name="connsiteX6" fmla="*/ 1185672 w 6671477"/>
              <a:gd name="connsiteY6" fmla="*/ 1382831 h 6858000"/>
              <a:gd name="connsiteX7" fmla="*/ 1691913 w 6671477"/>
              <a:gd name="connsiteY7" fmla="*/ 35294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671477" h="6858000">
                <a:moveTo>
                  <a:pt x="1880384" y="0"/>
                </a:moveTo>
                <a:lnTo>
                  <a:pt x="6671477" y="0"/>
                </a:lnTo>
                <a:lnTo>
                  <a:pt x="6671477" y="6858000"/>
                </a:lnTo>
                <a:lnTo>
                  <a:pt x="0" y="6858000"/>
                </a:lnTo>
                <a:lnTo>
                  <a:pt x="36637" y="6782002"/>
                </a:lnTo>
                <a:cubicBezTo>
                  <a:pt x="348216" y="6102673"/>
                  <a:pt x="527717" y="5406326"/>
                  <a:pt x="617033" y="4768301"/>
                </a:cubicBezTo>
                <a:cubicBezTo>
                  <a:pt x="772856" y="3632683"/>
                  <a:pt x="640690" y="2680040"/>
                  <a:pt x="1185672" y="1382831"/>
                </a:cubicBezTo>
                <a:cubicBezTo>
                  <a:pt x="1321916" y="1058528"/>
                  <a:pt x="1500650" y="712320"/>
                  <a:pt x="1691913" y="352946"/>
                </a:cubicBezTo>
                <a:close/>
              </a:path>
            </a:pathLst>
          </a:custGeom>
          <a:solidFill>
            <a:schemeClr val="bg2"/>
          </a:solidFill>
        </p:spPr>
        <p:txBody>
          <a:bodyPr wrap="square" anchor="ctr">
            <a:noAutofit/>
          </a:bodyPr>
          <a:lstStyle>
            <a:lvl1pPr marL="0" indent="0" algn="ctr">
              <a:buNone/>
              <a:defRPr/>
            </a:lvl1pPr>
          </a:lstStyle>
          <a:p>
            <a:r>
              <a:rPr lang="en-GB"/>
              <a:t>Click icon to add picture</a:t>
            </a:r>
          </a:p>
        </p:txBody>
      </p:sp>
    </p:spTree>
    <p:extLst>
      <p:ext uri="{BB962C8B-B14F-4D97-AF65-F5344CB8AC3E}">
        <p14:creationId xmlns:p14="http://schemas.microsoft.com/office/powerpoint/2010/main" val="188172150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End-cover_light">
    <p:bg>
      <p:bgPr>
        <a:solidFill>
          <a:schemeClr val="bg1"/>
        </a:solidFill>
        <a:effectLst/>
      </p:bgPr>
    </p:bg>
    <p:spTree>
      <p:nvGrpSpPr>
        <p:cNvPr id="1" name=""/>
        <p:cNvGrpSpPr/>
        <p:nvPr/>
      </p:nvGrpSpPr>
      <p:grpSpPr>
        <a:xfrm>
          <a:off x="0" y="0"/>
          <a:ext cx="0" cy="0"/>
          <a:chOff x="0" y="0"/>
          <a:chExt cx="0" cy="0"/>
        </a:xfrm>
      </p:grpSpPr>
      <p:sp>
        <p:nvSpPr>
          <p:cNvPr id="46" name="Rectangle 45">
            <a:extLst>
              <a:ext uri="{FF2B5EF4-FFF2-40B4-BE49-F238E27FC236}">
                <a16:creationId xmlns:a16="http://schemas.microsoft.com/office/drawing/2014/main" id="{0D52A9A4-97F2-7F53-0D44-94858DC3118F}"/>
              </a:ext>
            </a:extLst>
          </p:cNvPr>
          <p:cNvSpPr/>
          <p:nvPr userDrawn="1"/>
        </p:nvSpPr>
        <p:spPr>
          <a:xfrm>
            <a:off x="2575367" y="-1"/>
            <a:ext cx="6967960" cy="6867819"/>
          </a:xfrm>
          <a:custGeom>
            <a:avLst/>
            <a:gdLst>
              <a:gd name="connsiteX0" fmla="*/ 0 w 7089494"/>
              <a:gd name="connsiteY0" fmla="*/ 0 h 6858001"/>
              <a:gd name="connsiteX1" fmla="*/ 7089494 w 7089494"/>
              <a:gd name="connsiteY1" fmla="*/ 0 h 6858001"/>
              <a:gd name="connsiteX2" fmla="*/ 7089494 w 7089494"/>
              <a:gd name="connsiteY2" fmla="*/ 6858001 h 6858001"/>
              <a:gd name="connsiteX3" fmla="*/ 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6013048 w 7089494"/>
              <a:gd name="connsiteY3" fmla="*/ 668438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131951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131951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6967960"/>
              <a:gd name="connsiteY0" fmla="*/ 0 h 6863789"/>
              <a:gd name="connsiteX1" fmla="*/ 1319514 w 6967960"/>
              <a:gd name="connsiteY1" fmla="*/ 0 h 6863789"/>
              <a:gd name="connsiteX2" fmla="*/ 6967960 w 6967960"/>
              <a:gd name="connsiteY2" fmla="*/ 6863789 h 6863789"/>
              <a:gd name="connsiteX3" fmla="*/ 5202820 w 6967960"/>
              <a:gd name="connsiteY3" fmla="*/ 6858001 h 6863789"/>
              <a:gd name="connsiteX4" fmla="*/ 0 w 6967960"/>
              <a:gd name="connsiteY4" fmla="*/ 0 h 68637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67960" h="6863789">
                <a:moveTo>
                  <a:pt x="0" y="0"/>
                </a:moveTo>
                <a:lnTo>
                  <a:pt x="1319514" y="0"/>
                </a:lnTo>
                <a:cubicBezTo>
                  <a:pt x="2322654" y="4375230"/>
                  <a:pt x="5044633" y="4577789"/>
                  <a:pt x="6967960" y="6863789"/>
                </a:cubicBezTo>
                <a:lnTo>
                  <a:pt x="5202820" y="6858001"/>
                </a:lnTo>
                <a:cubicBezTo>
                  <a:pt x="3624805" y="4299996"/>
                  <a:pt x="1196049" y="2708476"/>
                  <a:pt x="0" y="0"/>
                </a:cubicBez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
        <p:nvSpPr>
          <p:cNvPr id="7" name="Text Placeholder 6">
            <a:extLst>
              <a:ext uri="{FF2B5EF4-FFF2-40B4-BE49-F238E27FC236}">
                <a16:creationId xmlns:a16="http://schemas.microsoft.com/office/drawing/2014/main" id="{E826FE26-AFDB-F07C-663E-7C33DA765794}"/>
              </a:ext>
            </a:extLst>
          </p:cNvPr>
          <p:cNvSpPr>
            <a:spLocks noGrp="1"/>
          </p:cNvSpPr>
          <p:nvPr>
            <p:ph idx="1" hasCustomPrompt="1"/>
          </p:nvPr>
        </p:nvSpPr>
        <p:spPr>
          <a:xfrm>
            <a:off x="554037" y="4016436"/>
            <a:ext cx="4252632" cy="995423"/>
          </a:xfrm>
          <a:prstGeom prst="rect">
            <a:avLst/>
          </a:prstGeom>
        </p:spPr>
        <p:txBody>
          <a:bodyPr vert="horz" lIns="0" tIns="0" rIns="0" bIns="0" rtlCol="0">
            <a:normAutofit/>
          </a:bodyPr>
          <a:lstStyle>
            <a:lvl1pPr marL="0" indent="0">
              <a:buNone/>
              <a:defRPr/>
            </a:lvl1pPr>
            <a:lvl2pPr marL="457200" indent="0">
              <a:buNone/>
              <a:defRPr/>
            </a:lvl2pPr>
            <a:lvl3pPr marL="914400" indent="0">
              <a:buNone/>
              <a:defRPr/>
            </a:lvl3pPr>
          </a:lstStyle>
          <a:p>
            <a:pPr lvl="0"/>
            <a:r>
              <a:rPr lang="en-GB"/>
              <a:t>Click to edit Master text styles</a:t>
            </a:r>
          </a:p>
        </p:txBody>
      </p:sp>
      <p:sp>
        <p:nvSpPr>
          <p:cNvPr id="8" name="Title Placeholder 10">
            <a:extLst>
              <a:ext uri="{FF2B5EF4-FFF2-40B4-BE49-F238E27FC236}">
                <a16:creationId xmlns:a16="http://schemas.microsoft.com/office/drawing/2014/main" id="{D0396193-2776-6A62-7DE8-4E7F9141097E}"/>
              </a:ext>
            </a:extLst>
          </p:cNvPr>
          <p:cNvSpPr>
            <a:spLocks noGrp="1"/>
          </p:cNvSpPr>
          <p:nvPr>
            <p:ph type="title" hasCustomPrompt="1"/>
          </p:nvPr>
        </p:nvSpPr>
        <p:spPr>
          <a:xfrm>
            <a:off x="554038" y="3429000"/>
            <a:ext cx="4252632" cy="584261"/>
          </a:xfrm>
          <a:prstGeom prst="rect">
            <a:avLst/>
          </a:prstGeom>
        </p:spPr>
        <p:txBody>
          <a:bodyPr vert="horz" lIns="0" tIns="0" rIns="0" bIns="0" rtlCol="0" anchor="t">
            <a:normAutofit/>
          </a:bodyPr>
          <a:lstStyle>
            <a:lvl1pPr>
              <a:defRPr>
                <a:solidFill>
                  <a:schemeClr val="tx2"/>
                </a:solidFill>
              </a:defRPr>
            </a:lvl1pPr>
          </a:lstStyle>
          <a:p>
            <a:r>
              <a:rPr lang="en-GB"/>
              <a:t>Thanks!</a:t>
            </a:r>
            <a:endParaRPr lang="en-PL"/>
          </a:p>
        </p:txBody>
      </p:sp>
      <p:sp>
        <p:nvSpPr>
          <p:cNvPr id="24" name="Picture Placeholder 23">
            <a:extLst>
              <a:ext uri="{FF2B5EF4-FFF2-40B4-BE49-F238E27FC236}">
                <a16:creationId xmlns:a16="http://schemas.microsoft.com/office/drawing/2014/main" id="{EE48DFFF-E338-09B9-2477-E5D55A4DD2B9}"/>
              </a:ext>
            </a:extLst>
          </p:cNvPr>
          <p:cNvSpPr>
            <a:spLocks noGrp="1"/>
          </p:cNvSpPr>
          <p:nvPr>
            <p:ph type="pic" sz="quarter" idx="10" hasCustomPrompt="1"/>
          </p:nvPr>
        </p:nvSpPr>
        <p:spPr>
          <a:xfrm>
            <a:off x="3958542" y="1"/>
            <a:ext cx="8233458" cy="6858000"/>
          </a:xfrm>
          <a:custGeom>
            <a:avLst/>
            <a:gdLst>
              <a:gd name="connsiteX0" fmla="*/ 0 w 8233458"/>
              <a:gd name="connsiteY0" fmla="*/ 0 h 6858000"/>
              <a:gd name="connsiteX1" fmla="*/ 8233458 w 8233458"/>
              <a:gd name="connsiteY1" fmla="*/ 0 h 6858000"/>
              <a:gd name="connsiteX2" fmla="*/ 8233458 w 8233458"/>
              <a:gd name="connsiteY2" fmla="*/ 6858000 h 6858000"/>
              <a:gd name="connsiteX3" fmla="*/ 5776855 w 8233458"/>
              <a:gd name="connsiteY3" fmla="*/ 6858000 h 6858000"/>
              <a:gd name="connsiteX4" fmla="*/ 2226297 w 8233458"/>
              <a:gd name="connsiteY4" fmla="*/ 3819525 h 6858000"/>
              <a:gd name="connsiteX5" fmla="*/ 0 w 8233458"/>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233458" h="6858000">
                <a:moveTo>
                  <a:pt x="0" y="0"/>
                </a:moveTo>
                <a:lnTo>
                  <a:pt x="8233458" y="0"/>
                </a:lnTo>
                <a:lnTo>
                  <a:pt x="8233458" y="6858000"/>
                </a:lnTo>
                <a:lnTo>
                  <a:pt x="5776855" y="6858000"/>
                </a:lnTo>
                <a:cubicBezTo>
                  <a:pt x="5776855" y="6858000"/>
                  <a:pt x="3771270" y="5153026"/>
                  <a:pt x="2226297" y="3819525"/>
                </a:cubicBezTo>
                <a:cubicBezTo>
                  <a:pt x="681323" y="2486025"/>
                  <a:pt x="0" y="0"/>
                  <a:pt x="0" y="0"/>
                </a:cubicBezTo>
                <a:close/>
              </a:path>
            </a:pathLst>
          </a:custGeom>
          <a:solidFill>
            <a:schemeClr val="bg2"/>
          </a:solidFill>
        </p:spPr>
        <p:txBody>
          <a:bodyPr wrap="square" lIns="2520000" rIns="2520000" anchor="ctr">
            <a:noAutofit/>
          </a:bodyPr>
          <a:lstStyle>
            <a:lvl1pPr marL="0" indent="0" algn="ctr">
              <a:buNone/>
              <a:defRPr sz="1600"/>
            </a:lvl1pPr>
          </a:lstStyle>
          <a:p>
            <a:r>
              <a:rPr lang="en-GB"/>
              <a:t>You can add a photo</a:t>
            </a:r>
          </a:p>
        </p:txBody>
      </p:sp>
      <p:sp>
        <p:nvSpPr>
          <p:cNvPr id="36" name="Freeform 35">
            <a:extLst>
              <a:ext uri="{FF2B5EF4-FFF2-40B4-BE49-F238E27FC236}">
                <a16:creationId xmlns:a16="http://schemas.microsoft.com/office/drawing/2014/main" id="{65547924-9C4A-ECA1-A5C7-F0DEF0CA22FA}"/>
              </a:ext>
            </a:extLst>
          </p:cNvPr>
          <p:cNvSpPr/>
          <p:nvPr userDrawn="1"/>
        </p:nvSpPr>
        <p:spPr>
          <a:xfrm>
            <a:off x="3003630" y="-1"/>
            <a:ext cx="6769849" cy="6867819"/>
          </a:xfrm>
          <a:custGeom>
            <a:avLst/>
            <a:gdLst>
              <a:gd name="connsiteX0" fmla="*/ 0 w 6765403"/>
              <a:gd name="connsiteY0" fmla="*/ 0 h 6858000"/>
              <a:gd name="connsiteX1" fmla="*/ 1030147 w 6765403"/>
              <a:gd name="connsiteY1" fmla="*/ 0 h 6858000"/>
              <a:gd name="connsiteX2" fmla="*/ 3237665 w 6765403"/>
              <a:gd name="connsiteY2" fmla="*/ 3818547 h 6858000"/>
              <a:gd name="connsiteX3" fmla="*/ 6758275 w 6765403"/>
              <a:gd name="connsiteY3" fmla="*/ 6856244 h 6858000"/>
              <a:gd name="connsiteX4" fmla="*/ 6765403 w 6765403"/>
              <a:gd name="connsiteY4" fmla="*/ 6856244 h 6858000"/>
              <a:gd name="connsiteX5" fmla="*/ 6765403 w 6765403"/>
              <a:gd name="connsiteY5" fmla="*/ 6858000 h 6858000"/>
              <a:gd name="connsiteX6" fmla="*/ 0 w 6765403"/>
              <a:gd name="connsiteY6" fmla="*/ 6858000 h 6858000"/>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5972537 w 6765403"/>
              <a:gd name="connsiteY6" fmla="*/ 6869574 h 6869574"/>
              <a:gd name="connsiteX7" fmla="*/ 0 w 6765403"/>
              <a:gd name="connsiteY7" fmla="*/ 0 h 6869574"/>
              <a:gd name="connsiteX0" fmla="*/ 0 w 6765403"/>
              <a:gd name="connsiteY0" fmla="*/ 0 h 6858000"/>
              <a:gd name="connsiteX1" fmla="*/ 1030147 w 6765403"/>
              <a:gd name="connsiteY1" fmla="*/ 0 h 6858000"/>
              <a:gd name="connsiteX2" fmla="*/ 3237665 w 6765403"/>
              <a:gd name="connsiteY2" fmla="*/ 3818547 h 6858000"/>
              <a:gd name="connsiteX3" fmla="*/ 6758275 w 6765403"/>
              <a:gd name="connsiteY3" fmla="*/ 6856244 h 6858000"/>
              <a:gd name="connsiteX4" fmla="*/ 6765403 w 6765403"/>
              <a:gd name="connsiteY4" fmla="*/ 6856244 h 6858000"/>
              <a:gd name="connsiteX5" fmla="*/ 6765403 w 6765403"/>
              <a:gd name="connsiteY5" fmla="*/ 6858000 h 6858000"/>
              <a:gd name="connsiteX6" fmla="*/ 6400800 w 6765403"/>
              <a:gd name="connsiteY6" fmla="*/ 6834850 h 6858000"/>
              <a:gd name="connsiteX7" fmla="*/ 0 w 6765403"/>
              <a:gd name="connsiteY7" fmla="*/ 0 h 6858000"/>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6423950 w 6765403"/>
              <a:gd name="connsiteY6" fmla="*/ 6869574 h 6869574"/>
              <a:gd name="connsiteX7" fmla="*/ 0 w 6765403"/>
              <a:gd name="connsiteY7" fmla="*/ 0 h 6869574"/>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6423950 w 6765403"/>
              <a:gd name="connsiteY6" fmla="*/ 6869574 h 6869574"/>
              <a:gd name="connsiteX7" fmla="*/ 0 w 6765403"/>
              <a:gd name="connsiteY7" fmla="*/ 0 h 6869574"/>
              <a:gd name="connsiteX0" fmla="*/ 0 w 6117221"/>
              <a:gd name="connsiteY0" fmla="*/ 0 h 6875361"/>
              <a:gd name="connsiteX1" fmla="*/ 381965 w 6117221"/>
              <a:gd name="connsiteY1" fmla="*/ 5787 h 6875361"/>
              <a:gd name="connsiteX2" fmla="*/ 2589483 w 6117221"/>
              <a:gd name="connsiteY2" fmla="*/ 3824334 h 6875361"/>
              <a:gd name="connsiteX3" fmla="*/ 6110093 w 6117221"/>
              <a:gd name="connsiteY3" fmla="*/ 6862031 h 6875361"/>
              <a:gd name="connsiteX4" fmla="*/ 6117221 w 6117221"/>
              <a:gd name="connsiteY4" fmla="*/ 6862031 h 6875361"/>
              <a:gd name="connsiteX5" fmla="*/ 6117221 w 6117221"/>
              <a:gd name="connsiteY5" fmla="*/ 6863787 h 6875361"/>
              <a:gd name="connsiteX6" fmla="*/ 5775768 w 6117221"/>
              <a:gd name="connsiteY6" fmla="*/ 6875361 h 6875361"/>
              <a:gd name="connsiteX7" fmla="*/ 0 w 6117221"/>
              <a:gd name="connsiteY7" fmla="*/ 0 h 6875361"/>
              <a:gd name="connsiteX0" fmla="*/ 0 w 6701742"/>
              <a:gd name="connsiteY0" fmla="*/ 1 h 6869574"/>
              <a:gd name="connsiteX1" fmla="*/ 966486 w 6701742"/>
              <a:gd name="connsiteY1" fmla="*/ 0 h 6869574"/>
              <a:gd name="connsiteX2" fmla="*/ 3174004 w 6701742"/>
              <a:gd name="connsiteY2" fmla="*/ 3818547 h 6869574"/>
              <a:gd name="connsiteX3" fmla="*/ 6694614 w 6701742"/>
              <a:gd name="connsiteY3" fmla="*/ 6856244 h 6869574"/>
              <a:gd name="connsiteX4" fmla="*/ 6701742 w 6701742"/>
              <a:gd name="connsiteY4" fmla="*/ 6856244 h 6869574"/>
              <a:gd name="connsiteX5" fmla="*/ 6701742 w 6701742"/>
              <a:gd name="connsiteY5" fmla="*/ 6858000 h 6869574"/>
              <a:gd name="connsiteX6" fmla="*/ 6360289 w 6701742"/>
              <a:gd name="connsiteY6" fmla="*/ 6869574 h 6869574"/>
              <a:gd name="connsiteX7" fmla="*/ 0 w 6701742"/>
              <a:gd name="connsiteY7" fmla="*/ 1 h 6869574"/>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939023"/>
              <a:gd name="connsiteX1" fmla="*/ 966486 w 6701742"/>
              <a:gd name="connsiteY1" fmla="*/ 0 h 6939023"/>
              <a:gd name="connsiteX2" fmla="*/ 3174004 w 6701742"/>
              <a:gd name="connsiteY2" fmla="*/ 3818547 h 6939023"/>
              <a:gd name="connsiteX3" fmla="*/ 6694614 w 6701742"/>
              <a:gd name="connsiteY3" fmla="*/ 6856244 h 6939023"/>
              <a:gd name="connsiteX4" fmla="*/ 6701742 w 6701742"/>
              <a:gd name="connsiteY4" fmla="*/ 6856244 h 6939023"/>
              <a:gd name="connsiteX5" fmla="*/ 6643869 w 6701742"/>
              <a:gd name="connsiteY5" fmla="*/ 6939023 h 6939023"/>
              <a:gd name="connsiteX6" fmla="*/ 6354502 w 6701742"/>
              <a:gd name="connsiteY6" fmla="*/ 6863787 h 6939023"/>
              <a:gd name="connsiteX7" fmla="*/ 0 w 6701742"/>
              <a:gd name="connsiteY7" fmla="*/ 1 h 6939023"/>
              <a:gd name="connsiteX0" fmla="*/ 0 w 6776977"/>
              <a:gd name="connsiteY0" fmla="*/ 1 h 7070376"/>
              <a:gd name="connsiteX1" fmla="*/ 966486 w 6776977"/>
              <a:gd name="connsiteY1" fmla="*/ 0 h 7070376"/>
              <a:gd name="connsiteX2" fmla="*/ 3174004 w 6776977"/>
              <a:gd name="connsiteY2" fmla="*/ 3818547 h 7070376"/>
              <a:gd name="connsiteX3" fmla="*/ 6694614 w 6776977"/>
              <a:gd name="connsiteY3" fmla="*/ 6856244 h 7070376"/>
              <a:gd name="connsiteX4" fmla="*/ 6776977 w 6776977"/>
              <a:gd name="connsiteY4" fmla="*/ 7070376 h 7070376"/>
              <a:gd name="connsiteX5" fmla="*/ 6643869 w 6776977"/>
              <a:gd name="connsiteY5" fmla="*/ 6939023 h 7070376"/>
              <a:gd name="connsiteX6" fmla="*/ 6354502 w 6776977"/>
              <a:gd name="connsiteY6" fmla="*/ 6863787 h 7070376"/>
              <a:gd name="connsiteX7" fmla="*/ 0 w 6776977"/>
              <a:gd name="connsiteY7" fmla="*/ 1 h 7070376"/>
              <a:gd name="connsiteX0" fmla="*/ 0 w 6776977"/>
              <a:gd name="connsiteY0" fmla="*/ 1 h 7070376"/>
              <a:gd name="connsiteX1" fmla="*/ 966486 w 6776977"/>
              <a:gd name="connsiteY1" fmla="*/ 0 h 7070376"/>
              <a:gd name="connsiteX2" fmla="*/ 3174004 w 6776977"/>
              <a:gd name="connsiteY2" fmla="*/ 3818547 h 7070376"/>
              <a:gd name="connsiteX3" fmla="*/ 6769849 w 6776977"/>
              <a:gd name="connsiteY3" fmla="*/ 6867819 h 7070376"/>
              <a:gd name="connsiteX4" fmla="*/ 6776977 w 6776977"/>
              <a:gd name="connsiteY4" fmla="*/ 7070376 h 7070376"/>
              <a:gd name="connsiteX5" fmla="*/ 6643869 w 6776977"/>
              <a:gd name="connsiteY5" fmla="*/ 6939023 h 7070376"/>
              <a:gd name="connsiteX6" fmla="*/ 6354502 w 6776977"/>
              <a:gd name="connsiteY6" fmla="*/ 6863787 h 7070376"/>
              <a:gd name="connsiteX7" fmla="*/ 0 w 6776977"/>
              <a:gd name="connsiteY7" fmla="*/ 1 h 7070376"/>
              <a:gd name="connsiteX0" fmla="*/ 0 w 6769849"/>
              <a:gd name="connsiteY0" fmla="*/ 1 h 6939023"/>
              <a:gd name="connsiteX1" fmla="*/ 966486 w 6769849"/>
              <a:gd name="connsiteY1" fmla="*/ 0 h 6939023"/>
              <a:gd name="connsiteX2" fmla="*/ 3174004 w 6769849"/>
              <a:gd name="connsiteY2" fmla="*/ 3818547 h 6939023"/>
              <a:gd name="connsiteX3" fmla="*/ 6769849 w 6769849"/>
              <a:gd name="connsiteY3" fmla="*/ 6867819 h 6939023"/>
              <a:gd name="connsiteX4" fmla="*/ 6643869 w 6769849"/>
              <a:gd name="connsiteY4" fmla="*/ 6939023 h 6939023"/>
              <a:gd name="connsiteX5" fmla="*/ 6354502 w 6769849"/>
              <a:gd name="connsiteY5" fmla="*/ 6863787 h 6939023"/>
              <a:gd name="connsiteX6" fmla="*/ 0 w 6769849"/>
              <a:gd name="connsiteY6" fmla="*/ 1 h 6939023"/>
              <a:gd name="connsiteX0" fmla="*/ 0 w 6769849"/>
              <a:gd name="connsiteY0" fmla="*/ 1 h 6867819"/>
              <a:gd name="connsiteX1" fmla="*/ 966486 w 6769849"/>
              <a:gd name="connsiteY1" fmla="*/ 0 h 6867819"/>
              <a:gd name="connsiteX2" fmla="*/ 3174004 w 6769849"/>
              <a:gd name="connsiteY2" fmla="*/ 3818547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104557 w 6769849"/>
              <a:gd name="connsiteY2" fmla="*/ 3859058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127706 w 6769849"/>
              <a:gd name="connsiteY2" fmla="*/ 3754885 h 6867819"/>
              <a:gd name="connsiteX3" fmla="*/ 6769849 w 6769849"/>
              <a:gd name="connsiteY3" fmla="*/ 6867819 h 6867819"/>
              <a:gd name="connsiteX4" fmla="*/ 6354502 w 6769849"/>
              <a:gd name="connsiteY4" fmla="*/ 6863787 h 6867819"/>
              <a:gd name="connsiteX5" fmla="*/ 0 w 6769849"/>
              <a:gd name="connsiteY5" fmla="*/ 1 h 6867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769849" h="6867819">
                <a:moveTo>
                  <a:pt x="0" y="1"/>
                </a:moveTo>
                <a:lnTo>
                  <a:pt x="966486" y="0"/>
                </a:lnTo>
                <a:cubicBezTo>
                  <a:pt x="1135707" y="386604"/>
                  <a:pt x="1763052" y="2599757"/>
                  <a:pt x="3127706" y="3754885"/>
                </a:cubicBezTo>
                <a:cubicBezTo>
                  <a:pt x="4467217" y="4888731"/>
                  <a:pt x="6074732" y="6204424"/>
                  <a:pt x="6769849" y="6867819"/>
                </a:cubicBezTo>
                <a:lnTo>
                  <a:pt x="6354502" y="6863787"/>
                </a:lnTo>
                <a:cubicBezTo>
                  <a:pt x="3923818" y="4398380"/>
                  <a:pt x="1533646" y="3946967"/>
                  <a:pt x="0" y="1"/>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extBox 1">
            <a:extLst>
              <a:ext uri="{FF2B5EF4-FFF2-40B4-BE49-F238E27FC236}">
                <a16:creationId xmlns:a16="http://schemas.microsoft.com/office/drawing/2014/main" id="{F0C2B91E-6263-3DFE-2F5D-8D4CD3A79360}"/>
              </a:ext>
            </a:extLst>
          </p:cNvPr>
          <p:cNvSpPr txBox="1"/>
          <p:nvPr userDrawn="1"/>
        </p:nvSpPr>
        <p:spPr>
          <a:xfrm>
            <a:off x="550863" y="6086183"/>
            <a:ext cx="1051570" cy="276999"/>
          </a:xfrm>
          <a:prstGeom prst="rect">
            <a:avLst/>
          </a:prstGeom>
          <a:noFill/>
        </p:spPr>
        <p:txBody>
          <a:bodyPr wrap="none" lIns="0" tIns="0" rIns="0" bIns="0" rtlCol="0">
            <a:spAutoFit/>
          </a:bodyPr>
          <a:lstStyle/>
          <a:p>
            <a:r>
              <a:rPr lang="en-GB" sz="1800" err="1">
                <a:solidFill>
                  <a:schemeClr val="tx2"/>
                </a:solidFill>
              </a:rPr>
              <a:t>xebia.com</a:t>
            </a:r>
            <a:endParaRPr lang="en-GB" sz="1800">
              <a:solidFill>
                <a:schemeClr val="tx2"/>
              </a:solidFill>
            </a:endParaRPr>
          </a:p>
        </p:txBody>
      </p:sp>
      <p:pic>
        <p:nvPicPr>
          <p:cNvPr id="3" name="Graphic 2">
            <a:extLst>
              <a:ext uri="{FF2B5EF4-FFF2-40B4-BE49-F238E27FC236}">
                <a16:creationId xmlns:a16="http://schemas.microsoft.com/office/drawing/2014/main" id="{FFFF42E6-A456-BD1D-C4C7-A3ADF1EF6685}"/>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47125" y="533282"/>
            <a:ext cx="1255744" cy="442730"/>
          </a:xfrm>
          <a:prstGeom prst="rect">
            <a:avLst/>
          </a:prstGeom>
        </p:spPr>
      </p:pic>
    </p:spTree>
    <p:extLst>
      <p:ext uri="{BB962C8B-B14F-4D97-AF65-F5344CB8AC3E}">
        <p14:creationId xmlns:p14="http://schemas.microsoft.com/office/powerpoint/2010/main" val="152092123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End-cover_dark">
    <p:bg>
      <p:bgPr>
        <a:solidFill>
          <a:schemeClr val="tx2"/>
        </a:solidFill>
        <a:effectLst/>
      </p:bgPr>
    </p:bg>
    <p:spTree>
      <p:nvGrpSpPr>
        <p:cNvPr id="1" name=""/>
        <p:cNvGrpSpPr/>
        <p:nvPr/>
      </p:nvGrpSpPr>
      <p:grpSpPr>
        <a:xfrm>
          <a:off x="0" y="0"/>
          <a:ext cx="0" cy="0"/>
          <a:chOff x="0" y="0"/>
          <a:chExt cx="0" cy="0"/>
        </a:xfrm>
      </p:grpSpPr>
      <p:sp>
        <p:nvSpPr>
          <p:cNvPr id="46" name="Rectangle 45">
            <a:extLst>
              <a:ext uri="{FF2B5EF4-FFF2-40B4-BE49-F238E27FC236}">
                <a16:creationId xmlns:a16="http://schemas.microsoft.com/office/drawing/2014/main" id="{0D52A9A4-97F2-7F53-0D44-94858DC3118F}"/>
              </a:ext>
            </a:extLst>
          </p:cNvPr>
          <p:cNvSpPr/>
          <p:nvPr userDrawn="1"/>
        </p:nvSpPr>
        <p:spPr>
          <a:xfrm>
            <a:off x="2575367" y="-1"/>
            <a:ext cx="6967960" cy="6867819"/>
          </a:xfrm>
          <a:custGeom>
            <a:avLst/>
            <a:gdLst>
              <a:gd name="connsiteX0" fmla="*/ 0 w 7089494"/>
              <a:gd name="connsiteY0" fmla="*/ 0 h 6858001"/>
              <a:gd name="connsiteX1" fmla="*/ 7089494 w 7089494"/>
              <a:gd name="connsiteY1" fmla="*/ 0 h 6858001"/>
              <a:gd name="connsiteX2" fmla="*/ 7089494 w 7089494"/>
              <a:gd name="connsiteY2" fmla="*/ 6858001 h 6858001"/>
              <a:gd name="connsiteX3" fmla="*/ 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6013048 w 7089494"/>
              <a:gd name="connsiteY3" fmla="*/ 668438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131951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131951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6967960"/>
              <a:gd name="connsiteY0" fmla="*/ 0 h 6863789"/>
              <a:gd name="connsiteX1" fmla="*/ 1319514 w 6967960"/>
              <a:gd name="connsiteY1" fmla="*/ 0 h 6863789"/>
              <a:gd name="connsiteX2" fmla="*/ 6967960 w 6967960"/>
              <a:gd name="connsiteY2" fmla="*/ 6863789 h 6863789"/>
              <a:gd name="connsiteX3" fmla="*/ 5202820 w 6967960"/>
              <a:gd name="connsiteY3" fmla="*/ 6858001 h 6863789"/>
              <a:gd name="connsiteX4" fmla="*/ 0 w 6967960"/>
              <a:gd name="connsiteY4" fmla="*/ 0 h 68637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67960" h="6863789">
                <a:moveTo>
                  <a:pt x="0" y="0"/>
                </a:moveTo>
                <a:lnTo>
                  <a:pt x="1319514" y="0"/>
                </a:lnTo>
                <a:cubicBezTo>
                  <a:pt x="2322654" y="4375230"/>
                  <a:pt x="5044633" y="4577789"/>
                  <a:pt x="6967960" y="6863789"/>
                </a:cubicBezTo>
                <a:lnTo>
                  <a:pt x="5202820" y="6858001"/>
                </a:lnTo>
                <a:cubicBezTo>
                  <a:pt x="3624805" y="4299996"/>
                  <a:pt x="1196049" y="2708476"/>
                  <a:pt x="0" y="0"/>
                </a:cubicBezTo>
                <a:close/>
              </a:path>
            </a:pathLst>
          </a:custGeom>
          <a:solidFill>
            <a:srgbClr val="5B1E5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
        <p:nvSpPr>
          <p:cNvPr id="7" name="Text Placeholder 6">
            <a:extLst>
              <a:ext uri="{FF2B5EF4-FFF2-40B4-BE49-F238E27FC236}">
                <a16:creationId xmlns:a16="http://schemas.microsoft.com/office/drawing/2014/main" id="{E826FE26-AFDB-F07C-663E-7C33DA765794}"/>
              </a:ext>
            </a:extLst>
          </p:cNvPr>
          <p:cNvSpPr>
            <a:spLocks noGrp="1"/>
          </p:cNvSpPr>
          <p:nvPr>
            <p:ph idx="1" hasCustomPrompt="1"/>
          </p:nvPr>
        </p:nvSpPr>
        <p:spPr>
          <a:xfrm>
            <a:off x="554037" y="4016436"/>
            <a:ext cx="4252632" cy="995423"/>
          </a:xfrm>
          <a:prstGeom prst="rect">
            <a:avLst/>
          </a:prstGeom>
        </p:spPr>
        <p:txBody>
          <a:bodyPr vert="horz" lIns="0" tIns="0" rIns="0" bIns="0" rtlCol="0">
            <a:normAutofit/>
          </a:bodyPr>
          <a:lstStyle>
            <a:lvl1pPr marL="0" indent="0">
              <a:buNone/>
              <a:defRPr>
                <a:solidFill>
                  <a:schemeClr val="bg1"/>
                </a:solidFill>
              </a:defRPr>
            </a:lvl1pPr>
            <a:lvl2pPr marL="457200" indent="0">
              <a:buNone/>
              <a:defRPr/>
            </a:lvl2pPr>
            <a:lvl3pPr marL="914400" indent="0">
              <a:buNone/>
              <a:defRPr/>
            </a:lvl3pPr>
          </a:lstStyle>
          <a:p>
            <a:pPr lvl="0"/>
            <a:r>
              <a:rPr lang="en-GB"/>
              <a:t>Click to edit Master text styles</a:t>
            </a:r>
          </a:p>
        </p:txBody>
      </p:sp>
      <p:sp>
        <p:nvSpPr>
          <p:cNvPr id="8" name="Title Placeholder 10">
            <a:extLst>
              <a:ext uri="{FF2B5EF4-FFF2-40B4-BE49-F238E27FC236}">
                <a16:creationId xmlns:a16="http://schemas.microsoft.com/office/drawing/2014/main" id="{D0396193-2776-6A62-7DE8-4E7F9141097E}"/>
              </a:ext>
            </a:extLst>
          </p:cNvPr>
          <p:cNvSpPr>
            <a:spLocks noGrp="1"/>
          </p:cNvSpPr>
          <p:nvPr>
            <p:ph type="title" hasCustomPrompt="1"/>
          </p:nvPr>
        </p:nvSpPr>
        <p:spPr>
          <a:xfrm>
            <a:off x="554038" y="3429000"/>
            <a:ext cx="4252632" cy="584261"/>
          </a:xfrm>
          <a:prstGeom prst="rect">
            <a:avLst/>
          </a:prstGeom>
        </p:spPr>
        <p:txBody>
          <a:bodyPr vert="horz" lIns="0" tIns="0" rIns="0" bIns="0" rtlCol="0" anchor="t">
            <a:normAutofit/>
          </a:bodyPr>
          <a:lstStyle>
            <a:lvl1pPr>
              <a:defRPr>
                <a:solidFill>
                  <a:schemeClr val="bg1"/>
                </a:solidFill>
              </a:defRPr>
            </a:lvl1pPr>
          </a:lstStyle>
          <a:p>
            <a:r>
              <a:rPr lang="en-GB"/>
              <a:t>Thanks!</a:t>
            </a:r>
            <a:endParaRPr lang="en-PL"/>
          </a:p>
        </p:txBody>
      </p:sp>
      <p:sp>
        <p:nvSpPr>
          <p:cNvPr id="24" name="Picture Placeholder 23">
            <a:extLst>
              <a:ext uri="{FF2B5EF4-FFF2-40B4-BE49-F238E27FC236}">
                <a16:creationId xmlns:a16="http://schemas.microsoft.com/office/drawing/2014/main" id="{EE48DFFF-E338-09B9-2477-E5D55A4DD2B9}"/>
              </a:ext>
            </a:extLst>
          </p:cNvPr>
          <p:cNvSpPr>
            <a:spLocks noGrp="1"/>
          </p:cNvSpPr>
          <p:nvPr>
            <p:ph type="pic" sz="quarter" idx="10" hasCustomPrompt="1"/>
          </p:nvPr>
        </p:nvSpPr>
        <p:spPr>
          <a:xfrm>
            <a:off x="3958542" y="1"/>
            <a:ext cx="8233458" cy="6858000"/>
          </a:xfrm>
          <a:custGeom>
            <a:avLst/>
            <a:gdLst>
              <a:gd name="connsiteX0" fmla="*/ 0 w 8233458"/>
              <a:gd name="connsiteY0" fmla="*/ 0 h 6858000"/>
              <a:gd name="connsiteX1" fmla="*/ 8233458 w 8233458"/>
              <a:gd name="connsiteY1" fmla="*/ 0 h 6858000"/>
              <a:gd name="connsiteX2" fmla="*/ 8233458 w 8233458"/>
              <a:gd name="connsiteY2" fmla="*/ 6858000 h 6858000"/>
              <a:gd name="connsiteX3" fmla="*/ 5776855 w 8233458"/>
              <a:gd name="connsiteY3" fmla="*/ 6858000 h 6858000"/>
              <a:gd name="connsiteX4" fmla="*/ 2226297 w 8233458"/>
              <a:gd name="connsiteY4" fmla="*/ 3819525 h 6858000"/>
              <a:gd name="connsiteX5" fmla="*/ 0 w 8233458"/>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233458" h="6858000">
                <a:moveTo>
                  <a:pt x="0" y="0"/>
                </a:moveTo>
                <a:lnTo>
                  <a:pt x="8233458" y="0"/>
                </a:lnTo>
                <a:lnTo>
                  <a:pt x="8233458" y="6858000"/>
                </a:lnTo>
                <a:lnTo>
                  <a:pt x="5776855" y="6858000"/>
                </a:lnTo>
                <a:cubicBezTo>
                  <a:pt x="5776855" y="6858000"/>
                  <a:pt x="3771270" y="5153026"/>
                  <a:pt x="2226297" y="3819525"/>
                </a:cubicBezTo>
                <a:cubicBezTo>
                  <a:pt x="681323" y="2486025"/>
                  <a:pt x="0" y="0"/>
                  <a:pt x="0" y="0"/>
                </a:cubicBezTo>
                <a:close/>
              </a:path>
            </a:pathLst>
          </a:custGeom>
          <a:solidFill>
            <a:schemeClr val="bg2"/>
          </a:solidFill>
        </p:spPr>
        <p:txBody>
          <a:bodyPr wrap="square" lIns="2520000" rIns="2520000" anchor="ctr">
            <a:noAutofit/>
          </a:bodyPr>
          <a:lstStyle>
            <a:lvl1pPr marL="0" indent="0" algn="ctr">
              <a:buNone/>
              <a:defRPr sz="1600"/>
            </a:lvl1pPr>
          </a:lstStyle>
          <a:p>
            <a:r>
              <a:rPr lang="en-GB"/>
              <a:t>You can add a photo</a:t>
            </a:r>
          </a:p>
        </p:txBody>
      </p:sp>
      <p:sp>
        <p:nvSpPr>
          <p:cNvPr id="36" name="Freeform 35">
            <a:extLst>
              <a:ext uri="{FF2B5EF4-FFF2-40B4-BE49-F238E27FC236}">
                <a16:creationId xmlns:a16="http://schemas.microsoft.com/office/drawing/2014/main" id="{65547924-9C4A-ECA1-A5C7-F0DEF0CA22FA}"/>
              </a:ext>
            </a:extLst>
          </p:cNvPr>
          <p:cNvSpPr/>
          <p:nvPr userDrawn="1"/>
        </p:nvSpPr>
        <p:spPr>
          <a:xfrm>
            <a:off x="3003630" y="-1"/>
            <a:ext cx="6769849" cy="6867819"/>
          </a:xfrm>
          <a:custGeom>
            <a:avLst/>
            <a:gdLst>
              <a:gd name="connsiteX0" fmla="*/ 0 w 6765403"/>
              <a:gd name="connsiteY0" fmla="*/ 0 h 6858000"/>
              <a:gd name="connsiteX1" fmla="*/ 1030147 w 6765403"/>
              <a:gd name="connsiteY1" fmla="*/ 0 h 6858000"/>
              <a:gd name="connsiteX2" fmla="*/ 3237665 w 6765403"/>
              <a:gd name="connsiteY2" fmla="*/ 3818547 h 6858000"/>
              <a:gd name="connsiteX3" fmla="*/ 6758275 w 6765403"/>
              <a:gd name="connsiteY3" fmla="*/ 6856244 h 6858000"/>
              <a:gd name="connsiteX4" fmla="*/ 6765403 w 6765403"/>
              <a:gd name="connsiteY4" fmla="*/ 6856244 h 6858000"/>
              <a:gd name="connsiteX5" fmla="*/ 6765403 w 6765403"/>
              <a:gd name="connsiteY5" fmla="*/ 6858000 h 6858000"/>
              <a:gd name="connsiteX6" fmla="*/ 0 w 6765403"/>
              <a:gd name="connsiteY6" fmla="*/ 6858000 h 6858000"/>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5972537 w 6765403"/>
              <a:gd name="connsiteY6" fmla="*/ 6869574 h 6869574"/>
              <a:gd name="connsiteX7" fmla="*/ 0 w 6765403"/>
              <a:gd name="connsiteY7" fmla="*/ 0 h 6869574"/>
              <a:gd name="connsiteX0" fmla="*/ 0 w 6765403"/>
              <a:gd name="connsiteY0" fmla="*/ 0 h 6858000"/>
              <a:gd name="connsiteX1" fmla="*/ 1030147 w 6765403"/>
              <a:gd name="connsiteY1" fmla="*/ 0 h 6858000"/>
              <a:gd name="connsiteX2" fmla="*/ 3237665 w 6765403"/>
              <a:gd name="connsiteY2" fmla="*/ 3818547 h 6858000"/>
              <a:gd name="connsiteX3" fmla="*/ 6758275 w 6765403"/>
              <a:gd name="connsiteY3" fmla="*/ 6856244 h 6858000"/>
              <a:gd name="connsiteX4" fmla="*/ 6765403 w 6765403"/>
              <a:gd name="connsiteY4" fmla="*/ 6856244 h 6858000"/>
              <a:gd name="connsiteX5" fmla="*/ 6765403 w 6765403"/>
              <a:gd name="connsiteY5" fmla="*/ 6858000 h 6858000"/>
              <a:gd name="connsiteX6" fmla="*/ 6400800 w 6765403"/>
              <a:gd name="connsiteY6" fmla="*/ 6834850 h 6858000"/>
              <a:gd name="connsiteX7" fmla="*/ 0 w 6765403"/>
              <a:gd name="connsiteY7" fmla="*/ 0 h 6858000"/>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6423950 w 6765403"/>
              <a:gd name="connsiteY6" fmla="*/ 6869574 h 6869574"/>
              <a:gd name="connsiteX7" fmla="*/ 0 w 6765403"/>
              <a:gd name="connsiteY7" fmla="*/ 0 h 6869574"/>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6423950 w 6765403"/>
              <a:gd name="connsiteY6" fmla="*/ 6869574 h 6869574"/>
              <a:gd name="connsiteX7" fmla="*/ 0 w 6765403"/>
              <a:gd name="connsiteY7" fmla="*/ 0 h 6869574"/>
              <a:gd name="connsiteX0" fmla="*/ 0 w 6117221"/>
              <a:gd name="connsiteY0" fmla="*/ 0 h 6875361"/>
              <a:gd name="connsiteX1" fmla="*/ 381965 w 6117221"/>
              <a:gd name="connsiteY1" fmla="*/ 5787 h 6875361"/>
              <a:gd name="connsiteX2" fmla="*/ 2589483 w 6117221"/>
              <a:gd name="connsiteY2" fmla="*/ 3824334 h 6875361"/>
              <a:gd name="connsiteX3" fmla="*/ 6110093 w 6117221"/>
              <a:gd name="connsiteY3" fmla="*/ 6862031 h 6875361"/>
              <a:gd name="connsiteX4" fmla="*/ 6117221 w 6117221"/>
              <a:gd name="connsiteY4" fmla="*/ 6862031 h 6875361"/>
              <a:gd name="connsiteX5" fmla="*/ 6117221 w 6117221"/>
              <a:gd name="connsiteY5" fmla="*/ 6863787 h 6875361"/>
              <a:gd name="connsiteX6" fmla="*/ 5775768 w 6117221"/>
              <a:gd name="connsiteY6" fmla="*/ 6875361 h 6875361"/>
              <a:gd name="connsiteX7" fmla="*/ 0 w 6117221"/>
              <a:gd name="connsiteY7" fmla="*/ 0 h 6875361"/>
              <a:gd name="connsiteX0" fmla="*/ 0 w 6701742"/>
              <a:gd name="connsiteY0" fmla="*/ 1 h 6869574"/>
              <a:gd name="connsiteX1" fmla="*/ 966486 w 6701742"/>
              <a:gd name="connsiteY1" fmla="*/ 0 h 6869574"/>
              <a:gd name="connsiteX2" fmla="*/ 3174004 w 6701742"/>
              <a:gd name="connsiteY2" fmla="*/ 3818547 h 6869574"/>
              <a:gd name="connsiteX3" fmla="*/ 6694614 w 6701742"/>
              <a:gd name="connsiteY3" fmla="*/ 6856244 h 6869574"/>
              <a:gd name="connsiteX4" fmla="*/ 6701742 w 6701742"/>
              <a:gd name="connsiteY4" fmla="*/ 6856244 h 6869574"/>
              <a:gd name="connsiteX5" fmla="*/ 6701742 w 6701742"/>
              <a:gd name="connsiteY5" fmla="*/ 6858000 h 6869574"/>
              <a:gd name="connsiteX6" fmla="*/ 6360289 w 6701742"/>
              <a:gd name="connsiteY6" fmla="*/ 6869574 h 6869574"/>
              <a:gd name="connsiteX7" fmla="*/ 0 w 6701742"/>
              <a:gd name="connsiteY7" fmla="*/ 1 h 6869574"/>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939023"/>
              <a:gd name="connsiteX1" fmla="*/ 966486 w 6701742"/>
              <a:gd name="connsiteY1" fmla="*/ 0 h 6939023"/>
              <a:gd name="connsiteX2" fmla="*/ 3174004 w 6701742"/>
              <a:gd name="connsiteY2" fmla="*/ 3818547 h 6939023"/>
              <a:gd name="connsiteX3" fmla="*/ 6694614 w 6701742"/>
              <a:gd name="connsiteY3" fmla="*/ 6856244 h 6939023"/>
              <a:gd name="connsiteX4" fmla="*/ 6701742 w 6701742"/>
              <a:gd name="connsiteY4" fmla="*/ 6856244 h 6939023"/>
              <a:gd name="connsiteX5" fmla="*/ 6643869 w 6701742"/>
              <a:gd name="connsiteY5" fmla="*/ 6939023 h 6939023"/>
              <a:gd name="connsiteX6" fmla="*/ 6354502 w 6701742"/>
              <a:gd name="connsiteY6" fmla="*/ 6863787 h 6939023"/>
              <a:gd name="connsiteX7" fmla="*/ 0 w 6701742"/>
              <a:gd name="connsiteY7" fmla="*/ 1 h 6939023"/>
              <a:gd name="connsiteX0" fmla="*/ 0 w 6776977"/>
              <a:gd name="connsiteY0" fmla="*/ 1 h 7070376"/>
              <a:gd name="connsiteX1" fmla="*/ 966486 w 6776977"/>
              <a:gd name="connsiteY1" fmla="*/ 0 h 7070376"/>
              <a:gd name="connsiteX2" fmla="*/ 3174004 w 6776977"/>
              <a:gd name="connsiteY2" fmla="*/ 3818547 h 7070376"/>
              <a:gd name="connsiteX3" fmla="*/ 6694614 w 6776977"/>
              <a:gd name="connsiteY3" fmla="*/ 6856244 h 7070376"/>
              <a:gd name="connsiteX4" fmla="*/ 6776977 w 6776977"/>
              <a:gd name="connsiteY4" fmla="*/ 7070376 h 7070376"/>
              <a:gd name="connsiteX5" fmla="*/ 6643869 w 6776977"/>
              <a:gd name="connsiteY5" fmla="*/ 6939023 h 7070376"/>
              <a:gd name="connsiteX6" fmla="*/ 6354502 w 6776977"/>
              <a:gd name="connsiteY6" fmla="*/ 6863787 h 7070376"/>
              <a:gd name="connsiteX7" fmla="*/ 0 w 6776977"/>
              <a:gd name="connsiteY7" fmla="*/ 1 h 7070376"/>
              <a:gd name="connsiteX0" fmla="*/ 0 w 6776977"/>
              <a:gd name="connsiteY0" fmla="*/ 1 h 7070376"/>
              <a:gd name="connsiteX1" fmla="*/ 966486 w 6776977"/>
              <a:gd name="connsiteY1" fmla="*/ 0 h 7070376"/>
              <a:gd name="connsiteX2" fmla="*/ 3174004 w 6776977"/>
              <a:gd name="connsiteY2" fmla="*/ 3818547 h 7070376"/>
              <a:gd name="connsiteX3" fmla="*/ 6769849 w 6776977"/>
              <a:gd name="connsiteY3" fmla="*/ 6867819 h 7070376"/>
              <a:gd name="connsiteX4" fmla="*/ 6776977 w 6776977"/>
              <a:gd name="connsiteY4" fmla="*/ 7070376 h 7070376"/>
              <a:gd name="connsiteX5" fmla="*/ 6643869 w 6776977"/>
              <a:gd name="connsiteY5" fmla="*/ 6939023 h 7070376"/>
              <a:gd name="connsiteX6" fmla="*/ 6354502 w 6776977"/>
              <a:gd name="connsiteY6" fmla="*/ 6863787 h 7070376"/>
              <a:gd name="connsiteX7" fmla="*/ 0 w 6776977"/>
              <a:gd name="connsiteY7" fmla="*/ 1 h 7070376"/>
              <a:gd name="connsiteX0" fmla="*/ 0 w 6769849"/>
              <a:gd name="connsiteY0" fmla="*/ 1 h 6939023"/>
              <a:gd name="connsiteX1" fmla="*/ 966486 w 6769849"/>
              <a:gd name="connsiteY1" fmla="*/ 0 h 6939023"/>
              <a:gd name="connsiteX2" fmla="*/ 3174004 w 6769849"/>
              <a:gd name="connsiteY2" fmla="*/ 3818547 h 6939023"/>
              <a:gd name="connsiteX3" fmla="*/ 6769849 w 6769849"/>
              <a:gd name="connsiteY3" fmla="*/ 6867819 h 6939023"/>
              <a:gd name="connsiteX4" fmla="*/ 6643869 w 6769849"/>
              <a:gd name="connsiteY4" fmla="*/ 6939023 h 6939023"/>
              <a:gd name="connsiteX5" fmla="*/ 6354502 w 6769849"/>
              <a:gd name="connsiteY5" fmla="*/ 6863787 h 6939023"/>
              <a:gd name="connsiteX6" fmla="*/ 0 w 6769849"/>
              <a:gd name="connsiteY6" fmla="*/ 1 h 6939023"/>
              <a:gd name="connsiteX0" fmla="*/ 0 w 6769849"/>
              <a:gd name="connsiteY0" fmla="*/ 1 h 6867819"/>
              <a:gd name="connsiteX1" fmla="*/ 966486 w 6769849"/>
              <a:gd name="connsiteY1" fmla="*/ 0 h 6867819"/>
              <a:gd name="connsiteX2" fmla="*/ 3174004 w 6769849"/>
              <a:gd name="connsiteY2" fmla="*/ 3818547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104557 w 6769849"/>
              <a:gd name="connsiteY2" fmla="*/ 3859058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127706 w 6769849"/>
              <a:gd name="connsiteY2" fmla="*/ 3754885 h 6867819"/>
              <a:gd name="connsiteX3" fmla="*/ 6769849 w 6769849"/>
              <a:gd name="connsiteY3" fmla="*/ 6867819 h 6867819"/>
              <a:gd name="connsiteX4" fmla="*/ 6354502 w 6769849"/>
              <a:gd name="connsiteY4" fmla="*/ 6863787 h 6867819"/>
              <a:gd name="connsiteX5" fmla="*/ 0 w 6769849"/>
              <a:gd name="connsiteY5" fmla="*/ 1 h 6867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769849" h="6867819">
                <a:moveTo>
                  <a:pt x="0" y="1"/>
                </a:moveTo>
                <a:lnTo>
                  <a:pt x="966486" y="0"/>
                </a:lnTo>
                <a:cubicBezTo>
                  <a:pt x="1135707" y="386604"/>
                  <a:pt x="1763052" y="2599757"/>
                  <a:pt x="3127706" y="3754885"/>
                </a:cubicBezTo>
                <a:cubicBezTo>
                  <a:pt x="4467217" y="4888731"/>
                  <a:pt x="6074732" y="6204424"/>
                  <a:pt x="6769849" y="6867819"/>
                </a:cubicBezTo>
                <a:lnTo>
                  <a:pt x="6354502" y="6863787"/>
                </a:lnTo>
                <a:cubicBezTo>
                  <a:pt x="3923818" y="4398380"/>
                  <a:pt x="1533646" y="3946967"/>
                  <a:pt x="0" y="1"/>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extBox 1">
            <a:extLst>
              <a:ext uri="{FF2B5EF4-FFF2-40B4-BE49-F238E27FC236}">
                <a16:creationId xmlns:a16="http://schemas.microsoft.com/office/drawing/2014/main" id="{F0C2B91E-6263-3DFE-2F5D-8D4CD3A79360}"/>
              </a:ext>
            </a:extLst>
          </p:cNvPr>
          <p:cNvSpPr txBox="1"/>
          <p:nvPr userDrawn="1"/>
        </p:nvSpPr>
        <p:spPr>
          <a:xfrm>
            <a:off x="550863" y="6086183"/>
            <a:ext cx="1051570" cy="276999"/>
          </a:xfrm>
          <a:prstGeom prst="rect">
            <a:avLst/>
          </a:prstGeom>
          <a:noFill/>
        </p:spPr>
        <p:txBody>
          <a:bodyPr wrap="none" lIns="0" tIns="0" rIns="0" bIns="0" rtlCol="0">
            <a:spAutoFit/>
          </a:bodyPr>
          <a:lstStyle/>
          <a:p>
            <a:r>
              <a:rPr lang="en-GB" sz="1800" err="1">
                <a:solidFill>
                  <a:schemeClr val="accent3"/>
                </a:solidFill>
              </a:rPr>
              <a:t>xebia.com</a:t>
            </a:r>
            <a:endParaRPr lang="en-GB" sz="1800">
              <a:solidFill>
                <a:schemeClr val="accent3"/>
              </a:solidFill>
            </a:endParaRPr>
          </a:p>
        </p:txBody>
      </p:sp>
      <p:pic>
        <p:nvPicPr>
          <p:cNvPr id="3" name="Graphic 2">
            <a:extLst>
              <a:ext uri="{FF2B5EF4-FFF2-40B4-BE49-F238E27FC236}">
                <a16:creationId xmlns:a16="http://schemas.microsoft.com/office/drawing/2014/main" id="{D6B500E9-9A83-15DB-09B2-5C18BB6C1F5C}"/>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47125" y="533282"/>
            <a:ext cx="1255744" cy="442730"/>
          </a:xfrm>
          <a:prstGeom prst="rect">
            <a:avLst/>
          </a:prstGeom>
        </p:spPr>
      </p:pic>
    </p:spTree>
    <p:extLst>
      <p:ext uri="{BB962C8B-B14F-4D97-AF65-F5344CB8AC3E}">
        <p14:creationId xmlns:p14="http://schemas.microsoft.com/office/powerpoint/2010/main" val="47673778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Content Title">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B4D4C034-320B-6DDD-5EA0-66E4226329A7}"/>
              </a:ext>
            </a:extLst>
          </p:cNvPr>
          <p:cNvSpPr/>
          <p:nvPr userDrawn="1"/>
        </p:nvSpPr>
        <p:spPr>
          <a:xfrm>
            <a:off x="0" y="3980869"/>
            <a:ext cx="3548627" cy="2877132"/>
          </a:xfrm>
          <a:custGeom>
            <a:avLst/>
            <a:gdLst>
              <a:gd name="connsiteX0" fmla="*/ 0 w 3548627"/>
              <a:gd name="connsiteY0" fmla="*/ 0 h 2877132"/>
              <a:gd name="connsiteX1" fmla="*/ 17180 w 3548627"/>
              <a:gd name="connsiteY1" fmla="*/ 2773 h 2877132"/>
              <a:gd name="connsiteX2" fmla="*/ 259491 w 3548627"/>
              <a:gd name="connsiteY2" fmla="*/ 60188 h 2877132"/>
              <a:gd name="connsiteX3" fmla="*/ 3514069 w 3548627"/>
              <a:gd name="connsiteY3" fmla="*/ 2844543 h 2877132"/>
              <a:gd name="connsiteX4" fmla="*/ 3548627 w 3548627"/>
              <a:gd name="connsiteY4" fmla="*/ 2877132 h 2877132"/>
              <a:gd name="connsiteX5" fmla="*/ 0 w 3548627"/>
              <a:gd name="connsiteY5" fmla="*/ 2877132 h 2877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48627" h="2877132">
                <a:moveTo>
                  <a:pt x="0" y="0"/>
                </a:moveTo>
                <a:lnTo>
                  <a:pt x="17180" y="2773"/>
                </a:lnTo>
                <a:cubicBezTo>
                  <a:pt x="98749" y="18969"/>
                  <a:pt x="179570" y="38093"/>
                  <a:pt x="259491" y="60188"/>
                </a:cubicBezTo>
                <a:cubicBezTo>
                  <a:pt x="2497293" y="678866"/>
                  <a:pt x="2569908" y="1912490"/>
                  <a:pt x="3514069" y="2844543"/>
                </a:cubicBezTo>
                <a:lnTo>
                  <a:pt x="3548627" y="2877132"/>
                </a:lnTo>
                <a:lnTo>
                  <a:pt x="0" y="2877132"/>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PL"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EE75B84-B7E0-4C4B-AC9D-894B0C074E7C}" type="slidenum">
              <a:rPr kumimoji="0" lang="en-PL" sz="1200" b="0" i="0" u="none" strike="noStrike" kern="1200" cap="none" spc="0" normalizeH="0" baseline="0" noProof="0" smtClean="0">
                <a:ln>
                  <a:noFill/>
                </a:ln>
                <a:solidFill>
                  <a:srgbClr val="A1A1A1"/>
                </a:solidFill>
                <a:effectLst/>
                <a:uLnTx/>
                <a:uFillTx/>
                <a:latin typeface="Arial" panose="020B060402020202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PL" sz="1200" b="0" i="0" u="none" strike="noStrike" kern="1200" cap="none" spc="0" normalizeH="0" baseline="0" noProof="0">
              <a:ln>
                <a:noFill/>
              </a:ln>
              <a:solidFill>
                <a:srgbClr val="A1A1A1"/>
              </a:solidFill>
              <a:effectLst/>
              <a:uLnTx/>
              <a:uFillTx/>
              <a:latin typeface="Arial" panose="020B0604020202020204"/>
              <a:ea typeface="+mn-ea"/>
              <a:cs typeface="+mn-cs"/>
            </a:endParaRPr>
          </a:p>
        </p:txBody>
      </p:sp>
      <p:sp>
        <p:nvSpPr>
          <p:cNvPr id="5" name="Rectangle 6">
            <a:extLst>
              <a:ext uri="{FF2B5EF4-FFF2-40B4-BE49-F238E27FC236}">
                <a16:creationId xmlns:a16="http://schemas.microsoft.com/office/drawing/2014/main" id="{6526320B-341E-6450-12F2-01073014314F}"/>
              </a:ext>
            </a:extLst>
          </p:cNvPr>
          <p:cNvSpPr/>
          <p:nvPr userDrawn="1"/>
        </p:nvSpPr>
        <p:spPr>
          <a:xfrm>
            <a:off x="10002417" y="0"/>
            <a:ext cx="2189583" cy="774441"/>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89583" h="774441">
                <a:moveTo>
                  <a:pt x="0" y="0"/>
                </a:moveTo>
                <a:lnTo>
                  <a:pt x="2180253" y="0"/>
                </a:lnTo>
                <a:lnTo>
                  <a:pt x="2189583" y="774441"/>
                </a:lnTo>
                <a:cubicBezTo>
                  <a:pt x="1696098" y="581609"/>
                  <a:pt x="1426547" y="547397"/>
                  <a:pt x="933061" y="447870"/>
                </a:cubicBezTo>
                <a:cubicBezTo>
                  <a:pt x="202163" y="214604"/>
                  <a:pt x="311020" y="149290"/>
                  <a:pt x="0" y="0"/>
                </a:cubicBez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PL" sz="1800" b="1"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PL" sz="1800" b="1" i="0" u="none" strike="noStrike" kern="1200" cap="none" spc="0" normalizeH="0" baseline="0" noProof="0">
              <a:ln>
                <a:noFill/>
              </a:ln>
              <a:solidFill>
                <a:srgbClr val="FFFFFF"/>
              </a:solidFill>
              <a:effectLst/>
              <a:uLnTx/>
              <a:uFillTx/>
              <a:latin typeface="Arial" panose="020B0604020202020204"/>
              <a:ea typeface="+mn-ea"/>
              <a:cs typeface="+mn-cs"/>
            </a:endParaRPr>
          </a:p>
        </p:txBody>
      </p:sp>
    </p:spTree>
    <p:extLst>
      <p:ext uri="{BB962C8B-B14F-4D97-AF65-F5344CB8AC3E}">
        <p14:creationId xmlns:p14="http://schemas.microsoft.com/office/powerpoint/2010/main" val="276364855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Main-cover_light">
    <p:bg>
      <p:bgPr>
        <a:solidFill>
          <a:schemeClr val="bg1"/>
        </a:solidFill>
        <a:effectLst/>
      </p:bgPr>
    </p:bg>
    <p:spTree>
      <p:nvGrpSpPr>
        <p:cNvPr id="1" name=""/>
        <p:cNvGrpSpPr/>
        <p:nvPr/>
      </p:nvGrpSpPr>
      <p:grpSpPr>
        <a:xfrm>
          <a:off x="0" y="0"/>
          <a:ext cx="0" cy="0"/>
          <a:chOff x="0" y="0"/>
          <a:chExt cx="0" cy="0"/>
        </a:xfrm>
      </p:grpSpPr>
      <p:sp>
        <p:nvSpPr>
          <p:cNvPr id="46" name="Rectangle 45">
            <a:extLst>
              <a:ext uri="{FF2B5EF4-FFF2-40B4-BE49-F238E27FC236}">
                <a16:creationId xmlns:a16="http://schemas.microsoft.com/office/drawing/2014/main" id="{0D52A9A4-97F2-7F53-0D44-94858DC3118F}"/>
              </a:ext>
            </a:extLst>
          </p:cNvPr>
          <p:cNvSpPr/>
          <p:nvPr userDrawn="1"/>
        </p:nvSpPr>
        <p:spPr>
          <a:xfrm>
            <a:off x="2575367" y="-1"/>
            <a:ext cx="6967960" cy="6867819"/>
          </a:xfrm>
          <a:custGeom>
            <a:avLst/>
            <a:gdLst>
              <a:gd name="connsiteX0" fmla="*/ 0 w 7089494"/>
              <a:gd name="connsiteY0" fmla="*/ 0 h 6858001"/>
              <a:gd name="connsiteX1" fmla="*/ 7089494 w 7089494"/>
              <a:gd name="connsiteY1" fmla="*/ 0 h 6858001"/>
              <a:gd name="connsiteX2" fmla="*/ 7089494 w 7089494"/>
              <a:gd name="connsiteY2" fmla="*/ 6858001 h 6858001"/>
              <a:gd name="connsiteX3" fmla="*/ 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6013048 w 7089494"/>
              <a:gd name="connsiteY3" fmla="*/ 668438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131951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131951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6967960"/>
              <a:gd name="connsiteY0" fmla="*/ 0 h 6863789"/>
              <a:gd name="connsiteX1" fmla="*/ 1319514 w 6967960"/>
              <a:gd name="connsiteY1" fmla="*/ 0 h 6863789"/>
              <a:gd name="connsiteX2" fmla="*/ 6967960 w 6967960"/>
              <a:gd name="connsiteY2" fmla="*/ 6863789 h 6863789"/>
              <a:gd name="connsiteX3" fmla="*/ 5202820 w 6967960"/>
              <a:gd name="connsiteY3" fmla="*/ 6858001 h 6863789"/>
              <a:gd name="connsiteX4" fmla="*/ 0 w 6967960"/>
              <a:gd name="connsiteY4" fmla="*/ 0 h 68637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67960" h="6863789">
                <a:moveTo>
                  <a:pt x="0" y="0"/>
                </a:moveTo>
                <a:lnTo>
                  <a:pt x="1319514" y="0"/>
                </a:lnTo>
                <a:cubicBezTo>
                  <a:pt x="2322654" y="4375230"/>
                  <a:pt x="5044633" y="4577789"/>
                  <a:pt x="6967960" y="6863789"/>
                </a:cubicBezTo>
                <a:lnTo>
                  <a:pt x="5202820" y="6858001"/>
                </a:lnTo>
                <a:cubicBezTo>
                  <a:pt x="3624805" y="4299996"/>
                  <a:pt x="1196049" y="2708476"/>
                  <a:pt x="0" y="0"/>
                </a:cubicBez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
        <p:nvSpPr>
          <p:cNvPr id="7" name="Text Placeholder 6">
            <a:extLst>
              <a:ext uri="{FF2B5EF4-FFF2-40B4-BE49-F238E27FC236}">
                <a16:creationId xmlns:a16="http://schemas.microsoft.com/office/drawing/2014/main" id="{E826FE26-AFDB-F07C-663E-7C33DA765794}"/>
              </a:ext>
            </a:extLst>
          </p:cNvPr>
          <p:cNvSpPr>
            <a:spLocks noGrp="1"/>
          </p:cNvSpPr>
          <p:nvPr>
            <p:ph idx="1" hasCustomPrompt="1"/>
          </p:nvPr>
        </p:nvSpPr>
        <p:spPr>
          <a:xfrm>
            <a:off x="550862" y="5542224"/>
            <a:ext cx="5545138" cy="766300"/>
          </a:xfrm>
          <a:prstGeom prst="rect">
            <a:avLst/>
          </a:prstGeom>
        </p:spPr>
        <p:txBody>
          <a:bodyPr vert="horz" lIns="0" tIns="0" rIns="0" bIns="0" rtlCol="0">
            <a:normAutofit/>
          </a:bodyPr>
          <a:lstStyle>
            <a:lvl1pPr marL="0" indent="0">
              <a:buNone/>
              <a:defRPr/>
            </a:lvl1pPr>
            <a:lvl2pPr marL="457200" indent="0">
              <a:buNone/>
              <a:defRPr/>
            </a:lvl2pPr>
            <a:lvl3pPr marL="914400" indent="0">
              <a:buNone/>
              <a:defRPr/>
            </a:lvl3pPr>
          </a:lstStyle>
          <a:p>
            <a:pPr lvl="0"/>
            <a:r>
              <a:rPr lang="en-GB"/>
              <a:t>Click to edit Master text styles</a:t>
            </a:r>
          </a:p>
        </p:txBody>
      </p:sp>
      <p:sp>
        <p:nvSpPr>
          <p:cNvPr id="8" name="Title Placeholder 10">
            <a:extLst>
              <a:ext uri="{FF2B5EF4-FFF2-40B4-BE49-F238E27FC236}">
                <a16:creationId xmlns:a16="http://schemas.microsoft.com/office/drawing/2014/main" id="{D0396193-2776-6A62-7DE8-4E7F9141097E}"/>
              </a:ext>
            </a:extLst>
          </p:cNvPr>
          <p:cNvSpPr>
            <a:spLocks noGrp="1"/>
          </p:cNvSpPr>
          <p:nvPr>
            <p:ph type="title" hasCustomPrompt="1"/>
          </p:nvPr>
        </p:nvSpPr>
        <p:spPr>
          <a:xfrm>
            <a:off x="550863" y="4298206"/>
            <a:ext cx="5545138" cy="1244018"/>
          </a:xfrm>
          <a:prstGeom prst="rect">
            <a:avLst/>
          </a:prstGeom>
        </p:spPr>
        <p:txBody>
          <a:bodyPr vert="horz" lIns="0" tIns="0" rIns="0" bIns="0" rtlCol="0" anchor="t">
            <a:normAutofit/>
          </a:bodyPr>
          <a:lstStyle>
            <a:lvl1pPr>
              <a:defRPr>
                <a:solidFill>
                  <a:schemeClr val="tx2"/>
                </a:solidFill>
              </a:defRPr>
            </a:lvl1pPr>
          </a:lstStyle>
          <a:p>
            <a:r>
              <a:rPr lang="en-GB"/>
              <a:t>Title of the</a:t>
            </a:r>
            <a:br>
              <a:rPr lang="en-GB"/>
            </a:br>
            <a:r>
              <a:rPr lang="en-GB"/>
              <a:t>presentation</a:t>
            </a:r>
            <a:endParaRPr lang="en-PL"/>
          </a:p>
        </p:txBody>
      </p:sp>
      <p:sp>
        <p:nvSpPr>
          <p:cNvPr id="24" name="Picture Placeholder 23">
            <a:extLst>
              <a:ext uri="{FF2B5EF4-FFF2-40B4-BE49-F238E27FC236}">
                <a16:creationId xmlns:a16="http://schemas.microsoft.com/office/drawing/2014/main" id="{EE48DFFF-E338-09B9-2477-E5D55A4DD2B9}"/>
              </a:ext>
            </a:extLst>
          </p:cNvPr>
          <p:cNvSpPr>
            <a:spLocks noGrp="1"/>
          </p:cNvSpPr>
          <p:nvPr>
            <p:ph type="pic" sz="quarter" idx="10" hasCustomPrompt="1"/>
          </p:nvPr>
        </p:nvSpPr>
        <p:spPr>
          <a:xfrm>
            <a:off x="3958542" y="1"/>
            <a:ext cx="8233458" cy="6858000"/>
          </a:xfrm>
          <a:custGeom>
            <a:avLst/>
            <a:gdLst>
              <a:gd name="connsiteX0" fmla="*/ 0 w 8233458"/>
              <a:gd name="connsiteY0" fmla="*/ 0 h 6858000"/>
              <a:gd name="connsiteX1" fmla="*/ 8233458 w 8233458"/>
              <a:gd name="connsiteY1" fmla="*/ 0 h 6858000"/>
              <a:gd name="connsiteX2" fmla="*/ 8233458 w 8233458"/>
              <a:gd name="connsiteY2" fmla="*/ 6858000 h 6858000"/>
              <a:gd name="connsiteX3" fmla="*/ 5776855 w 8233458"/>
              <a:gd name="connsiteY3" fmla="*/ 6858000 h 6858000"/>
              <a:gd name="connsiteX4" fmla="*/ 2226297 w 8233458"/>
              <a:gd name="connsiteY4" fmla="*/ 3819525 h 6858000"/>
              <a:gd name="connsiteX5" fmla="*/ 0 w 8233458"/>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233458" h="6858000">
                <a:moveTo>
                  <a:pt x="0" y="0"/>
                </a:moveTo>
                <a:lnTo>
                  <a:pt x="8233458" y="0"/>
                </a:lnTo>
                <a:lnTo>
                  <a:pt x="8233458" y="6858000"/>
                </a:lnTo>
                <a:lnTo>
                  <a:pt x="5776855" y="6858000"/>
                </a:lnTo>
                <a:cubicBezTo>
                  <a:pt x="5776855" y="6858000"/>
                  <a:pt x="3771270" y="5153026"/>
                  <a:pt x="2226297" y="3819525"/>
                </a:cubicBezTo>
                <a:cubicBezTo>
                  <a:pt x="681323" y="2486025"/>
                  <a:pt x="0" y="0"/>
                  <a:pt x="0" y="0"/>
                </a:cubicBezTo>
                <a:close/>
              </a:path>
            </a:pathLst>
          </a:custGeom>
          <a:solidFill>
            <a:schemeClr val="bg2"/>
          </a:solidFill>
        </p:spPr>
        <p:txBody>
          <a:bodyPr wrap="square" lIns="2520000" rIns="2520000" anchor="ctr">
            <a:noAutofit/>
          </a:bodyPr>
          <a:lstStyle>
            <a:lvl1pPr marL="0" indent="0" algn="ctr">
              <a:buNone/>
              <a:defRPr sz="1600"/>
            </a:lvl1pPr>
          </a:lstStyle>
          <a:p>
            <a:r>
              <a:rPr lang="en-GB"/>
              <a:t>You can add a photo</a:t>
            </a:r>
          </a:p>
        </p:txBody>
      </p:sp>
      <p:sp>
        <p:nvSpPr>
          <p:cNvPr id="36" name="Freeform 35">
            <a:extLst>
              <a:ext uri="{FF2B5EF4-FFF2-40B4-BE49-F238E27FC236}">
                <a16:creationId xmlns:a16="http://schemas.microsoft.com/office/drawing/2014/main" id="{65547924-9C4A-ECA1-A5C7-F0DEF0CA22FA}"/>
              </a:ext>
            </a:extLst>
          </p:cNvPr>
          <p:cNvSpPr/>
          <p:nvPr userDrawn="1"/>
        </p:nvSpPr>
        <p:spPr>
          <a:xfrm>
            <a:off x="3003630" y="-1"/>
            <a:ext cx="6769849" cy="6867819"/>
          </a:xfrm>
          <a:custGeom>
            <a:avLst/>
            <a:gdLst>
              <a:gd name="connsiteX0" fmla="*/ 0 w 6765403"/>
              <a:gd name="connsiteY0" fmla="*/ 0 h 6858000"/>
              <a:gd name="connsiteX1" fmla="*/ 1030147 w 6765403"/>
              <a:gd name="connsiteY1" fmla="*/ 0 h 6858000"/>
              <a:gd name="connsiteX2" fmla="*/ 3237665 w 6765403"/>
              <a:gd name="connsiteY2" fmla="*/ 3818547 h 6858000"/>
              <a:gd name="connsiteX3" fmla="*/ 6758275 w 6765403"/>
              <a:gd name="connsiteY3" fmla="*/ 6856244 h 6858000"/>
              <a:gd name="connsiteX4" fmla="*/ 6765403 w 6765403"/>
              <a:gd name="connsiteY4" fmla="*/ 6856244 h 6858000"/>
              <a:gd name="connsiteX5" fmla="*/ 6765403 w 6765403"/>
              <a:gd name="connsiteY5" fmla="*/ 6858000 h 6858000"/>
              <a:gd name="connsiteX6" fmla="*/ 0 w 6765403"/>
              <a:gd name="connsiteY6" fmla="*/ 6858000 h 6858000"/>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5972537 w 6765403"/>
              <a:gd name="connsiteY6" fmla="*/ 6869574 h 6869574"/>
              <a:gd name="connsiteX7" fmla="*/ 0 w 6765403"/>
              <a:gd name="connsiteY7" fmla="*/ 0 h 6869574"/>
              <a:gd name="connsiteX0" fmla="*/ 0 w 6765403"/>
              <a:gd name="connsiteY0" fmla="*/ 0 h 6858000"/>
              <a:gd name="connsiteX1" fmla="*/ 1030147 w 6765403"/>
              <a:gd name="connsiteY1" fmla="*/ 0 h 6858000"/>
              <a:gd name="connsiteX2" fmla="*/ 3237665 w 6765403"/>
              <a:gd name="connsiteY2" fmla="*/ 3818547 h 6858000"/>
              <a:gd name="connsiteX3" fmla="*/ 6758275 w 6765403"/>
              <a:gd name="connsiteY3" fmla="*/ 6856244 h 6858000"/>
              <a:gd name="connsiteX4" fmla="*/ 6765403 w 6765403"/>
              <a:gd name="connsiteY4" fmla="*/ 6856244 h 6858000"/>
              <a:gd name="connsiteX5" fmla="*/ 6765403 w 6765403"/>
              <a:gd name="connsiteY5" fmla="*/ 6858000 h 6858000"/>
              <a:gd name="connsiteX6" fmla="*/ 6400800 w 6765403"/>
              <a:gd name="connsiteY6" fmla="*/ 6834850 h 6858000"/>
              <a:gd name="connsiteX7" fmla="*/ 0 w 6765403"/>
              <a:gd name="connsiteY7" fmla="*/ 0 h 6858000"/>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6423950 w 6765403"/>
              <a:gd name="connsiteY6" fmla="*/ 6869574 h 6869574"/>
              <a:gd name="connsiteX7" fmla="*/ 0 w 6765403"/>
              <a:gd name="connsiteY7" fmla="*/ 0 h 6869574"/>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6423950 w 6765403"/>
              <a:gd name="connsiteY6" fmla="*/ 6869574 h 6869574"/>
              <a:gd name="connsiteX7" fmla="*/ 0 w 6765403"/>
              <a:gd name="connsiteY7" fmla="*/ 0 h 6869574"/>
              <a:gd name="connsiteX0" fmla="*/ 0 w 6117221"/>
              <a:gd name="connsiteY0" fmla="*/ 0 h 6875361"/>
              <a:gd name="connsiteX1" fmla="*/ 381965 w 6117221"/>
              <a:gd name="connsiteY1" fmla="*/ 5787 h 6875361"/>
              <a:gd name="connsiteX2" fmla="*/ 2589483 w 6117221"/>
              <a:gd name="connsiteY2" fmla="*/ 3824334 h 6875361"/>
              <a:gd name="connsiteX3" fmla="*/ 6110093 w 6117221"/>
              <a:gd name="connsiteY3" fmla="*/ 6862031 h 6875361"/>
              <a:gd name="connsiteX4" fmla="*/ 6117221 w 6117221"/>
              <a:gd name="connsiteY4" fmla="*/ 6862031 h 6875361"/>
              <a:gd name="connsiteX5" fmla="*/ 6117221 w 6117221"/>
              <a:gd name="connsiteY5" fmla="*/ 6863787 h 6875361"/>
              <a:gd name="connsiteX6" fmla="*/ 5775768 w 6117221"/>
              <a:gd name="connsiteY6" fmla="*/ 6875361 h 6875361"/>
              <a:gd name="connsiteX7" fmla="*/ 0 w 6117221"/>
              <a:gd name="connsiteY7" fmla="*/ 0 h 6875361"/>
              <a:gd name="connsiteX0" fmla="*/ 0 w 6701742"/>
              <a:gd name="connsiteY0" fmla="*/ 1 h 6869574"/>
              <a:gd name="connsiteX1" fmla="*/ 966486 w 6701742"/>
              <a:gd name="connsiteY1" fmla="*/ 0 h 6869574"/>
              <a:gd name="connsiteX2" fmla="*/ 3174004 w 6701742"/>
              <a:gd name="connsiteY2" fmla="*/ 3818547 h 6869574"/>
              <a:gd name="connsiteX3" fmla="*/ 6694614 w 6701742"/>
              <a:gd name="connsiteY3" fmla="*/ 6856244 h 6869574"/>
              <a:gd name="connsiteX4" fmla="*/ 6701742 w 6701742"/>
              <a:gd name="connsiteY4" fmla="*/ 6856244 h 6869574"/>
              <a:gd name="connsiteX5" fmla="*/ 6701742 w 6701742"/>
              <a:gd name="connsiteY5" fmla="*/ 6858000 h 6869574"/>
              <a:gd name="connsiteX6" fmla="*/ 6360289 w 6701742"/>
              <a:gd name="connsiteY6" fmla="*/ 6869574 h 6869574"/>
              <a:gd name="connsiteX7" fmla="*/ 0 w 6701742"/>
              <a:gd name="connsiteY7" fmla="*/ 1 h 6869574"/>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939023"/>
              <a:gd name="connsiteX1" fmla="*/ 966486 w 6701742"/>
              <a:gd name="connsiteY1" fmla="*/ 0 h 6939023"/>
              <a:gd name="connsiteX2" fmla="*/ 3174004 w 6701742"/>
              <a:gd name="connsiteY2" fmla="*/ 3818547 h 6939023"/>
              <a:gd name="connsiteX3" fmla="*/ 6694614 w 6701742"/>
              <a:gd name="connsiteY3" fmla="*/ 6856244 h 6939023"/>
              <a:gd name="connsiteX4" fmla="*/ 6701742 w 6701742"/>
              <a:gd name="connsiteY4" fmla="*/ 6856244 h 6939023"/>
              <a:gd name="connsiteX5" fmla="*/ 6643869 w 6701742"/>
              <a:gd name="connsiteY5" fmla="*/ 6939023 h 6939023"/>
              <a:gd name="connsiteX6" fmla="*/ 6354502 w 6701742"/>
              <a:gd name="connsiteY6" fmla="*/ 6863787 h 6939023"/>
              <a:gd name="connsiteX7" fmla="*/ 0 w 6701742"/>
              <a:gd name="connsiteY7" fmla="*/ 1 h 6939023"/>
              <a:gd name="connsiteX0" fmla="*/ 0 w 6776977"/>
              <a:gd name="connsiteY0" fmla="*/ 1 h 7070376"/>
              <a:gd name="connsiteX1" fmla="*/ 966486 w 6776977"/>
              <a:gd name="connsiteY1" fmla="*/ 0 h 7070376"/>
              <a:gd name="connsiteX2" fmla="*/ 3174004 w 6776977"/>
              <a:gd name="connsiteY2" fmla="*/ 3818547 h 7070376"/>
              <a:gd name="connsiteX3" fmla="*/ 6694614 w 6776977"/>
              <a:gd name="connsiteY3" fmla="*/ 6856244 h 7070376"/>
              <a:gd name="connsiteX4" fmla="*/ 6776977 w 6776977"/>
              <a:gd name="connsiteY4" fmla="*/ 7070376 h 7070376"/>
              <a:gd name="connsiteX5" fmla="*/ 6643869 w 6776977"/>
              <a:gd name="connsiteY5" fmla="*/ 6939023 h 7070376"/>
              <a:gd name="connsiteX6" fmla="*/ 6354502 w 6776977"/>
              <a:gd name="connsiteY6" fmla="*/ 6863787 h 7070376"/>
              <a:gd name="connsiteX7" fmla="*/ 0 w 6776977"/>
              <a:gd name="connsiteY7" fmla="*/ 1 h 7070376"/>
              <a:gd name="connsiteX0" fmla="*/ 0 w 6776977"/>
              <a:gd name="connsiteY0" fmla="*/ 1 h 7070376"/>
              <a:gd name="connsiteX1" fmla="*/ 966486 w 6776977"/>
              <a:gd name="connsiteY1" fmla="*/ 0 h 7070376"/>
              <a:gd name="connsiteX2" fmla="*/ 3174004 w 6776977"/>
              <a:gd name="connsiteY2" fmla="*/ 3818547 h 7070376"/>
              <a:gd name="connsiteX3" fmla="*/ 6769849 w 6776977"/>
              <a:gd name="connsiteY3" fmla="*/ 6867819 h 7070376"/>
              <a:gd name="connsiteX4" fmla="*/ 6776977 w 6776977"/>
              <a:gd name="connsiteY4" fmla="*/ 7070376 h 7070376"/>
              <a:gd name="connsiteX5" fmla="*/ 6643869 w 6776977"/>
              <a:gd name="connsiteY5" fmla="*/ 6939023 h 7070376"/>
              <a:gd name="connsiteX6" fmla="*/ 6354502 w 6776977"/>
              <a:gd name="connsiteY6" fmla="*/ 6863787 h 7070376"/>
              <a:gd name="connsiteX7" fmla="*/ 0 w 6776977"/>
              <a:gd name="connsiteY7" fmla="*/ 1 h 7070376"/>
              <a:gd name="connsiteX0" fmla="*/ 0 w 6769849"/>
              <a:gd name="connsiteY0" fmla="*/ 1 h 6939023"/>
              <a:gd name="connsiteX1" fmla="*/ 966486 w 6769849"/>
              <a:gd name="connsiteY1" fmla="*/ 0 h 6939023"/>
              <a:gd name="connsiteX2" fmla="*/ 3174004 w 6769849"/>
              <a:gd name="connsiteY2" fmla="*/ 3818547 h 6939023"/>
              <a:gd name="connsiteX3" fmla="*/ 6769849 w 6769849"/>
              <a:gd name="connsiteY3" fmla="*/ 6867819 h 6939023"/>
              <a:gd name="connsiteX4" fmla="*/ 6643869 w 6769849"/>
              <a:gd name="connsiteY4" fmla="*/ 6939023 h 6939023"/>
              <a:gd name="connsiteX5" fmla="*/ 6354502 w 6769849"/>
              <a:gd name="connsiteY5" fmla="*/ 6863787 h 6939023"/>
              <a:gd name="connsiteX6" fmla="*/ 0 w 6769849"/>
              <a:gd name="connsiteY6" fmla="*/ 1 h 6939023"/>
              <a:gd name="connsiteX0" fmla="*/ 0 w 6769849"/>
              <a:gd name="connsiteY0" fmla="*/ 1 h 6867819"/>
              <a:gd name="connsiteX1" fmla="*/ 966486 w 6769849"/>
              <a:gd name="connsiteY1" fmla="*/ 0 h 6867819"/>
              <a:gd name="connsiteX2" fmla="*/ 3174004 w 6769849"/>
              <a:gd name="connsiteY2" fmla="*/ 3818547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104557 w 6769849"/>
              <a:gd name="connsiteY2" fmla="*/ 3859058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127706 w 6769849"/>
              <a:gd name="connsiteY2" fmla="*/ 3754885 h 6867819"/>
              <a:gd name="connsiteX3" fmla="*/ 6769849 w 6769849"/>
              <a:gd name="connsiteY3" fmla="*/ 6867819 h 6867819"/>
              <a:gd name="connsiteX4" fmla="*/ 6354502 w 6769849"/>
              <a:gd name="connsiteY4" fmla="*/ 6863787 h 6867819"/>
              <a:gd name="connsiteX5" fmla="*/ 0 w 6769849"/>
              <a:gd name="connsiteY5" fmla="*/ 1 h 6867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769849" h="6867819">
                <a:moveTo>
                  <a:pt x="0" y="1"/>
                </a:moveTo>
                <a:lnTo>
                  <a:pt x="966486" y="0"/>
                </a:lnTo>
                <a:cubicBezTo>
                  <a:pt x="1135707" y="386604"/>
                  <a:pt x="1763052" y="2599757"/>
                  <a:pt x="3127706" y="3754885"/>
                </a:cubicBezTo>
                <a:cubicBezTo>
                  <a:pt x="4467217" y="4888731"/>
                  <a:pt x="6074732" y="6204424"/>
                  <a:pt x="6769849" y="6867819"/>
                </a:cubicBezTo>
                <a:lnTo>
                  <a:pt x="6354502" y="6863787"/>
                </a:lnTo>
                <a:cubicBezTo>
                  <a:pt x="3923818" y="4398380"/>
                  <a:pt x="1533646" y="3946967"/>
                  <a:pt x="0" y="1"/>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pic>
        <p:nvPicPr>
          <p:cNvPr id="2" name="Graphic 1">
            <a:extLst>
              <a:ext uri="{FF2B5EF4-FFF2-40B4-BE49-F238E27FC236}">
                <a16:creationId xmlns:a16="http://schemas.microsoft.com/office/drawing/2014/main" id="{8D4A6AB5-6FB6-1B9F-5FF3-BD1A22BCC6B7}"/>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47125" y="533282"/>
            <a:ext cx="1255744" cy="442730"/>
          </a:xfrm>
          <a:prstGeom prst="rect">
            <a:avLst/>
          </a:prstGeom>
        </p:spPr>
      </p:pic>
    </p:spTree>
    <p:extLst>
      <p:ext uri="{BB962C8B-B14F-4D97-AF65-F5344CB8AC3E}">
        <p14:creationId xmlns:p14="http://schemas.microsoft.com/office/powerpoint/2010/main" val="115657426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Main-cover_dark">
    <p:bg>
      <p:bgPr>
        <a:solidFill>
          <a:schemeClr val="tx2"/>
        </a:solidFill>
        <a:effectLst/>
      </p:bgPr>
    </p:bg>
    <p:spTree>
      <p:nvGrpSpPr>
        <p:cNvPr id="1" name=""/>
        <p:cNvGrpSpPr/>
        <p:nvPr/>
      </p:nvGrpSpPr>
      <p:grpSpPr>
        <a:xfrm>
          <a:off x="0" y="0"/>
          <a:ext cx="0" cy="0"/>
          <a:chOff x="0" y="0"/>
          <a:chExt cx="0" cy="0"/>
        </a:xfrm>
      </p:grpSpPr>
      <p:sp>
        <p:nvSpPr>
          <p:cNvPr id="46" name="Rectangle 45">
            <a:extLst>
              <a:ext uri="{FF2B5EF4-FFF2-40B4-BE49-F238E27FC236}">
                <a16:creationId xmlns:a16="http://schemas.microsoft.com/office/drawing/2014/main" id="{0D52A9A4-97F2-7F53-0D44-94858DC3118F}"/>
              </a:ext>
            </a:extLst>
          </p:cNvPr>
          <p:cNvSpPr/>
          <p:nvPr userDrawn="1"/>
        </p:nvSpPr>
        <p:spPr>
          <a:xfrm>
            <a:off x="2575367" y="-1"/>
            <a:ext cx="6967960" cy="6867819"/>
          </a:xfrm>
          <a:custGeom>
            <a:avLst/>
            <a:gdLst>
              <a:gd name="connsiteX0" fmla="*/ 0 w 7089494"/>
              <a:gd name="connsiteY0" fmla="*/ 0 h 6858001"/>
              <a:gd name="connsiteX1" fmla="*/ 7089494 w 7089494"/>
              <a:gd name="connsiteY1" fmla="*/ 0 h 6858001"/>
              <a:gd name="connsiteX2" fmla="*/ 7089494 w 7089494"/>
              <a:gd name="connsiteY2" fmla="*/ 6858001 h 6858001"/>
              <a:gd name="connsiteX3" fmla="*/ 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6013048 w 7089494"/>
              <a:gd name="connsiteY3" fmla="*/ 668438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131951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131951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6967960"/>
              <a:gd name="connsiteY0" fmla="*/ 0 h 6863789"/>
              <a:gd name="connsiteX1" fmla="*/ 1319514 w 6967960"/>
              <a:gd name="connsiteY1" fmla="*/ 0 h 6863789"/>
              <a:gd name="connsiteX2" fmla="*/ 6967960 w 6967960"/>
              <a:gd name="connsiteY2" fmla="*/ 6863789 h 6863789"/>
              <a:gd name="connsiteX3" fmla="*/ 5202820 w 6967960"/>
              <a:gd name="connsiteY3" fmla="*/ 6858001 h 6863789"/>
              <a:gd name="connsiteX4" fmla="*/ 0 w 6967960"/>
              <a:gd name="connsiteY4" fmla="*/ 0 h 68637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67960" h="6863789">
                <a:moveTo>
                  <a:pt x="0" y="0"/>
                </a:moveTo>
                <a:lnTo>
                  <a:pt x="1319514" y="0"/>
                </a:lnTo>
                <a:cubicBezTo>
                  <a:pt x="2322654" y="4375230"/>
                  <a:pt x="5044633" y="4577789"/>
                  <a:pt x="6967960" y="6863789"/>
                </a:cubicBezTo>
                <a:lnTo>
                  <a:pt x="5202820" y="6858001"/>
                </a:lnTo>
                <a:cubicBezTo>
                  <a:pt x="3624805" y="4299996"/>
                  <a:pt x="1196049" y="2708476"/>
                  <a:pt x="0" y="0"/>
                </a:cubicBezTo>
                <a:close/>
              </a:path>
            </a:pathLst>
          </a:custGeom>
          <a:solidFill>
            <a:srgbClr val="5B1E5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
        <p:nvSpPr>
          <p:cNvPr id="7" name="Text Placeholder 6">
            <a:extLst>
              <a:ext uri="{FF2B5EF4-FFF2-40B4-BE49-F238E27FC236}">
                <a16:creationId xmlns:a16="http://schemas.microsoft.com/office/drawing/2014/main" id="{E826FE26-AFDB-F07C-663E-7C33DA765794}"/>
              </a:ext>
            </a:extLst>
          </p:cNvPr>
          <p:cNvSpPr>
            <a:spLocks noGrp="1"/>
          </p:cNvSpPr>
          <p:nvPr>
            <p:ph idx="1" hasCustomPrompt="1"/>
          </p:nvPr>
        </p:nvSpPr>
        <p:spPr>
          <a:xfrm>
            <a:off x="550862" y="5542224"/>
            <a:ext cx="5545138" cy="766300"/>
          </a:xfrm>
          <a:prstGeom prst="rect">
            <a:avLst/>
          </a:prstGeom>
        </p:spPr>
        <p:txBody>
          <a:bodyPr vert="horz" lIns="0" tIns="0" rIns="0" bIns="0" rtlCol="0">
            <a:normAutofit/>
          </a:bodyPr>
          <a:lstStyle>
            <a:lvl1pPr marL="0" indent="0">
              <a:buNone/>
              <a:defRPr>
                <a:solidFill>
                  <a:schemeClr val="bg1"/>
                </a:solidFill>
              </a:defRPr>
            </a:lvl1pPr>
            <a:lvl2pPr marL="457200" indent="0">
              <a:buNone/>
              <a:defRPr/>
            </a:lvl2pPr>
            <a:lvl3pPr marL="914400" indent="0">
              <a:buNone/>
              <a:defRPr/>
            </a:lvl3pPr>
          </a:lstStyle>
          <a:p>
            <a:pPr lvl="0"/>
            <a:r>
              <a:rPr lang="en-GB"/>
              <a:t>Click to edit Master text styles</a:t>
            </a:r>
          </a:p>
        </p:txBody>
      </p:sp>
      <p:sp>
        <p:nvSpPr>
          <p:cNvPr id="8" name="Title Placeholder 10">
            <a:extLst>
              <a:ext uri="{FF2B5EF4-FFF2-40B4-BE49-F238E27FC236}">
                <a16:creationId xmlns:a16="http://schemas.microsoft.com/office/drawing/2014/main" id="{D0396193-2776-6A62-7DE8-4E7F9141097E}"/>
              </a:ext>
            </a:extLst>
          </p:cNvPr>
          <p:cNvSpPr>
            <a:spLocks noGrp="1"/>
          </p:cNvSpPr>
          <p:nvPr>
            <p:ph type="title" hasCustomPrompt="1"/>
          </p:nvPr>
        </p:nvSpPr>
        <p:spPr>
          <a:xfrm>
            <a:off x="550863" y="4298206"/>
            <a:ext cx="5545138" cy="1244018"/>
          </a:xfrm>
          <a:prstGeom prst="rect">
            <a:avLst/>
          </a:prstGeom>
        </p:spPr>
        <p:txBody>
          <a:bodyPr vert="horz" lIns="0" tIns="0" rIns="0" bIns="0" rtlCol="0" anchor="t">
            <a:normAutofit/>
          </a:bodyPr>
          <a:lstStyle>
            <a:lvl1pPr>
              <a:defRPr>
                <a:solidFill>
                  <a:schemeClr val="bg1"/>
                </a:solidFill>
              </a:defRPr>
            </a:lvl1pPr>
          </a:lstStyle>
          <a:p>
            <a:r>
              <a:rPr lang="en-GB"/>
              <a:t>Title of the</a:t>
            </a:r>
            <a:br>
              <a:rPr lang="en-GB"/>
            </a:br>
            <a:r>
              <a:rPr lang="en-GB"/>
              <a:t>presentation</a:t>
            </a:r>
            <a:endParaRPr lang="en-PL"/>
          </a:p>
        </p:txBody>
      </p:sp>
      <p:pic>
        <p:nvPicPr>
          <p:cNvPr id="10" name="Graphic 9">
            <a:extLst>
              <a:ext uri="{FF2B5EF4-FFF2-40B4-BE49-F238E27FC236}">
                <a16:creationId xmlns:a16="http://schemas.microsoft.com/office/drawing/2014/main" id="{D0F5D002-CB2A-CDB8-B066-EF9C29CF2982}"/>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47125" y="533282"/>
            <a:ext cx="1255744" cy="442730"/>
          </a:xfrm>
          <a:prstGeom prst="rect">
            <a:avLst/>
          </a:prstGeom>
        </p:spPr>
      </p:pic>
      <p:sp>
        <p:nvSpPr>
          <p:cNvPr id="24" name="Picture Placeholder 23">
            <a:extLst>
              <a:ext uri="{FF2B5EF4-FFF2-40B4-BE49-F238E27FC236}">
                <a16:creationId xmlns:a16="http://schemas.microsoft.com/office/drawing/2014/main" id="{EE48DFFF-E338-09B9-2477-E5D55A4DD2B9}"/>
              </a:ext>
            </a:extLst>
          </p:cNvPr>
          <p:cNvSpPr>
            <a:spLocks noGrp="1"/>
          </p:cNvSpPr>
          <p:nvPr>
            <p:ph type="pic" sz="quarter" idx="10" hasCustomPrompt="1"/>
          </p:nvPr>
        </p:nvSpPr>
        <p:spPr>
          <a:xfrm>
            <a:off x="3958542" y="1"/>
            <a:ext cx="8233458" cy="6858000"/>
          </a:xfrm>
          <a:custGeom>
            <a:avLst/>
            <a:gdLst>
              <a:gd name="connsiteX0" fmla="*/ 0 w 8233458"/>
              <a:gd name="connsiteY0" fmla="*/ 0 h 6858000"/>
              <a:gd name="connsiteX1" fmla="*/ 8233458 w 8233458"/>
              <a:gd name="connsiteY1" fmla="*/ 0 h 6858000"/>
              <a:gd name="connsiteX2" fmla="*/ 8233458 w 8233458"/>
              <a:gd name="connsiteY2" fmla="*/ 6858000 h 6858000"/>
              <a:gd name="connsiteX3" fmla="*/ 5776855 w 8233458"/>
              <a:gd name="connsiteY3" fmla="*/ 6858000 h 6858000"/>
              <a:gd name="connsiteX4" fmla="*/ 2226297 w 8233458"/>
              <a:gd name="connsiteY4" fmla="*/ 3819525 h 6858000"/>
              <a:gd name="connsiteX5" fmla="*/ 0 w 8233458"/>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233458" h="6858000">
                <a:moveTo>
                  <a:pt x="0" y="0"/>
                </a:moveTo>
                <a:lnTo>
                  <a:pt x="8233458" y="0"/>
                </a:lnTo>
                <a:lnTo>
                  <a:pt x="8233458" y="6858000"/>
                </a:lnTo>
                <a:lnTo>
                  <a:pt x="5776855" y="6858000"/>
                </a:lnTo>
                <a:cubicBezTo>
                  <a:pt x="5776855" y="6858000"/>
                  <a:pt x="3771270" y="5153026"/>
                  <a:pt x="2226297" y="3819525"/>
                </a:cubicBezTo>
                <a:cubicBezTo>
                  <a:pt x="681323" y="2486025"/>
                  <a:pt x="0" y="0"/>
                  <a:pt x="0" y="0"/>
                </a:cubicBezTo>
                <a:close/>
              </a:path>
            </a:pathLst>
          </a:custGeom>
          <a:solidFill>
            <a:schemeClr val="bg2"/>
          </a:solidFill>
        </p:spPr>
        <p:txBody>
          <a:bodyPr wrap="square" lIns="2520000" rIns="2520000" anchor="ctr">
            <a:noAutofit/>
          </a:bodyPr>
          <a:lstStyle>
            <a:lvl1pPr marL="0" indent="0" algn="ctr">
              <a:buNone/>
              <a:defRPr sz="1600"/>
            </a:lvl1pPr>
          </a:lstStyle>
          <a:p>
            <a:r>
              <a:rPr lang="en-GB"/>
              <a:t>You can add a photo</a:t>
            </a:r>
          </a:p>
        </p:txBody>
      </p:sp>
      <p:sp>
        <p:nvSpPr>
          <p:cNvPr id="36" name="Freeform 35">
            <a:extLst>
              <a:ext uri="{FF2B5EF4-FFF2-40B4-BE49-F238E27FC236}">
                <a16:creationId xmlns:a16="http://schemas.microsoft.com/office/drawing/2014/main" id="{65547924-9C4A-ECA1-A5C7-F0DEF0CA22FA}"/>
              </a:ext>
            </a:extLst>
          </p:cNvPr>
          <p:cNvSpPr/>
          <p:nvPr userDrawn="1"/>
        </p:nvSpPr>
        <p:spPr>
          <a:xfrm>
            <a:off x="3003630" y="-1"/>
            <a:ext cx="6769849" cy="6867819"/>
          </a:xfrm>
          <a:custGeom>
            <a:avLst/>
            <a:gdLst>
              <a:gd name="connsiteX0" fmla="*/ 0 w 6765403"/>
              <a:gd name="connsiteY0" fmla="*/ 0 h 6858000"/>
              <a:gd name="connsiteX1" fmla="*/ 1030147 w 6765403"/>
              <a:gd name="connsiteY1" fmla="*/ 0 h 6858000"/>
              <a:gd name="connsiteX2" fmla="*/ 3237665 w 6765403"/>
              <a:gd name="connsiteY2" fmla="*/ 3818547 h 6858000"/>
              <a:gd name="connsiteX3" fmla="*/ 6758275 w 6765403"/>
              <a:gd name="connsiteY3" fmla="*/ 6856244 h 6858000"/>
              <a:gd name="connsiteX4" fmla="*/ 6765403 w 6765403"/>
              <a:gd name="connsiteY4" fmla="*/ 6856244 h 6858000"/>
              <a:gd name="connsiteX5" fmla="*/ 6765403 w 6765403"/>
              <a:gd name="connsiteY5" fmla="*/ 6858000 h 6858000"/>
              <a:gd name="connsiteX6" fmla="*/ 0 w 6765403"/>
              <a:gd name="connsiteY6" fmla="*/ 6858000 h 6858000"/>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5972537 w 6765403"/>
              <a:gd name="connsiteY6" fmla="*/ 6869574 h 6869574"/>
              <a:gd name="connsiteX7" fmla="*/ 0 w 6765403"/>
              <a:gd name="connsiteY7" fmla="*/ 0 h 6869574"/>
              <a:gd name="connsiteX0" fmla="*/ 0 w 6765403"/>
              <a:gd name="connsiteY0" fmla="*/ 0 h 6858000"/>
              <a:gd name="connsiteX1" fmla="*/ 1030147 w 6765403"/>
              <a:gd name="connsiteY1" fmla="*/ 0 h 6858000"/>
              <a:gd name="connsiteX2" fmla="*/ 3237665 w 6765403"/>
              <a:gd name="connsiteY2" fmla="*/ 3818547 h 6858000"/>
              <a:gd name="connsiteX3" fmla="*/ 6758275 w 6765403"/>
              <a:gd name="connsiteY3" fmla="*/ 6856244 h 6858000"/>
              <a:gd name="connsiteX4" fmla="*/ 6765403 w 6765403"/>
              <a:gd name="connsiteY4" fmla="*/ 6856244 h 6858000"/>
              <a:gd name="connsiteX5" fmla="*/ 6765403 w 6765403"/>
              <a:gd name="connsiteY5" fmla="*/ 6858000 h 6858000"/>
              <a:gd name="connsiteX6" fmla="*/ 6400800 w 6765403"/>
              <a:gd name="connsiteY6" fmla="*/ 6834850 h 6858000"/>
              <a:gd name="connsiteX7" fmla="*/ 0 w 6765403"/>
              <a:gd name="connsiteY7" fmla="*/ 0 h 6858000"/>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6423950 w 6765403"/>
              <a:gd name="connsiteY6" fmla="*/ 6869574 h 6869574"/>
              <a:gd name="connsiteX7" fmla="*/ 0 w 6765403"/>
              <a:gd name="connsiteY7" fmla="*/ 0 h 6869574"/>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6423950 w 6765403"/>
              <a:gd name="connsiteY6" fmla="*/ 6869574 h 6869574"/>
              <a:gd name="connsiteX7" fmla="*/ 0 w 6765403"/>
              <a:gd name="connsiteY7" fmla="*/ 0 h 6869574"/>
              <a:gd name="connsiteX0" fmla="*/ 0 w 6117221"/>
              <a:gd name="connsiteY0" fmla="*/ 0 h 6875361"/>
              <a:gd name="connsiteX1" fmla="*/ 381965 w 6117221"/>
              <a:gd name="connsiteY1" fmla="*/ 5787 h 6875361"/>
              <a:gd name="connsiteX2" fmla="*/ 2589483 w 6117221"/>
              <a:gd name="connsiteY2" fmla="*/ 3824334 h 6875361"/>
              <a:gd name="connsiteX3" fmla="*/ 6110093 w 6117221"/>
              <a:gd name="connsiteY3" fmla="*/ 6862031 h 6875361"/>
              <a:gd name="connsiteX4" fmla="*/ 6117221 w 6117221"/>
              <a:gd name="connsiteY4" fmla="*/ 6862031 h 6875361"/>
              <a:gd name="connsiteX5" fmla="*/ 6117221 w 6117221"/>
              <a:gd name="connsiteY5" fmla="*/ 6863787 h 6875361"/>
              <a:gd name="connsiteX6" fmla="*/ 5775768 w 6117221"/>
              <a:gd name="connsiteY6" fmla="*/ 6875361 h 6875361"/>
              <a:gd name="connsiteX7" fmla="*/ 0 w 6117221"/>
              <a:gd name="connsiteY7" fmla="*/ 0 h 6875361"/>
              <a:gd name="connsiteX0" fmla="*/ 0 w 6701742"/>
              <a:gd name="connsiteY0" fmla="*/ 1 h 6869574"/>
              <a:gd name="connsiteX1" fmla="*/ 966486 w 6701742"/>
              <a:gd name="connsiteY1" fmla="*/ 0 h 6869574"/>
              <a:gd name="connsiteX2" fmla="*/ 3174004 w 6701742"/>
              <a:gd name="connsiteY2" fmla="*/ 3818547 h 6869574"/>
              <a:gd name="connsiteX3" fmla="*/ 6694614 w 6701742"/>
              <a:gd name="connsiteY3" fmla="*/ 6856244 h 6869574"/>
              <a:gd name="connsiteX4" fmla="*/ 6701742 w 6701742"/>
              <a:gd name="connsiteY4" fmla="*/ 6856244 h 6869574"/>
              <a:gd name="connsiteX5" fmla="*/ 6701742 w 6701742"/>
              <a:gd name="connsiteY5" fmla="*/ 6858000 h 6869574"/>
              <a:gd name="connsiteX6" fmla="*/ 6360289 w 6701742"/>
              <a:gd name="connsiteY6" fmla="*/ 6869574 h 6869574"/>
              <a:gd name="connsiteX7" fmla="*/ 0 w 6701742"/>
              <a:gd name="connsiteY7" fmla="*/ 1 h 6869574"/>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939023"/>
              <a:gd name="connsiteX1" fmla="*/ 966486 w 6701742"/>
              <a:gd name="connsiteY1" fmla="*/ 0 h 6939023"/>
              <a:gd name="connsiteX2" fmla="*/ 3174004 w 6701742"/>
              <a:gd name="connsiteY2" fmla="*/ 3818547 h 6939023"/>
              <a:gd name="connsiteX3" fmla="*/ 6694614 w 6701742"/>
              <a:gd name="connsiteY3" fmla="*/ 6856244 h 6939023"/>
              <a:gd name="connsiteX4" fmla="*/ 6701742 w 6701742"/>
              <a:gd name="connsiteY4" fmla="*/ 6856244 h 6939023"/>
              <a:gd name="connsiteX5" fmla="*/ 6643869 w 6701742"/>
              <a:gd name="connsiteY5" fmla="*/ 6939023 h 6939023"/>
              <a:gd name="connsiteX6" fmla="*/ 6354502 w 6701742"/>
              <a:gd name="connsiteY6" fmla="*/ 6863787 h 6939023"/>
              <a:gd name="connsiteX7" fmla="*/ 0 w 6701742"/>
              <a:gd name="connsiteY7" fmla="*/ 1 h 6939023"/>
              <a:gd name="connsiteX0" fmla="*/ 0 w 6776977"/>
              <a:gd name="connsiteY0" fmla="*/ 1 h 7070376"/>
              <a:gd name="connsiteX1" fmla="*/ 966486 w 6776977"/>
              <a:gd name="connsiteY1" fmla="*/ 0 h 7070376"/>
              <a:gd name="connsiteX2" fmla="*/ 3174004 w 6776977"/>
              <a:gd name="connsiteY2" fmla="*/ 3818547 h 7070376"/>
              <a:gd name="connsiteX3" fmla="*/ 6694614 w 6776977"/>
              <a:gd name="connsiteY3" fmla="*/ 6856244 h 7070376"/>
              <a:gd name="connsiteX4" fmla="*/ 6776977 w 6776977"/>
              <a:gd name="connsiteY4" fmla="*/ 7070376 h 7070376"/>
              <a:gd name="connsiteX5" fmla="*/ 6643869 w 6776977"/>
              <a:gd name="connsiteY5" fmla="*/ 6939023 h 7070376"/>
              <a:gd name="connsiteX6" fmla="*/ 6354502 w 6776977"/>
              <a:gd name="connsiteY6" fmla="*/ 6863787 h 7070376"/>
              <a:gd name="connsiteX7" fmla="*/ 0 w 6776977"/>
              <a:gd name="connsiteY7" fmla="*/ 1 h 7070376"/>
              <a:gd name="connsiteX0" fmla="*/ 0 w 6776977"/>
              <a:gd name="connsiteY0" fmla="*/ 1 h 7070376"/>
              <a:gd name="connsiteX1" fmla="*/ 966486 w 6776977"/>
              <a:gd name="connsiteY1" fmla="*/ 0 h 7070376"/>
              <a:gd name="connsiteX2" fmla="*/ 3174004 w 6776977"/>
              <a:gd name="connsiteY2" fmla="*/ 3818547 h 7070376"/>
              <a:gd name="connsiteX3" fmla="*/ 6769849 w 6776977"/>
              <a:gd name="connsiteY3" fmla="*/ 6867819 h 7070376"/>
              <a:gd name="connsiteX4" fmla="*/ 6776977 w 6776977"/>
              <a:gd name="connsiteY4" fmla="*/ 7070376 h 7070376"/>
              <a:gd name="connsiteX5" fmla="*/ 6643869 w 6776977"/>
              <a:gd name="connsiteY5" fmla="*/ 6939023 h 7070376"/>
              <a:gd name="connsiteX6" fmla="*/ 6354502 w 6776977"/>
              <a:gd name="connsiteY6" fmla="*/ 6863787 h 7070376"/>
              <a:gd name="connsiteX7" fmla="*/ 0 w 6776977"/>
              <a:gd name="connsiteY7" fmla="*/ 1 h 7070376"/>
              <a:gd name="connsiteX0" fmla="*/ 0 w 6769849"/>
              <a:gd name="connsiteY0" fmla="*/ 1 h 6939023"/>
              <a:gd name="connsiteX1" fmla="*/ 966486 w 6769849"/>
              <a:gd name="connsiteY1" fmla="*/ 0 h 6939023"/>
              <a:gd name="connsiteX2" fmla="*/ 3174004 w 6769849"/>
              <a:gd name="connsiteY2" fmla="*/ 3818547 h 6939023"/>
              <a:gd name="connsiteX3" fmla="*/ 6769849 w 6769849"/>
              <a:gd name="connsiteY3" fmla="*/ 6867819 h 6939023"/>
              <a:gd name="connsiteX4" fmla="*/ 6643869 w 6769849"/>
              <a:gd name="connsiteY4" fmla="*/ 6939023 h 6939023"/>
              <a:gd name="connsiteX5" fmla="*/ 6354502 w 6769849"/>
              <a:gd name="connsiteY5" fmla="*/ 6863787 h 6939023"/>
              <a:gd name="connsiteX6" fmla="*/ 0 w 6769849"/>
              <a:gd name="connsiteY6" fmla="*/ 1 h 6939023"/>
              <a:gd name="connsiteX0" fmla="*/ 0 w 6769849"/>
              <a:gd name="connsiteY0" fmla="*/ 1 h 6867819"/>
              <a:gd name="connsiteX1" fmla="*/ 966486 w 6769849"/>
              <a:gd name="connsiteY1" fmla="*/ 0 h 6867819"/>
              <a:gd name="connsiteX2" fmla="*/ 3174004 w 6769849"/>
              <a:gd name="connsiteY2" fmla="*/ 3818547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104557 w 6769849"/>
              <a:gd name="connsiteY2" fmla="*/ 3859058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127706 w 6769849"/>
              <a:gd name="connsiteY2" fmla="*/ 3754885 h 6867819"/>
              <a:gd name="connsiteX3" fmla="*/ 6769849 w 6769849"/>
              <a:gd name="connsiteY3" fmla="*/ 6867819 h 6867819"/>
              <a:gd name="connsiteX4" fmla="*/ 6354502 w 6769849"/>
              <a:gd name="connsiteY4" fmla="*/ 6863787 h 6867819"/>
              <a:gd name="connsiteX5" fmla="*/ 0 w 6769849"/>
              <a:gd name="connsiteY5" fmla="*/ 1 h 6867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769849" h="6867819">
                <a:moveTo>
                  <a:pt x="0" y="1"/>
                </a:moveTo>
                <a:lnTo>
                  <a:pt x="966486" y="0"/>
                </a:lnTo>
                <a:cubicBezTo>
                  <a:pt x="1135707" y="386604"/>
                  <a:pt x="1763052" y="2599757"/>
                  <a:pt x="3127706" y="3754885"/>
                </a:cubicBezTo>
                <a:cubicBezTo>
                  <a:pt x="4467217" y="4888731"/>
                  <a:pt x="6074732" y="6204424"/>
                  <a:pt x="6769849" y="6867819"/>
                </a:cubicBezTo>
                <a:lnTo>
                  <a:pt x="6354502" y="6863787"/>
                </a:lnTo>
                <a:cubicBezTo>
                  <a:pt x="3923818" y="4398380"/>
                  <a:pt x="1533646" y="3946967"/>
                  <a:pt x="0" y="1"/>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Tree>
    <p:extLst>
      <p:ext uri="{BB962C8B-B14F-4D97-AF65-F5344CB8AC3E}">
        <p14:creationId xmlns:p14="http://schemas.microsoft.com/office/powerpoint/2010/main" val="205031849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able of contents_photo">
    <p:bg>
      <p:bgPr>
        <a:solidFill>
          <a:schemeClr val="accent4"/>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07E160A-0514-EFDC-B468-65BCB476F62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5" name="Text Placeholder 6">
            <a:extLst>
              <a:ext uri="{FF2B5EF4-FFF2-40B4-BE49-F238E27FC236}">
                <a16:creationId xmlns:a16="http://schemas.microsoft.com/office/drawing/2014/main" id="{73090C62-63EE-C783-3628-6FD1DFD6EB91}"/>
              </a:ext>
            </a:extLst>
          </p:cNvPr>
          <p:cNvSpPr>
            <a:spLocks noGrp="1"/>
          </p:cNvSpPr>
          <p:nvPr>
            <p:ph idx="1" hasCustomPrompt="1"/>
          </p:nvPr>
        </p:nvSpPr>
        <p:spPr>
          <a:xfrm>
            <a:off x="554037" y="1436914"/>
            <a:ext cx="5545138" cy="4862085"/>
          </a:xfrm>
          <a:prstGeom prst="rect">
            <a:avLst/>
          </a:prstGeom>
        </p:spPr>
        <p:txBody>
          <a:bodyPr vert="horz" lIns="0" tIns="0" rIns="0" bIns="0" rtlCol="0">
            <a:normAutofit/>
          </a:bodyPr>
          <a:lstStyle>
            <a:lvl1pPr marL="7938" indent="-7938">
              <a:buNone/>
              <a:tabLst/>
              <a:defRPr b="1">
                <a:solidFill>
                  <a:schemeClr val="tx2"/>
                </a:solidFill>
              </a:defRPr>
            </a:lvl1pPr>
            <a:lvl2pPr marL="171450" indent="-171450">
              <a:buFont typeface="Arial" panose="020B0604020202020204" pitchFamily="34" charset="0"/>
              <a:buChar char="•"/>
              <a:tabLst/>
              <a:defRPr/>
            </a:lvl2pPr>
            <a:lvl3pPr marL="914400" indent="0">
              <a:buNone/>
              <a:defRPr/>
            </a:lvl3pPr>
          </a:lstStyle>
          <a:p>
            <a:pPr lvl="0"/>
            <a:r>
              <a:rPr lang="en-GB"/>
              <a:t>Table of contents</a:t>
            </a:r>
          </a:p>
          <a:p>
            <a:pPr lvl="1"/>
            <a:r>
              <a:rPr lang="en-GB"/>
              <a:t>Description</a:t>
            </a:r>
          </a:p>
        </p:txBody>
      </p:sp>
      <p:sp>
        <p:nvSpPr>
          <p:cNvPr id="6" name="TextBox 5">
            <a:extLst>
              <a:ext uri="{FF2B5EF4-FFF2-40B4-BE49-F238E27FC236}">
                <a16:creationId xmlns:a16="http://schemas.microsoft.com/office/drawing/2014/main" id="{B25F9747-9017-231A-73B0-F1E43265F031}"/>
              </a:ext>
            </a:extLst>
          </p:cNvPr>
          <p:cNvSpPr txBox="1"/>
          <p:nvPr userDrawn="1"/>
        </p:nvSpPr>
        <p:spPr>
          <a:xfrm>
            <a:off x="554038" y="453513"/>
            <a:ext cx="3342903" cy="553998"/>
          </a:xfrm>
          <a:prstGeom prst="rect">
            <a:avLst/>
          </a:prstGeom>
          <a:noFill/>
        </p:spPr>
        <p:txBody>
          <a:bodyPr wrap="none" lIns="0" rtlCol="0">
            <a:spAutoFit/>
          </a:bodyPr>
          <a:lstStyle/>
          <a:p>
            <a:r>
              <a:rPr lang="en-GB" sz="3000" b="1">
                <a:solidFill>
                  <a:schemeClr val="tx2"/>
                </a:solidFill>
              </a:rPr>
              <a:t>Table of contents</a:t>
            </a:r>
            <a:endParaRPr lang="en-PL" sz="3000" b="1">
              <a:solidFill>
                <a:schemeClr val="tx2"/>
              </a:solidFill>
            </a:endParaRPr>
          </a:p>
        </p:txBody>
      </p:sp>
      <p:sp>
        <p:nvSpPr>
          <p:cNvPr id="10" name="Graphic 8">
            <a:extLst>
              <a:ext uri="{FF2B5EF4-FFF2-40B4-BE49-F238E27FC236}">
                <a16:creationId xmlns:a16="http://schemas.microsoft.com/office/drawing/2014/main" id="{F8E301CF-DA29-892F-5D25-A40CFC0DBDE9}"/>
              </a:ext>
            </a:extLst>
          </p:cNvPr>
          <p:cNvSpPr/>
          <p:nvPr/>
        </p:nvSpPr>
        <p:spPr>
          <a:xfrm rot="1079142">
            <a:off x="7060401" y="1532904"/>
            <a:ext cx="4341607" cy="4670103"/>
          </a:xfrm>
          <a:custGeom>
            <a:avLst/>
            <a:gdLst>
              <a:gd name="connsiteX0" fmla="*/ 1401949 w 1616853"/>
              <a:gd name="connsiteY0" fmla="*/ 422108 h 1739188"/>
              <a:gd name="connsiteX1" fmla="*/ 1615215 w 1616853"/>
              <a:gd name="connsiteY1" fmla="*/ 994174 h 1739188"/>
              <a:gd name="connsiteX2" fmla="*/ 1251001 w 1616853"/>
              <a:gd name="connsiteY2" fmla="*/ 1543821 h 1739188"/>
              <a:gd name="connsiteX3" fmla="*/ 480868 w 1616853"/>
              <a:gd name="connsiteY3" fmla="*/ 1705884 h 1739188"/>
              <a:gd name="connsiteX4" fmla="*/ 2563 w 1616853"/>
              <a:gd name="connsiteY4" fmla="*/ 1071596 h 1739188"/>
              <a:gd name="connsiteX5" fmla="*/ 319850 w 1616853"/>
              <a:gd name="connsiteY5" fmla="*/ 332242 h 1739188"/>
              <a:gd name="connsiteX6" fmla="*/ 922695 w 1616853"/>
              <a:gd name="connsiteY6" fmla="*/ 2891 h 1739188"/>
              <a:gd name="connsiteX7" fmla="*/ 1401949 w 1616853"/>
              <a:gd name="connsiteY7" fmla="*/ 422013 h 1739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6853" h="1739188">
                <a:moveTo>
                  <a:pt x="1401949" y="422108"/>
                </a:moveTo>
                <a:cubicBezTo>
                  <a:pt x="1530859" y="614760"/>
                  <a:pt x="1630985" y="799718"/>
                  <a:pt x="1615215" y="994174"/>
                </a:cubicBezTo>
                <a:cubicBezTo>
                  <a:pt x="1599446" y="1188726"/>
                  <a:pt x="1467592" y="1392303"/>
                  <a:pt x="1251001" y="1543821"/>
                </a:cubicBezTo>
                <a:cubicBezTo>
                  <a:pt x="1034410" y="1695340"/>
                  <a:pt x="732988" y="1794231"/>
                  <a:pt x="480868" y="1705884"/>
                </a:cubicBezTo>
                <a:cubicBezTo>
                  <a:pt x="229319" y="1617443"/>
                  <a:pt x="27072" y="1341670"/>
                  <a:pt x="2563" y="1071596"/>
                </a:cubicBezTo>
                <a:cubicBezTo>
                  <a:pt x="-21851" y="801997"/>
                  <a:pt x="131473" y="538194"/>
                  <a:pt x="319850" y="332242"/>
                </a:cubicBezTo>
                <a:cubicBezTo>
                  <a:pt x="508227" y="126291"/>
                  <a:pt x="732038" y="-22853"/>
                  <a:pt x="922695" y="2891"/>
                </a:cubicBezTo>
                <a:cubicBezTo>
                  <a:pt x="1113922" y="28730"/>
                  <a:pt x="1272565" y="229457"/>
                  <a:pt x="1401949" y="422013"/>
                </a:cubicBezTo>
                <a:close/>
              </a:path>
            </a:pathLst>
          </a:custGeom>
          <a:solidFill>
            <a:schemeClr val="bg1"/>
          </a:solidFill>
          <a:ln w="9487" cap="flat">
            <a:noFill/>
            <a:prstDash val="solid"/>
            <a:miter/>
          </a:ln>
        </p:spPr>
        <p:txBody>
          <a:bodyPr rtlCol="0" anchor="ctr"/>
          <a:lstStyle/>
          <a:p>
            <a:endParaRPr lang="en-PL"/>
          </a:p>
        </p:txBody>
      </p:sp>
      <p:sp>
        <p:nvSpPr>
          <p:cNvPr id="13" name="Freeform 12">
            <a:extLst>
              <a:ext uri="{FF2B5EF4-FFF2-40B4-BE49-F238E27FC236}">
                <a16:creationId xmlns:a16="http://schemas.microsoft.com/office/drawing/2014/main" id="{AE509DF0-4947-3F77-001C-EE500A459484}"/>
              </a:ext>
            </a:extLst>
          </p:cNvPr>
          <p:cNvSpPr/>
          <p:nvPr userDrawn="1"/>
        </p:nvSpPr>
        <p:spPr>
          <a:xfrm>
            <a:off x="5411972" y="3867956"/>
            <a:ext cx="6780029" cy="2990045"/>
          </a:xfrm>
          <a:custGeom>
            <a:avLst/>
            <a:gdLst>
              <a:gd name="connsiteX0" fmla="*/ 4839944 w 6780029"/>
              <a:gd name="connsiteY0" fmla="*/ 81 h 2990045"/>
              <a:gd name="connsiteX1" fmla="*/ 5025291 w 6780029"/>
              <a:gd name="connsiteY1" fmla="*/ 7366 h 2990045"/>
              <a:gd name="connsiteX2" fmla="*/ 6687407 w 6780029"/>
              <a:gd name="connsiteY2" fmla="*/ 597420 h 2990045"/>
              <a:gd name="connsiteX3" fmla="*/ 6780029 w 6780029"/>
              <a:gd name="connsiteY3" fmla="*/ 660808 h 2990045"/>
              <a:gd name="connsiteX4" fmla="*/ 6780029 w 6780029"/>
              <a:gd name="connsiteY4" fmla="*/ 2990045 h 2990045"/>
              <a:gd name="connsiteX5" fmla="*/ 0 w 6780029"/>
              <a:gd name="connsiteY5" fmla="*/ 2990045 h 2990045"/>
              <a:gd name="connsiteX6" fmla="*/ 6170 w 6780029"/>
              <a:gd name="connsiteY6" fmla="*/ 2961867 h 2990045"/>
              <a:gd name="connsiteX7" fmla="*/ 2108136 w 6780029"/>
              <a:gd name="connsiteY7" fmla="*/ 966347 h 2990045"/>
              <a:gd name="connsiteX8" fmla="*/ 2108620 w 6780029"/>
              <a:gd name="connsiteY8" fmla="*/ 966347 h 2990045"/>
              <a:gd name="connsiteX9" fmla="*/ 4839944 w 6780029"/>
              <a:gd name="connsiteY9" fmla="*/ 81 h 2990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780029" h="2990045">
                <a:moveTo>
                  <a:pt x="4839944" y="81"/>
                </a:moveTo>
                <a:cubicBezTo>
                  <a:pt x="4901551" y="537"/>
                  <a:pt x="4963327" y="2934"/>
                  <a:pt x="5025291" y="7366"/>
                </a:cubicBezTo>
                <a:cubicBezTo>
                  <a:pt x="5583247" y="47251"/>
                  <a:pt x="6155762" y="252299"/>
                  <a:pt x="6687407" y="597420"/>
                </a:cubicBezTo>
                <a:lnTo>
                  <a:pt x="6780029" y="660808"/>
                </a:lnTo>
                <a:lnTo>
                  <a:pt x="6780029" y="2990045"/>
                </a:lnTo>
                <a:lnTo>
                  <a:pt x="0" y="2990045"/>
                </a:lnTo>
                <a:lnTo>
                  <a:pt x="6170" y="2961867"/>
                </a:lnTo>
                <a:cubicBezTo>
                  <a:pt x="230750" y="2172845"/>
                  <a:pt x="1187750" y="1511778"/>
                  <a:pt x="2108136" y="966347"/>
                </a:cubicBezTo>
                <a:lnTo>
                  <a:pt x="2108620" y="966347"/>
                </a:lnTo>
                <a:cubicBezTo>
                  <a:pt x="3029465" y="422914"/>
                  <a:pt x="3915831" y="-6762"/>
                  <a:pt x="4839944" y="81"/>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17" name="Picture Placeholder 16">
            <a:extLst>
              <a:ext uri="{FF2B5EF4-FFF2-40B4-BE49-F238E27FC236}">
                <a16:creationId xmlns:a16="http://schemas.microsoft.com/office/drawing/2014/main" id="{98E84970-83D2-5FCC-63A9-27783FE6E4C4}"/>
              </a:ext>
            </a:extLst>
          </p:cNvPr>
          <p:cNvSpPr>
            <a:spLocks noGrp="1"/>
          </p:cNvSpPr>
          <p:nvPr>
            <p:ph type="pic" sz="quarter" idx="11"/>
          </p:nvPr>
        </p:nvSpPr>
        <p:spPr>
          <a:xfrm>
            <a:off x="6390007" y="1344770"/>
            <a:ext cx="4643466" cy="4757283"/>
          </a:xfrm>
          <a:custGeom>
            <a:avLst/>
            <a:gdLst>
              <a:gd name="connsiteX0" fmla="*/ 2172219 w 4643466"/>
              <a:gd name="connsiteY0" fmla="*/ 4 h 4757283"/>
              <a:gd name="connsiteX1" fmla="*/ 3682662 w 4643466"/>
              <a:gd name="connsiteY1" fmla="*/ 791177 h 4757283"/>
              <a:gd name="connsiteX2" fmla="*/ 3682719 w 4643466"/>
              <a:gd name="connsiteY2" fmla="*/ 791425 h 4757283"/>
              <a:gd name="connsiteX3" fmla="*/ 4631723 w 4643466"/>
              <a:gd name="connsiteY3" fmla="*/ 2150645 h 4757283"/>
              <a:gd name="connsiteX4" fmla="*/ 3921972 w 4643466"/>
              <a:gd name="connsiteY4" fmla="*/ 3826185 h 4757283"/>
              <a:gd name="connsiteX5" fmla="*/ 1824385 w 4643466"/>
              <a:gd name="connsiteY5" fmla="*/ 4750602 h 4757283"/>
              <a:gd name="connsiteX6" fmla="*/ 83093 w 4643466"/>
              <a:gd name="connsiteY6" fmla="*/ 3400595 h 4757283"/>
              <a:gd name="connsiteX7" fmla="*/ 545938 w 4643466"/>
              <a:gd name="connsiteY7" fmla="*/ 1258862 h 4757283"/>
              <a:gd name="connsiteX8" fmla="*/ 2067058 w 4643466"/>
              <a:gd name="connsiteY8" fmla="*/ 5108 h 4757283"/>
              <a:gd name="connsiteX9" fmla="*/ 2172219 w 4643466"/>
              <a:gd name="connsiteY9" fmla="*/ 4 h 47572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643466" h="4757283">
                <a:moveTo>
                  <a:pt x="2172219" y="4"/>
                </a:moveTo>
                <a:cubicBezTo>
                  <a:pt x="2698457" y="1377"/>
                  <a:pt x="3229338" y="397328"/>
                  <a:pt x="3682662" y="791177"/>
                </a:cubicBezTo>
                <a:lnTo>
                  <a:pt x="3682719" y="791425"/>
                </a:lnTo>
                <a:cubicBezTo>
                  <a:pt x="4164971" y="1212090"/>
                  <a:pt x="4560621" y="1631303"/>
                  <a:pt x="4631723" y="2150645"/>
                </a:cubicBezTo>
                <a:cubicBezTo>
                  <a:pt x="4702885" y="2670238"/>
                  <a:pt x="4448678" y="3288845"/>
                  <a:pt x="3921972" y="3826185"/>
                </a:cubicBezTo>
                <a:cubicBezTo>
                  <a:pt x="3395266" y="4363528"/>
                  <a:pt x="2595453" y="4818175"/>
                  <a:pt x="1824385" y="4750602"/>
                </a:cubicBezTo>
                <a:cubicBezTo>
                  <a:pt x="1054889" y="4682411"/>
                  <a:pt x="314082" y="4091754"/>
                  <a:pt x="83093" y="3400595"/>
                </a:cubicBezTo>
                <a:cubicBezTo>
                  <a:pt x="-147341" y="2710618"/>
                  <a:pt x="132101" y="1920392"/>
                  <a:pt x="545938" y="1258862"/>
                </a:cubicBezTo>
                <a:cubicBezTo>
                  <a:pt x="959775" y="597334"/>
                  <a:pt x="1508470" y="61520"/>
                  <a:pt x="2067058" y="5108"/>
                </a:cubicBezTo>
                <a:cubicBezTo>
                  <a:pt x="2102075" y="1575"/>
                  <a:pt x="2137137" y="-87"/>
                  <a:pt x="2172219" y="4"/>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PL"/>
          </a:p>
        </p:txBody>
      </p:sp>
      <p:sp>
        <p:nvSpPr>
          <p:cNvPr id="20" name="Freeform 19">
            <a:extLst>
              <a:ext uri="{FF2B5EF4-FFF2-40B4-BE49-F238E27FC236}">
                <a16:creationId xmlns:a16="http://schemas.microsoft.com/office/drawing/2014/main" id="{4FAA4253-6F70-282F-5C25-505FF0B604CB}"/>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
        <p:nvSpPr>
          <p:cNvPr id="2" name="Rectangle 6">
            <a:extLst>
              <a:ext uri="{FF2B5EF4-FFF2-40B4-BE49-F238E27FC236}">
                <a16:creationId xmlns:a16="http://schemas.microsoft.com/office/drawing/2014/main" id="{1A3E24A8-E36B-9C31-D93A-C91331AD16ED}"/>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250921032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able of contents">
    <p:bg>
      <p:bgPr>
        <a:solidFill>
          <a:schemeClr val="accent4"/>
        </a:solidFill>
        <a:effectLst/>
      </p:bgPr>
    </p:bg>
    <p:spTree>
      <p:nvGrpSpPr>
        <p:cNvPr id="1" name=""/>
        <p:cNvGrpSpPr/>
        <p:nvPr/>
      </p:nvGrpSpPr>
      <p:grpSpPr>
        <a:xfrm>
          <a:off x="0" y="0"/>
          <a:ext cx="0" cy="0"/>
          <a:chOff x="0" y="0"/>
          <a:chExt cx="0" cy="0"/>
        </a:xfrm>
      </p:grpSpPr>
      <p:sp>
        <p:nvSpPr>
          <p:cNvPr id="16" name="Freeform 15">
            <a:extLst>
              <a:ext uri="{FF2B5EF4-FFF2-40B4-BE49-F238E27FC236}">
                <a16:creationId xmlns:a16="http://schemas.microsoft.com/office/drawing/2014/main" id="{50EC95FD-18E8-BB45-C1C0-A724E9A31721}"/>
              </a:ext>
            </a:extLst>
          </p:cNvPr>
          <p:cNvSpPr/>
          <p:nvPr userDrawn="1"/>
        </p:nvSpPr>
        <p:spPr>
          <a:xfrm>
            <a:off x="1" y="-9331"/>
            <a:ext cx="5475247" cy="6867331"/>
          </a:xfrm>
          <a:custGeom>
            <a:avLst/>
            <a:gdLst>
              <a:gd name="connsiteX0" fmla="*/ 0 w 5475247"/>
              <a:gd name="connsiteY0" fmla="*/ 0 h 6981631"/>
              <a:gd name="connsiteX1" fmla="*/ 4473087 w 5475247"/>
              <a:gd name="connsiteY1" fmla="*/ 0 h 6981631"/>
              <a:gd name="connsiteX2" fmla="*/ 4500927 w 5475247"/>
              <a:gd name="connsiteY2" fmla="*/ 33268 h 6981631"/>
              <a:gd name="connsiteX3" fmla="*/ 4923611 w 5475247"/>
              <a:gd name="connsiteY3" fmla="*/ 705713 h 6981631"/>
              <a:gd name="connsiteX4" fmla="*/ 4687098 w 5475247"/>
              <a:gd name="connsiteY4" fmla="*/ 6631117 h 6981631"/>
              <a:gd name="connsiteX5" fmla="*/ 4505245 w 5475247"/>
              <a:gd name="connsiteY5" fmla="*/ 6981631 h 6981631"/>
              <a:gd name="connsiteX6" fmla="*/ 0 w 5475247"/>
              <a:gd name="connsiteY6" fmla="*/ 6981631 h 698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475247" h="6981631">
                <a:moveTo>
                  <a:pt x="0" y="0"/>
                </a:moveTo>
                <a:lnTo>
                  <a:pt x="4473087" y="0"/>
                </a:lnTo>
                <a:lnTo>
                  <a:pt x="4500927" y="33268"/>
                </a:lnTo>
                <a:cubicBezTo>
                  <a:pt x="4664238" y="241731"/>
                  <a:pt x="4806622" y="465765"/>
                  <a:pt x="4923611" y="705713"/>
                </a:cubicBezTo>
                <a:cubicBezTo>
                  <a:pt x="5781537" y="2465332"/>
                  <a:pt x="5589698" y="4732700"/>
                  <a:pt x="4687098" y="6631117"/>
                </a:cubicBezTo>
                <a:lnTo>
                  <a:pt x="4505245" y="6981631"/>
                </a:lnTo>
                <a:lnTo>
                  <a:pt x="0" y="6981631"/>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3" name="Slide Number Placeholder 2">
            <a:extLst>
              <a:ext uri="{FF2B5EF4-FFF2-40B4-BE49-F238E27FC236}">
                <a16:creationId xmlns:a16="http://schemas.microsoft.com/office/drawing/2014/main" id="{007E160A-0514-EFDC-B468-65BCB476F62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5" name="Text Placeholder 6">
            <a:extLst>
              <a:ext uri="{FF2B5EF4-FFF2-40B4-BE49-F238E27FC236}">
                <a16:creationId xmlns:a16="http://schemas.microsoft.com/office/drawing/2014/main" id="{73090C62-63EE-C783-3628-6FD1DFD6EB91}"/>
              </a:ext>
            </a:extLst>
          </p:cNvPr>
          <p:cNvSpPr>
            <a:spLocks noGrp="1"/>
          </p:cNvSpPr>
          <p:nvPr>
            <p:ph idx="1" hasCustomPrompt="1"/>
          </p:nvPr>
        </p:nvSpPr>
        <p:spPr>
          <a:xfrm>
            <a:off x="554037" y="1436914"/>
            <a:ext cx="4177535" cy="4782485"/>
          </a:xfrm>
          <a:prstGeom prst="rect">
            <a:avLst/>
          </a:prstGeom>
        </p:spPr>
        <p:txBody>
          <a:bodyPr vert="horz" lIns="0" tIns="0" rIns="0" bIns="0" rtlCol="0">
            <a:normAutofit/>
          </a:bodyPr>
          <a:lstStyle>
            <a:lvl1pPr marL="7938" indent="-7938">
              <a:buNone/>
              <a:tabLst/>
              <a:defRPr b="1">
                <a:solidFill>
                  <a:schemeClr val="tx2"/>
                </a:solidFill>
              </a:defRPr>
            </a:lvl1pPr>
            <a:lvl2pPr marL="171450" indent="-171450">
              <a:buFont typeface="Arial" panose="020B0604020202020204" pitchFamily="34" charset="0"/>
              <a:buChar char="•"/>
              <a:tabLst/>
              <a:defRPr/>
            </a:lvl2pPr>
            <a:lvl3pPr marL="914400" indent="0">
              <a:buNone/>
              <a:defRPr/>
            </a:lvl3pPr>
          </a:lstStyle>
          <a:p>
            <a:pPr lvl="0"/>
            <a:r>
              <a:rPr lang="en-GB"/>
              <a:t>Table of contents</a:t>
            </a:r>
          </a:p>
          <a:p>
            <a:pPr lvl="1"/>
            <a:r>
              <a:rPr lang="en-GB"/>
              <a:t>Description</a:t>
            </a:r>
          </a:p>
        </p:txBody>
      </p:sp>
      <p:sp>
        <p:nvSpPr>
          <p:cNvPr id="6" name="TextBox 5">
            <a:extLst>
              <a:ext uri="{FF2B5EF4-FFF2-40B4-BE49-F238E27FC236}">
                <a16:creationId xmlns:a16="http://schemas.microsoft.com/office/drawing/2014/main" id="{B25F9747-9017-231A-73B0-F1E43265F031}"/>
              </a:ext>
            </a:extLst>
          </p:cNvPr>
          <p:cNvSpPr txBox="1"/>
          <p:nvPr userDrawn="1"/>
        </p:nvSpPr>
        <p:spPr>
          <a:xfrm>
            <a:off x="554038" y="453513"/>
            <a:ext cx="3342903" cy="553998"/>
          </a:xfrm>
          <a:prstGeom prst="rect">
            <a:avLst/>
          </a:prstGeom>
          <a:noFill/>
        </p:spPr>
        <p:txBody>
          <a:bodyPr wrap="none" lIns="0" rtlCol="0">
            <a:spAutoFit/>
          </a:bodyPr>
          <a:lstStyle/>
          <a:p>
            <a:r>
              <a:rPr lang="en-GB" sz="3000" b="1">
                <a:solidFill>
                  <a:schemeClr val="tx2"/>
                </a:solidFill>
              </a:rPr>
              <a:t>Table of contents</a:t>
            </a:r>
            <a:endParaRPr lang="en-PL" sz="3000" b="1">
              <a:solidFill>
                <a:schemeClr val="tx2"/>
              </a:solidFill>
            </a:endParaRPr>
          </a:p>
        </p:txBody>
      </p:sp>
      <p:sp>
        <p:nvSpPr>
          <p:cNvPr id="20" name="Freeform 19">
            <a:extLst>
              <a:ext uri="{FF2B5EF4-FFF2-40B4-BE49-F238E27FC236}">
                <a16:creationId xmlns:a16="http://schemas.microsoft.com/office/drawing/2014/main" id="{4FAA4253-6F70-282F-5C25-505FF0B604CB}"/>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
        <p:nvSpPr>
          <p:cNvPr id="2" name="Text Placeholder 6">
            <a:extLst>
              <a:ext uri="{FF2B5EF4-FFF2-40B4-BE49-F238E27FC236}">
                <a16:creationId xmlns:a16="http://schemas.microsoft.com/office/drawing/2014/main" id="{9F25721F-2D83-66F1-DEBC-A499BC9A0B81}"/>
              </a:ext>
            </a:extLst>
          </p:cNvPr>
          <p:cNvSpPr>
            <a:spLocks noGrp="1"/>
          </p:cNvSpPr>
          <p:nvPr>
            <p:ph idx="11" hasCustomPrompt="1"/>
          </p:nvPr>
        </p:nvSpPr>
        <p:spPr>
          <a:xfrm>
            <a:off x="5628938" y="1436913"/>
            <a:ext cx="4177535" cy="4862085"/>
          </a:xfrm>
          <a:prstGeom prst="rect">
            <a:avLst/>
          </a:prstGeom>
        </p:spPr>
        <p:txBody>
          <a:bodyPr vert="horz" lIns="0" tIns="0" rIns="0" bIns="0" rtlCol="0">
            <a:normAutofit/>
          </a:bodyPr>
          <a:lstStyle>
            <a:lvl1pPr marL="7938" indent="-7938">
              <a:buNone/>
              <a:tabLst/>
              <a:defRPr b="1">
                <a:solidFill>
                  <a:schemeClr val="tx2"/>
                </a:solidFill>
              </a:defRPr>
            </a:lvl1pPr>
            <a:lvl2pPr marL="171450" indent="-171450">
              <a:buFont typeface="Arial" panose="020B0604020202020204" pitchFamily="34" charset="0"/>
              <a:buChar char="•"/>
              <a:tabLst/>
              <a:defRPr/>
            </a:lvl2pPr>
            <a:lvl3pPr marL="914400" indent="0">
              <a:buNone/>
              <a:defRPr/>
            </a:lvl3pPr>
          </a:lstStyle>
          <a:p>
            <a:pPr lvl="0"/>
            <a:r>
              <a:rPr lang="en-GB"/>
              <a:t>Table of contents</a:t>
            </a:r>
          </a:p>
          <a:p>
            <a:pPr lvl="1"/>
            <a:r>
              <a:rPr lang="en-GB"/>
              <a:t>Description</a:t>
            </a:r>
          </a:p>
        </p:txBody>
      </p:sp>
      <p:sp>
        <p:nvSpPr>
          <p:cNvPr id="4" name="Rectangle 6">
            <a:extLst>
              <a:ext uri="{FF2B5EF4-FFF2-40B4-BE49-F238E27FC236}">
                <a16:creationId xmlns:a16="http://schemas.microsoft.com/office/drawing/2014/main" id="{1577687A-A4B6-805A-65DE-865982C331E2}"/>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332916156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Speaker">
    <p:spTree>
      <p:nvGrpSpPr>
        <p:cNvPr id="1" name=""/>
        <p:cNvGrpSpPr/>
        <p:nvPr/>
      </p:nvGrpSpPr>
      <p:grpSpPr>
        <a:xfrm>
          <a:off x="0" y="0"/>
          <a:ext cx="0" cy="0"/>
          <a:chOff x="0" y="0"/>
          <a:chExt cx="0" cy="0"/>
        </a:xfrm>
      </p:grpSpPr>
      <p:sp>
        <p:nvSpPr>
          <p:cNvPr id="9" name="Freeform 8">
            <a:extLst>
              <a:ext uri="{FF2B5EF4-FFF2-40B4-BE49-F238E27FC236}">
                <a16:creationId xmlns:a16="http://schemas.microsoft.com/office/drawing/2014/main" id="{34920531-3829-D901-CA90-A67538F5550E}"/>
              </a:ext>
            </a:extLst>
          </p:cNvPr>
          <p:cNvSpPr/>
          <p:nvPr userDrawn="1"/>
        </p:nvSpPr>
        <p:spPr>
          <a:xfrm>
            <a:off x="0" y="3626883"/>
            <a:ext cx="6250418" cy="3231117"/>
          </a:xfrm>
          <a:custGeom>
            <a:avLst/>
            <a:gdLst>
              <a:gd name="connsiteX0" fmla="*/ 429623 w 6250418"/>
              <a:gd name="connsiteY0" fmla="*/ 137 h 3231117"/>
              <a:gd name="connsiteX1" fmla="*/ 6107386 w 6250418"/>
              <a:gd name="connsiteY1" fmla="*/ 2905611 h 3231117"/>
              <a:gd name="connsiteX2" fmla="*/ 6218830 w 6250418"/>
              <a:gd name="connsiteY2" fmla="*/ 3150666 h 3231117"/>
              <a:gd name="connsiteX3" fmla="*/ 6250418 w 6250418"/>
              <a:gd name="connsiteY3" fmla="*/ 3231117 h 3231117"/>
              <a:gd name="connsiteX4" fmla="*/ 0 w 6250418"/>
              <a:gd name="connsiteY4" fmla="*/ 3231117 h 3231117"/>
              <a:gd name="connsiteX5" fmla="*/ 0 w 6250418"/>
              <a:gd name="connsiteY5" fmla="*/ 19551 h 3231117"/>
              <a:gd name="connsiteX6" fmla="*/ 201773 w 6250418"/>
              <a:gd name="connsiteY6" fmla="*/ 6063 h 3231117"/>
              <a:gd name="connsiteX7" fmla="*/ 429623 w 6250418"/>
              <a:gd name="connsiteY7" fmla="*/ 137 h 32311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250418" h="3231117">
                <a:moveTo>
                  <a:pt x="429623" y="137"/>
                </a:moveTo>
                <a:cubicBezTo>
                  <a:pt x="2362891" y="-12755"/>
                  <a:pt x="5124279" y="889243"/>
                  <a:pt x="6107386" y="2905611"/>
                </a:cubicBezTo>
                <a:cubicBezTo>
                  <a:pt x="6146710" y="2986266"/>
                  <a:pt x="6183848" y="3067979"/>
                  <a:pt x="6218830" y="3150666"/>
                </a:cubicBezTo>
                <a:lnTo>
                  <a:pt x="6250418" y="3231117"/>
                </a:lnTo>
                <a:lnTo>
                  <a:pt x="0" y="3231117"/>
                </a:lnTo>
                <a:lnTo>
                  <a:pt x="0" y="19551"/>
                </a:lnTo>
                <a:lnTo>
                  <a:pt x="201773" y="6063"/>
                </a:lnTo>
                <a:cubicBezTo>
                  <a:pt x="276287" y="2633"/>
                  <a:pt x="352292" y="653"/>
                  <a:pt x="429623" y="137"/>
                </a:cubicBez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F91F5749-03FC-F7CA-23FC-018BB6393070}"/>
              </a:ext>
            </a:extLst>
          </p:cNvPr>
          <p:cNvSpPr>
            <a:spLocks noGrp="1"/>
          </p:cNvSpPr>
          <p:nvPr>
            <p:ph type="title" hasCustomPrompt="1"/>
          </p:nvPr>
        </p:nvSpPr>
        <p:spPr>
          <a:xfrm>
            <a:off x="554038" y="549476"/>
            <a:ext cx="11090275"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CD743144-2B84-ED9F-7A6C-026226116B57}"/>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4" name="Text Placeholder 6">
            <a:extLst>
              <a:ext uri="{FF2B5EF4-FFF2-40B4-BE49-F238E27FC236}">
                <a16:creationId xmlns:a16="http://schemas.microsoft.com/office/drawing/2014/main" id="{DDA1212E-D354-313E-E545-50E8DAD0E2C1}"/>
              </a:ext>
            </a:extLst>
          </p:cNvPr>
          <p:cNvSpPr>
            <a:spLocks noGrp="1"/>
          </p:cNvSpPr>
          <p:nvPr>
            <p:ph idx="1" hasCustomPrompt="1"/>
          </p:nvPr>
        </p:nvSpPr>
        <p:spPr>
          <a:xfrm>
            <a:off x="4086225" y="3429000"/>
            <a:ext cx="3426938" cy="567965"/>
          </a:xfrm>
          <a:prstGeom prst="rect">
            <a:avLst/>
          </a:prstGeom>
        </p:spPr>
        <p:txBody>
          <a:bodyPr vert="horz" lIns="0" tIns="0" rIns="0" bIns="0" rtlCol="0">
            <a:normAutofit/>
          </a:bodyPr>
          <a:lstStyle>
            <a:lvl1pPr marL="12700" indent="0">
              <a:buNone/>
              <a:tabLst/>
              <a:defRPr b="1">
                <a:solidFill>
                  <a:schemeClr val="tx2"/>
                </a:solidFill>
              </a:defRPr>
            </a:lvl1pPr>
            <a:lvl2pPr marL="184150" indent="-171450">
              <a:buFont typeface="Arial" panose="020B0604020202020204" pitchFamily="34" charset="0"/>
              <a:buChar char="•"/>
              <a:tabLst/>
              <a:defRPr>
                <a:solidFill>
                  <a:schemeClr val="accent3"/>
                </a:solidFill>
              </a:defRPr>
            </a:lvl2pPr>
            <a:lvl3pPr marL="12700" indent="0">
              <a:buNone/>
              <a:tabLst/>
              <a:defRPr/>
            </a:lvl3pPr>
          </a:lstStyle>
          <a:p>
            <a:pPr lvl="0"/>
            <a:r>
              <a:rPr lang="en-GB"/>
              <a:t>Name and Surname</a:t>
            </a:r>
          </a:p>
          <a:p>
            <a:pPr lvl="1"/>
            <a:r>
              <a:rPr lang="en-GB"/>
              <a:t>Position</a:t>
            </a:r>
          </a:p>
        </p:txBody>
      </p:sp>
      <p:sp>
        <p:nvSpPr>
          <p:cNvPr id="11" name="Text Placeholder 10">
            <a:extLst>
              <a:ext uri="{FF2B5EF4-FFF2-40B4-BE49-F238E27FC236}">
                <a16:creationId xmlns:a16="http://schemas.microsoft.com/office/drawing/2014/main" id="{10B09ED9-4286-62EE-6EA2-069EA339FDCB}"/>
              </a:ext>
            </a:extLst>
          </p:cNvPr>
          <p:cNvSpPr>
            <a:spLocks noGrp="1"/>
          </p:cNvSpPr>
          <p:nvPr>
            <p:ph type="body" sz="quarter" idx="11"/>
          </p:nvPr>
        </p:nvSpPr>
        <p:spPr>
          <a:xfrm>
            <a:off x="4086225" y="4260850"/>
            <a:ext cx="7554913" cy="1292225"/>
          </a:xfrm>
        </p:spPr>
        <p:txBody>
          <a:bodyPr>
            <a:normAutofit/>
          </a:bodyPr>
          <a:lstStyle>
            <a:lvl1pPr>
              <a:defRPr sz="1200"/>
            </a:lvl1pPr>
            <a:lvl2pPr marL="179388" indent="-171450">
              <a:buFont typeface="Arial" panose="020B0604020202020204" pitchFamily="34" charset="0"/>
              <a:buChar char="•"/>
              <a:tabLst/>
              <a:defRPr/>
            </a:lvl2pPr>
          </a:lstStyle>
          <a:p>
            <a:pPr lvl="0"/>
            <a:r>
              <a:rPr lang="en-US"/>
              <a:t>Click to edit Master text styles</a:t>
            </a:r>
          </a:p>
        </p:txBody>
      </p:sp>
      <p:sp>
        <p:nvSpPr>
          <p:cNvPr id="17" name="Picture Placeholder 16">
            <a:extLst>
              <a:ext uri="{FF2B5EF4-FFF2-40B4-BE49-F238E27FC236}">
                <a16:creationId xmlns:a16="http://schemas.microsoft.com/office/drawing/2014/main" id="{68E59D0F-5073-70D2-7DED-0B771ABD1788}"/>
              </a:ext>
            </a:extLst>
          </p:cNvPr>
          <p:cNvSpPr>
            <a:spLocks noGrp="1"/>
          </p:cNvSpPr>
          <p:nvPr>
            <p:ph type="pic" sz="quarter" idx="12"/>
          </p:nvPr>
        </p:nvSpPr>
        <p:spPr>
          <a:xfrm>
            <a:off x="2296308" y="2970936"/>
            <a:ext cx="1407298" cy="1484092"/>
          </a:xfrm>
          <a:custGeom>
            <a:avLst/>
            <a:gdLst>
              <a:gd name="connsiteX0" fmla="*/ 577388 w 1407298"/>
              <a:gd name="connsiteY0" fmla="*/ 294 h 1484092"/>
              <a:gd name="connsiteX1" fmla="*/ 1228905 w 1407298"/>
              <a:gd name="connsiteY1" fmla="*/ 346913 h 1484092"/>
              <a:gd name="connsiteX2" fmla="*/ 1228836 w 1407298"/>
              <a:gd name="connsiteY2" fmla="*/ 346983 h 1484092"/>
              <a:gd name="connsiteX3" fmla="*/ 1372072 w 1407298"/>
              <a:gd name="connsiteY3" fmla="*/ 1018872 h 1484092"/>
              <a:gd name="connsiteX4" fmla="*/ 845991 w 1407298"/>
              <a:gd name="connsiteY4" fmla="*/ 1395599 h 1484092"/>
              <a:gd name="connsiteX5" fmla="*/ 317059 w 1407298"/>
              <a:gd name="connsiteY5" fmla="*/ 1447400 h 1484092"/>
              <a:gd name="connsiteX6" fmla="*/ 98867 w 1407298"/>
              <a:gd name="connsiteY6" fmla="*/ 973329 h 1484092"/>
              <a:gd name="connsiteX7" fmla="*/ 29544 w 1407298"/>
              <a:gd name="connsiteY7" fmla="*/ 358108 h 1484092"/>
              <a:gd name="connsiteX8" fmla="*/ 577388 w 1407298"/>
              <a:gd name="connsiteY8" fmla="*/ 294 h 1484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07298" h="1484092">
                <a:moveTo>
                  <a:pt x="577388" y="294"/>
                </a:moveTo>
                <a:cubicBezTo>
                  <a:pt x="819082" y="-7424"/>
                  <a:pt x="1069885" y="137898"/>
                  <a:pt x="1228905" y="346913"/>
                </a:cubicBezTo>
                <a:lnTo>
                  <a:pt x="1228836" y="346983"/>
                </a:lnTo>
                <a:cubicBezTo>
                  <a:pt x="1387508" y="555996"/>
                  <a:pt x="1454051" y="828424"/>
                  <a:pt x="1372072" y="1018872"/>
                </a:cubicBezTo>
                <a:cubicBezTo>
                  <a:pt x="1290094" y="1209321"/>
                  <a:pt x="1059664" y="1317931"/>
                  <a:pt x="845991" y="1395599"/>
                </a:cubicBezTo>
                <a:cubicBezTo>
                  <a:pt x="632319" y="1473683"/>
                  <a:pt x="435125" y="1520965"/>
                  <a:pt x="317059" y="1447400"/>
                </a:cubicBezTo>
                <a:cubicBezTo>
                  <a:pt x="198993" y="1374183"/>
                  <a:pt x="159777" y="1179910"/>
                  <a:pt x="98867" y="973329"/>
                </a:cubicBezTo>
                <a:cubicBezTo>
                  <a:pt x="37957" y="766748"/>
                  <a:pt x="-45065" y="547931"/>
                  <a:pt x="29544" y="358108"/>
                </a:cubicBezTo>
                <a:cubicBezTo>
                  <a:pt x="104152" y="168702"/>
                  <a:pt x="336042" y="7944"/>
                  <a:pt x="577388" y="294"/>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PL"/>
          </a:p>
        </p:txBody>
      </p:sp>
      <p:sp>
        <p:nvSpPr>
          <p:cNvPr id="19" name="Freeform 18">
            <a:extLst>
              <a:ext uri="{FF2B5EF4-FFF2-40B4-BE49-F238E27FC236}">
                <a16:creationId xmlns:a16="http://schemas.microsoft.com/office/drawing/2014/main" id="{AD687D95-E425-C5D6-479D-8E2139CF8679}"/>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
        <p:nvSpPr>
          <p:cNvPr id="5" name="Rectangle 6">
            <a:extLst>
              <a:ext uri="{FF2B5EF4-FFF2-40B4-BE49-F238E27FC236}">
                <a16:creationId xmlns:a16="http://schemas.microsoft.com/office/drawing/2014/main" id="{113DEA68-016A-1EB5-5744-78AC8C731E7D}"/>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308867117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Speakers">
    <p:spTree>
      <p:nvGrpSpPr>
        <p:cNvPr id="1" name=""/>
        <p:cNvGrpSpPr/>
        <p:nvPr/>
      </p:nvGrpSpPr>
      <p:grpSpPr>
        <a:xfrm>
          <a:off x="0" y="0"/>
          <a:ext cx="0" cy="0"/>
          <a:chOff x="0" y="0"/>
          <a:chExt cx="0" cy="0"/>
        </a:xfrm>
      </p:grpSpPr>
      <p:sp>
        <p:nvSpPr>
          <p:cNvPr id="9" name="Freeform 8">
            <a:extLst>
              <a:ext uri="{FF2B5EF4-FFF2-40B4-BE49-F238E27FC236}">
                <a16:creationId xmlns:a16="http://schemas.microsoft.com/office/drawing/2014/main" id="{34920531-3829-D901-CA90-A67538F5550E}"/>
              </a:ext>
            </a:extLst>
          </p:cNvPr>
          <p:cNvSpPr/>
          <p:nvPr userDrawn="1"/>
        </p:nvSpPr>
        <p:spPr>
          <a:xfrm>
            <a:off x="0" y="4521200"/>
            <a:ext cx="12120880" cy="2336800"/>
          </a:xfrm>
          <a:custGeom>
            <a:avLst/>
            <a:gdLst>
              <a:gd name="connsiteX0" fmla="*/ 429623 w 6250418"/>
              <a:gd name="connsiteY0" fmla="*/ 137 h 3231117"/>
              <a:gd name="connsiteX1" fmla="*/ 6107386 w 6250418"/>
              <a:gd name="connsiteY1" fmla="*/ 2905611 h 3231117"/>
              <a:gd name="connsiteX2" fmla="*/ 6218830 w 6250418"/>
              <a:gd name="connsiteY2" fmla="*/ 3150666 h 3231117"/>
              <a:gd name="connsiteX3" fmla="*/ 6250418 w 6250418"/>
              <a:gd name="connsiteY3" fmla="*/ 3231117 h 3231117"/>
              <a:gd name="connsiteX4" fmla="*/ 0 w 6250418"/>
              <a:gd name="connsiteY4" fmla="*/ 3231117 h 3231117"/>
              <a:gd name="connsiteX5" fmla="*/ 0 w 6250418"/>
              <a:gd name="connsiteY5" fmla="*/ 19551 h 3231117"/>
              <a:gd name="connsiteX6" fmla="*/ 201773 w 6250418"/>
              <a:gd name="connsiteY6" fmla="*/ 6063 h 3231117"/>
              <a:gd name="connsiteX7" fmla="*/ 429623 w 6250418"/>
              <a:gd name="connsiteY7" fmla="*/ 137 h 32311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250418" h="3231117">
                <a:moveTo>
                  <a:pt x="429623" y="137"/>
                </a:moveTo>
                <a:cubicBezTo>
                  <a:pt x="2362891" y="-12755"/>
                  <a:pt x="5124279" y="889243"/>
                  <a:pt x="6107386" y="2905611"/>
                </a:cubicBezTo>
                <a:cubicBezTo>
                  <a:pt x="6146710" y="2986266"/>
                  <a:pt x="6183848" y="3067979"/>
                  <a:pt x="6218830" y="3150666"/>
                </a:cubicBezTo>
                <a:lnTo>
                  <a:pt x="6250418" y="3231117"/>
                </a:lnTo>
                <a:lnTo>
                  <a:pt x="0" y="3231117"/>
                </a:lnTo>
                <a:lnTo>
                  <a:pt x="0" y="19551"/>
                </a:lnTo>
                <a:lnTo>
                  <a:pt x="201773" y="6063"/>
                </a:lnTo>
                <a:cubicBezTo>
                  <a:pt x="276287" y="2633"/>
                  <a:pt x="352292" y="653"/>
                  <a:pt x="429623" y="137"/>
                </a:cubicBez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F91F5749-03FC-F7CA-23FC-018BB6393070}"/>
              </a:ext>
            </a:extLst>
          </p:cNvPr>
          <p:cNvSpPr>
            <a:spLocks noGrp="1"/>
          </p:cNvSpPr>
          <p:nvPr>
            <p:ph type="title" hasCustomPrompt="1"/>
          </p:nvPr>
        </p:nvSpPr>
        <p:spPr>
          <a:xfrm>
            <a:off x="554038" y="549476"/>
            <a:ext cx="11090275"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CD743144-2B84-ED9F-7A6C-026226116B57}"/>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4" name="Text Placeholder 6">
            <a:extLst>
              <a:ext uri="{FF2B5EF4-FFF2-40B4-BE49-F238E27FC236}">
                <a16:creationId xmlns:a16="http://schemas.microsoft.com/office/drawing/2014/main" id="{DDA1212E-D354-313E-E545-50E8DAD0E2C1}"/>
              </a:ext>
            </a:extLst>
          </p:cNvPr>
          <p:cNvSpPr>
            <a:spLocks noGrp="1"/>
          </p:cNvSpPr>
          <p:nvPr>
            <p:ph idx="1" hasCustomPrompt="1"/>
          </p:nvPr>
        </p:nvSpPr>
        <p:spPr>
          <a:xfrm>
            <a:off x="1224485" y="4307293"/>
            <a:ext cx="4209362" cy="567965"/>
          </a:xfrm>
          <a:prstGeom prst="rect">
            <a:avLst/>
          </a:prstGeom>
        </p:spPr>
        <p:txBody>
          <a:bodyPr vert="horz" lIns="0" tIns="0" rIns="0" bIns="0" rtlCol="0">
            <a:normAutofit/>
          </a:bodyPr>
          <a:lstStyle>
            <a:lvl1pPr marL="12700" indent="0" algn="ctr">
              <a:buNone/>
              <a:tabLst/>
              <a:defRPr b="1">
                <a:solidFill>
                  <a:schemeClr val="tx2"/>
                </a:solidFill>
              </a:defRPr>
            </a:lvl1pPr>
            <a:lvl2pPr marL="184150" indent="-171450" algn="ctr">
              <a:buFont typeface="Arial" panose="020B0604020202020204" pitchFamily="34" charset="0"/>
              <a:buChar char="•"/>
              <a:tabLst/>
              <a:defRPr>
                <a:solidFill>
                  <a:schemeClr val="accent3"/>
                </a:solidFill>
              </a:defRPr>
            </a:lvl2pPr>
            <a:lvl3pPr marL="12700" indent="0">
              <a:buNone/>
              <a:tabLst/>
              <a:defRPr/>
            </a:lvl3pPr>
          </a:lstStyle>
          <a:p>
            <a:pPr lvl="0"/>
            <a:r>
              <a:rPr lang="en-GB"/>
              <a:t>Name and Surname</a:t>
            </a:r>
          </a:p>
          <a:p>
            <a:pPr lvl="1"/>
            <a:r>
              <a:rPr lang="en-GB"/>
              <a:t>Position</a:t>
            </a:r>
          </a:p>
        </p:txBody>
      </p:sp>
      <p:sp>
        <p:nvSpPr>
          <p:cNvPr id="11" name="Text Placeholder 10">
            <a:extLst>
              <a:ext uri="{FF2B5EF4-FFF2-40B4-BE49-F238E27FC236}">
                <a16:creationId xmlns:a16="http://schemas.microsoft.com/office/drawing/2014/main" id="{10B09ED9-4286-62EE-6EA2-069EA339FDCB}"/>
              </a:ext>
            </a:extLst>
          </p:cNvPr>
          <p:cNvSpPr>
            <a:spLocks noGrp="1"/>
          </p:cNvSpPr>
          <p:nvPr>
            <p:ph type="body" sz="quarter" idx="11"/>
          </p:nvPr>
        </p:nvSpPr>
        <p:spPr>
          <a:xfrm>
            <a:off x="1224485" y="5031064"/>
            <a:ext cx="4209363" cy="1076177"/>
          </a:xfrm>
        </p:spPr>
        <p:txBody>
          <a:bodyPr>
            <a:normAutofit/>
          </a:bodyPr>
          <a:lstStyle>
            <a:lvl1pPr algn="ctr">
              <a:defRPr sz="1200"/>
            </a:lvl1pPr>
            <a:lvl2pPr marL="179388" indent="-171450" algn="ctr">
              <a:buFont typeface="Arial" panose="020B0604020202020204" pitchFamily="34" charset="0"/>
              <a:buChar char="•"/>
              <a:tabLst/>
              <a:defRPr/>
            </a:lvl2pPr>
          </a:lstStyle>
          <a:p>
            <a:pPr lvl="0"/>
            <a:r>
              <a:rPr lang="en-US"/>
              <a:t>Click to edit Master text styles</a:t>
            </a:r>
          </a:p>
        </p:txBody>
      </p:sp>
      <p:sp>
        <p:nvSpPr>
          <p:cNvPr id="17" name="Picture Placeholder 16">
            <a:extLst>
              <a:ext uri="{FF2B5EF4-FFF2-40B4-BE49-F238E27FC236}">
                <a16:creationId xmlns:a16="http://schemas.microsoft.com/office/drawing/2014/main" id="{68E59D0F-5073-70D2-7DED-0B771ABD1788}"/>
              </a:ext>
            </a:extLst>
          </p:cNvPr>
          <p:cNvSpPr>
            <a:spLocks noGrp="1"/>
          </p:cNvSpPr>
          <p:nvPr>
            <p:ph type="pic" sz="quarter" idx="12"/>
          </p:nvPr>
        </p:nvSpPr>
        <p:spPr>
          <a:xfrm>
            <a:off x="2478049" y="2686954"/>
            <a:ext cx="1407298" cy="1484092"/>
          </a:xfrm>
          <a:custGeom>
            <a:avLst/>
            <a:gdLst>
              <a:gd name="connsiteX0" fmla="*/ 577388 w 1407298"/>
              <a:gd name="connsiteY0" fmla="*/ 294 h 1484092"/>
              <a:gd name="connsiteX1" fmla="*/ 1228905 w 1407298"/>
              <a:gd name="connsiteY1" fmla="*/ 346913 h 1484092"/>
              <a:gd name="connsiteX2" fmla="*/ 1228836 w 1407298"/>
              <a:gd name="connsiteY2" fmla="*/ 346983 h 1484092"/>
              <a:gd name="connsiteX3" fmla="*/ 1372072 w 1407298"/>
              <a:gd name="connsiteY3" fmla="*/ 1018872 h 1484092"/>
              <a:gd name="connsiteX4" fmla="*/ 845991 w 1407298"/>
              <a:gd name="connsiteY4" fmla="*/ 1395599 h 1484092"/>
              <a:gd name="connsiteX5" fmla="*/ 317059 w 1407298"/>
              <a:gd name="connsiteY5" fmla="*/ 1447400 h 1484092"/>
              <a:gd name="connsiteX6" fmla="*/ 98867 w 1407298"/>
              <a:gd name="connsiteY6" fmla="*/ 973329 h 1484092"/>
              <a:gd name="connsiteX7" fmla="*/ 29544 w 1407298"/>
              <a:gd name="connsiteY7" fmla="*/ 358108 h 1484092"/>
              <a:gd name="connsiteX8" fmla="*/ 577388 w 1407298"/>
              <a:gd name="connsiteY8" fmla="*/ 294 h 1484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07298" h="1484092">
                <a:moveTo>
                  <a:pt x="577388" y="294"/>
                </a:moveTo>
                <a:cubicBezTo>
                  <a:pt x="819082" y="-7424"/>
                  <a:pt x="1069885" y="137898"/>
                  <a:pt x="1228905" y="346913"/>
                </a:cubicBezTo>
                <a:lnTo>
                  <a:pt x="1228836" y="346983"/>
                </a:lnTo>
                <a:cubicBezTo>
                  <a:pt x="1387508" y="555996"/>
                  <a:pt x="1454051" y="828424"/>
                  <a:pt x="1372072" y="1018872"/>
                </a:cubicBezTo>
                <a:cubicBezTo>
                  <a:pt x="1290094" y="1209321"/>
                  <a:pt x="1059664" y="1317931"/>
                  <a:pt x="845991" y="1395599"/>
                </a:cubicBezTo>
                <a:cubicBezTo>
                  <a:pt x="632319" y="1473683"/>
                  <a:pt x="435125" y="1520965"/>
                  <a:pt x="317059" y="1447400"/>
                </a:cubicBezTo>
                <a:cubicBezTo>
                  <a:pt x="198993" y="1374183"/>
                  <a:pt x="159777" y="1179910"/>
                  <a:pt x="98867" y="973329"/>
                </a:cubicBezTo>
                <a:cubicBezTo>
                  <a:pt x="37957" y="766748"/>
                  <a:pt x="-45065" y="547931"/>
                  <a:pt x="29544" y="358108"/>
                </a:cubicBezTo>
                <a:cubicBezTo>
                  <a:pt x="104152" y="168702"/>
                  <a:pt x="336042" y="7944"/>
                  <a:pt x="577388" y="294"/>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PL"/>
          </a:p>
        </p:txBody>
      </p:sp>
      <p:sp>
        <p:nvSpPr>
          <p:cNvPr id="5" name="Text Placeholder 6">
            <a:extLst>
              <a:ext uri="{FF2B5EF4-FFF2-40B4-BE49-F238E27FC236}">
                <a16:creationId xmlns:a16="http://schemas.microsoft.com/office/drawing/2014/main" id="{D3BEFE12-0524-0985-AA7F-1671AB15602E}"/>
              </a:ext>
            </a:extLst>
          </p:cNvPr>
          <p:cNvSpPr>
            <a:spLocks noGrp="1"/>
          </p:cNvSpPr>
          <p:nvPr>
            <p:ph idx="13" hasCustomPrompt="1"/>
          </p:nvPr>
        </p:nvSpPr>
        <p:spPr>
          <a:xfrm>
            <a:off x="6807825" y="4307293"/>
            <a:ext cx="4209362" cy="567965"/>
          </a:xfrm>
          <a:prstGeom prst="rect">
            <a:avLst/>
          </a:prstGeom>
        </p:spPr>
        <p:txBody>
          <a:bodyPr vert="horz" lIns="0" tIns="0" rIns="0" bIns="0" rtlCol="0">
            <a:normAutofit/>
          </a:bodyPr>
          <a:lstStyle>
            <a:lvl1pPr marL="12700" indent="0" algn="ctr">
              <a:buNone/>
              <a:tabLst/>
              <a:defRPr b="1">
                <a:solidFill>
                  <a:schemeClr val="tx2"/>
                </a:solidFill>
              </a:defRPr>
            </a:lvl1pPr>
            <a:lvl2pPr marL="184150" indent="-171450" algn="ctr">
              <a:buFont typeface="Arial" panose="020B0604020202020204" pitchFamily="34" charset="0"/>
              <a:buChar char="•"/>
              <a:tabLst/>
              <a:defRPr>
                <a:solidFill>
                  <a:schemeClr val="accent3"/>
                </a:solidFill>
              </a:defRPr>
            </a:lvl2pPr>
            <a:lvl3pPr marL="12700" indent="0">
              <a:buNone/>
              <a:tabLst/>
              <a:defRPr/>
            </a:lvl3pPr>
          </a:lstStyle>
          <a:p>
            <a:pPr lvl="0"/>
            <a:r>
              <a:rPr lang="en-GB"/>
              <a:t>Name and Surname</a:t>
            </a:r>
          </a:p>
          <a:p>
            <a:pPr lvl="1"/>
            <a:r>
              <a:rPr lang="en-GB"/>
              <a:t>Position</a:t>
            </a:r>
          </a:p>
        </p:txBody>
      </p:sp>
      <p:sp>
        <p:nvSpPr>
          <p:cNvPr id="6" name="Text Placeholder 10">
            <a:extLst>
              <a:ext uri="{FF2B5EF4-FFF2-40B4-BE49-F238E27FC236}">
                <a16:creationId xmlns:a16="http://schemas.microsoft.com/office/drawing/2014/main" id="{51A4C240-E285-77C0-A17E-0BDA96C73013}"/>
              </a:ext>
            </a:extLst>
          </p:cNvPr>
          <p:cNvSpPr>
            <a:spLocks noGrp="1"/>
          </p:cNvSpPr>
          <p:nvPr>
            <p:ph type="body" sz="quarter" idx="14"/>
          </p:nvPr>
        </p:nvSpPr>
        <p:spPr>
          <a:xfrm>
            <a:off x="6807825" y="5031064"/>
            <a:ext cx="4209363" cy="1076177"/>
          </a:xfrm>
        </p:spPr>
        <p:txBody>
          <a:bodyPr>
            <a:normAutofit/>
          </a:bodyPr>
          <a:lstStyle>
            <a:lvl1pPr algn="ctr">
              <a:defRPr sz="1200"/>
            </a:lvl1pPr>
            <a:lvl2pPr marL="7938" indent="0" algn="ctr">
              <a:buNone/>
              <a:tabLst/>
              <a:defRPr/>
            </a:lvl2pPr>
          </a:lstStyle>
          <a:p>
            <a:pPr lvl="0"/>
            <a:r>
              <a:rPr lang="en-US"/>
              <a:t>Click to edit Master text styles</a:t>
            </a:r>
          </a:p>
        </p:txBody>
      </p:sp>
      <p:sp>
        <p:nvSpPr>
          <p:cNvPr id="7" name="Picture Placeholder 16">
            <a:extLst>
              <a:ext uri="{FF2B5EF4-FFF2-40B4-BE49-F238E27FC236}">
                <a16:creationId xmlns:a16="http://schemas.microsoft.com/office/drawing/2014/main" id="{342F1595-54C1-521B-CB5D-F4CABA31B696}"/>
              </a:ext>
            </a:extLst>
          </p:cNvPr>
          <p:cNvSpPr>
            <a:spLocks noGrp="1"/>
          </p:cNvSpPr>
          <p:nvPr>
            <p:ph type="pic" sz="quarter" idx="15"/>
          </p:nvPr>
        </p:nvSpPr>
        <p:spPr>
          <a:xfrm>
            <a:off x="8061389" y="2686954"/>
            <a:ext cx="1407298" cy="1484092"/>
          </a:xfrm>
          <a:custGeom>
            <a:avLst/>
            <a:gdLst>
              <a:gd name="connsiteX0" fmla="*/ 577388 w 1407298"/>
              <a:gd name="connsiteY0" fmla="*/ 294 h 1484092"/>
              <a:gd name="connsiteX1" fmla="*/ 1228905 w 1407298"/>
              <a:gd name="connsiteY1" fmla="*/ 346913 h 1484092"/>
              <a:gd name="connsiteX2" fmla="*/ 1228836 w 1407298"/>
              <a:gd name="connsiteY2" fmla="*/ 346983 h 1484092"/>
              <a:gd name="connsiteX3" fmla="*/ 1372072 w 1407298"/>
              <a:gd name="connsiteY3" fmla="*/ 1018872 h 1484092"/>
              <a:gd name="connsiteX4" fmla="*/ 845991 w 1407298"/>
              <a:gd name="connsiteY4" fmla="*/ 1395599 h 1484092"/>
              <a:gd name="connsiteX5" fmla="*/ 317059 w 1407298"/>
              <a:gd name="connsiteY5" fmla="*/ 1447400 h 1484092"/>
              <a:gd name="connsiteX6" fmla="*/ 98867 w 1407298"/>
              <a:gd name="connsiteY6" fmla="*/ 973329 h 1484092"/>
              <a:gd name="connsiteX7" fmla="*/ 29544 w 1407298"/>
              <a:gd name="connsiteY7" fmla="*/ 358108 h 1484092"/>
              <a:gd name="connsiteX8" fmla="*/ 577388 w 1407298"/>
              <a:gd name="connsiteY8" fmla="*/ 294 h 1484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07298" h="1484092">
                <a:moveTo>
                  <a:pt x="577388" y="294"/>
                </a:moveTo>
                <a:cubicBezTo>
                  <a:pt x="819082" y="-7424"/>
                  <a:pt x="1069885" y="137898"/>
                  <a:pt x="1228905" y="346913"/>
                </a:cubicBezTo>
                <a:lnTo>
                  <a:pt x="1228836" y="346983"/>
                </a:lnTo>
                <a:cubicBezTo>
                  <a:pt x="1387508" y="555996"/>
                  <a:pt x="1454051" y="828424"/>
                  <a:pt x="1372072" y="1018872"/>
                </a:cubicBezTo>
                <a:cubicBezTo>
                  <a:pt x="1290094" y="1209321"/>
                  <a:pt x="1059664" y="1317931"/>
                  <a:pt x="845991" y="1395599"/>
                </a:cubicBezTo>
                <a:cubicBezTo>
                  <a:pt x="632319" y="1473683"/>
                  <a:pt x="435125" y="1520965"/>
                  <a:pt x="317059" y="1447400"/>
                </a:cubicBezTo>
                <a:cubicBezTo>
                  <a:pt x="198993" y="1374183"/>
                  <a:pt x="159777" y="1179910"/>
                  <a:pt x="98867" y="973329"/>
                </a:cubicBezTo>
                <a:cubicBezTo>
                  <a:pt x="37957" y="766748"/>
                  <a:pt x="-45065" y="547931"/>
                  <a:pt x="29544" y="358108"/>
                </a:cubicBezTo>
                <a:cubicBezTo>
                  <a:pt x="104152" y="168702"/>
                  <a:pt x="336042" y="7944"/>
                  <a:pt x="577388" y="294"/>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PL"/>
          </a:p>
        </p:txBody>
      </p:sp>
      <p:sp>
        <p:nvSpPr>
          <p:cNvPr id="8" name="Rectangle 6">
            <a:extLst>
              <a:ext uri="{FF2B5EF4-FFF2-40B4-BE49-F238E27FC236}">
                <a16:creationId xmlns:a16="http://schemas.microsoft.com/office/drawing/2014/main" id="{B4BF3A08-8728-370B-1C60-034EF297EC6C}"/>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
        <p:nvSpPr>
          <p:cNvPr id="10" name="Freeform 9">
            <a:extLst>
              <a:ext uri="{FF2B5EF4-FFF2-40B4-BE49-F238E27FC236}">
                <a16:creationId xmlns:a16="http://schemas.microsoft.com/office/drawing/2014/main" id="{7C02B5AC-C5E7-E0AB-AE41-51FBBA471C16}"/>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102229092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Content_Basic">
    <p:spTree>
      <p:nvGrpSpPr>
        <p:cNvPr id="1" name=""/>
        <p:cNvGrpSpPr/>
        <p:nvPr/>
      </p:nvGrpSpPr>
      <p:grpSpPr>
        <a:xfrm>
          <a:off x="0" y="0"/>
          <a:ext cx="0" cy="0"/>
          <a:chOff x="0" y="0"/>
          <a:chExt cx="0" cy="0"/>
        </a:xfrm>
      </p:grpSpPr>
      <p:sp>
        <p:nvSpPr>
          <p:cNvPr id="13" name="Freeform 12">
            <a:extLst>
              <a:ext uri="{FF2B5EF4-FFF2-40B4-BE49-F238E27FC236}">
                <a16:creationId xmlns:a16="http://schemas.microsoft.com/office/drawing/2014/main" id="{FF4C1F15-4D7F-A4C2-9E63-6E4C1835AE5D}"/>
              </a:ext>
            </a:extLst>
          </p:cNvPr>
          <p:cNvSpPr/>
          <p:nvPr userDrawn="1"/>
        </p:nvSpPr>
        <p:spPr>
          <a:xfrm>
            <a:off x="0" y="2362961"/>
            <a:ext cx="12192000" cy="4483603"/>
          </a:xfrm>
          <a:custGeom>
            <a:avLst/>
            <a:gdLst>
              <a:gd name="connsiteX0" fmla="*/ 7094336 w 12223102"/>
              <a:gd name="connsiteY0" fmla="*/ 973 h 4495041"/>
              <a:gd name="connsiteX1" fmla="*/ 7658561 w 12223102"/>
              <a:gd name="connsiteY1" fmla="*/ 19161 h 4495041"/>
              <a:gd name="connsiteX2" fmla="*/ 12132909 w 12223102"/>
              <a:gd name="connsiteY2" fmla="*/ 2524033 h 4495041"/>
              <a:gd name="connsiteX3" fmla="*/ 12223102 w 12223102"/>
              <a:gd name="connsiteY3" fmla="*/ 2696368 h 4495041"/>
              <a:gd name="connsiteX4" fmla="*/ 12223102 w 12223102"/>
              <a:gd name="connsiteY4" fmla="*/ 4495041 h 4495041"/>
              <a:gd name="connsiteX5" fmla="*/ 0 w 12223102"/>
              <a:gd name="connsiteY5" fmla="*/ 4495041 h 4495041"/>
              <a:gd name="connsiteX6" fmla="*/ 0 w 12223102"/>
              <a:gd name="connsiteY6" fmla="*/ 1679964 h 4495041"/>
              <a:gd name="connsiteX7" fmla="*/ 203273 w 12223102"/>
              <a:gd name="connsiteY7" fmla="*/ 1557797 h 4495041"/>
              <a:gd name="connsiteX8" fmla="*/ 3532858 w 12223102"/>
              <a:gd name="connsiteY8" fmla="*/ 749399 h 4495041"/>
              <a:gd name="connsiteX9" fmla="*/ 7094336 w 12223102"/>
              <a:gd name="connsiteY9" fmla="*/ 973 h 4495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223102" h="4495041">
                <a:moveTo>
                  <a:pt x="7094336" y="973"/>
                </a:moveTo>
                <a:cubicBezTo>
                  <a:pt x="7276515" y="-2440"/>
                  <a:pt x="7464078" y="3013"/>
                  <a:pt x="7658561" y="19161"/>
                </a:cubicBezTo>
                <a:cubicBezTo>
                  <a:pt x="9210601" y="139180"/>
                  <a:pt x="11209251" y="954376"/>
                  <a:pt x="12132909" y="2524033"/>
                </a:cubicBezTo>
                <a:lnTo>
                  <a:pt x="12223102" y="2696368"/>
                </a:lnTo>
                <a:lnTo>
                  <a:pt x="12223102" y="4495041"/>
                </a:lnTo>
                <a:lnTo>
                  <a:pt x="0" y="4495041"/>
                </a:lnTo>
                <a:lnTo>
                  <a:pt x="0" y="1679964"/>
                </a:lnTo>
                <a:lnTo>
                  <a:pt x="203273" y="1557797"/>
                </a:lnTo>
                <a:cubicBezTo>
                  <a:pt x="1130500" y="1056162"/>
                  <a:pt x="2430761" y="972836"/>
                  <a:pt x="3532858" y="749399"/>
                </a:cubicBezTo>
                <a:cubicBezTo>
                  <a:pt x="4807615" y="483242"/>
                  <a:pt x="5819080" y="24865"/>
                  <a:pt x="7094336" y="973"/>
                </a:cubicBez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038" y="549476"/>
            <a:ext cx="11090275"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4" name="Text Placeholder 6">
            <a:extLst>
              <a:ext uri="{FF2B5EF4-FFF2-40B4-BE49-F238E27FC236}">
                <a16:creationId xmlns:a16="http://schemas.microsoft.com/office/drawing/2014/main" id="{39AA7B67-6693-B256-903C-FCF873DB345C}"/>
              </a:ext>
            </a:extLst>
          </p:cNvPr>
          <p:cNvSpPr>
            <a:spLocks noGrp="1"/>
          </p:cNvSpPr>
          <p:nvPr>
            <p:ph idx="1"/>
          </p:nvPr>
        </p:nvSpPr>
        <p:spPr>
          <a:xfrm>
            <a:off x="554037" y="1825625"/>
            <a:ext cx="11090275" cy="4483100"/>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8" name="Rectangle 6">
            <a:extLst>
              <a:ext uri="{FF2B5EF4-FFF2-40B4-BE49-F238E27FC236}">
                <a16:creationId xmlns:a16="http://schemas.microsoft.com/office/drawing/2014/main" id="{32F2526A-F8E6-681A-4E1B-EBA7E2EE9B5D}"/>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208575893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Content_3 Columns_Comparison">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B4D4C034-320B-6DDD-5EA0-66E4226329A7}"/>
              </a:ext>
            </a:extLst>
          </p:cNvPr>
          <p:cNvSpPr/>
          <p:nvPr userDrawn="1"/>
        </p:nvSpPr>
        <p:spPr>
          <a:xfrm>
            <a:off x="0" y="3980869"/>
            <a:ext cx="3548627" cy="2877132"/>
          </a:xfrm>
          <a:custGeom>
            <a:avLst/>
            <a:gdLst>
              <a:gd name="connsiteX0" fmla="*/ 0 w 3548627"/>
              <a:gd name="connsiteY0" fmla="*/ 0 h 2877132"/>
              <a:gd name="connsiteX1" fmla="*/ 17180 w 3548627"/>
              <a:gd name="connsiteY1" fmla="*/ 2773 h 2877132"/>
              <a:gd name="connsiteX2" fmla="*/ 259491 w 3548627"/>
              <a:gd name="connsiteY2" fmla="*/ 60188 h 2877132"/>
              <a:gd name="connsiteX3" fmla="*/ 3514069 w 3548627"/>
              <a:gd name="connsiteY3" fmla="*/ 2844543 h 2877132"/>
              <a:gd name="connsiteX4" fmla="*/ 3548627 w 3548627"/>
              <a:gd name="connsiteY4" fmla="*/ 2877132 h 2877132"/>
              <a:gd name="connsiteX5" fmla="*/ 0 w 3548627"/>
              <a:gd name="connsiteY5" fmla="*/ 2877132 h 2877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48627" h="2877132">
                <a:moveTo>
                  <a:pt x="0" y="0"/>
                </a:moveTo>
                <a:lnTo>
                  <a:pt x="17180" y="2773"/>
                </a:lnTo>
                <a:cubicBezTo>
                  <a:pt x="98749" y="18969"/>
                  <a:pt x="179570" y="38093"/>
                  <a:pt x="259491" y="60188"/>
                </a:cubicBezTo>
                <a:cubicBezTo>
                  <a:pt x="2497293" y="678866"/>
                  <a:pt x="2569908" y="1912490"/>
                  <a:pt x="3514069" y="2844543"/>
                </a:cubicBezTo>
                <a:lnTo>
                  <a:pt x="3548627" y="2877132"/>
                </a:lnTo>
                <a:lnTo>
                  <a:pt x="0" y="2877132"/>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039" y="549476"/>
            <a:ext cx="11087100"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4" name="Text Placeholder 6">
            <a:extLst>
              <a:ext uri="{FF2B5EF4-FFF2-40B4-BE49-F238E27FC236}">
                <a16:creationId xmlns:a16="http://schemas.microsoft.com/office/drawing/2014/main" id="{151D2AC7-BB8D-E36B-EF33-A57E03B9B4F0}"/>
              </a:ext>
            </a:extLst>
          </p:cNvPr>
          <p:cNvSpPr>
            <a:spLocks noGrp="1"/>
          </p:cNvSpPr>
          <p:nvPr>
            <p:ph idx="1"/>
          </p:nvPr>
        </p:nvSpPr>
        <p:spPr>
          <a:xfrm>
            <a:off x="550861" y="3020992"/>
            <a:ext cx="3468245" cy="1448023"/>
          </a:xfrm>
          <a:prstGeom prst="rect">
            <a:avLst/>
          </a:prstGeom>
          <a:solidFill>
            <a:schemeClr val="bg1"/>
          </a:solidFill>
          <a:ln>
            <a:solidFill>
              <a:schemeClr val="accent3"/>
            </a:solidFill>
          </a:ln>
        </p:spPr>
        <p:txBody>
          <a:bodyPr vert="horz" lIns="216000" tIns="216000" rIns="216000" bIns="21600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8" name="Text Placeholder 7">
            <a:extLst>
              <a:ext uri="{FF2B5EF4-FFF2-40B4-BE49-F238E27FC236}">
                <a16:creationId xmlns:a16="http://schemas.microsoft.com/office/drawing/2014/main" id="{F6E9F23E-DC2B-A56B-B5FA-839AF3E2CA96}"/>
              </a:ext>
            </a:extLst>
          </p:cNvPr>
          <p:cNvSpPr>
            <a:spLocks noGrp="1"/>
          </p:cNvSpPr>
          <p:nvPr>
            <p:ph type="body" sz="quarter" idx="11"/>
          </p:nvPr>
        </p:nvSpPr>
        <p:spPr>
          <a:xfrm>
            <a:off x="550861" y="2272649"/>
            <a:ext cx="3468245" cy="747415"/>
          </a:xfrm>
          <a:solidFill>
            <a:schemeClr val="accent3"/>
          </a:solidFill>
        </p:spPr>
        <p:txBody>
          <a:bodyPr lIns="216000" rIns="720000" anchor="ctr"/>
          <a:lstStyle>
            <a:lvl1pPr marL="0" indent="0">
              <a:buNone/>
              <a:defRPr b="1">
                <a:solidFill>
                  <a:schemeClr val="bg1"/>
                </a:solidFill>
              </a:defRPr>
            </a:lvl1pPr>
          </a:lstStyle>
          <a:p>
            <a:pPr lvl="0"/>
            <a:r>
              <a:rPr lang="en-US"/>
              <a:t>Click to edit Master text styles</a:t>
            </a:r>
          </a:p>
        </p:txBody>
      </p:sp>
      <p:sp>
        <p:nvSpPr>
          <p:cNvPr id="7" name="Text Placeholder 6">
            <a:extLst>
              <a:ext uri="{FF2B5EF4-FFF2-40B4-BE49-F238E27FC236}">
                <a16:creationId xmlns:a16="http://schemas.microsoft.com/office/drawing/2014/main" id="{50CBE420-3F31-E575-C2A6-367264618371}"/>
              </a:ext>
            </a:extLst>
          </p:cNvPr>
          <p:cNvSpPr>
            <a:spLocks noGrp="1"/>
          </p:cNvSpPr>
          <p:nvPr>
            <p:ph idx="12"/>
          </p:nvPr>
        </p:nvSpPr>
        <p:spPr>
          <a:xfrm>
            <a:off x="4361877" y="3020992"/>
            <a:ext cx="3468245" cy="1448023"/>
          </a:xfrm>
          <a:prstGeom prst="rect">
            <a:avLst/>
          </a:prstGeom>
          <a:solidFill>
            <a:schemeClr val="bg1"/>
          </a:solidFill>
          <a:ln>
            <a:solidFill>
              <a:schemeClr val="accent3"/>
            </a:solidFill>
          </a:ln>
        </p:spPr>
        <p:txBody>
          <a:bodyPr vert="horz" lIns="216000" tIns="216000" rIns="216000" bIns="21600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9" name="Text Placeholder 7">
            <a:extLst>
              <a:ext uri="{FF2B5EF4-FFF2-40B4-BE49-F238E27FC236}">
                <a16:creationId xmlns:a16="http://schemas.microsoft.com/office/drawing/2014/main" id="{DFEAFB00-1D47-1908-BECD-4C204FAF1EBC}"/>
              </a:ext>
            </a:extLst>
          </p:cNvPr>
          <p:cNvSpPr>
            <a:spLocks noGrp="1"/>
          </p:cNvSpPr>
          <p:nvPr>
            <p:ph type="body" sz="quarter" idx="13"/>
          </p:nvPr>
        </p:nvSpPr>
        <p:spPr>
          <a:xfrm>
            <a:off x="4361877" y="2272649"/>
            <a:ext cx="3468245" cy="747415"/>
          </a:xfrm>
          <a:solidFill>
            <a:schemeClr val="tx2"/>
          </a:solidFill>
        </p:spPr>
        <p:txBody>
          <a:bodyPr lIns="216000" rIns="720000" anchor="ctr"/>
          <a:lstStyle>
            <a:lvl1pPr marL="0" indent="0">
              <a:buNone/>
              <a:defRPr b="1">
                <a:solidFill>
                  <a:schemeClr val="bg1"/>
                </a:solidFill>
              </a:defRPr>
            </a:lvl1pPr>
          </a:lstStyle>
          <a:p>
            <a:pPr lvl="0"/>
            <a:r>
              <a:rPr lang="en-US"/>
              <a:t>Click to edit Master text styles</a:t>
            </a:r>
          </a:p>
        </p:txBody>
      </p:sp>
      <p:sp>
        <p:nvSpPr>
          <p:cNvPr id="11" name="Text Placeholder 6">
            <a:extLst>
              <a:ext uri="{FF2B5EF4-FFF2-40B4-BE49-F238E27FC236}">
                <a16:creationId xmlns:a16="http://schemas.microsoft.com/office/drawing/2014/main" id="{3BEC06E4-E609-C6A5-1DD4-2791601C7E39}"/>
              </a:ext>
            </a:extLst>
          </p:cNvPr>
          <p:cNvSpPr>
            <a:spLocks noGrp="1"/>
          </p:cNvSpPr>
          <p:nvPr>
            <p:ph idx="14"/>
          </p:nvPr>
        </p:nvSpPr>
        <p:spPr>
          <a:xfrm>
            <a:off x="8172893" y="3020992"/>
            <a:ext cx="3468245" cy="1448023"/>
          </a:xfrm>
          <a:prstGeom prst="rect">
            <a:avLst/>
          </a:prstGeom>
          <a:solidFill>
            <a:schemeClr val="bg1"/>
          </a:solidFill>
          <a:ln>
            <a:solidFill>
              <a:schemeClr val="accent3"/>
            </a:solidFill>
          </a:ln>
        </p:spPr>
        <p:txBody>
          <a:bodyPr vert="horz" lIns="216000" tIns="216000" rIns="216000" bIns="21600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12" name="Text Placeholder 7">
            <a:extLst>
              <a:ext uri="{FF2B5EF4-FFF2-40B4-BE49-F238E27FC236}">
                <a16:creationId xmlns:a16="http://schemas.microsoft.com/office/drawing/2014/main" id="{A7414179-2DE8-0773-D77B-3664542F9711}"/>
              </a:ext>
            </a:extLst>
          </p:cNvPr>
          <p:cNvSpPr>
            <a:spLocks noGrp="1"/>
          </p:cNvSpPr>
          <p:nvPr>
            <p:ph type="body" sz="quarter" idx="15"/>
          </p:nvPr>
        </p:nvSpPr>
        <p:spPr>
          <a:xfrm>
            <a:off x="8172893" y="2272649"/>
            <a:ext cx="3468245" cy="747415"/>
          </a:xfrm>
          <a:solidFill>
            <a:schemeClr val="accent1"/>
          </a:solidFill>
        </p:spPr>
        <p:txBody>
          <a:bodyPr lIns="216000" rIns="720000" anchor="ctr"/>
          <a:lstStyle>
            <a:lvl1pPr marL="0" indent="0">
              <a:buNone/>
              <a:defRPr b="1">
                <a:solidFill>
                  <a:schemeClr val="bg1"/>
                </a:solidFill>
              </a:defRPr>
            </a:lvl1pPr>
          </a:lstStyle>
          <a:p>
            <a:pPr lvl="0"/>
            <a:r>
              <a:rPr lang="en-US"/>
              <a:t>Click to edit Master text styles</a:t>
            </a:r>
          </a:p>
        </p:txBody>
      </p:sp>
      <p:sp>
        <p:nvSpPr>
          <p:cNvPr id="20" name="Picture Placeholder 9">
            <a:extLst>
              <a:ext uri="{FF2B5EF4-FFF2-40B4-BE49-F238E27FC236}">
                <a16:creationId xmlns:a16="http://schemas.microsoft.com/office/drawing/2014/main" id="{ECBFB9A0-3E0E-E422-871E-3CA94A242A45}"/>
              </a:ext>
            </a:extLst>
          </p:cNvPr>
          <p:cNvSpPr>
            <a:spLocks noGrp="1"/>
          </p:cNvSpPr>
          <p:nvPr>
            <p:ph type="pic" sz="quarter" idx="16" hasCustomPrompt="1"/>
          </p:nvPr>
        </p:nvSpPr>
        <p:spPr>
          <a:xfrm>
            <a:off x="3285047" y="2274700"/>
            <a:ext cx="734059" cy="732858"/>
          </a:xfrm>
        </p:spPr>
        <p:txBody>
          <a:bodyPr anchor="ctr">
            <a:normAutofit/>
          </a:bodyPr>
          <a:lstStyle>
            <a:lvl1pPr marL="0" indent="0" algn="ctr">
              <a:buNone/>
              <a:defRPr sz="1200">
                <a:solidFill>
                  <a:schemeClr val="bg1"/>
                </a:solidFill>
              </a:defRPr>
            </a:lvl1pPr>
          </a:lstStyle>
          <a:p>
            <a:r>
              <a:rPr lang="en-PL"/>
              <a:t>Icon</a:t>
            </a:r>
          </a:p>
        </p:txBody>
      </p:sp>
      <p:sp>
        <p:nvSpPr>
          <p:cNvPr id="21" name="Picture Placeholder 9">
            <a:extLst>
              <a:ext uri="{FF2B5EF4-FFF2-40B4-BE49-F238E27FC236}">
                <a16:creationId xmlns:a16="http://schemas.microsoft.com/office/drawing/2014/main" id="{F8B3B003-875D-3888-3DCA-FB2A4EE53A65}"/>
              </a:ext>
            </a:extLst>
          </p:cNvPr>
          <p:cNvSpPr>
            <a:spLocks noGrp="1"/>
          </p:cNvSpPr>
          <p:nvPr>
            <p:ph type="pic" sz="quarter" idx="17" hasCustomPrompt="1"/>
          </p:nvPr>
        </p:nvSpPr>
        <p:spPr>
          <a:xfrm>
            <a:off x="7096063" y="2274700"/>
            <a:ext cx="734059" cy="732858"/>
          </a:xfrm>
        </p:spPr>
        <p:txBody>
          <a:bodyPr anchor="ctr">
            <a:normAutofit/>
          </a:bodyPr>
          <a:lstStyle>
            <a:lvl1pPr marL="0" indent="0" algn="ctr">
              <a:buNone/>
              <a:defRPr sz="1200">
                <a:solidFill>
                  <a:schemeClr val="bg1"/>
                </a:solidFill>
              </a:defRPr>
            </a:lvl1pPr>
          </a:lstStyle>
          <a:p>
            <a:r>
              <a:rPr lang="en-PL"/>
              <a:t>Icon</a:t>
            </a:r>
          </a:p>
        </p:txBody>
      </p:sp>
      <p:sp>
        <p:nvSpPr>
          <p:cNvPr id="22" name="Picture Placeholder 9">
            <a:extLst>
              <a:ext uri="{FF2B5EF4-FFF2-40B4-BE49-F238E27FC236}">
                <a16:creationId xmlns:a16="http://schemas.microsoft.com/office/drawing/2014/main" id="{4AA41865-18A2-548E-5FDA-5CF50E809152}"/>
              </a:ext>
            </a:extLst>
          </p:cNvPr>
          <p:cNvSpPr>
            <a:spLocks noGrp="1"/>
          </p:cNvSpPr>
          <p:nvPr>
            <p:ph type="pic" sz="quarter" idx="18" hasCustomPrompt="1"/>
          </p:nvPr>
        </p:nvSpPr>
        <p:spPr>
          <a:xfrm>
            <a:off x="10907079" y="2274700"/>
            <a:ext cx="734059" cy="732858"/>
          </a:xfrm>
        </p:spPr>
        <p:txBody>
          <a:bodyPr anchor="ctr">
            <a:normAutofit/>
          </a:bodyPr>
          <a:lstStyle>
            <a:lvl1pPr marL="0" indent="0" algn="ctr">
              <a:buNone/>
              <a:defRPr sz="1200">
                <a:solidFill>
                  <a:schemeClr val="bg1"/>
                </a:solidFill>
              </a:defRPr>
            </a:lvl1pPr>
          </a:lstStyle>
          <a:p>
            <a:r>
              <a:rPr lang="en-PL"/>
              <a:t>Icon</a:t>
            </a:r>
          </a:p>
        </p:txBody>
      </p:sp>
      <p:sp>
        <p:nvSpPr>
          <p:cNvPr id="24" name="Text Placeholder 23">
            <a:extLst>
              <a:ext uri="{FF2B5EF4-FFF2-40B4-BE49-F238E27FC236}">
                <a16:creationId xmlns:a16="http://schemas.microsoft.com/office/drawing/2014/main" id="{14D9E28D-7884-2387-F23A-3865D752AC27}"/>
              </a:ext>
            </a:extLst>
          </p:cNvPr>
          <p:cNvSpPr>
            <a:spLocks noGrp="1"/>
          </p:cNvSpPr>
          <p:nvPr>
            <p:ph type="body" sz="quarter" idx="19"/>
          </p:nvPr>
        </p:nvSpPr>
        <p:spPr>
          <a:xfrm>
            <a:off x="550863" y="4930775"/>
            <a:ext cx="11090275" cy="1377950"/>
          </a:xfrm>
        </p:spPr>
        <p:txBody>
          <a:bodyPr/>
          <a:lstStyle/>
          <a:p>
            <a:pPr lvl="0"/>
            <a:r>
              <a:rPr lang="en-US"/>
              <a:t>Click to edit Master text styles</a:t>
            </a:r>
          </a:p>
          <a:p>
            <a:pPr lvl="1"/>
            <a:r>
              <a:rPr lang="en-US"/>
              <a:t>Second level</a:t>
            </a:r>
          </a:p>
          <a:p>
            <a:pPr lvl="2"/>
            <a:r>
              <a:rPr lang="en-US"/>
              <a:t>Third level</a:t>
            </a:r>
          </a:p>
        </p:txBody>
      </p:sp>
      <p:sp>
        <p:nvSpPr>
          <p:cNvPr id="10" name="Rectangle 6">
            <a:extLst>
              <a:ext uri="{FF2B5EF4-FFF2-40B4-BE49-F238E27FC236}">
                <a16:creationId xmlns:a16="http://schemas.microsoft.com/office/drawing/2014/main" id="{33E6BFE3-56D0-E350-F911-073145A627C2}"/>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347170009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Content_3 Columns_Comparison_2">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525437C-A40E-C40C-40AE-5ACC8E51E447}"/>
              </a:ext>
            </a:extLst>
          </p:cNvPr>
          <p:cNvSpPr/>
          <p:nvPr userDrawn="1"/>
        </p:nvSpPr>
        <p:spPr>
          <a:xfrm>
            <a:off x="0" y="-9331"/>
            <a:ext cx="4074368" cy="6867331"/>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F2C6ABB0-2B00-49BC-EC7B-26AF429385E3}"/>
              </a:ext>
            </a:extLst>
          </p:cNvPr>
          <p:cNvSpPr/>
          <p:nvPr userDrawn="1"/>
        </p:nvSpPr>
        <p:spPr>
          <a:xfrm>
            <a:off x="4074367" y="-9331"/>
            <a:ext cx="4074368" cy="686733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FC97BE5E-57EE-01FA-DC75-B5D8ACE84F58}"/>
              </a:ext>
            </a:extLst>
          </p:cNvPr>
          <p:cNvSpPr/>
          <p:nvPr userDrawn="1"/>
        </p:nvSpPr>
        <p:spPr>
          <a:xfrm>
            <a:off x="8148735" y="-4665"/>
            <a:ext cx="4043265" cy="6867331"/>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039" y="549476"/>
            <a:ext cx="11087100" cy="1131687"/>
          </a:xfrm>
        </p:spPr>
        <p:txBody>
          <a:bodyPr/>
          <a:lstStyle>
            <a:lvl1pPr>
              <a:defRPr>
                <a:solidFill>
                  <a:schemeClr val="bg1"/>
                </a:solidFill>
              </a:defRPr>
            </a:lvl1p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lvl1pPr>
              <a:defRPr>
                <a:solidFill>
                  <a:schemeClr val="bg2"/>
                </a:solidFill>
              </a:defRPr>
            </a:lvl1pPr>
          </a:lstStyle>
          <a:p>
            <a:fld id="{4EE75B84-B7E0-4C4B-AC9D-894B0C074E7C}" type="slidenum">
              <a:rPr lang="en-PL" smtClean="0"/>
              <a:pPr/>
              <a:t>‹#›</a:t>
            </a:fld>
            <a:endParaRPr lang="en-PL"/>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accent4">
                <a:alpha val="9504"/>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17" name="Text Placeholder 6">
            <a:extLst>
              <a:ext uri="{FF2B5EF4-FFF2-40B4-BE49-F238E27FC236}">
                <a16:creationId xmlns:a16="http://schemas.microsoft.com/office/drawing/2014/main" id="{A63E8409-D303-82F9-A976-A8D896A39FD0}"/>
              </a:ext>
            </a:extLst>
          </p:cNvPr>
          <p:cNvSpPr>
            <a:spLocks noGrp="1"/>
          </p:cNvSpPr>
          <p:nvPr>
            <p:ph idx="1"/>
          </p:nvPr>
        </p:nvSpPr>
        <p:spPr>
          <a:xfrm>
            <a:off x="554037" y="2599978"/>
            <a:ext cx="3149530" cy="3708545"/>
          </a:xfrm>
          <a:prstGeom prst="rect">
            <a:avLst/>
          </a:prstGeom>
        </p:spPr>
        <p:txBody>
          <a:bodyPr vert="horz" lIns="0" tIns="0" rIns="0" bIns="0" rtlCol="0">
            <a:normAutofit/>
          </a:bodyPr>
          <a:lstStyle>
            <a:lvl1pPr marL="0" indent="0" algn="ctr">
              <a:buNone/>
              <a:defRPr sz="1200">
                <a:solidFill>
                  <a:schemeClr val="bg1"/>
                </a:solidFill>
              </a:defRPr>
            </a:lvl1pPr>
            <a:lvl2pPr marL="457200" indent="0">
              <a:buNone/>
              <a:defRPr/>
            </a:lvl2pPr>
            <a:lvl3pPr marL="914400" indent="0">
              <a:buNone/>
              <a:defRPr/>
            </a:lvl3pPr>
          </a:lstStyle>
          <a:p>
            <a:pPr lvl="0"/>
            <a:r>
              <a:rPr lang="en-US"/>
              <a:t>Click to edit Master text styles</a:t>
            </a:r>
          </a:p>
        </p:txBody>
      </p:sp>
      <p:sp>
        <p:nvSpPr>
          <p:cNvPr id="18" name="Text Placeholder 7">
            <a:extLst>
              <a:ext uri="{FF2B5EF4-FFF2-40B4-BE49-F238E27FC236}">
                <a16:creationId xmlns:a16="http://schemas.microsoft.com/office/drawing/2014/main" id="{988C3E31-1373-ED98-F74B-0625680753B3}"/>
              </a:ext>
            </a:extLst>
          </p:cNvPr>
          <p:cNvSpPr>
            <a:spLocks noGrp="1"/>
          </p:cNvSpPr>
          <p:nvPr>
            <p:ph type="body" sz="quarter" idx="11"/>
          </p:nvPr>
        </p:nvSpPr>
        <p:spPr>
          <a:xfrm>
            <a:off x="554037" y="1970665"/>
            <a:ext cx="3149530" cy="444507"/>
          </a:xfrm>
        </p:spPr>
        <p:txBody>
          <a:bodyPr/>
          <a:lstStyle>
            <a:lvl1pPr marL="0" indent="0" algn="ctr">
              <a:buNone/>
              <a:defRPr b="1">
                <a:solidFill>
                  <a:schemeClr val="bg1"/>
                </a:solidFill>
              </a:defRPr>
            </a:lvl1pPr>
          </a:lstStyle>
          <a:p>
            <a:pPr lvl="0"/>
            <a:r>
              <a:rPr lang="en-US"/>
              <a:t>Click to edit Master text styles</a:t>
            </a:r>
          </a:p>
        </p:txBody>
      </p:sp>
      <p:sp>
        <p:nvSpPr>
          <p:cNvPr id="23" name="Text Placeholder 6">
            <a:extLst>
              <a:ext uri="{FF2B5EF4-FFF2-40B4-BE49-F238E27FC236}">
                <a16:creationId xmlns:a16="http://schemas.microsoft.com/office/drawing/2014/main" id="{2142A9DC-B0AD-69EB-B83C-76EFC9BE3F4E}"/>
              </a:ext>
            </a:extLst>
          </p:cNvPr>
          <p:cNvSpPr>
            <a:spLocks noGrp="1"/>
          </p:cNvSpPr>
          <p:nvPr>
            <p:ph idx="13"/>
          </p:nvPr>
        </p:nvSpPr>
        <p:spPr>
          <a:xfrm>
            <a:off x="8491608" y="2599979"/>
            <a:ext cx="3149530" cy="3708746"/>
          </a:xfrm>
          <a:prstGeom prst="rect">
            <a:avLst/>
          </a:prstGeom>
        </p:spPr>
        <p:txBody>
          <a:bodyPr vert="horz" lIns="0" tIns="0" rIns="0" bIns="0" rtlCol="0">
            <a:normAutofit/>
          </a:bodyPr>
          <a:lstStyle>
            <a:lvl1pPr marL="0" indent="0" algn="ctr">
              <a:buNone/>
              <a:defRPr sz="1200">
                <a:solidFill>
                  <a:schemeClr val="bg1"/>
                </a:solidFill>
              </a:defRPr>
            </a:lvl1pPr>
            <a:lvl2pPr marL="457200" indent="0">
              <a:buNone/>
              <a:defRPr/>
            </a:lvl2pPr>
            <a:lvl3pPr marL="914400" indent="0">
              <a:buNone/>
              <a:defRPr/>
            </a:lvl3pPr>
          </a:lstStyle>
          <a:p>
            <a:pPr lvl="0"/>
            <a:r>
              <a:rPr lang="en-US"/>
              <a:t>Click to edit Master text styles</a:t>
            </a:r>
          </a:p>
        </p:txBody>
      </p:sp>
      <p:sp>
        <p:nvSpPr>
          <p:cNvPr id="25" name="Text Placeholder 7">
            <a:extLst>
              <a:ext uri="{FF2B5EF4-FFF2-40B4-BE49-F238E27FC236}">
                <a16:creationId xmlns:a16="http://schemas.microsoft.com/office/drawing/2014/main" id="{4C4F168F-916B-2C8B-D271-76901003D45D}"/>
              </a:ext>
            </a:extLst>
          </p:cNvPr>
          <p:cNvSpPr>
            <a:spLocks noGrp="1"/>
          </p:cNvSpPr>
          <p:nvPr>
            <p:ph type="body" sz="quarter" idx="14"/>
          </p:nvPr>
        </p:nvSpPr>
        <p:spPr>
          <a:xfrm>
            <a:off x="8491608" y="1970665"/>
            <a:ext cx="3149530" cy="444507"/>
          </a:xfrm>
        </p:spPr>
        <p:txBody>
          <a:bodyPr/>
          <a:lstStyle>
            <a:lvl1pPr marL="0" indent="0" algn="ctr">
              <a:buNone/>
              <a:defRPr b="1">
                <a:solidFill>
                  <a:schemeClr val="bg1"/>
                </a:solidFill>
              </a:defRPr>
            </a:lvl1pPr>
          </a:lstStyle>
          <a:p>
            <a:pPr lvl="0"/>
            <a:r>
              <a:rPr lang="en-US"/>
              <a:t>Click to edit Master text styles</a:t>
            </a:r>
          </a:p>
        </p:txBody>
      </p:sp>
      <p:sp>
        <p:nvSpPr>
          <p:cNvPr id="26" name="Text Placeholder 6">
            <a:extLst>
              <a:ext uri="{FF2B5EF4-FFF2-40B4-BE49-F238E27FC236}">
                <a16:creationId xmlns:a16="http://schemas.microsoft.com/office/drawing/2014/main" id="{B323D17A-94C3-3DC3-68D3-7911DE9A60E5}"/>
              </a:ext>
            </a:extLst>
          </p:cNvPr>
          <p:cNvSpPr>
            <a:spLocks noGrp="1"/>
          </p:cNvSpPr>
          <p:nvPr>
            <p:ph idx="16"/>
          </p:nvPr>
        </p:nvSpPr>
        <p:spPr>
          <a:xfrm>
            <a:off x="4521235" y="2599979"/>
            <a:ext cx="3149530" cy="3708746"/>
          </a:xfrm>
          <a:prstGeom prst="rect">
            <a:avLst/>
          </a:prstGeom>
        </p:spPr>
        <p:txBody>
          <a:bodyPr vert="horz" lIns="0" tIns="0" rIns="0" bIns="0" rtlCol="0">
            <a:normAutofit/>
          </a:bodyPr>
          <a:lstStyle>
            <a:lvl1pPr marL="0" indent="0" algn="ctr">
              <a:buNone/>
              <a:defRPr sz="1200">
                <a:solidFill>
                  <a:schemeClr val="bg1"/>
                </a:solidFill>
              </a:defRPr>
            </a:lvl1pPr>
            <a:lvl2pPr marL="457200" indent="0">
              <a:buNone/>
              <a:defRPr/>
            </a:lvl2pPr>
            <a:lvl3pPr marL="914400" indent="0">
              <a:buNone/>
              <a:defRPr/>
            </a:lvl3pPr>
          </a:lstStyle>
          <a:p>
            <a:pPr lvl="0"/>
            <a:r>
              <a:rPr lang="en-US"/>
              <a:t>Click to edit Master text styles</a:t>
            </a:r>
          </a:p>
        </p:txBody>
      </p:sp>
      <p:sp>
        <p:nvSpPr>
          <p:cNvPr id="27" name="Text Placeholder 7">
            <a:extLst>
              <a:ext uri="{FF2B5EF4-FFF2-40B4-BE49-F238E27FC236}">
                <a16:creationId xmlns:a16="http://schemas.microsoft.com/office/drawing/2014/main" id="{56B63100-7AC9-1651-E1E1-A1A218970AC3}"/>
              </a:ext>
            </a:extLst>
          </p:cNvPr>
          <p:cNvSpPr>
            <a:spLocks noGrp="1"/>
          </p:cNvSpPr>
          <p:nvPr>
            <p:ph type="body" sz="quarter" idx="17"/>
          </p:nvPr>
        </p:nvSpPr>
        <p:spPr>
          <a:xfrm>
            <a:off x="4521235" y="1970665"/>
            <a:ext cx="3149530" cy="444507"/>
          </a:xfrm>
        </p:spPr>
        <p:txBody>
          <a:bodyPr/>
          <a:lstStyle>
            <a:lvl1pPr marL="0" indent="0" algn="ctr">
              <a:buNone/>
              <a:defRPr b="1">
                <a:solidFill>
                  <a:schemeClr val="bg1"/>
                </a:solidFill>
              </a:defRPr>
            </a:lvl1pPr>
          </a:lstStyle>
          <a:p>
            <a:pPr lvl="0"/>
            <a:r>
              <a:rPr lang="en-US"/>
              <a:t>Click to edit Master text styles</a:t>
            </a:r>
          </a:p>
        </p:txBody>
      </p:sp>
      <p:sp>
        <p:nvSpPr>
          <p:cNvPr id="4" name="Rectangle 6">
            <a:extLst>
              <a:ext uri="{FF2B5EF4-FFF2-40B4-BE49-F238E27FC236}">
                <a16:creationId xmlns:a16="http://schemas.microsoft.com/office/drawing/2014/main" id="{8DD81181-6E76-CEF3-F63F-071DBF748063}"/>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bg2">
              <a:alpha val="9903"/>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412002712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Content_2 Columns">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B4D4C034-320B-6DDD-5EA0-66E4226329A7}"/>
              </a:ext>
            </a:extLst>
          </p:cNvPr>
          <p:cNvSpPr/>
          <p:nvPr userDrawn="1"/>
        </p:nvSpPr>
        <p:spPr>
          <a:xfrm>
            <a:off x="0" y="3980869"/>
            <a:ext cx="3548627" cy="2877132"/>
          </a:xfrm>
          <a:custGeom>
            <a:avLst/>
            <a:gdLst>
              <a:gd name="connsiteX0" fmla="*/ 0 w 3548627"/>
              <a:gd name="connsiteY0" fmla="*/ 0 h 2877132"/>
              <a:gd name="connsiteX1" fmla="*/ 17180 w 3548627"/>
              <a:gd name="connsiteY1" fmla="*/ 2773 h 2877132"/>
              <a:gd name="connsiteX2" fmla="*/ 259491 w 3548627"/>
              <a:gd name="connsiteY2" fmla="*/ 60188 h 2877132"/>
              <a:gd name="connsiteX3" fmla="*/ 3514069 w 3548627"/>
              <a:gd name="connsiteY3" fmla="*/ 2844543 h 2877132"/>
              <a:gd name="connsiteX4" fmla="*/ 3548627 w 3548627"/>
              <a:gd name="connsiteY4" fmla="*/ 2877132 h 2877132"/>
              <a:gd name="connsiteX5" fmla="*/ 0 w 3548627"/>
              <a:gd name="connsiteY5" fmla="*/ 2877132 h 2877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48627" h="2877132">
                <a:moveTo>
                  <a:pt x="0" y="0"/>
                </a:moveTo>
                <a:lnTo>
                  <a:pt x="17180" y="2773"/>
                </a:lnTo>
                <a:cubicBezTo>
                  <a:pt x="98749" y="18969"/>
                  <a:pt x="179570" y="38093"/>
                  <a:pt x="259491" y="60188"/>
                </a:cubicBezTo>
                <a:cubicBezTo>
                  <a:pt x="2497293" y="678866"/>
                  <a:pt x="2569908" y="1912490"/>
                  <a:pt x="3514069" y="2844543"/>
                </a:cubicBezTo>
                <a:lnTo>
                  <a:pt x="3548627" y="2877132"/>
                </a:lnTo>
                <a:lnTo>
                  <a:pt x="0" y="2877132"/>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038" y="549476"/>
            <a:ext cx="11090275"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4" name="Text Placeholder 6">
            <a:extLst>
              <a:ext uri="{FF2B5EF4-FFF2-40B4-BE49-F238E27FC236}">
                <a16:creationId xmlns:a16="http://schemas.microsoft.com/office/drawing/2014/main" id="{39AA7B67-6693-B256-903C-FCF873DB345C}"/>
              </a:ext>
            </a:extLst>
          </p:cNvPr>
          <p:cNvSpPr>
            <a:spLocks noGrp="1"/>
          </p:cNvSpPr>
          <p:nvPr>
            <p:ph idx="1"/>
          </p:nvPr>
        </p:nvSpPr>
        <p:spPr>
          <a:xfrm>
            <a:off x="554037" y="3886859"/>
            <a:ext cx="5349876" cy="2421865"/>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8" name="Text Placeholder 7">
            <a:extLst>
              <a:ext uri="{FF2B5EF4-FFF2-40B4-BE49-F238E27FC236}">
                <a16:creationId xmlns:a16="http://schemas.microsoft.com/office/drawing/2014/main" id="{9EB8DEF2-02A1-B7CD-158F-9813CFE2519E}"/>
              </a:ext>
            </a:extLst>
          </p:cNvPr>
          <p:cNvSpPr>
            <a:spLocks noGrp="1"/>
          </p:cNvSpPr>
          <p:nvPr>
            <p:ph type="body" sz="quarter" idx="11"/>
          </p:nvPr>
        </p:nvSpPr>
        <p:spPr>
          <a:xfrm>
            <a:off x="554037" y="3257546"/>
            <a:ext cx="5349876" cy="444507"/>
          </a:xfrm>
        </p:spPr>
        <p:txBody>
          <a:bodyPr/>
          <a:lstStyle>
            <a:lvl1pPr marL="0" indent="0">
              <a:buNone/>
              <a:defRPr b="1">
                <a:solidFill>
                  <a:schemeClr val="tx2"/>
                </a:solidFill>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B6CE90EA-17CC-1BE8-C18A-10A5E4DA72CE}"/>
              </a:ext>
            </a:extLst>
          </p:cNvPr>
          <p:cNvSpPr>
            <a:spLocks noGrp="1"/>
          </p:cNvSpPr>
          <p:nvPr>
            <p:ph type="pic" sz="quarter" idx="12" hasCustomPrompt="1"/>
          </p:nvPr>
        </p:nvSpPr>
        <p:spPr>
          <a:xfrm>
            <a:off x="554038" y="2038806"/>
            <a:ext cx="969962" cy="968375"/>
          </a:xfrm>
        </p:spPr>
        <p:txBody>
          <a:bodyPr anchor="ctr"/>
          <a:lstStyle>
            <a:lvl1pPr marL="0" indent="0" algn="ctr">
              <a:buNone/>
              <a:defRPr/>
            </a:lvl1pPr>
          </a:lstStyle>
          <a:p>
            <a:r>
              <a:rPr lang="en-PL"/>
              <a:t>Icon</a:t>
            </a:r>
          </a:p>
        </p:txBody>
      </p:sp>
      <p:sp>
        <p:nvSpPr>
          <p:cNvPr id="11" name="Text Placeholder 6">
            <a:extLst>
              <a:ext uri="{FF2B5EF4-FFF2-40B4-BE49-F238E27FC236}">
                <a16:creationId xmlns:a16="http://schemas.microsoft.com/office/drawing/2014/main" id="{9EF02D6E-E8B2-4CB8-A223-00262EE2A4C3}"/>
              </a:ext>
            </a:extLst>
          </p:cNvPr>
          <p:cNvSpPr>
            <a:spLocks noGrp="1"/>
          </p:cNvSpPr>
          <p:nvPr>
            <p:ph idx="13"/>
          </p:nvPr>
        </p:nvSpPr>
        <p:spPr>
          <a:xfrm>
            <a:off x="6291261" y="3886859"/>
            <a:ext cx="5349876" cy="2421865"/>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12" name="Text Placeholder 7">
            <a:extLst>
              <a:ext uri="{FF2B5EF4-FFF2-40B4-BE49-F238E27FC236}">
                <a16:creationId xmlns:a16="http://schemas.microsoft.com/office/drawing/2014/main" id="{15DB5DD6-596D-DC7B-3A2D-A53F70C97208}"/>
              </a:ext>
            </a:extLst>
          </p:cNvPr>
          <p:cNvSpPr>
            <a:spLocks noGrp="1"/>
          </p:cNvSpPr>
          <p:nvPr>
            <p:ph type="body" sz="quarter" idx="14"/>
          </p:nvPr>
        </p:nvSpPr>
        <p:spPr>
          <a:xfrm>
            <a:off x="6291261" y="3257546"/>
            <a:ext cx="5349876" cy="444507"/>
          </a:xfrm>
        </p:spPr>
        <p:txBody>
          <a:bodyPr/>
          <a:lstStyle>
            <a:lvl1pPr marL="0" indent="0">
              <a:buNone/>
              <a:defRPr b="1">
                <a:solidFill>
                  <a:schemeClr val="tx2"/>
                </a:solidFill>
              </a:defRPr>
            </a:lvl1pPr>
          </a:lstStyle>
          <a:p>
            <a:pPr lvl="0"/>
            <a:r>
              <a:rPr lang="en-US"/>
              <a:t>Click to edit Master text styles</a:t>
            </a:r>
          </a:p>
        </p:txBody>
      </p:sp>
      <p:sp>
        <p:nvSpPr>
          <p:cNvPr id="14" name="Picture Placeholder 9">
            <a:extLst>
              <a:ext uri="{FF2B5EF4-FFF2-40B4-BE49-F238E27FC236}">
                <a16:creationId xmlns:a16="http://schemas.microsoft.com/office/drawing/2014/main" id="{8386418A-527B-EDE4-B826-37C3E8C93760}"/>
              </a:ext>
            </a:extLst>
          </p:cNvPr>
          <p:cNvSpPr>
            <a:spLocks noGrp="1"/>
          </p:cNvSpPr>
          <p:nvPr>
            <p:ph type="pic" sz="quarter" idx="15" hasCustomPrompt="1"/>
          </p:nvPr>
        </p:nvSpPr>
        <p:spPr>
          <a:xfrm>
            <a:off x="6291262" y="2038806"/>
            <a:ext cx="969962" cy="968375"/>
          </a:xfrm>
        </p:spPr>
        <p:txBody>
          <a:bodyPr anchor="ctr"/>
          <a:lstStyle>
            <a:lvl1pPr marL="0" indent="0" algn="ctr">
              <a:buNone/>
              <a:defRPr/>
            </a:lvl1pPr>
          </a:lstStyle>
          <a:p>
            <a:r>
              <a:rPr lang="en-PL"/>
              <a:t>Icon</a:t>
            </a:r>
          </a:p>
        </p:txBody>
      </p:sp>
      <p:sp>
        <p:nvSpPr>
          <p:cNvPr id="7" name="Rectangle 6">
            <a:extLst>
              <a:ext uri="{FF2B5EF4-FFF2-40B4-BE49-F238E27FC236}">
                <a16:creationId xmlns:a16="http://schemas.microsoft.com/office/drawing/2014/main" id="{C01C6F15-A55D-CB9A-FA3D-FDF18B85343B}"/>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365076806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Content_3 Columns">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B4D4C034-320B-6DDD-5EA0-66E4226329A7}"/>
              </a:ext>
            </a:extLst>
          </p:cNvPr>
          <p:cNvSpPr/>
          <p:nvPr userDrawn="1"/>
        </p:nvSpPr>
        <p:spPr>
          <a:xfrm>
            <a:off x="0" y="3980869"/>
            <a:ext cx="3548627" cy="2877132"/>
          </a:xfrm>
          <a:custGeom>
            <a:avLst/>
            <a:gdLst>
              <a:gd name="connsiteX0" fmla="*/ 0 w 3548627"/>
              <a:gd name="connsiteY0" fmla="*/ 0 h 2877132"/>
              <a:gd name="connsiteX1" fmla="*/ 17180 w 3548627"/>
              <a:gd name="connsiteY1" fmla="*/ 2773 h 2877132"/>
              <a:gd name="connsiteX2" fmla="*/ 259491 w 3548627"/>
              <a:gd name="connsiteY2" fmla="*/ 60188 h 2877132"/>
              <a:gd name="connsiteX3" fmla="*/ 3514069 w 3548627"/>
              <a:gd name="connsiteY3" fmla="*/ 2844543 h 2877132"/>
              <a:gd name="connsiteX4" fmla="*/ 3548627 w 3548627"/>
              <a:gd name="connsiteY4" fmla="*/ 2877132 h 2877132"/>
              <a:gd name="connsiteX5" fmla="*/ 0 w 3548627"/>
              <a:gd name="connsiteY5" fmla="*/ 2877132 h 2877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48627" h="2877132">
                <a:moveTo>
                  <a:pt x="0" y="0"/>
                </a:moveTo>
                <a:lnTo>
                  <a:pt x="17180" y="2773"/>
                </a:lnTo>
                <a:cubicBezTo>
                  <a:pt x="98749" y="18969"/>
                  <a:pt x="179570" y="38093"/>
                  <a:pt x="259491" y="60188"/>
                </a:cubicBezTo>
                <a:cubicBezTo>
                  <a:pt x="2497293" y="678866"/>
                  <a:pt x="2569908" y="1912490"/>
                  <a:pt x="3514069" y="2844543"/>
                </a:cubicBezTo>
                <a:lnTo>
                  <a:pt x="3548627" y="2877132"/>
                </a:lnTo>
                <a:lnTo>
                  <a:pt x="0" y="2877132"/>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038" y="549476"/>
            <a:ext cx="11090275"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4" name="Text Placeholder 6">
            <a:extLst>
              <a:ext uri="{FF2B5EF4-FFF2-40B4-BE49-F238E27FC236}">
                <a16:creationId xmlns:a16="http://schemas.microsoft.com/office/drawing/2014/main" id="{39AA7B67-6693-B256-903C-FCF873DB345C}"/>
              </a:ext>
            </a:extLst>
          </p:cNvPr>
          <p:cNvSpPr>
            <a:spLocks noGrp="1"/>
          </p:cNvSpPr>
          <p:nvPr>
            <p:ph idx="1"/>
          </p:nvPr>
        </p:nvSpPr>
        <p:spPr>
          <a:xfrm>
            <a:off x="554036" y="3881913"/>
            <a:ext cx="3468245" cy="2426811"/>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8" name="Text Placeholder 7">
            <a:extLst>
              <a:ext uri="{FF2B5EF4-FFF2-40B4-BE49-F238E27FC236}">
                <a16:creationId xmlns:a16="http://schemas.microsoft.com/office/drawing/2014/main" id="{9EB8DEF2-02A1-B7CD-158F-9813CFE2519E}"/>
              </a:ext>
            </a:extLst>
          </p:cNvPr>
          <p:cNvSpPr>
            <a:spLocks noGrp="1"/>
          </p:cNvSpPr>
          <p:nvPr>
            <p:ph type="body" sz="quarter" idx="11"/>
          </p:nvPr>
        </p:nvSpPr>
        <p:spPr>
          <a:xfrm>
            <a:off x="554036" y="3252600"/>
            <a:ext cx="3468245" cy="444507"/>
          </a:xfrm>
        </p:spPr>
        <p:txBody>
          <a:bodyPr/>
          <a:lstStyle>
            <a:lvl1pPr marL="0" indent="0">
              <a:buNone/>
              <a:defRPr b="1">
                <a:solidFill>
                  <a:schemeClr val="tx2"/>
                </a:solidFill>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B6CE90EA-17CC-1BE8-C18A-10A5E4DA72CE}"/>
              </a:ext>
            </a:extLst>
          </p:cNvPr>
          <p:cNvSpPr>
            <a:spLocks noGrp="1"/>
          </p:cNvSpPr>
          <p:nvPr>
            <p:ph type="pic" sz="quarter" idx="12" hasCustomPrompt="1"/>
          </p:nvPr>
        </p:nvSpPr>
        <p:spPr>
          <a:xfrm>
            <a:off x="554038" y="2038806"/>
            <a:ext cx="969962" cy="968375"/>
          </a:xfrm>
        </p:spPr>
        <p:txBody>
          <a:bodyPr anchor="ctr"/>
          <a:lstStyle>
            <a:lvl1pPr marL="0" indent="0" algn="ctr">
              <a:buNone/>
              <a:defRPr/>
            </a:lvl1pPr>
          </a:lstStyle>
          <a:p>
            <a:r>
              <a:rPr lang="en-PL"/>
              <a:t>Icon</a:t>
            </a:r>
          </a:p>
        </p:txBody>
      </p:sp>
      <p:sp>
        <p:nvSpPr>
          <p:cNvPr id="18" name="Text Placeholder 6">
            <a:extLst>
              <a:ext uri="{FF2B5EF4-FFF2-40B4-BE49-F238E27FC236}">
                <a16:creationId xmlns:a16="http://schemas.microsoft.com/office/drawing/2014/main" id="{30012B09-3C1E-4293-DD0A-226BE8AFA9D4}"/>
              </a:ext>
            </a:extLst>
          </p:cNvPr>
          <p:cNvSpPr>
            <a:spLocks noGrp="1"/>
          </p:cNvSpPr>
          <p:nvPr>
            <p:ph idx="13"/>
          </p:nvPr>
        </p:nvSpPr>
        <p:spPr>
          <a:xfrm>
            <a:off x="8172894" y="3881914"/>
            <a:ext cx="3468245" cy="2426610"/>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20" name="Text Placeholder 7">
            <a:extLst>
              <a:ext uri="{FF2B5EF4-FFF2-40B4-BE49-F238E27FC236}">
                <a16:creationId xmlns:a16="http://schemas.microsoft.com/office/drawing/2014/main" id="{66B12A68-F898-618D-32AA-9FE63A3E9823}"/>
              </a:ext>
            </a:extLst>
          </p:cNvPr>
          <p:cNvSpPr>
            <a:spLocks noGrp="1"/>
          </p:cNvSpPr>
          <p:nvPr>
            <p:ph type="body" sz="quarter" idx="14"/>
          </p:nvPr>
        </p:nvSpPr>
        <p:spPr>
          <a:xfrm>
            <a:off x="8172894" y="3252600"/>
            <a:ext cx="3468245" cy="444507"/>
          </a:xfrm>
        </p:spPr>
        <p:txBody>
          <a:bodyPr/>
          <a:lstStyle>
            <a:lvl1pPr marL="0" indent="0">
              <a:buNone/>
              <a:defRPr b="1">
                <a:solidFill>
                  <a:schemeClr val="tx2"/>
                </a:solidFill>
              </a:defRPr>
            </a:lvl1pPr>
          </a:lstStyle>
          <a:p>
            <a:pPr lvl="0"/>
            <a:r>
              <a:rPr lang="en-US"/>
              <a:t>Click to edit Master text styles</a:t>
            </a:r>
          </a:p>
        </p:txBody>
      </p:sp>
      <p:sp>
        <p:nvSpPr>
          <p:cNvPr id="21" name="Picture Placeholder 9">
            <a:extLst>
              <a:ext uri="{FF2B5EF4-FFF2-40B4-BE49-F238E27FC236}">
                <a16:creationId xmlns:a16="http://schemas.microsoft.com/office/drawing/2014/main" id="{901340AB-6727-BD78-1C0C-A8649882F375}"/>
              </a:ext>
            </a:extLst>
          </p:cNvPr>
          <p:cNvSpPr>
            <a:spLocks noGrp="1"/>
          </p:cNvSpPr>
          <p:nvPr>
            <p:ph type="pic" sz="quarter" idx="15" hasCustomPrompt="1"/>
          </p:nvPr>
        </p:nvSpPr>
        <p:spPr>
          <a:xfrm>
            <a:off x="8172896" y="2038806"/>
            <a:ext cx="969962" cy="968375"/>
          </a:xfrm>
        </p:spPr>
        <p:txBody>
          <a:bodyPr anchor="ctr"/>
          <a:lstStyle>
            <a:lvl1pPr marL="0" indent="0" algn="ctr">
              <a:buNone/>
              <a:defRPr/>
            </a:lvl1pPr>
          </a:lstStyle>
          <a:p>
            <a:r>
              <a:rPr lang="en-PL"/>
              <a:t>Icon</a:t>
            </a:r>
          </a:p>
        </p:txBody>
      </p:sp>
      <p:sp>
        <p:nvSpPr>
          <p:cNvPr id="22" name="Text Placeholder 6">
            <a:extLst>
              <a:ext uri="{FF2B5EF4-FFF2-40B4-BE49-F238E27FC236}">
                <a16:creationId xmlns:a16="http://schemas.microsoft.com/office/drawing/2014/main" id="{6D2911BD-AC57-F3C1-CDA2-0B90A1677FD1}"/>
              </a:ext>
            </a:extLst>
          </p:cNvPr>
          <p:cNvSpPr>
            <a:spLocks noGrp="1"/>
          </p:cNvSpPr>
          <p:nvPr>
            <p:ph idx="16"/>
          </p:nvPr>
        </p:nvSpPr>
        <p:spPr>
          <a:xfrm>
            <a:off x="4361875" y="3881913"/>
            <a:ext cx="3468245" cy="2426811"/>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23" name="Text Placeholder 7">
            <a:extLst>
              <a:ext uri="{FF2B5EF4-FFF2-40B4-BE49-F238E27FC236}">
                <a16:creationId xmlns:a16="http://schemas.microsoft.com/office/drawing/2014/main" id="{F2218111-F043-D631-57EE-2E2E8F94EA7E}"/>
              </a:ext>
            </a:extLst>
          </p:cNvPr>
          <p:cNvSpPr>
            <a:spLocks noGrp="1"/>
          </p:cNvSpPr>
          <p:nvPr>
            <p:ph type="body" sz="quarter" idx="17"/>
          </p:nvPr>
        </p:nvSpPr>
        <p:spPr>
          <a:xfrm>
            <a:off x="4361875" y="3252600"/>
            <a:ext cx="3468245" cy="444507"/>
          </a:xfrm>
        </p:spPr>
        <p:txBody>
          <a:bodyPr/>
          <a:lstStyle>
            <a:lvl1pPr marL="0" indent="0">
              <a:buNone/>
              <a:defRPr b="1">
                <a:solidFill>
                  <a:schemeClr val="tx2"/>
                </a:solidFill>
              </a:defRPr>
            </a:lvl1pPr>
          </a:lstStyle>
          <a:p>
            <a:pPr lvl="0"/>
            <a:r>
              <a:rPr lang="en-US"/>
              <a:t>Click to edit Master text styles</a:t>
            </a:r>
          </a:p>
        </p:txBody>
      </p:sp>
      <p:sp>
        <p:nvSpPr>
          <p:cNvPr id="24" name="Picture Placeholder 9">
            <a:extLst>
              <a:ext uri="{FF2B5EF4-FFF2-40B4-BE49-F238E27FC236}">
                <a16:creationId xmlns:a16="http://schemas.microsoft.com/office/drawing/2014/main" id="{73FE9BFF-228F-7329-1BFD-11E7B83971D1}"/>
              </a:ext>
            </a:extLst>
          </p:cNvPr>
          <p:cNvSpPr>
            <a:spLocks noGrp="1"/>
          </p:cNvSpPr>
          <p:nvPr>
            <p:ph type="pic" sz="quarter" idx="18" hasCustomPrompt="1"/>
          </p:nvPr>
        </p:nvSpPr>
        <p:spPr>
          <a:xfrm>
            <a:off x="4361877" y="2033860"/>
            <a:ext cx="969962" cy="968375"/>
          </a:xfrm>
        </p:spPr>
        <p:txBody>
          <a:bodyPr anchor="ctr"/>
          <a:lstStyle>
            <a:lvl1pPr marL="0" indent="0" algn="ctr">
              <a:buNone/>
              <a:defRPr/>
            </a:lvl1pPr>
          </a:lstStyle>
          <a:p>
            <a:r>
              <a:rPr lang="en-PL"/>
              <a:t>Icon</a:t>
            </a:r>
          </a:p>
        </p:txBody>
      </p:sp>
      <p:sp>
        <p:nvSpPr>
          <p:cNvPr id="7" name="Rectangle 6">
            <a:extLst>
              <a:ext uri="{FF2B5EF4-FFF2-40B4-BE49-F238E27FC236}">
                <a16:creationId xmlns:a16="http://schemas.microsoft.com/office/drawing/2014/main" id="{9B198979-465E-99CA-88EA-AC97AB729414}"/>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216433339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ontent_4 Columns">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B4D4C034-320B-6DDD-5EA0-66E4226329A7}"/>
              </a:ext>
            </a:extLst>
          </p:cNvPr>
          <p:cNvSpPr/>
          <p:nvPr userDrawn="1"/>
        </p:nvSpPr>
        <p:spPr>
          <a:xfrm>
            <a:off x="0" y="3980869"/>
            <a:ext cx="3548627" cy="2877132"/>
          </a:xfrm>
          <a:custGeom>
            <a:avLst/>
            <a:gdLst>
              <a:gd name="connsiteX0" fmla="*/ 0 w 3548627"/>
              <a:gd name="connsiteY0" fmla="*/ 0 h 2877132"/>
              <a:gd name="connsiteX1" fmla="*/ 17180 w 3548627"/>
              <a:gd name="connsiteY1" fmla="*/ 2773 h 2877132"/>
              <a:gd name="connsiteX2" fmla="*/ 259491 w 3548627"/>
              <a:gd name="connsiteY2" fmla="*/ 60188 h 2877132"/>
              <a:gd name="connsiteX3" fmla="*/ 3514069 w 3548627"/>
              <a:gd name="connsiteY3" fmla="*/ 2844543 h 2877132"/>
              <a:gd name="connsiteX4" fmla="*/ 3548627 w 3548627"/>
              <a:gd name="connsiteY4" fmla="*/ 2877132 h 2877132"/>
              <a:gd name="connsiteX5" fmla="*/ 0 w 3548627"/>
              <a:gd name="connsiteY5" fmla="*/ 2877132 h 2877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48627" h="2877132">
                <a:moveTo>
                  <a:pt x="0" y="0"/>
                </a:moveTo>
                <a:lnTo>
                  <a:pt x="17180" y="2773"/>
                </a:lnTo>
                <a:cubicBezTo>
                  <a:pt x="98749" y="18969"/>
                  <a:pt x="179570" y="38093"/>
                  <a:pt x="259491" y="60188"/>
                </a:cubicBezTo>
                <a:cubicBezTo>
                  <a:pt x="2497293" y="678866"/>
                  <a:pt x="2569908" y="1912490"/>
                  <a:pt x="3514069" y="2844543"/>
                </a:cubicBezTo>
                <a:lnTo>
                  <a:pt x="3548627" y="2877132"/>
                </a:lnTo>
                <a:lnTo>
                  <a:pt x="0" y="2877132"/>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164" y="549098"/>
            <a:ext cx="11086973"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4" name="Text Placeholder 6">
            <a:extLst>
              <a:ext uri="{FF2B5EF4-FFF2-40B4-BE49-F238E27FC236}">
                <a16:creationId xmlns:a16="http://schemas.microsoft.com/office/drawing/2014/main" id="{39AA7B67-6693-B256-903C-FCF873DB345C}"/>
              </a:ext>
            </a:extLst>
          </p:cNvPr>
          <p:cNvSpPr>
            <a:spLocks noGrp="1"/>
          </p:cNvSpPr>
          <p:nvPr>
            <p:ph idx="1"/>
          </p:nvPr>
        </p:nvSpPr>
        <p:spPr>
          <a:xfrm>
            <a:off x="554163" y="3881914"/>
            <a:ext cx="2479418" cy="2426988"/>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8" name="Text Placeholder 7">
            <a:extLst>
              <a:ext uri="{FF2B5EF4-FFF2-40B4-BE49-F238E27FC236}">
                <a16:creationId xmlns:a16="http://schemas.microsoft.com/office/drawing/2014/main" id="{9EB8DEF2-02A1-B7CD-158F-9813CFE2519E}"/>
              </a:ext>
            </a:extLst>
          </p:cNvPr>
          <p:cNvSpPr>
            <a:spLocks noGrp="1"/>
          </p:cNvSpPr>
          <p:nvPr>
            <p:ph type="body" sz="quarter" idx="11"/>
          </p:nvPr>
        </p:nvSpPr>
        <p:spPr>
          <a:xfrm>
            <a:off x="554163" y="3252600"/>
            <a:ext cx="2479418" cy="444507"/>
          </a:xfrm>
        </p:spPr>
        <p:txBody>
          <a:bodyPr/>
          <a:lstStyle>
            <a:lvl1pPr marL="0" indent="0">
              <a:buNone/>
              <a:defRPr b="1">
                <a:solidFill>
                  <a:schemeClr val="tx2"/>
                </a:solidFill>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B6CE90EA-17CC-1BE8-C18A-10A5E4DA72CE}"/>
              </a:ext>
            </a:extLst>
          </p:cNvPr>
          <p:cNvSpPr>
            <a:spLocks noGrp="1"/>
          </p:cNvSpPr>
          <p:nvPr>
            <p:ph type="pic" sz="quarter" idx="12" hasCustomPrompt="1"/>
          </p:nvPr>
        </p:nvSpPr>
        <p:spPr>
          <a:xfrm>
            <a:off x="554164" y="2038806"/>
            <a:ext cx="969962" cy="968375"/>
          </a:xfrm>
        </p:spPr>
        <p:txBody>
          <a:bodyPr anchor="ctr"/>
          <a:lstStyle>
            <a:lvl1pPr marL="0" indent="0" algn="ctr">
              <a:buNone/>
              <a:defRPr/>
            </a:lvl1pPr>
          </a:lstStyle>
          <a:p>
            <a:r>
              <a:rPr lang="en-PL"/>
              <a:t>Icon</a:t>
            </a:r>
          </a:p>
        </p:txBody>
      </p:sp>
      <p:sp>
        <p:nvSpPr>
          <p:cNvPr id="7" name="Text Placeholder 6">
            <a:extLst>
              <a:ext uri="{FF2B5EF4-FFF2-40B4-BE49-F238E27FC236}">
                <a16:creationId xmlns:a16="http://schemas.microsoft.com/office/drawing/2014/main" id="{E0A414AA-9283-8D61-A1CA-63514B97674A}"/>
              </a:ext>
            </a:extLst>
          </p:cNvPr>
          <p:cNvSpPr>
            <a:spLocks noGrp="1"/>
          </p:cNvSpPr>
          <p:nvPr>
            <p:ph idx="13"/>
          </p:nvPr>
        </p:nvSpPr>
        <p:spPr>
          <a:xfrm>
            <a:off x="9161719" y="3880635"/>
            <a:ext cx="2479418" cy="2428089"/>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9" name="Text Placeholder 7">
            <a:extLst>
              <a:ext uri="{FF2B5EF4-FFF2-40B4-BE49-F238E27FC236}">
                <a16:creationId xmlns:a16="http://schemas.microsoft.com/office/drawing/2014/main" id="{30341295-578E-2495-BE17-ED58E52BD051}"/>
              </a:ext>
            </a:extLst>
          </p:cNvPr>
          <p:cNvSpPr>
            <a:spLocks noGrp="1"/>
          </p:cNvSpPr>
          <p:nvPr>
            <p:ph type="body" sz="quarter" idx="14"/>
          </p:nvPr>
        </p:nvSpPr>
        <p:spPr>
          <a:xfrm>
            <a:off x="9161719" y="3251322"/>
            <a:ext cx="2479418" cy="444507"/>
          </a:xfrm>
        </p:spPr>
        <p:txBody>
          <a:bodyPr/>
          <a:lstStyle>
            <a:lvl1pPr marL="0" indent="0">
              <a:buNone/>
              <a:defRPr b="1">
                <a:solidFill>
                  <a:schemeClr val="tx2"/>
                </a:solidFill>
              </a:defRPr>
            </a:lvl1pPr>
          </a:lstStyle>
          <a:p>
            <a:pPr lvl="0"/>
            <a:r>
              <a:rPr lang="en-US"/>
              <a:t>Click to edit Master text styles</a:t>
            </a:r>
          </a:p>
        </p:txBody>
      </p:sp>
      <p:sp>
        <p:nvSpPr>
          <p:cNvPr id="11" name="Picture Placeholder 9">
            <a:extLst>
              <a:ext uri="{FF2B5EF4-FFF2-40B4-BE49-F238E27FC236}">
                <a16:creationId xmlns:a16="http://schemas.microsoft.com/office/drawing/2014/main" id="{DFC18901-31E1-68C4-8FD1-EEBA01BCCE75}"/>
              </a:ext>
            </a:extLst>
          </p:cNvPr>
          <p:cNvSpPr>
            <a:spLocks noGrp="1"/>
          </p:cNvSpPr>
          <p:nvPr>
            <p:ph type="pic" sz="quarter" idx="15" hasCustomPrompt="1"/>
          </p:nvPr>
        </p:nvSpPr>
        <p:spPr>
          <a:xfrm>
            <a:off x="9161720" y="2037528"/>
            <a:ext cx="969962" cy="968375"/>
          </a:xfrm>
        </p:spPr>
        <p:txBody>
          <a:bodyPr anchor="ctr"/>
          <a:lstStyle>
            <a:lvl1pPr marL="0" indent="0" algn="ctr">
              <a:buNone/>
              <a:defRPr/>
            </a:lvl1pPr>
          </a:lstStyle>
          <a:p>
            <a:r>
              <a:rPr lang="en-PL"/>
              <a:t>Icon</a:t>
            </a:r>
          </a:p>
        </p:txBody>
      </p:sp>
      <p:sp>
        <p:nvSpPr>
          <p:cNvPr id="12" name="Text Placeholder 6">
            <a:extLst>
              <a:ext uri="{FF2B5EF4-FFF2-40B4-BE49-F238E27FC236}">
                <a16:creationId xmlns:a16="http://schemas.microsoft.com/office/drawing/2014/main" id="{4C7C58ED-5700-2A0E-B164-2C2FD51225C6}"/>
              </a:ext>
            </a:extLst>
          </p:cNvPr>
          <p:cNvSpPr>
            <a:spLocks noGrp="1"/>
          </p:cNvSpPr>
          <p:nvPr>
            <p:ph idx="16"/>
          </p:nvPr>
        </p:nvSpPr>
        <p:spPr>
          <a:xfrm>
            <a:off x="3421148" y="3883006"/>
            <a:ext cx="2479418" cy="2425895"/>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13" name="Text Placeholder 7">
            <a:extLst>
              <a:ext uri="{FF2B5EF4-FFF2-40B4-BE49-F238E27FC236}">
                <a16:creationId xmlns:a16="http://schemas.microsoft.com/office/drawing/2014/main" id="{CC8F57A7-616A-0877-A95F-697CDF8044EC}"/>
              </a:ext>
            </a:extLst>
          </p:cNvPr>
          <p:cNvSpPr>
            <a:spLocks noGrp="1"/>
          </p:cNvSpPr>
          <p:nvPr>
            <p:ph type="body" sz="quarter" idx="17"/>
          </p:nvPr>
        </p:nvSpPr>
        <p:spPr>
          <a:xfrm>
            <a:off x="3421148" y="3253693"/>
            <a:ext cx="2479418" cy="444507"/>
          </a:xfrm>
        </p:spPr>
        <p:txBody>
          <a:bodyPr/>
          <a:lstStyle>
            <a:lvl1pPr marL="0" indent="0">
              <a:buNone/>
              <a:defRPr b="1">
                <a:solidFill>
                  <a:schemeClr val="tx2"/>
                </a:solidFill>
              </a:defRPr>
            </a:lvl1pPr>
          </a:lstStyle>
          <a:p>
            <a:pPr lvl="0"/>
            <a:r>
              <a:rPr lang="en-US"/>
              <a:t>Click to edit Master text styles</a:t>
            </a:r>
          </a:p>
        </p:txBody>
      </p:sp>
      <p:sp>
        <p:nvSpPr>
          <p:cNvPr id="14" name="Picture Placeholder 9">
            <a:extLst>
              <a:ext uri="{FF2B5EF4-FFF2-40B4-BE49-F238E27FC236}">
                <a16:creationId xmlns:a16="http://schemas.microsoft.com/office/drawing/2014/main" id="{6C89A7D9-92F6-0FCA-1B2E-B673F5F70BC6}"/>
              </a:ext>
            </a:extLst>
          </p:cNvPr>
          <p:cNvSpPr>
            <a:spLocks noGrp="1"/>
          </p:cNvSpPr>
          <p:nvPr>
            <p:ph type="pic" sz="quarter" idx="18" hasCustomPrompt="1"/>
          </p:nvPr>
        </p:nvSpPr>
        <p:spPr>
          <a:xfrm>
            <a:off x="3421149" y="2039899"/>
            <a:ext cx="969962" cy="968375"/>
          </a:xfrm>
        </p:spPr>
        <p:txBody>
          <a:bodyPr anchor="ctr"/>
          <a:lstStyle>
            <a:lvl1pPr marL="0" indent="0" algn="ctr">
              <a:buNone/>
              <a:defRPr/>
            </a:lvl1pPr>
          </a:lstStyle>
          <a:p>
            <a:r>
              <a:rPr lang="en-PL"/>
              <a:t>Icon</a:t>
            </a:r>
          </a:p>
        </p:txBody>
      </p:sp>
      <p:sp>
        <p:nvSpPr>
          <p:cNvPr id="15" name="Text Placeholder 6">
            <a:extLst>
              <a:ext uri="{FF2B5EF4-FFF2-40B4-BE49-F238E27FC236}">
                <a16:creationId xmlns:a16="http://schemas.microsoft.com/office/drawing/2014/main" id="{2F49B1DC-1B91-85AC-AF4C-216C37D8409C}"/>
              </a:ext>
            </a:extLst>
          </p:cNvPr>
          <p:cNvSpPr>
            <a:spLocks noGrp="1"/>
          </p:cNvSpPr>
          <p:nvPr>
            <p:ph idx="19"/>
          </p:nvPr>
        </p:nvSpPr>
        <p:spPr>
          <a:xfrm>
            <a:off x="6291434" y="3880635"/>
            <a:ext cx="2479418" cy="2428089"/>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16" name="Text Placeholder 7">
            <a:extLst>
              <a:ext uri="{FF2B5EF4-FFF2-40B4-BE49-F238E27FC236}">
                <a16:creationId xmlns:a16="http://schemas.microsoft.com/office/drawing/2014/main" id="{802C5C76-FF85-8B08-708C-942AB726AE71}"/>
              </a:ext>
            </a:extLst>
          </p:cNvPr>
          <p:cNvSpPr>
            <a:spLocks noGrp="1"/>
          </p:cNvSpPr>
          <p:nvPr>
            <p:ph type="body" sz="quarter" idx="20"/>
          </p:nvPr>
        </p:nvSpPr>
        <p:spPr>
          <a:xfrm>
            <a:off x="6291434" y="3251322"/>
            <a:ext cx="2479418" cy="444507"/>
          </a:xfrm>
        </p:spPr>
        <p:txBody>
          <a:bodyPr/>
          <a:lstStyle>
            <a:lvl1pPr marL="0" indent="0">
              <a:buNone/>
              <a:defRPr b="1">
                <a:solidFill>
                  <a:schemeClr val="tx2"/>
                </a:solidFill>
              </a:defRPr>
            </a:lvl1pPr>
          </a:lstStyle>
          <a:p>
            <a:pPr lvl="0"/>
            <a:r>
              <a:rPr lang="en-US"/>
              <a:t>Click to edit Master text styles</a:t>
            </a:r>
          </a:p>
        </p:txBody>
      </p:sp>
      <p:sp>
        <p:nvSpPr>
          <p:cNvPr id="17" name="Picture Placeholder 9">
            <a:extLst>
              <a:ext uri="{FF2B5EF4-FFF2-40B4-BE49-F238E27FC236}">
                <a16:creationId xmlns:a16="http://schemas.microsoft.com/office/drawing/2014/main" id="{E6BAA978-8D38-FD4D-A0AE-6D287281FAE1}"/>
              </a:ext>
            </a:extLst>
          </p:cNvPr>
          <p:cNvSpPr>
            <a:spLocks noGrp="1"/>
          </p:cNvSpPr>
          <p:nvPr>
            <p:ph type="pic" sz="quarter" idx="21" hasCustomPrompt="1"/>
          </p:nvPr>
        </p:nvSpPr>
        <p:spPr>
          <a:xfrm>
            <a:off x="6291435" y="2037528"/>
            <a:ext cx="969962" cy="968375"/>
          </a:xfrm>
        </p:spPr>
        <p:txBody>
          <a:bodyPr anchor="ctr"/>
          <a:lstStyle>
            <a:lvl1pPr marL="0" indent="0" algn="ctr">
              <a:buNone/>
              <a:defRPr/>
            </a:lvl1pPr>
          </a:lstStyle>
          <a:p>
            <a:r>
              <a:rPr lang="en-PL"/>
              <a:t>Icon</a:t>
            </a:r>
          </a:p>
        </p:txBody>
      </p:sp>
      <p:sp>
        <p:nvSpPr>
          <p:cNvPr id="18" name="Rectangle 6">
            <a:extLst>
              <a:ext uri="{FF2B5EF4-FFF2-40B4-BE49-F238E27FC236}">
                <a16:creationId xmlns:a16="http://schemas.microsoft.com/office/drawing/2014/main" id="{EFCBC783-7DFD-891C-C22B-19ACB429CF40}"/>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258732220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ontent_4 Columns_Horizontal">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B4D4C034-320B-6DDD-5EA0-66E4226329A7}"/>
              </a:ext>
            </a:extLst>
          </p:cNvPr>
          <p:cNvSpPr/>
          <p:nvPr userDrawn="1"/>
        </p:nvSpPr>
        <p:spPr>
          <a:xfrm>
            <a:off x="0" y="3980869"/>
            <a:ext cx="3548627" cy="2877132"/>
          </a:xfrm>
          <a:custGeom>
            <a:avLst/>
            <a:gdLst>
              <a:gd name="connsiteX0" fmla="*/ 0 w 3548627"/>
              <a:gd name="connsiteY0" fmla="*/ 0 h 2877132"/>
              <a:gd name="connsiteX1" fmla="*/ 17180 w 3548627"/>
              <a:gd name="connsiteY1" fmla="*/ 2773 h 2877132"/>
              <a:gd name="connsiteX2" fmla="*/ 259491 w 3548627"/>
              <a:gd name="connsiteY2" fmla="*/ 60188 h 2877132"/>
              <a:gd name="connsiteX3" fmla="*/ 3514069 w 3548627"/>
              <a:gd name="connsiteY3" fmla="*/ 2844543 h 2877132"/>
              <a:gd name="connsiteX4" fmla="*/ 3548627 w 3548627"/>
              <a:gd name="connsiteY4" fmla="*/ 2877132 h 2877132"/>
              <a:gd name="connsiteX5" fmla="*/ 0 w 3548627"/>
              <a:gd name="connsiteY5" fmla="*/ 2877132 h 2877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48627" h="2877132">
                <a:moveTo>
                  <a:pt x="0" y="0"/>
                </a:moveTo>
                <a:lnTo>
                  <a:pt x="17180" y="2773"/>
                </a:lnTo>
                <a:cubicBezTo>
                  <a:pt x="98749" y="18969"/>
                  <a:pt x="179570" y="38093"/>
                  <a:pt x="259491" y="60188"/>
                </a:cubicBezTo>
                <a:cubicBezTo>
                  <a:pt x="2497293" y="678866"/>
                  <a:pt x="2569908" y="1912490"/>
                  <a:pt x="3514069" y="2844543"/>
                </a:cubicBezTo>
                <a:lnTo>
                  <a:pt x="3548627" y="2877132"/>
                </a:lnTo>
                <a:lnTo>
                  <a:pt x="0" y="2877132"/>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165" y="549098"/>
            <a:ext cx="11086974"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4" name="Text Placeholder 6">
            <a:extLst>
              <a:ext uri="{FF2B5EF4-FFF2-40B4-BE49-F238E27FC236}">
                <a16:creationId xmlns:a16="http://schemas.microsoft.com/office/drawing/2014/main" id="{39AA7B67-6693-B256-903C-FCF873DB345C}"/>
              </a:ext>
            </a:extLst>
          </p:cNvPr>
          <p:cNvSpPr>
            <a:spLocks noGrp="1"/>
          </p:cNvSpPr>
          <p:nvPr>
            <p:ph idx="1"/>
          </p:nvPr>
        </p:nvSpPr>
        <p:spPr>
          <a:xfrm>
            <a:off x="1762973" y="3075025"/>
            <a:ext cx="4169994" cy="1029138"/>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8" name="Text Placeholder 7">
            <a:extLst>
              <a:ext uri="{FF2B5EF4-FFF2-40B4-BE49-F238E27FC236}">
                <a16:creationId xmlns:a16="http://schemas.microsoft.com/office/drawing/2014/main" id="{9EB8DEF2-02A1-B7CD-158F-9813CFE2519E}"/>
              </a:ext>
            </a:extLst>
          </p:cNvPr>
          <p:cNvSpPr>
            <a:spLocks noGrp="1"/>
          </p:cNvSpPr>
          <p:nvPr>
            <p:ph type="body" sz="quarter" idx="11"/>
          </p:nvPr>
        </p:nvSpPr>
        <p:spPr>
          <a:xfrm>
            <a:off x="1762973" y="2562674"/>
            <a:ext cx="4169994" cy="444507"/>
          </a:xfrm>
        </p:spPr>
        <p:txBody>
          <a:bodyPr/>
          <a:lstStyle>
            <a:lvl1pPr marL="0" indent="0">
              <a:buNone/>
              <a:defRPr b="1">
                <a:solidFill>
                  <a:schemeClr val="tx2"/>
                </a:solidFill>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B6CE90EA-17CC-1BE8-C18A-10A5E4DA72CE}"/>
              </a:ext>
            </a:extLst>
          </p:cNvPr>
          <p:cNvSpPr>
            <a:spLocks noGrp="1"/>
          </p:cNvSpPr>
          <p:nvPr>
            <p:ph type="pic" sz="quarter" idx="12" hasCustomPrompt="1"/>
          </p:nvPr>
        </p:nvSpPr>
        <p:spPr>
          <a:xfrm>
            <a:off x="554877" y="2038806"/>
            <a:ext cx="969962" cy="968375"/>
          </a:xfrm>
        </p:spPr>
        <p:txBody>
          <a:bodyPr anchor="ctr"/>
          <a:lstStyle>
            <a:lvl1pPr marL="0" indent="0" algn="ctr">
              <a:buNone/>
              <a:defRPr/>
            </a:lvl1pPr>
          </a:lstStyle>
          <a:p>
            <a:r>
              <a:rPr lang="en-PL"/>
              <a:t>Icon</a:t>
            </a:r>
          </a:p>
        </p:txBody>
      </p:sp>
      <p:sp>
        <p:nvSpPr>
          <p:cNvPr id="18" name="Text Placeholder 6">
            <a:extLst>
              <a:ext uri="{FF2B5EF4-FFF2-40B4-BE49-F238E27FC236}">
                <a16:creationId xmlns:a16="http://schemas.microsoft.com/office/drawing/2014/main" id="{C39A1A95-B810-1F4D-6914-2103EFDC1521}"/>
              </a:ext>
            </a:extLst>
          </p:cNvPr>
          <p:cNvSpPr>
            <a:spLocks noGrp="1"/>
          </p:cNvSpPr>
          <p:nvPr>
            <p:ph idx="13"/>
          </p:nvPr>
        </p:nvSpPr>
        <p:spPr>
          <a:xfrm>
            <a:off x="7470206" y="3075025"/>
            <a:ext cx="4169994" cy="1029138"/>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20" name="Text Placeholder 7">
            <a:extLst>
              <a:ext uri="{FF2B5EF4-FFF2-40B4-BE49-F238E27FC236}">
                <a16:creationId xmlns:a16="http://schemas.microsoft.com/office/drawing/2014/main" id="{9D87E0A3-9059-7636-85FF-92E6E36DE71B}"/>
              </a:ext>
            </a:extLst>
          </p:cNvPr>
          <p:cNvSpPr>
            <a:spLocks noGrp="1"/>
          </p:cNvSpPr>
          <p:nvPr>
            <p:ph type="body" sz="quarter" idx="14"/>
          </p:nvPr>
        </p:nvSpPr>
        <p:spPr>
          <a:xfrm>
            <a:off x="7470206" y="2562674"/>
            <a:ext cx="4169994" cy="444507"/>
          </a:xfrm>
        </p:spPr>
        <p:txBody>
          <a:bodyPr/>
          <a:lstStyle>
            <a:lvl1pPr marL="0" indent="0">
              <a:buNone/>
              <a:defRPr b="1">
                <a:solidFill>
                  <a:schemeClr val="tx2"/>
                </a:solidFill>
              </a:defRPr>
            </a:lvl1pPr>
          </a:lstStyle>
          <a:p>
            <a:pPr lvl="0"/>
            <a:r>
              <a:rPr lang="en-US"/>
              <a:t>Click to edit Master text styles</a:t>
            </a:r>
          </a:p>
        </p:txBody>
      </p:sp>
      <p:sp>
        <p:nvSpPr>
          <p:cNvPr id="21" name="Picture Placeholder 9">
            <a:extLst>
              <a:ext uri="{FF2B5EF4-FFF2-40B4-BE49-F238E27FC236}">
                <a16:creationId xmlns:a16="http://schemas.microsoft.com/office/drawing/2014/main" id="{39F59F56-4B57-CC91-9286-E42C148DEBD0}"/>
              </a:ext>
            </a:extLst>
          </p:cNvPr>
          <p:cNvSpPr>
            <a:spLocks noGrp="1"/>
          </p:cNvSpPr>
          <p:nvPr>
            <p:ph type="pic" sz="quarter" idx="15" hasCustomPrompt="1"/>
          </p:nvPr>
        </p:nvSpPr>
        <p:spPr>
          <a:xfrm>
            <a:off x="6259033" y="2038806"/>
            <a:ext cx="969962" cy="968375"/>
          </a:xfrm>
        </p:spPr>
        <p:txBody>
          <a:bodyPr anchor="ctr"/>
          <a:lstStyle>
            <a:lvl1pPr marL="0" indent="0" algn="ctr">
              <a:buNone/>
              <a:defRPr/>
            </a:lvl1pPr>
          </a:lstStyle>
          <a:p>
            <a:r>
              <a:rPr lang="en-PL"/>
              <a:t>Icon</a:t>
            </a:r>
          </a:p>
        </p:txBody>
      </p:sp>
      <p:sp>
        <p:nvSpPr>
          <p:cNvPr id="22" name="Text Placeholder 6">
            <a:extLst>
              <a:ext uri="{FF2B5EF4-FFF2-40B4-BE49-F238E27FC236}">
                <a16:creationId xmlns:a16="http://schemas.microsoft.com/office/drawing/2014/main" id="{CB046625-59B2-2C15-CD97-AF951ED78D8B}"/>
              </a:ext>
            </a:extLst>
          </p:cNvPr>
          <p:cNvSpPr>
            <a:spLocks noGrp="1"/>
          </p:cNvSpPr>
          <p:nvPr>
            <p:ph idx="16"/>
          </p:nvPr>
        </p:nvSpPr>
        <p:spPr>
          <a:xfrm>
            <a:off x="1751196" y="5279587"/>
            <a:ext cx="4169994" cy="1029138"/>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23" name="Text Placeholder 7">
            <a:extLst>
              <a:ext uri="{FF2B5EF4-FFF2-40B4-BE49-F238E27FC236}">
                <a16:creationId xmlns:a16="http://schemas.microsoft.com/office/drawing/2014/main" id="{AF9FA328-7538-92B0-728F-691A0926E7A5}"/>
              </a:ext>
            </a:extLst>
          </p:cNvPr>
          <p:cNvSpPr>
            <a:spLocks noGrp="1"/>
          </p:cNvSpPr>
          <p:nvPr>
            <p:ph type="body" sz="quarter" idx="17"/>
          </p:nvPr>
        </p:nvSpPr>
        <p:spPr>
          <a:xfrm>
            <a:off x="1751196" y="4767236"/>
            <a:ext cx="4169994" cy="444507"/>
          </a:xfrm>
        </p:spPr>
        <p:txBody>
          <a:bodyPr/>
          <a:lstStyle>
            <a:lvl1pPr marL="0" indent="0">
              <a:buNone/>
              <a:defRPr b="1">
                <a:solidFill>
                  <a:schemeClr val="tx2"/>
                </a:solidFill>
              </a:defRPr>
            </a:lvl1pPr>
          </a:lstStyle>
          <a:p>
            <a:pPr lvl="0"/>
            <a:r>
              <a:rPr lang="en-US"/>
              <a:t>Click to edit Master text styles</a:t>
            </a:r>
          </a:p>
        </p:txBody>
      </p:sp>
      <p:sp>
        <p:nvSpPr>
          <p:cNvPr id="24" name="Picture Placeholder 9">
            <a:extLst>
              <a:ext uri="{FF2B5EF4-FFF2-40B4-BE49-F238E27FC236}">
                <a16:creationId xmlns:a16="http://schemas.microsoft.com/office/drawing/2014/main" id="{82FB5ED6-9A3F-B5A8-B624-042CC9B0119D}"/>
              </a:ext>
            </a:extLst>
          </p:cNvPr>
          <p:cNvSpPr>
            <a:spLocks noGrp="1"/>
          </p:cNvSpPr>
          <p:nvPr>
            <p:ph type="pic" sz="quarter" idx="18" hasCustomPrompt="1"/>
          </p:nvPr>
        </p:nvSpPr>
        <p:spPr>
          <a:xfrm>
            <a:off x="554877" y="4243368"/>
            <a:ext cx="969962" cy="968375"/>
          </a:xfrm>
        </p:spPr>
        <p:txBody>
          <a:bodyPr anchor="ctr"/>
          <a:lstStyle>
            <a:lvl1pPr marL="0" indent="0" algn="ctr">
              <a:buNone/>
              <a:defRPr/>
            </a:lvl1pPr>
          </a:lstStyle>
          <a:p>
            <a:r>
              <a:rPr lang="en-PL"/>
              <a:t>Icon</a:t>
            </a:r>
          </a:p>
        </p:txBody>
      </p:sp>
      <p:sp>
        <p:nvSpPr>
          <p:cNvPr id="25" name="Text Placeholder 6">
            <a:extLst>
              <a:ext uri="{FF2B5EF4-FFF2-40B4-BE49-F238E27FC236}">
                <a16:creationId xmlns:a16="http://schemas.microsoft.com/office/drawing/2014/main" id="{B03CB461-8560-9B20-7934-9714D934C9DE}"/>
              </a:ext>
            </a:extLst>
          </p:cNvPr>
          <p:cNvSpPr>
            <a:spLocks noGrp="1"/>
          </p:cNvSpPr>
          <p:nvPr>
            <p:ph idx="19"/>
          </p:nvPr>
        </p:nvSpPr>
        <p:spPr>
          <a:xfrm>
            <a:off x="7470206" y="5279587"/>
            <a:ext cx="4169994" cy="1029138"/>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26" name="Text Placeholder 7">
            <a:extLst>
              <a:ext uri="{FF2B5EF4-FFF2-40B4-BE49-F238E27FC236}">
                <a16:creationId xmlns:a16="http://schemas.microsoft.com/office/drawing/2014/main" id="{87DE8F08-72E4-4788-507D-7C784566D59A}"/>
              </a:ext>
            </a:extLst>
          </p:cNvPr>
          <p:cNvSpPr>
            <a:spLocks noGrp="1"/>
          </p:cNvSpPr>
          <p:nvPr>
            <p:ph type="body" sz="quarter" idx="20"/>
          </p:nvPr>
        </p:nvSpPr>
        <p:spPr>
          <a:xfrm>
            <a:off x="7470206" y="4767236"/>
            <a:ext cx="4169994" cy="444507"/>
          </a:xfrm>
        </p:spPr>
        <p:txBody>
          <a:bodyPr/>
          <a:lstStyle>
            <a:lvl1pPr marL="0" indent="0">
              <a:buNone/>
              <a:defRPr b="1">
                <a:solidFill>
                  <a:schemeClr val="tx2"/>
                </a:solidFill>
              </a:defRPr>
            </a:lvl1pPr>
          </a:lstStyle>
          <a:p>
            <a:pPr lvl="0"/>
            <a:r>
              <a:rPr lang="en-US"/>
              <a:t>Click to edit Master text styles</a:t>
            </a:r>
          </a:p>
        </p:txBody>
      </p:sp>
      <p:sp>
        <p:nvSpPr>
          <p:cNvPr id="27" name="Picture Placeholder 9">
            <a:extLst>
              <a:ext uri="{FF2B5EF4-FFF2-40B4-BE49-F238E27FC236}">
                <a16:creationId xmlns:a16="http://schemas.microsoft.com/office/drawing/2014/main" id="{BBDB54C5-D56D-48C5-8D32-36C2D95E990C}"/>
              </a:ext>
            </a:extLst>
          </p:cNvPr>
          <p:cNvSpPr>
            <a:spLocks noGrp="1"/>
          </p:cNvSpPr>
          <p:nvPr>
            <p:ph type="pic" sz="quarter" idx="21" hasCustomPrompt="1"/>
          </p:nvPr>
        </p:nvSpPr>
        <p:spPr>
          <a:xfrm>
            <a:off x="6259033" y="4243368"/>
            <a:ext cx="969962" cy="968375"/>
          </a:xfrm>
        </p:spPr>
        <p:txBody>
          <a:bodyPr anchor="ctr"/>
          <a:lstStyle>
            <a:lvl1pPr marL="0" indent="0" algn="ctr">
              <a:buNone/>
              <a:defRPr/>
            </a:lvl1pPr>
          </a:lstStyle>
          <a:p>
            <a:r>
              <a:rPr lang="en-PL"/>
              <a:t>Icon</a:t>
            </a:r>
          </a:p>
        </p:txBody>
      </p:sp>
      <p:sp>
        <p:nvSpPr>
          <p:cNvPr id="7" name="Rectangle 6">
            <a:extLst>
              <a:ext uri="{FF2B5EF4-FFF2-40B4-BE49-F238E27FC236}">
                <a16:creationId xmlns:a16="http://schemas.microsoft.com/office/drawing/2014/main" id="{FF6D5ACD-7B4A-5E9E-1941-F2C920E57DA6}"/>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594171086"/>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Content_2 Columns_Photo">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B4D4C034-320B-6DDD-5EA0-66E4226329A7}"/>
              </a:ext>
            </a:extLst>
          </p:cNvPr>
          <p:cNvSpPr/>
          <p:nvPr userDrawn="1"/>
        </p:nvSpPr>
        <p:spPr>
          <a:xfrm>
            <a:off x="0" y="3980869"/>
            <a:ext cx="3548627" cy="2877132"/>
          </a:xfrm>
          <a:custGeom>
            <a:avLst/>
            <a:gdLst>
              <a:gd name="connsiteX0" fmla="*/ 0 w 3548627"/>
              <a:gd name="connsiteY0" fmla="*/ 0 h 2877132"/>
              <a:gd name="connsiteX1" fmla="*/ 17180 w 3548627"/>
              <a:gd name="connsiteY1" fmla="*/ 2773 h 2877132"/>
              <a:gd name="connsiteX2" fmla="*/ 259491 w 3548627"/>
              <a:gd name="connsiteY2" fmla="*/ 60188 h 2877132"/>
              <a:gd name="connsiteX3" fmla="*/ 3514069 w 3548627"/>
              <a:gd name="connsiteY3" fmla="*/ 2844543 h 2877132"/>
              <a:gd name="connsiteX4" fmla="*/ 3548627 w 3548627"/>
              <a:gd name="connsiteY4" fmla="*/ 2877132 h 2877132"/>
              <a:gd name="connsiteX5" fmla="*/ 0 w 3548627"/>
              <a:gd name="connsiteY5" fmla="*/ 2877132 h 2877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48627" h="2877132">
                <a:moveTo>
                  <a:pt x="0" y="0"/>
                </a:moveTo>
                <a:lnTo>
                  <a:pt x="17180" y="2773"/>
                </a:lnTo>
                <a:cubicBezTo>
                  <a:pt x="98749" y="18969"/>
                  <a:pt x="179570" y="38093"/>
                  <a:pt x="259491" y="60188"/>
                </a:cubicBezTo>
                <a:cubicBezTo>
                  <a:pt x="2497293" y="678866"/>
                  <a:pt x="2569908" y="1912490"/>
                  <a:pt x="3514069" y="2844543"/>
                </a:cubicBezTo>
                <a:lnTo>
                  <a:pt x="3548627" y="2877132"/>
                </a:lnTo>
                <a:lnTo>
                  <a:pt x="0" y="2877132"/>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165" y="549098"/>
            <a:ext cx="11086974"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4" name="Text Placeholder 6">
            <a:extLst>
              <a:ext uri="{FF2B5EF4-FFF2-40B4-BE49-F238E27FC236}">
                <a16:creationId xmlns:a16="http://schemas.microsoft.com/office/drawing/2014/main" id="{39AA7B67-6693-B256-903C-FCF873DB345C}"/>
              </a:ext>
            </a:extLst>
          </p:cNvPr>
          <p:cNvSpPr>
            <a:spLocks noGrp="1"/>
          </p:cNvSpPr>
          <p:nvPr>
            <p:ph idx="1"/>
          </p:nvPr>
        </p:nvSpPr>
        <p:spPr>
          <a:xfrm>
            <a:off x="554163" y="4859865"/>
            <a:ext cx="5349876" cy="1449037"/>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8" name="Text Placeholder 7">
            <a:extLst>
              <a:ext uri="{FF2B5EF4-FFF2-40B4-BE49-F238E27FC236}">
                <a16:creationId xmlns:a16="http://schemas.microsoft.com/office/drawing/2014/main" id="{9EB8DEF2-02A1-B7CD-158F-9813CFE2519E}"/>
              </a:ext>
            </a:extLst>
          </p:cNvPr>
          <p:cNvSpPr>
            <a:spLocks noGrp="1"/>
          </p:cNvSpPr>
          <p:nvPr>
            <p:ph type="body" sz="quarter" idx="11"/>
          </p:nvPr>
        </p:nvSpPr>
        <p:spPr>
          <a:xfrm>
            <a:off x="554163" y="4230552"/>
            <a:ext cx="5349876" cy="444507"/>
          </a:xfrm>
        </p:spPr>
        <p:txBody>
          <a:bodyPr/>
          <a:lstStyle>
            <a:lvl1pPr marL="0" indent="0">
              <a:buNone/>
              <a:defRPr b="1">
                <a:solidFill>
                  <a:schemeClr val="tx2"/>
                </a:solidFill>
              </a:defRPr>
            </a:lvl1pPr>
          </a:lstStyle>
          <a:p>
            <a:pPr lvl="0"/>
            <a:r>
              <a:rPr lang="en-US"/>
              <a:t>Click to edit Master text styles</a:t>
            </a:r>
          </a:p>
        </p:txBody>
      </p:sp>
      <p:sp>
        <p:nvSpPr>
          <p:cNvPr id="11" name="Text Placeholder 6">
            <a:extLst>
              <a:ext uri="{FF2B5EF4-FFF2-40B4-BE49-F238E27FC236}">
                <a16:creationId xmlns:a16="http://schemas.microsoft.com/office/drawing/2014/main" id="{9EF02D6E-E8B2-4CB8-A223-00262EE2A4C3}"/>
              </a:ext>
            </a:extLst>
          </p:cNvPr>
          <p:cNvSpPr>
            <a:spLocks noGrp="1"/>
          </p:cNvSpPr>
          <p:nvPr>
            <p:ph idx="13"/>
          </p:nvPr>
        </p:nvSpPr>
        <p:spPr>
          <a:xfrm>
            <a:off x="6291261" y="4859865"/>
            <a:ext cx="5349876" cy="1449037"/>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12" name="Text Placeholder 7">
            <a:extLst>
              <a:ext uri="{FF2B5EF4-FFF2-40B4-BE49-F238E27FC236}">
                <a16:creationId xmlns:a16="http://schemas.microsoft.com/office/drawing/2014/main" id="{15DB5DD6-596D-DC7B-3A2D-A53F70C97208}"/>
              </a:ext>
            </a:extLst>
          </p:cNvPr>
          <p:cNvSpPr>
            <a:spLocks noGrp="1"/>
          </p:cNvSpPr>
          <p:nvPr>
            <p:ph type="body" sz="quarter" idx="14"/>
          </p:nvPr>
        </p:nvSpPr>
        <p:spPr>
          <a:xfrm>
            <a:off x="6291261" y="4230552"/>
            <a:ext cx="5349876" cy="444507"/>
          </a:xfrm>
        </p:spPr>
        <p:txBody>
          <a:bodyPr/>
          <a:lstStyle>
            <a:lvl1pPr marL="0" indent="0">
              <a:buNone/>
              <a:defRPr b="1">
                <a:solidFill>
                  <a:schemeClr val="tx2"/>
                </a:solidFill>
              </a:defRPr>
            </a:lvl1pPr>
          </a:lstStyle>
          <a:p>
            <a:pPr lvl="0"/>
            <a:r>
              <a:rPr lang="en-US"/>
              <a:t>Click to edit Master text styles</a:t>
            </a:r>
          </a:p>
        </p:txBody>
      </p:sp>
      <p:sp>
        <p:nvSpPr>
          <p:cNvPr id="18" name="Picture Placeholder 17">
            <a:extLst>
              <a:ext uri="{FF2B5EF4-FFF2-40B4-BE49-F238E27FC236}">
                <a16:creationId xmlns:a16="http://schemas.microsoft.com/office/drawing/2014/main" id="{646C5585-BFB2-5295-8DA7-CC59F7C8776D}"/>
              </a:ext>
            </a:extLst>
          </p:cNvPr>
          <p:cNvSpPr>
            <a:spLocks noGrp="1"/>
          </p:cNvSpPr>
          <p:nvPr>
            <p:ph type="pic" sz="quarter" idx="15"/>
          </p:nvPr>
        </p:nvSpPr>
        <p:spPr>
          <a:xfrm>
            <a:off x="554165" y="1892595"/>
            <a:ext cx="5349875" cy="2088274"/>
          </a:xfrm>
          <a:custGeom>
            <a:avLst/>
            <a:gdLst>
              <a:gd name="connsiteX0" fmla="*/ 60978 w 5349875"/>
              <a:gd name="connsiteY0" fmla="*/ 0 h 2088274"/>
              <a:gd name="connsiteX1" fmla="*/ 5288897 w 5349875"/>
              <a:gd name="connsiteY1" fmla="*/ 0 h 2088274"/>
              <a:gd name="connsiteX2" fmla="*/ 5349875 w 5349875"/>
              <a:gd name="connsiteY2" fmla="*/ 60978 h 2088274"/>
              <a:gd name="connsiteX3" fmla="*/ 5349875 w 5349875"/>
              <a:gd name="connsiteY3" fmla="*/ 2027296 h 2088274"/>
              <a:gd name="connsiteX4" fmla="*/ 5288897 w 5349875"/>
              <a:gd name="connsiteY4" fmla="*/ 2088274 h 2088274"/>
              <a:gd name="connsiteX5" fmla="*/ 60978 w 5349875"/>
              <a:gd name="connsiteY5" fmla="*/ 2088274 h 2088274"/>
              <a:gd name="connsiteX6" fmla="*/ 0 w 5349875"/>
              <a:gd name="connsiteY6" fmla="*/ 2027296 h 2088274"/>
              <a:gd name="connsiteX7" fmla="*/ 0 w 5349875"/>
              <a:gd name="connsiteY7" fmla="*/ 60978 h 2088274"/>
              <a:gd name="connsiteX8" fmla="*/ 60978 w 5349875"/>
              <a:gd name="connsiteY8" fmla="*/ 0 h 20882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9875" h="2088274">
                <a:moveTo>
                  <a:pt x="60978" y="0"/>
                </a:moveTo>
                <a:lnTo>
                  <a:pt x="5288897" y="0"/>
                </a:lnTo>
                <a:cubicBezTo>
                  <a:pt x="5322574" y="0"/>
                  <a:pt x="5349875" y="27301"/>
                  <a:pt x="5349875" y="60978"/>
                </a:cubicBezTo>
                <a:lnTo>
                  <a:pt x="5349875" y="2027296"/>
                </a:lnTo>
                <a:cubicBezTo>
                  <a:pt x="5349875" y="2060973"/>
                  <a:pt x="5322574" y="2088274"/>
                  <a:pt x="5288897" y="2088274"/>
                </a:cubicBezTo>
                <a:lnTo>
                  <a:pt x="60978" y="2088274"/>
                </a:lnTo>
                <a:cubicBezTo>
                  <a:pt x="27301" y="2088274"/>
                  <a:pt x="0" y="2060973"/>
                  <a:pt x="0" y="2027296"/>
                </a:cubicBezTo>
                <a:lnTo>
                  <a:pt x="0" y="60978"/>
                </a:lnTo>
                <a:cubicBezTo>
                  <a:pt x="0" y="27301"/>
                  <a:pt x="27301" y="0"/>
                  <a:pt x="60978" y="0"/>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PL"/>
          </a:p>
        </p:txBody>
      </p:sp>
      <p:sp>
        <p:nvSpPr>
          <p:cNvPr id="20" name="Picture Placeholder 19">
            <a:extLst>
              <a:ext uri="{FF2B5EF4-FFF2-40B4-BE49-F238E27FC236}">
                <a16:creationId xmlns:a16="http://schemas.microsoft.com/office/drawing/2014/main" id="{A15BF100-B52B-AC8D-5F0F-B2AA1840EFA0}"/>
              </a:ext>
            </a:extLst>
          </p:cNvPr>
          <p:cNvSpPr>
            <a:spLocks noGrp="1"/>
          </p:cNvSpPr>
          <p:nvPr>
            <p:ph type="pic" sz="quarter" idx="16"/>
          </p:nvPr>
        </p:nvSpPr>
        <p:spPr>
          <a:xfrm>
            <a:off x="6291261" y="1892595"/>
            <a:ext cx="5349875" cy="2088274"/>
          </a:xfrm>
          <a:custGeom>
            <a:avLst/>
            <a:gdLst>
              <a:gd name="connsiteX0" fmla="*/ 60978 w 5349875"/>
              <a:gd name="connsiteY0" fmla="*/ 0 h 2088274"/>
              <a:gd name="connsiteX1" fmla="*/ 5288897 w 5349875"/>
              <a:gd name="connsiteY1" fmla="*/ 0 h 2088274"/>
              <a:gd name="connsiteX2" fmla="*/ 5349875 w 5349875"/>
              <a:gd name="connsiteY2" fmla="*/ 60978 h 2088274"/>
              <a:gd name="connsiteX3" fmla="*/ 5349875 w 5349875"/>
              <a:gd name="connsiteY3" fmla="*/ 2027296 h 2088274"/>
              <a:gd name="connsiteX4" fmla="*/ 5288897 w 5349875"/>
              <a:gd name="connsiteY4" fmla="*/ 2088274 h 2088274"/>
              <a:gd name="connsiteX5" fmla="*/ 60978 w 5349875"/>
              <a:gd name="connsiteY5" fmla="*/ 2088274 h 2088274"/>
              <a:gd name="connsiteX6" fmla="*/ 0 w 5349875"/>
              <a:gd name="connsiteY6" fmla="*/ 2027296 h 2088274"/>
              <a:gd name="connsiteX7" fmla="*/ 0 w 5349875"/>
              <a:gd name="connsiteY7" fmla="*/ 60978 h 2088274"/>
              <a:gd name="connsiteX8" fmla="*/ 60978 w 5349875"/>
              <a:gd name="connsiteY8" fmla="*/ 0 h 20882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9875" h="2088274">
                <a:moveTo>
                  <a:pt x="60978" y="0"/>
                </a:moveTo>
                <a:lnTo>
                  <a:pt x="5288897" y="0"/>
                </a:lnTo>
                <a:cubicBezTo>
                  <a:pt x="5322574" y="0"/>
                  <a:pt x="5349875" y="27301"/>
                  <a:pt x="5349875" y="60978"/>
                </a:cubicBezTo>
                <a:lnTo>
                  <a:pt x="5349875" y="2027296"/>
                </a:lnTo>
                <a:cubicBezTo>
                  <a:pt x="5349875" y="2060973"/>
                  <a:pt x="5322574" y="2088274"/>
                  <a:pt x="5288897" y="2088274"/>
                </a:cubicBezTo>
                <a:lnTo>
                  <a:pt x="60978" y="2088274"/>
                </a:lnTo>
                <a:cubicBezTo>
                  <a:pt x="27301" y="2088274"/>
                  <a:pt x="0" y="2060973"/>
                  <a:pt x="0" y="2027296"/>
                </a:cubicBezTo>
                <a:lnTo>
                  <a:pt x="0" y="60978"/>
                </a:lnTo>
                <a:cubicBezTo>
                  <a:pt x="0" y="27301"/>
                  <a:pt x="27301" y="0"/>
                  <a:pt x="60978" y="0"/>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PL"/>
          </a:p>
        </p:txBody>
      </p:sp>
      <p:sp>
        <p:nvSpPr>
          <p:cNvPr id="7" name="Rectangle 6">
            <a:extLst>
              <a:ext uri="{FF2B5EF4-FFF2-40B4-BE49-F238E27FC236}">
                <a16:creationId xmlns:a16="http://schemas.microsoft.com/office/drawing/2014/main" id="{813B98D7-E358-C9AC-31B4-6F5F0530F15F}"/>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810199450"/>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ontent_3 Columns_Photo">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B4D4C034-320B-6DDD-5EA0-66E4226329A7}"/>
              </a:ext>
            </a:extLst>
          </p:cNvPr>
          <p:cNvSpPr/>
          <p:nvPr userDrawn="1"/>
        </p:nvSpPr>
        <p:spPr>
          <a:xfrm>
            <a:off x="0" y="3980869"/>
            <a:ext cx="3548627" cy="2877132"/>
          </a:xfrm>
          <a:custGeom>
            <a:avLst/>
            <a:gdLst>
              <a:gd name="connsiteX0" fmla="*/ 0 w 3548627"/>
              <a:gd name="connsiteY0" fmla="*/ 0 h 2877132"/>
              <a:gd name="connsiteX1" fmla="*/ 17180 w 3548627"/>
              <a:gd name="connsiteY1" fmla="*/ 2773 h 2877132"/>
              <a:gd name="connsiteX2" fmla="*/ 259491 w 3548627"/>
              <a:gd name="connsiteY2" fmla="*/ 60188 h 2877132"/>
              <a:gd name="connsiteX3" fmla="*/ 3514069 w 3548627"/>
              <a:gd name="connsiteY3" fmla="*/ 2844543 h 2877132"/>
              <a:gd name="connsiteX4" fmla="*/ 3548627 w 3548627"/>
              <a:gd name="connsiteY4" fmla="*/ 2877132 h 2877132"/>
              <a:gd name="connsiteX5" fmla="*/ 0 w 3548627"/>
              <a:gd name="connsiteY5" fmla="*/ 2877132 h 2877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48627" h="2877132">
                <a:moveTo>
                  <a:pt x="0" y="0"/>
                </a:moveTo>
                <a:lnTo>
                  <a:pt x="17180" y="2773"/>
                </a:lnTo>
                <a:cubicBezTo>
                  <a:pt x="98749" y="18969"/>
                  <a:pt x="179570" y="38093"/>
                  <a:pt x="259491" y="60188"/>
                </a:cubicBezTo>
                <a:cubicBezTo>
                  <a:pt x="2497293" y="678866"/>
                  <a:pt x="2569908" y="1912490"/>
                  <a:pt x="3514069" y="2844543"/>
                </a:cubicBezTo>
                <a:lnTo>
                  <a:pt x="3548627" y="2877132"/>
                </a:lnTo>
                <a:lnTo>
                  <a:pt x="0" y="2877132"/>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164" y="549098"/>
            <a:ext cx="11090275"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14" name="Picture Placeholder 13">
            <a:extLst>
              <a:ext uri="{FF2B5EF4-FFF2-40B4-BE49-F238E27FC236}">
                <a16:creationId xmlns:a16="http://schemas.microsoft.com/office/drawing/2014/main" id="{C4B63A24-445D-FCB7-15FF-C986A81041FF}"/>
              </a:ext>
            </a:extLst>
          </p:cNvPr>
          <p:cNvSpPr>
            <a:spLocks noGrp="1"/>
          </p:cNvSpPr>
          <p:nvPr>
            <p:ph type="pic" sz="quarter" idx="19"/>
          </p:nvPr>
        </p:nvSpPr>
        <p:spPr>
          <a:xfrm>
            <a:off x="554167" y="1904539"/>
            <a:ext cx="3468241" cy="2088274"/>
          </a:xfrm>
          <a:custGeom>
            <a:avLst/>
            <a:gdLst>
              <a:gd name="connsiteX0" fmla="*/ 60978 w 3468241"/>
              <a:gd name="connsiteY0" fmla="*/ 0 h 2088274"/>
              <a:gd name="connsiteX1" fmla="*/ 3407263 w 3468241"/>
              <a:gd name="connsiteY1" fmla="*/ 0 h 2088274"/>
              <a:gd name="connsiteX2" fmla="*/ 3468241 w 3468241"/>
              <a:gd name="connsiteY2" fmla="*/ 60978 h 2088274"/>
              <a:gd name="connsiteX3" fmla="*/ 3468241 w 3468241"/>
              <a:gd name="connsiteY3" fmla="*/ 2027296 h 2088274"/>
              <a:gd name="connsiteX4" fmla="*/ 3407263 w 3468241"/>
              <a:gd name="connsiteY4" fmla="*/ 2088274 h 2088274"/>
              <a:gd name="connsiteX5" fmla="*/ 60978 w 3468241"/>
              <a:gd name="connsiteY5" fmla="*/ 2088274 h 2088274"/>
              <a:gd name="connsiteX6" fmla="*/ 0 w 3468241"/>
              <a:gd name="connsiteY6" fmla="*/ 2027296 h 2088274"/>
              <a:gd name="connsiteX7" fmla="*/ 0 w 3468241"/>
              <a:gd name="connsiteY7" fmla="*/ 60978 h 2088274"/>
              <a:gd name="connsiteX8" fmla="*/ 60978 w 3468241"/>
              <a:gd name="connsiteY8" fmla="*/ 0 h 20882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68241" h="2088274">
                <a:moveTo>
                  <a:pt x="60978" y="0"/>
                </a:moveTo>
                <a:lnTo>
                  <a:pt x="3407263" y="0"/>
                </a:lnTo>
                <a:cubicBezTo>
                  <a:pt x="3440940" y="0"/>
                  <a:pt x="3468241" y="27301"/>
                  <a:pt x="3468241" y="60978"/>
                </a:cubicBezTo>
                <a:lnTo>
                  <a:pt x="3468241" y="2027296"/>
                </a:lnTo>
                <a:cubicBezTo>
                  <a:pt x="3468241" y="2060973"/>
                  <a:pt x="3440940" y="2088274"/>
                  <a:pt x="3407263" y="2088274"/>
                </a:cubicBezTo>
                <a:lnTo>
                  <a:pt x="60978" y="2088274"/>
                </a:lnTo>
                <a:cubicBezTo>
                  <a:pt x="27301" y="2088274"/>
                  <a:pt x="0" y="2060973"/>
                  <a:pt x="0" y="2027296"/>
                </a:cubicBezTo>
                <a:lnTo>
                  <a:pt x="0" y="60978"/>
                </a:lnTo>
                <a:cubicBezTo>
                  <a:pt x="0" y="27301"/>
                  <a:pt x="27301" y="0"/>
                  <a:pt x="60978" y="0"/>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PL"/>
          </a:p>
        </p:txBody>
      </p:sp>
      <p:sp>
        <p:nvSpPr>
          <p:cNvPr id="4" name="Text Placeholder 6">
            <a:extLst>
              <a:ext uri="{FF2B5EF4-FFF2-40B4-BE49-F238E27FC236}">
                <a16:creationId xmlns:a16="http://schemas.microsoft.com/office/drawing/2014/main" id="{151D2AC7-BB8D-E36B-EF33-A57E03B9B4F0}"/>
              </a:ext>
            </a:extLst>
          </p:cNvPr>
          <p:cNvSpPr>
            <a:spLocks noGrp="1"/>
          </p:cNvSpPr>
          <p:nvPr>
            <p:ph idx="1"/>
          </p:nvPr>
        </p:nvSpPr>
        <p:spPr>
          <a:xfrm>
            <a:off x="554162" y="4851129"/>
            <a:ext cx="3468245" cy="1457596"/>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8" name="Text Placeholder 7">
            <a:extLst>
              <a:ext uri="{FF2B5EF4-FFF2-40B4-BE49-F238E27FC236}">
                <a16:creationId xmlns:a16="http://schemas.microsoft.com/office/drawing/2014/main" id="{F6E9F23E-DC2B-A56B-B5FA-839AF3E2CA96}"/>
              </a:ext>
            </a:extLst>
          </p:cNvPr>
          <p:cNvSpPr>
            <a:spLocks noGrp="1"/>
          </p:cNvSpPr>
          <p:nvPr>
            <p:ph type="body" sz="quarter" idx="11"/>
          </p:nvPr>
        </p:nvSpPr>
        <p:spPr>
          <a:xfrm>
            <a:off x="554162" y="4221815"/>
            <a:ext cx="3468245" cy="444507"/>
          </a:xfrm>
        </p:spPr>
        <p:txBody>
          <a:bodyPr/>
          <a:lstStyle>
            <a:lvl1pPr marL="0" indent="0">
              <a:buNone/>
              <a:defRPr b="1">
                <a:solidFill>
                  <a:schemeClr val="tx2"/>
                </a:solidFill>
              </a:defRPr>
            </a:lvl1pPr>
          </a:lstStyle>
          <a:p>
            <a:pPr lvl="0"/>
            <a:r>
              <a:rPr lang="en-US"/>
              <a:t>Click to edit Master text styles</a:t>
            </a:r>
          </a:p>
        </p:txBody>
      </p:sp>
      <p:sp>
        <p:nvSpPr>
          <p:cNvPr id="10" name="Picture Placeholder 13">
            <a:extLst>
              <a:ext uri="{FF2B5EF4-FFF2-40B4-BE49-F238E27FC236}">
                <a16:creationId xmlns:a16="http://schemas.microsoft.com/office/drawing/2014/main" id="{D61E2653-BB8A-C31C-AD38-3C43142FA8C3}"/>
              </a:ext>
            </a:extLst>
          </p:cNvPr>
          <p:cNvSpPr>
            <a:spLocks noGrp="1"/>
          </p:cNvSpPr>
          <p:nvPr>
            <p:ph type="pic" sz="quarter" idx="20"/>
          </p:nvPr>
        </p:nvSpPr>
        <p:spPr>
          <a:xfrm>
            <a:off x="8172900" y="1904539"/>
            <a:ext cx="3468241" cy="2088274"/>
          </a:xfrm>
          <a:custGeom>
            <a:avLst/>
            <a:gdLst>
              <a:gd name="connsiteX0" fmla="*/ 60978 w 3468241"/>
              <a:gd name="connsiteY0" fmla="*/ 0 h 2088274"/>
              <a:gd name="connsiteX1" fmla="*/ 3407263 w 3468241"/>
              <a:gd name="connsiteY1" fmla="*/ 0 h 2088274"/>
              <a:gd name="connsiteX2" fmla="*/ 3468241 w 3468241"/>
              <a:gd name="connsiteY2" fmla="*/ 60978 h 2088274"/>
              <a:gd name="connsiteX3" fmla="*/ 3468241 w 3468241"/>
              <a:gd name="connsiteY3" fmla="*/ 2027296 h 2088274"/>
              <a:gd name="connsiteX4" fmla="*/ 3407263 w 3468241"/>
              <a:gd name="connsiteY4" fmla="*/ 2088274 h 2088274"/>
              <a:gd name="connsiteX5" fmla="*/ 60978 w 3468241"/>
              <a:gd name="connsiteY5" fmla="*/ 2088274 h 2088274"/>
              <a:gd name="connsiteX6" fmla="*/ 0 w 3468241"/>
              <a:gd name="connsiteY6" fmla="*/ 2027296 h 2088274"/>
              <a:gd name="connsiteX7" fmla="*/ 0 w 3468241"/>
              <a:gd name="connsiteY7" fmla="*/ 60978 h 2088274"/>
              <a:gd name="connsiteX8" fmla="*/ 60978 w 3468241"/>
              <a:gd name="connsiteY8" fmla="*/ 0 h 20882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68241" h="2088274">
                <a:moveTo>
                  <a:pt x="60978" y="0"/>
                </a:moveTo>
                <a:lnTo>
                  <a:pt x="3407263" y="0"/>
                </a:lnTo>
                <a:cubicBezTo>
                  <a:pt x="3440940" y="0"/>
                  <a:pt x="3468241" y="27301"/>
                  <a:pt x="3468241" y="60978"/>
                </a:cubicBezTo>
                <a:lnTo>
                  <a:pt x="3468241" y="2027296"/>
                </a:lnTo>
                <a:cubicBezTo>
                  <a:pt x="3468241" y="2060973"/>
                  <a:pt x="3440940" y="2088274"/>
                  <a:pt x="3407263" y="2088274"/>
                </a:cubicBezTo>
                <a:lnTo>
                  <a:pt x="60978" y="2088274"/>
                </a:lnTo>
                <a:cubicBezTo>
                  <a:pt x="27301" y="2088274"/>
                  <a:pt x="0" y="2060973"/>
                  <a:pt x="0" y="2027296"/>
                </a:cubicBezTo>
                <a:lnTo>
                  <a:pt x="0" y="60978"/>
                </a:lnTo>
                <a:cubicBezTo>
                  <a:pt x="0" y="27301"/>
                  <a:pt x="27301" y="0"/>
                  <a:pt x="60978" y="0"/>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PL"/>
          </a:p>
        </p:txBody>
      </p:sp>
      <p:sp>
        <p:nvSpPr>
          <p:cNvPr id="13" name="Text Placeholder 6">
            <a:extLst>
              <a:ext uri="{FF2B5EF4-FFF2-40B4-BE49-F238E27FC236}">
                <a16:creationId xmlns:a16="http://schemas.microsoft.com/office/drawing/2014/main" id="{BEFC013F-42AA-4361-D6D8-193E74F7A27B}"/>
              </a:ext>
            </a:extLst>
          </p:cNvPr>
          <p:cNvSpPr>
            <a:spLocks noGrp="1"/>
          </p:cNvSpPr>
          <p:nvPr>
            <p:ph idx="21"/>
          </p:nvPr>
        </p:nvSpPr>
        <p:spPr>
          <a:xfrm>
            <a:off x="8172895" y="4851129"/>
            <a:ext cx="3468245" cy="1457596"/>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15" name="Text Placeholder 7">
            <a:extLst>
              <a:ext uri="{FF2B5EF4-FFF2-40B4-BE49-F238E27FC236}">
                <a16:creationId xmlns:a16="http://schemas.microsoft.com/office/drawing/2014/main" id="{E279D1ED-4A4E-330F-B961-CDE713EF3E18}"/>
              </a:ext>
            </a:extLst>
          </p:cNvPr>
          <p:cNvSpPr>
            <a:spLocks noGrp="1"/>
          </p:cNvSpPr>
          <p:nvPr>
            <p:ph type="body" sz="quarter" idx="22"/>
          </p:nvPr>
        </p:nvSpPr>
        <p:spPr>
          <a:xfrm>
            <a:off x="8172895" y="4221815"/>
            <a:ext cx="3468245" cy="444507"/>
          </a:xfrm>
        </p:spPr>
        <p:txBody>
          <a:bodyPr/>
          <a:lstStyle>
            <a:lvl1pPr marL="0" indent="0">
              <a:buNone/>
              <a:defRPr b="1">
                <a:solidFill>
                  <a:schemeClr val="tx2"/>
                </a:solidFill>
              </a:defRPr>
            </a:lvl1pPr>
          </a:lstStyle>
          <a:p>
            <a:pPr lvl="0"/>
            <a:r>
              <a:rPr lang="en-US"/>
              <a:t>Click to edit Master text styles</a:t>
            </a:r>
          </a:p>
        </p:txBody>
      </p:sp>
      <p:sp>
        <p:nvSpPr>
          <p:cNvPr id="16" name="Picture Placeholder 13">
            <a:extLst>
              <a:ext uri="{FF2B5EF4-FFF2-40B4-BE49-F238E27FC236}">
                <a16:creationId xmlns:a16="http://schemas.microsoft.com/office/drawing/2014/main" id="{B4C06C48-CC71-79CC-E419-FFF4B0DD89E1}"/>
              </a:ext>
            </a:extLst>
          </p:cNvPr>
          <p:cNvSpPr>
            <a:spLocks noGrp="1"/>
          </p:cNvSpPr>
          <p:nvPr>
            <p:ph type="pic" sz="quarter" idx="23"/>
          </p:nvPr>
        </p:nvSpPr>
        <p:spPr>
          <a:xfrm>
            <a:off x="4361881" y="1904539"/>
            <a:ext cx="3468241" cy="2088274"/>
          </a:xfrm>
          <a:custGeom>
            <a:avLst/>
            <a:gdLst>
              <a:gd name="connsiteX0" fmla="*/ 60978 w 3468241"/>
              <a:gd name="connsiteY0" fmla="*/ 0 h 2088274"/>
              <a:gd name="connsiteX1" fmla="*/ 3407263 w 3468241"/>
              <a:gd name="connsiteY1" fmla="*/ 0 h 2088274"/>
              <a:gd name="connsiteX2" fmla="*/ 3468241 w 3468241"/>
              <a:gd name="connsiteY2" fmla="*/ 60978 h 2088274"/>
              <a:gd name="connsiteX3" fmla="*/ 3468241 w 3468241"/>
              <a:gd name="connsiteY3" fmla="*/ 2027296 h 2088274"/>
              <a:gd name="connsiteX4" fmla="*/ 3407263 w 3468241"/>
              <a:gd name="connsiteY4" fmla="*/ 2088274 h 2088274"/>
              <a:gd name="connsiteX5" fmla="*/ 60978 w 3468241"/>
              <a:gd name="connsiteY5" fmla="*/ 2088274 h 2088274"/>
              <a:gd name="connsiteX6" fmla="*/ 0 w 3468241"/>
              <a:gd name="connsiteY6" fmla="*/ 2027296 h 2088274"/>
              <a:gd name="connsiteX7" fmla="*/ 0 w 3468241"/>
              <a:gd name="connsiteY7" fmla="*/ 60978 h 2088274"/>
              <a:gd name="connsiteX8" fmla="*/ 60978 w 3468241"/>
              <a:gd name="connsiteY8" fmla="*/ 0 h 20882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68241" h="2088274">
                <a:moveTo>
                  <a:pt x="60978" y="0"/>
                </a:moveTo>
                <a:lnTo>
                  <a:pt x="3407263" y="0"/>
                </a:lnTo>
                <a:cubicBezTo>
                  <a:pt x="3440940" y="0"/>
                  <a:pt x="3468241" y="27301"/>
                  <a:pt x="3468241" y="60978"/>
                </a:cubicBezTo>
                <a:lnTo>
                  <a:pt x="3468241" y="2027296"/>
                </a:lnTo>
                <a:cubicBezTo>
                  <a:pt x="3468241" y="2060973"/>
                  <a:pt x="3440940" y="2088274"/>
                  <a:pt x="3407263" y="2088274"/>
                </a:cubicBezTo>
                <a:lnTo>
                  <a:pt x="60978" y="2088274"/>
                </a:lnTo>
                <a:cubicBezTo>
                  <a:pt x="27301" y="2088274"/>
                  <a:pt x="0" y="2060973"/>
                  <a:pt x="0" y="2027296"/>
                </a:cubicBezTo>
                <a:lnTo>
                  <a:pt x="0" y="60978"/>
                </a:lnTo>
                <a:cubicBezTo>
                  <a:pt x="0" y="27301"/>
                  <a:pt x="27301" y="0"/>
                  <a:pt x="60978" y="0"/>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PL"/>
          </a:p>
        </p:txBody>
      </p:sp>
      <p:sp>
        <p:nvSpPr>
          <p:cNvPr id="17" name="Text Placeholder 6">
            <a:extLst>
              <a:ext uri="{FF2B5EF4-FFF2-40B4-BE49-F238E27FC236}">
                <a16:creationId xmlns:a16="http://schemas.microsoft.com/office/drawing/2014/main" id="{B64EF92C-E96B-4FA9-DD85-43C266CD5F49}"/>
              </a:ext>
            </a:extLst>
          </p:cNvPr>
          <p:cNvSpPr>
            <a:spLocks noGrp="1"/>
          </p:cNvSpPr>
          <p:nvPr>
            <p:ph idx="24"/>
          </p:nvPr>
        </p:nvSpPr>
        <p:spPr>
          <a:xfrm>
            <a:off x="4361878" y="4851129"/>
            <a:ext cx="3468245" cy="1457596"/>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18" name="Text Placeholder 7">
            <a:extLst>
              <a:ext uri="{FF2B5EF4-FFF2-40B4-BE49-F238E27FC236}">
                <a16:creationId xmlns:a16="http://schemas.microsoft.com/office/drawing/2014/main" id="{BD429EFF-4276-75F2-759E-AC723CCC9AD6}"/>
              </a:ext>
            </a:extLst>
          </p:cNvPr>
          <p:cNvSpPr>
            <a:spLocks noGrp="1"/>
          </p:cNvSpPr>
          <p:nvPr>
            <p:ph type="body" sz="quarter" idx="25"/>
          </p:nvPr>
        </p:nvSpPr>
        <p:spPr>
          <a:xfrm>
            <a:off x="4361876" y="4221815"/>
            <a:ext cx="3468245" cy="444507"/>
          </a:xfrm>
        </p:spPr>
        <p:txBody>
          <a:bodyPr/>
          <a:lstStyle>
            <a:lvl1pPr marL="0" indent="0">
              <a:buNone/>
              <a:defRPr b="1">
                <a:solidFill>
                  <a:schemeClr val="tx2"/>
                </a:solidFill>
              </a:defRPr>
            </a:lvl1pPr>
          </a:lstStyle>
          <a:p>
            <a:pPr lvl="0"/>
            <a:r>
              <a:rPr lang="en-US"/>
              <a:t>Click to edit Master text styles</a:t>
            </a:r>
          </a:p>
        </p:txBody>
      </p:sp>
      <p:sp>
        <p:nvSpPr>
          <p:cNvPr id="7" name="Rectangle 6">
            <a:extLst>
              <a:ext uri="{FF2B5EF4-FFF2-40B4-BE49-F238E27FC236}">
                <a16:creationId xmlns:a16="http://schemas.microsoft.com/office/drawing/2014/main" id="{8C5FA838-DB61-536E-EB14-6328D1AE0558}"/>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102708025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tent_4 Columns_Photo">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B4D4C034-320B-6DDD-5EA0-66E4226329A7}"/>
              </a:ext>
            </a:extLst>
          </p:cNvPr>
          <p:cNvSpPr/>
          <p:nvPr userDrawn="1"/>
        </p:nvSpPr>
        <p:spPr>
          <a:xfrm>
            <a:off x="0" y="3985009"/>
            <a:ext cx="3548627" cy="2877132"/>
          </a:xfrm>
          <a:custGeom>
            <a:avLst/>
            <a:gdLst>
              <a:gd name="connsiteX0" fmla="*/ 0 w 3548627"/>
              <a:gd name="connsiteY0" fmla="*/ 0 h 2877132"/>
              <a:gd name="connsiteX1" fmla="*/ 17180 w 3548627"/>
              <a:gd name="connsiteY1" fmla="*/ 2773 h 2877132"/>
              <a:gd name="connsiteX2" fmla="*/ 259491 w 3548627"/>
              <a:gd name="connsiteY2" fmla="*/ 60188 h 2877132"/>
              <a:gd name="connsiteX3" fmla="*/ 3514069 w 3548627"/>
              <a:gd name="connsiteY3" fmla="*/ 2844543 h 2877132"/>
              <a:gd name="connsiteX4" fmla="*/ 3548627 w 3548627"/>
              <a:gd name="connsiteY4" fmla="*/ 2877132 h 2877132"/>
              <a:gd name="connsiteX5" fmla="*/ 0 w 3548627"/>
              <a:gd name="connsiteY5" fmla="*/ 2877132 h 2877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48627" h="2877132">
                <a:moveTo>
                  <a:pt x="0" y="0"/>
                </a:moveTo>
                <a:lnTo>
                  <a:pt x="17180" y="2773"/>
                </a:lnTo>
                <a:cubicBezTo>
                  <a:pt x="98749" y="18969"/>
                  <a:pt x="179570" y="38093"/>
                  <a:pt x="259491" y="60188"/>
                </a:cubicBezTo>
                <a:cubicBezTo>
                  <a:pt x="2497293" y="678866"/>
                  <a:pt x="2569908" y="1912490"/>
                  <a:pt x="3514069" y="2844543"/>
                </a:cubicBezTo>
                <a:lnTo>
                  <a:pt x="3548627" y="2877132"/>
                </a:lnTo>
                <a:lnTo>
                  <a:pt x="0" y="2877132"/>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038" y="552651"/>
            <a:ext cx="11090275"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9" name="Text Placeholder 6">
            <a:extLst>
              <a:ext uri="{FF2B5EF4-FFF2-40B4-BE49-F238E27FC236}">
                <a16:creationId xmlns:a16="http://schemas.microsoft.com/office/drawing/2014/main" id="{32318783-F912-367F-A0F9-62F27F691C6D}"/>
              </a:ext>
            </a:extLst>
          </p:cNvPr>
          <p:cNvSpPr>
            <a:spLocks noGrp="1"/>
          </p:cNvSpPr>
          <p:nvPr>
            <p:ph idx="1"/>
          </p:nvPr>
        </p:nvSpPr>
        <p:spPr>
          <a:xfrm>
            <a:off x="554037" y="3898955"/>
            <a:ext cx="2479418" cy="2409769"/>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11" name="Text Placeholder 7">
            <a:extLst>
              <a:ext uri="{FF2B5EF4-FFF2-40B4-BE49-F238E27FC236}">
                <a16:creationId xmlns:a16="http://schemas.microsoft.com/office/drawing/2014/main" id="{89B4F3B9-1C89-E951-4C68-F8F9879046BB}"/>
              </a:ext>
            </a:extLst>
          </p:cNvPr>
          <p:cNvSpPr>
            <a:spLocks noGrp="1"/>
          </p:cNvSpPr>
          <p:nvPr>
            <p:ph type="body" sz="quarter" idx="11"/>
          </p:nvPr>
        </p:nvSpPr>
        <p:spPr>
          <a:xfrm>
            <a:off x="554037" y="3261121"/>
            <a:ext cx="2479418" cy="444507"/>
          </a:xfrm>
        </p:spPr>
        <p:txBody>
          <a:bodyPr/>
          <a:lstStyle>
            <a:lvl1pPr marL="0" indent="0">
              <a:buNone/>
              <a:defRPr b="1">
                <a:solidFill>
                  <a:schemeClr val="tx2"/>
                </a:solidFill>
              </a:defRPr>
            </a:lvl1pPr>
          </a:lstStyle>
          <a:p>
            <a:pPr lvl="0"/>
            <a:r>
              <a:rPr lang="en-US"/>
              <a:t>Click to edit Master text styles</a:t>
            </a:r>
          </a:p>
        </p:txBody>
      </p:sp>
      <p:sp>
        <p:nvSpPr>
          <p:cNvPr id="21" name="Picture Placeholder 20">
            <a:extLst>
              <a:ext uri="{FF2B5EF4-FFF2-40B4-BE49-F238E27FC236}">
                <a16:creationId xmlns:a16="http://schemas.microsoft.com/office/drawing/2014/main" id="{9EB4F83A-A12A-A3D4-3F35-3B8B87F518F3}"/>
              </a:ext>
            </a:extLst>
          </p:cNvPr>
          <p:cNvSpPr>
            <a:spLocks noGrp="1"/>
          </p:cNvSpPr>
          <p:nvPr>
            <p:ph type="pic" sz="quarter" idx="12"/>
          </p:nvPr>
        </p:nvSpPr>
        <p:spPr>
          <a:xfrm>
            <a:off x="554038" y="1690689"/>
            <a:ext cx="2479417" cy="1291051"/>
          </a:xfrm>
          <a:custGeom>
            <a:avLst/>
            <a:gdLst>
              <a:gd name="connsiteX0" fmla="*/ 37699 w 2479417"/>
              <a:gd name="connsiteY0" fmla="*/ 0 h 1291051"/>
              <a:gd name="connsiteX1" fmla="*/ 2441718 w 2479417"/>
              <a:gd name="connsiteY1" fmla="*/ 0 h 1291051"/>
              <a:gd name="connsiteX2" fmla="*/ 2479417 w 2479417"/>
              <a:gd name="connsiteY2" fmla="*/ 37699 h 1291051"/>
              <a:gd name="connsiteX3" fmla="*/ 2479417 w 2479417"/>
              <a:gd name="connsiteY3" fmla="*/ 1253352 h 1291051"/>
              <a:gd name="connsiteX4" fmla="*/ 2441718 w 2479417"/>
              <a:gd name="connsiteY4" fmla="*/ 1291051 h 1291051"/>
              <a:gd name="connsiteX5" fmla="*/ 37699 w 2479417"/>
              <a:gd name="connsiteY5" fmla="*/ 1291051 h 1291051"/>
              <a:gd name="connsiteX6" fmla="*/ 0 w 2479417"/>
              <a:gd name="connsiteY6" fmla="*/ 1253352 h 1291051"/>
              <a:gd name="connsiteX7" fmla="*/ 0 w 2479417"/>
              <a:gd name="connsiteY7" fmla="*/ 37699 h 1291051"/>
              <a:gd name="connsiteX8" fmla="*/ 37699 w 2479417"/>
              <a:gd name="connsiteY8" fmla="*/ 0 h 1291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79417" h="1291051">
                <a:moveTo>
                  <a:pt x="37699" y="0"/>
                </a:moveTo>
                <a:lnTo>
                  <a:pt x="2441718" y="0"/>
                </a:lnTo>
                <a:cubicBezTo>
                  <a:pt x="2462539" y="0"/>
                  <a:pt x="2479417" y="16878"/>
                  <a:pt x="2479417" y="37699"/>
                </a:cubicBezTo>
                <a:lnTo>
                  <a:pt x="2479417" y="1253352"/>
                </a:lnTo>
                <a:cubicBezTo>
                  <a:pt x="2479417" y="1274173"/>
                  <a:pt x="2462539" y="1291051"/>
                  <a:pt x="2441718" y="1291051"/>
                </a:cubicBezTo>
                <a:lnTo>
                  <a:pt x="37699" y="1291051"/>
                </a:lnTo>
                <a:cubicBezTo>
                  <a:pt x="16878" y="1291051"/>
                  <a:pt x="0" y="1274173"/>
                  <a:pt x="0" y="1253352"/>
                </a:cubicBezTo>
                <a:lnTo>
                  <a:pt x="0" y="37699"/>
                </a:lnTo>
                <a:cubicBezTo>
                  <a:pt x="0" y="16878"/>
                  <a:pt x="16878" y="0"/>
                  <a:pt x="37699" y="0"/>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PL"/>
          </a:p>
        </p:txBody>
      </p:sp>
      <p:sp>
        <p:nvSpPr>
          <p:cNvPr id="22" name="Text Placeholder 6">
            <a:extLst>
              <a:ext uri="{FF2B5EF4-FFF2-40B4-BE49-F238E27FC236}">
                <a16:creationId xmlns:a16="http://schemas.microsoft.com/office/drawing/2014/main" id="{4C336369-4672-25EF-0D52-0AA63F40213E}"/>
              </a:ext>
            </a:extLst>
          </p:cNvPr>
          <p:cNvSpPr>
            <a:spLocks noGrp="1"/>
          </p:cNvSpPr>
          <p:nvPr>
            <p:ph idx="13"/>
          </p:nvPr>
        </p:nvSpPr>
        <p:spPr>
          <a:xfrm>
            <a:off x="9161720" y="3898956"/>
            <a:ext cx="2479418" cy="2409769"/>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23" name="Text Placeholder 7">
            <a:extLst>
              <a:ext uri="{FF2B5EF4-FFF2-40B4-BE49-F238E27FC236}">
                <a16:creationId xmlns:a16="http://schemas.microsoft.com/office/drawing/2014/main" id="{191F6897-4FBF-34C3-8D07-17047C52251B}"/>
              </a:ext>
            </a:extLst>
          </p:cNvPr>
          <p:cNvSpPr>
            <a:spLocks noGrp="1"/>
          </p:cNvSpPr>
          <p:nvPr>
            <p:ph type="body" sz="quarter" idx="14"/>
          </p:nvPr>
        </p:nvSpPr>
        <p:spPr>
          <a:xfrm>
            <a:off x="9161720" y="3269642"/>
            <a:ext cx="2479418" cy="444507"/>
          </a:xfrm>
        </p:spPr>
        <p:txBody>
          <a:bodyPr/>
          <a:lstStyle>
            <a:lvl1pPr marL="0" indent="0">
              <a:buNone/>
              <a:defRPr b="1">
                <a:solidFill>
                  <a:schemeClr val="tx2"/>
                </a:solidFill>
              </a:defRPr>
            </a:lvl1pPr>
          </a:lstStyle>
          <a:p>
            <a:pPr lvl="0"/>
            <a:r>
              <a:rPr lang="en-US"/>
              <a:t>Click to edit Master text styles</a:t>
            </a:r>
          </a:p>
        </p:txBody>
      </p:sp>
      <p:sp>
        <p:nvSpPr>
          <p:cNvPr id="24" name="Picture Placeholder 23">
            <a:extLst>
              <a:ext uri="{FF2B5EF4-FFF2-40B4-BE49-F238E27FC236}">
                <a16:creationId xmlns:a16="http://schemas.microsoft.com/office/drawing/2014/main" id="{746B1D23-3F88-94EB-2D20-2DDAE7E339C8}"/>
              </a:ext>
            </a:extLst>
          </p:cNvPr>
          <p:cNvSpPr>
            <a:spLocks noGrp="1"/>
          </p:cNvSpPr>
          <p:nvPr>
            <p:ph type="pic" sz="quarter" idx="15"/>
          </p:nvPr>
        </p:nvSpPr>
        <p:spPr>
          <a:xfrm>
            <a:off x="9161721" y="1688681"/>
            <a:ext cx="2479417" cy="1291051"/>
          </a:xfrm>
          <a:custGeom>
            <a:avLst/>
            <a:gdLst>
              <a:gd name="connsiteX0" fmla="*/ 37699 w 2479417"/>
              <a:gd name="connsiteY0" fmla="*/ 0 h 1291051"/>
              <a:gd name="connsiteX1" fmla="*/ 2441718 w 2479417"/>
              <a:gd name="connsiteY1" fmla="*/ 0 h 1291051"/>
              <a:gd name="connsiteX2" fmla="*/ 2479417 w 2479417"/>
              <a:gd name="connsiteY2" fmla="*/ 37699 h 1291051"/>
              <a:gd name="connsiteX3" fmla="*/ 2479417 w 2479417"/>
              <a:gd name="connsiteY3" fmla="*/ 1253352 h 1291051"/>
              <a:gd name="connsiteX4" fmla="*/ 2441718 w 2479417"/>
              <a:gd name="connsiteY4" fmla="*/ 1291051 h 1291051"/>
              <a:gd name="connsiteX5" fmla="*/ 37699 w 2479417"/>
              <a:gd name="connsiteY5" fmla="*/ 1291051 h 1291051"/>
              <a:gd name="connsiteX6" fmla="*/ 0 w 2479417"/>
              <a:gd name="connsiteY6" fmla="*/ 1253352 h 1291051"/>
              <a:gd name="connsiteX7" fmla="*/ 0 w 2479417"/>
              <a:gd name="connsiteY7" fmla="*/ 37699 h 1291051"/>
              <a:gd name="connsiteX8" fmla="*/ 37699 w 2479417"/>
              <a:gd name="connsiteY8" fmla="*/ 0 h 1291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79417" h="1291051">
                <a:moveTo>
                  <a:pt x="37699" y="0"/>
                </a:moveTo>
                <a:lnTo>
                  <a:pt x="2441718" y="0"/>
                </a:lnTo>
                <a:cubicBezTo>
                  <a:pt x="2462539" y="0"/>
                  <a:pt x="2479417" y="16878"/>
                  <a:pt x="2479417" y="37699"/>
                </a:cubicBezTo>
                <a:lnTo>
                  <a:pt x="2479417" y="1253352"/>
                </a:lnTo>
                <a:cubicBezTo>
                  <a:pt x="2479417" y="1274173"/>
                  <a:pt x="2462539" y="1291051"/>
                  <a:pt x="2441718" y="1291051"/>
                </a:cubicBezTo>
                <a:lnTo>
                  <a:pt x="37699" y="1291051"/>
                </a:lnTo>
                <a:cubicBezTo>
                  <a:pt x="16878" y="1291051"/>
                  <a:pt x="0" y="1274173"/>
                  <a:pt x="0" y="1253352"/>
                </a:cubicBezTo>
                <a:lnTo>
                  <a:pt x="0" y="37699"/>
                </a:lnTo>
                <a:cubicBezTo>
                  <a:pt x="0" y="16878"/>
                  <a:pt x="16878" y="0"/>
                  <a:pt x="37699" y="0"/>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PL"/>
          </a:p>
        </p:txBody>
      </p:sp>
      <p:sp>
        <p:nvSpPr>
          <p:cNvPr id="25" name="Text Placeholder 6">
            <a:extLst>
              <a:ext uri="{FF2B5EF4-FFF2-40B4-BE49-F238E27FC236}">
                <a16:creationId xmlns:a16="http://schemas.microsoft.com/office/drawing/2014/main" id="{72836B13-C131-73E8-6139-B105B0CE593B}"/>
              </a:ext>
            </a:extLst>
          </p:cNvPr>
          <p:cNvSpPr>
            <a:spLocks noGrp="1"/>
          </p:cNvSpPr>
          <p:nvPr>
            <p:ph idx="16"/>
          </p:nvPr>
        </p:nvSpPr>
        <p:spPr>
          <a:xfrm>
            <a:off x="3421148" y="3898956"/>
            <a:ext cx="2479418" cy="2409769"/>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26" name="Text Placeholder 7">
            <a:extLst>
              <a:ext uri="{FF2B5EF4-FFF2-40B4-BE49-F238E27FC236}">
                <a16:creationId xmlns:a16="http://schemas.microsoft.com/office/drawing/2014/main" id="{E21BA4D1-9D27-ACD1-776A-E09669531EFA}"/>
              </a:ext>
            </a:extLst>
          </p:cNvPr>
          <p:cNvSpPr>
            <a:spLocks noGrp="1"/>
          </p:cNvSpPr>
          <p:nvPr>
            <p:ph type="body" sz="quarter" idx="17"/>
          </p:nvPr>
        </p:nvSpPr>
        <p:spPr>
          <a:xfrm>
            <a:off x="3431553" y="3269642"/>
            <a:ext cx="2479418" cy="444507"/>
          </a:xfrm>
        </p:spPr>
        <p:txBody>
          <a:bodyPr/>
          <a:lstStyle>
            <a:lvl1pPr marL="0" indent="0">
              <a:buNone/>
              <a:defRPr b="1">
                <a:solidFill>
                  <a:schemeClr val="tx2"/>
                </a:solidFill>
              </a:defRPr>
            </a:lvl1pPr>
          </a:lstStyle>
          <a:p>
            <a:pPr lvl="0"/>
            <a:r>
              <a:rPr lang="en-US"/>
              <a:t>Click to edit Master text styles</a:t>
            </a:r>
          </a:p>
        </p:txBody>
      </p:sp>
      <p:sp>
        <p:nvSpPr>
          <p:cNvPr id="27" name="Picture Placeholder 26">
            <a:extLst>
              <a:ext uri="{FF2B5EF4-FFF2-40B4-BE49-F238E27FC236}">
                <a16:creationId xmlns:a16="http://schemas.microsoft.com/office/drawing/2014/main" id="{746EE493-5E35-C1E3-E4F8-37EF950BC35A}"/>
              </a:ext>
            </a:extLst>
          </p:cNvPr>
          <p:cNvSpPr>
            <a:spLocks noGrp="1"/>
          </p:cNvSpPr>
          <p:nvPr>
            <p:ph type="pic" sz="quarter" idx="18"/>
          </p:nvPr>
        </p:nvSpPr>
        <p:spPr>
          <a:xfrm>
            <a:off x="3431554" y="1691856"/>
            <a:ext cx="2479417" cy="1291051"/>
          </a:xfrm>
          <a:custGeom>
            <a:avLst/>
            <a:gdLst>
              <a:gd name="connsiteX0" fmla="*/ 37699 w 2479417"/>
              <a:gd name="connsiteY0" fmla="*/ 0 h 1291051"/>
              <a:gd name="connsiteX1" fmla="*/ 2441718 w 2479417"/>
              <a:gd name="connsiteY1" fmla="*/ 0 h 1291051"/>
              <a:gd name="connsiteX2" fmla="*/ 2479417 w 2479417"/>
              <a:gd name="connsiteY2" fmla="*/ 37699 h 1291051"/>
              <a:gd name="connsiteX3" fmla="*/ 2479417 w 2479417"/>
              <a:gd name="connsiteY3" fmla="*/ 1253352 h 1291051"/>
              <a:gd name="connsiteX4" fmla="*/ 2441718 w 2479417"/>
              <a:gd name="connsiteY4" fmla="*/ 1291051 h 1291051"/>
              <a:gd name="connsiteX5" fmla="*/ 37699 w 2479417"/>
              <a:gd name="connsiteY5" fmla="*/ 1291051 h 1291051"/>
              <a:gd name="connsiteX6" fmla="*/ 0 w 2479417"/>
              <a:gd name="connsiteY6" fmla="*/ 1253352 h 1291051"/>
              <a:gd name="connsiteX7" fmla="*/ 0 w 2479417"/>
              <a:gd name="connsiteY7" fmla="*/ 37699 h 1291051"/>
              <a:gd name="connsiteX8" fmla="*/ 37699 w 2479417"/>
              <a:gd name="connsiteY8" fmla="*/ 0 h 1291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79417" h="1291051">
                <a:moveTo>
                  <a:pt x="37699" y="0"/>
                </a:moveTo>
                <a:lnTo>
                  <a:pt x="2441718" y="0"/>
                </a:lnTo>
                <a:cubicBezTo>
                  <a:pt x="2462539" y="0"/>
                  <a:pt x="2479417" y="16878"/>
                  <a:pt x="2479417" y="37699"/>
                </a:cubicBezTo>
                <a:lnTo>
                  <a:pt x="2479417" y="1253352"/>
                </a:lnTo>
                <a:cubicBezTo>
                  <a:pt x="2479417" y="1274173"/>
                  <a:pt x="2462539" y="1291051"/>
                  <a:pt x="2441718" y="1291051"/>
                </a:cubicBezTo>
                <a:lnTo>
                  <a:pt x="37699" y="1291051"/>
                </a:lnTo>
                <a:cubicBezTo>
                  <a:pt x="16878" y="1291051"/>
                  <a:pt x="0" y="1274173"/>
                  <a:pt x="0" y="1253352"/>
                </a:cubicBezTo>
                <a:lnTo>
                  <a:pt x="0" y="37699"/>
                </a:lnTo>
                <a:cubicBezTo>
                  <a:pt x="0" y="16878"/>
                  <a:pt x="16878" y="0"/>
                  <a:pt x="37699" y="0"/>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PL"/>
          </a:p>
        </p:txBody>
      </p:sp>
      <p:sp>
        <p:nvSpPr>
          <p:cNvPr id="28" name="Text Placeholder 6">
            <a:extLst>
              <a:ext uri="{FF2B5EF4-FFF2-40B4-BE49-F238E27FC236}">
                <a16:creationId xmlns:a16="http://schemas.microsoft.com/office/drawing/2014/main" id="{64C5363D-C6AA-409B-3D71-76FA8D45079A}"/>
              </a:ext>
            </a:extLst>
          </p:cNvPr>
          <p:cNvSpPr>
            <a:spLocks noGrp="1"/>
          </p:cNvSpPr>
          <p:nvPr>
            <p:ph idx="19"/>
          </p:nvPr>
        </p:nvSpPr>
        <p:spPr>
          <a:xfrm>
            <a:off x="6291434" y="3898956"/>
            <a:ext cx="2479418" cy="2409769"/>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29" name="Text Placeholder 7">
            <a:extLst>
              <a:ext uri="{FF2B5EF4-FFF2-40B4-BE49-F238E27FC236}">
                <a16:creationId xmlns:a16="http://schemas.microsoft.com/office/drawing/2014/main" id="{619863E9-9025-8CFC-7208-A307ED9B3E2B}"/>
              </a:ext>
            </a:extLst>
          </p:cNvPr>
          <p:cNvSpPr>
            <a:spLocks noGrp="1"/>
          </p:cNvSpPr>
          <p:nvPr>
            <p:ph type="body" sz="quarter" idx="20"/>
          </p:nvPr>
        </p:nvSpPr>
        <p:spPr>
          <a:xfrm>
            <a:off x="6281029" y="3269642"/>
            <a:ext cx="2479418" cy="444507"/>
          </a:xfrm>
        </p:spPr>
        <p:txBody>
          <a:bodyPr/>
          <a:lstStyle>
            <a:lvl1pPr marL="0" indent="0">
              <a:buNone/>
              <a:defRPr b="1">
                <a:solidFill>
                  <a:schemeClr val="tx2"/>
                </a:solidFill>
              </a:defRPr>
            </a:lvl1pPr>
          </a:lstStyle>
          <a:p>
            <a:pPr lvl="0"/>
            <a:r>
              <a:rPr lang="en-US"/>
              <a:t>Click to edit Master text styles</a:t>
            </a:r>
          </a:p>
        </p:txBody>
      </p:sp>
      <p:sp>
        <p:nvSpPr>
          <p:cNvPr id="30" name="Picture Placeholder 29">
            <a:extLst>
              <a:ext uri="{FF2B5EF4-FFF2-40B4-BE49-F238E27FC236}">
                <a16:creationId xmlns:a16="http://schemas.microsoft.com/office/drawing/2014/main" id="{795FDC0D-8635-F688-00AD-1CCF19561BFE}"/>
              </a:ext>
            </a:extLst>
          </p:cNvPr>
          <p:cNvSpPr>
            <a:spLocks noGrp="1"/>
          </p:cNvSpPr>
          <p:nvPr>
            <p:ph type="pic" sz="quarter" idx="21"/>
          </p:nvPr>
        </p:nvSpPr>
        <p:spPr>
          <a:xfrm>
            <a:off x="6281030" y="1688681"/>
            <a:ext cx="2479417" cy="1291051"/>
          </a:xfrm>
          <a:custGeom>
            <a:avLst/>
            <a:gdLst>
              <a:gd name="connsiteX0" fmla="*/ 37699 w 2479417"/>
              <a:gd name="connsiteY0" fmla="*/ 0 h 1291051"/>
              <a:gd name="connsiteX1" fmla="*/ 2441718 w 2479417"/>
              <a:gd name="connsiteY1" fmla="*/ 0 h 1291051"/>
              <a:gd name="connsiteX2" fmla="*/ 2479417 w 2479417"/>
              <a:gd name="connsiteY2" fmla="*/ 37699 h 1291051"/>
              <a:gd name="connsiteX3" fmla="*/ 2479417 w 2479417"/>
              <a:gd name="connsiteY3" fmla="*/ 1253352 h 1291051"/>
              <a:gd name="connsiteX4" fmla="*/ 2441718 w 2479417"/>
              <a:gd name="connsiteY4" fmla="*/ 1291051 h 1291051"/>
              <a:gd name="connsiteX5" fmla="*/ 37699 w 2479417"/>
              <a:gd name="connsiteY5" fmla="*/ 1291051 h 1291051"/>
              <a:gd name="connsiteX6" fmla="*/ 0 w 2479417"/>
              <a:gd name="connsiteY6" fmla="*/ 1253352 h 1291051"/>
              <a:gd name="connsiteX7" fmla="*/ 0 w 2479417"/>
              <a:gd name="connsiteY7" fmla="*/ 37699 h 1291051"/>
              <a:gd name="connsiteX8" fmla="*/ 37699 w 2479417"/>
              <a:gd name="connsiteY8" fmla="*/ 0 h 1291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79417" h="1291051">
                <a:moveTo>
                  <a:pt x="37699" y="0"/>
                </a:moveTo>
                <a:lnTo>
                  <a:pt x="2441718" y="0"/>
                </a:lnTo>
                <a:cubicBezTo>
                  <a:pt x="2462539" y="0"/>
                  <a:pt x="2479417" y="16878"/>
                  <a:pt x="2479417" y="37699"/>
                </a:cubicBezTo>
                <a:lnTo>
                  <a:pt x="2479417" y="1253352"/>
                </a:lnTo>
                <a:cubicBezTo>
                  <a:pt x="2479417" y="1274173"/>
                  <a:pt x="2462539" y="1291051"/>
                  <a:pt x="2441718" y="1291051"/>
                </a:cubicBezTo>
                <a:lnTo>
                  <a:pt x="37699" y="1291051"/>
                </a:lnTo>
                <a:cubicBezTo>
                  <a:pt x="16878" y="1291051"/>
                  <a:pt x="0" y="1274173"/>
                  <a:pt x="0" y="1253352"/>
                </a:cubicBezTo>
                <a:lnTo>
                  <a:pt x="0" y="37699"/>
                </a:lnTo>
                <a:cubicBezTo>
                  <a:pt x="0" y="16878"/>
                  <a:pt x="16878" y="0"/>
                  <a:pt x="37699" y="0"/>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PL"/>
          </a:p>
        </p:txBody>
      </p:sp>
      <p:sp>
        <p:nvSpPr>
          <p:cNvPr id="4" name="Rectangle 6">
            <a:extLst>
              <a:ext uri="{FF2B5EF4-FFF2-40B4-BE49-F238E27FC236}">
                <a16:creationId xmlns:a16="http://schemas.microsoft.com/office/drawing/2014/main" id="{26EC0BE0-BD10-C993-B79D-23517752162A}"/>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2738725324"/>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Content_Photo_right">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B4D4C034-320B-6DDD-5EA0-66E4226329A7}"/>
              </a:ext>
            </a:extLst>
          </p:cNvPr>
          <p:cNvSpPr/>
          <p:nvPr userDrawn="1"/>
        </p:nvSpPr>
        <p:spPr>
          <a:xfrm>
            <a:off x="0" y="3985009"/>
            <a:ext cx="3548627" cy="2877132"/>
          </a:xfrm>
          <a:custGeom>
            <a:avLst/>
            <a:gdLst>
              <a:gd name="connsiteX0" fmla="*/ 0 w 3548627"/>
              <a:gd name="connsiteY0" fmla="*/ 0 h 2877132"/>
              <a:gd name="connsiteX1" fmla="*/ 17180 w 3548627"/>
              <a:gd name="connsiteY1" fmla="*/ 2773 h 2877132"/>
              <a:gd name="connsiteX2" fmla="*/ 259491 w 3548627"/>
              <a:gd name="connsiteY2" fmla="*/ 60188 h 2877132"/>
              <a:gd name="connsiteX3" fmla="*/ 3514069 w 3548627"/>
              <a:gd name="connsiteY3" fmla="*/ 2844543 h 2877132"/>
              <a:gd name="connsiteX4" fmla="*/ 3548627 w 3548627"/>
              <a:gd name="connsiteY4" fmla="*/ 2877132 h 2877132"/>
              <a:gd name="connsiteX5" fmla="*/ 0 w 3548627"/>
              <a:gd name="connsiteY5" fmla="*/ 2877132 h 2877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48627" h="2877132">
                <a:moveTo>
                  <a:pt x="0" y="0"/>
                </a:moveTo>
                <a:lnTo>
                  <a:pt x="17180" y="2773"/>
                </a:lnTo>
                <a:cubicBezTo>
                  <a:pt x="98749" y="18969"/>
                  <a:pt x="179570" y="38093"/>
                  <a:pt x="259491" y="60188"/>
                </a:cubicBezTo>
                <a:cubicBezTo>
                  <a:pt x="2497293" y="678866"/>
                  <a:pt x="2569908" y="1912490"/>
                  <a:pt x="3514069" y="2844543"/>
                </a:cubicBezTo>
                <a:lnTo>
                  <a:pt x="3548627" y="2877132"/>
                </a:lnTo>
                <a:lnTo>
                  <a:pt x="0" y="2877132"/>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038" y="552651"/>
            <a:ext cx="11090275"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9" name="Text Placeholder 6">
            <a:extLst>
              <a:ext uri="{FF2B5EF4-FFF2-40B4-BE49-F238E27FC236}">
                <a16:creationId xmlns:a16="http://schemas.microsoft.com/office/drawing/2014/main" id="{32318783-F912-367F-A0F9-62F27F691C6D}"/>
              </a:ext>
            </a:extLst>
          </p:cNvPr>
          <p:cNvSpPr>
            <a:spLocks noGrp="1"/>
          </p:cNvSpPr>
          <p:nvPr>
            <p:ph idx="1"/>
          </p:nvPr>
        </p:nvSpPr>
        <p:spPr>
          <a:xfrm>
            <a:off x="554037" y="2723948"/>
            <a:ext cx="5545138" cy="3584777"/>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11" name="Text Placeholder 7">
            <a:extLst>
              <a:ext uri="{FF2B5EF4-FFF2-40B4-BE49-F238E27FC236}">
                <a16:creationId xmlns:a16="http://schemas.microsoft.com/office/drawing/2014/main" id="{89B4F3B9-1C89-E951-4C68-F8F9879046BB}"/>
              </a:ext>
            </a:extLst>
          </p:cNvPr>
          <p:cNvSpPr>
            <a:spLocks noGrp="1"/>
          </p:cNvSpPr>
          <p:nvPr>
            <p:ph type="body" sz="quarter" idx="11"/>
          </p:nvPr>
        </p:nvSpPr>
        <p:spPr>
          <a:xfrm>
            <a:off x="554037" y="2119540"/>
            <a:ext cx="5545138" cy="444507"/>
          </a:xfrm>
        </p:spPr>
        <p:txBody>
          <a:bodyPr/>
          <a:lstStyle>
            <a:lvl1pPr marL="0" indent="0">
              <a:buNone/>
              <a:defRPr b="1">
                <a:solidFill>
                  <a:schemeClr val="tx2"/>
                </a:solidFill>
              </a:defRPr>
            </a:lvl1pPr>
          </a:lstStyle>
          <a:p>
            <a:pPr lvl="0"/>
            <a:r>
              <a:rPr lang="en-US"/>
              <a:t>Click to edit Master text styles</a:t>
            </a:r>
          </a:p>
        </p:txBody>
      </p:sp>
      <p:sp>
        <p:nvSpPr>
          <p:cNvPr id="4" name="Graphic 8">
            <a:extLst>
              <a:ext uri="{FF2B5EF4-FFF2-40B4-BE49-F238E27FC236}">
                <a16:creationId xmlns:a16="http://schemas.microsoft.com/office/drawing/2014/main" id="{6B5F20A3-472A-3CB2-E046-8EDD9712E221}"/>
              </a:ext>
            </a:extLst>
          </p:cNvPr>
          <p:cNvSpPr/>
          <p:nvPr userDrawn="1"/>
        </p:nvSpPr>
        <p:spPr>
          <a:xfrm rot="1079142">
            <a:off x="7446735" y="2111281"/>
            <a:ext cx="3943210" cy="4241562"/>
          </a:xfrm>
          <a:custGeom>
            <a:avLst/>
            <a:gdLst>
              <a:gd name="connsiteX0" fmla="*/ 1401949 w 1616853"/>
              <a:gd name="connsiteY0" fmla="*/ 422108 h 1739188"/>
              <a:gd name="connsiteX1" fmla="*/ 1615215 w 1616853"/>
              <a:gd name="connsiteY1" fmla="*/ 994174 h 1739188"/>
              <a:gd name="connsiteX2" fmla="*/ 1251001 w 1616853"/>
              <a:gd name="connsiteY2" fmla="*/ 1543821 h 1739188"/>
              <a:gd name="connsiteX3" fmla="*/ 480868 w 1616853"/>
              <a:gd name="connsiteY3" fmla="*/ 1705884 h 1739188"/>
              <a:gd name="connsiteX4" fmla="*/ 2563 w 1616853"/>
              <a:gd name="connsiteY4" fmla="*/ 1071596 h 1739188"/>
              <a:gd name="connsiteX5" fmla="*/ 319850 w 1616853"/>
              <a:gd name="connsiteY5" fmla="*/ 332242 h 1739188"/>
              <a:gd name="connsiteX6" fmla="*/ 922695 w 1616853"/>
              <a:gd name="connsiteY6" fmla="*/ 2891 h 1739188"/>
              <a:gd name="connsiteX7" fmla="*/ 1401949 w 1616853"/>
              <a:gd name="connsiteY7" fmla="*/ 422013 h 1739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6853" h="1739188">
                <a:moveTo>
                  <a:pt x="1401949" y="422108"/>
                </a:moveTo>
                <a:cubicBezTo>
                  <a:pt x="1530859" y="614760"/>
                  <a:pt x="1630985" y="799718"/>
                  <a:pt x="1615215" y="994174"/>
                </a:cubicBezTo>
                <a:cubicBezTo>
                  <a:pt x="1599446" y="1188726"/>
                  <a:pt x="1467592" y="1392303"/>
                  <a:pt x="1251001" y="1543821"/>
                </a:cubicBezTo>
                <a:cubicBezTo>
                  <a:pt x="1034410" y="1695340"/>
                  <a:pt x="732988" y="1794231"/>
                  <a:pt x="480868" y="1705884"/>
                </a:cubicBezTo>
                <a:cubicBezTo>
                  <a:pt x="229319" y="1617443"/>
                  <a:pt x="27072" y="1341670"/>
                  <a:pt x="2563" y="1071596"/>
                </a:cubicBezTo>
                <a:cubicBezTo>
                  <a:pt x="-21851" y="801997"/>
                  <a:pt x="131473" y="538194"/>
                  <a:pt x="319850" y="332242"/>
                </a:cubicBezTo>
                <a:cubicBezTo>
                  <a:pt x="508227" y="126291"/>
                  <a:pt x="732038" y="-22853"/>
                  <a:pt x="922695" y="2891"/>
                </a:cubicBezTo>
                <a:cubicBezTo>
                  <a:pt x="1113922" y="28730"/>
                  <a:pt x="1272565" y="229457"/>
                  <a:pt x="1401949" y="422013"/>
                </a:cubicBezTo>
                <a:close/>
              </a:path>
            </a:pathLst>
          </a:custGeom>
          <a:solidFill>
            <a:schemeClr val="tx2"/>
          </a:solidFill>
          <a:ln w="9487" cap="flat">
            <a:noFill/>
            <a:prstDash val="solid"/>
            <a:miter/>
          </a:ln>
        </p:spPr>
        <p:txBody>
          <a:bodyPr rtlCol="0" anchor="ctr"/>
          <a:lstStyle/>
          <a:p>
            <a:endParaRPr lang="en-PL"/>
          </a:p>
        </p:txBody>
      </p:sp>
      <p:sp>
        <p:nvSpPr>
          <p:cNvPr id="7" name="Picture Placeholder 16">
            <a:extLst>
              <a:ext uri="{FF2B5EF4-FFF2-40B4-BE49-F238E27FC236}">
                <a16:creationId xmlns:a16="http://schemas.microsoft.com/office/drawing/2014/main" id="{8E00BA19-5C35-CDE1-774D-9BBD0B7B5956}"/>
              </a:ext>
            </a:extLst>
          </p:cNvPr>
          <p:cNvSpPr>
            <a:spLocks noGrp="1"/>
          </p:cNvSpPr>
          <p:nvPr>
            <p:ph type="pic" sz="quarter" idx="12"/>
          </p:nvPr>
        </p:nvSpPr>
        <p:spPr>
          <a:xfrm>
            <a:off x="6832769" y="2003126"/>
            <a:ext cx="4217369" cy="4320742"/>
          </a:xfrm>
          <a:custGeom>
            <a:avLst/>
            <a:gdLst>
              <a:gd name="connsiteX0" fmla="*/ 2172219 w 4643466"/>
              <a:gd name="connsiteY0" fmla="*/ 4 h 4757283"/>
              <a:gd name="connsiteX1" fmla="*/ 3682662 w 4643466"/>
              <a:gd name="connsiteY1" fmla="*/ 791177 h 4757283"/>
              <a:gd name="connsiteX2" fmla="*/ 3682719 w 4643466"/>
              <a:gd name="connsiteY2" fmla="*/ 791425 h 4757283"/>
              <a:gd name="connsiteX3" fmla="*/ 4631723 w 4643466"/>
              <a:gd name="connsiteY3" fmla="*/ 2150645 h 4757283"/>
              <a:gd name="connsiteX4" fmla="*/ 3921972 w 4643466"/>
              <a:gd name="connsiteY4" fmla="*/ 3826185 h 4757283"/>
              <a:gd name="connsiteX5" fmla="*/ 1824385 w 4643466"/>
              <a:gd name="connsiteY5" fmla="*/ 4750602 h 4757283"/>
              <a:gd name="connsiteX6" fmla="*/ 83093 w 4643466"/>
              <a:gd name="connsiteY6" fmla="*/ 3400595 h 4757283"/>
              <a:gd name="connsiteX7" fmla="*/ 545938 w 4643466"/>
              <a:gd name="connsiteY7" fmla="*/ 1258862 h 4757283"/>
              <a:gd name="connsiteX8" fmla="*/ 2067058 w 4643466"/>
              <a:gd name="connsiteY8" fmla="*/ 5108 h 4757283"/>
              <a:gd name="connsiteX9" fmla="*/ 2172219 w 4643466"/>
              <a:gd name="connsiteY9" fmla="*/ 4 h 47572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643466" h="4757283">
                <a:moveTo>
                  <a:pt x="2172219" y="4"/>
                </a:moveTo>
                <a:cubicBezTo>
                  <a:pt x="2698457" y="1377"/>
                  <a:pt x="3229338" y="397328"/>
                  <a:pt x="3682662" y="791177"/>
                </a:cubicBezTo>
                <a:lnTo>
                  <a:pt x="3682719" y="791425"/>
                </a:lnTo>
                <a:cubicBezTo>
                  <a:pt x="4164971" y="1212090"/>
                  <a:pt x="4560621" y="1631303"/>
                  <a:pt x="4631723" y="2150645"/>
                </a:cubicBezTo>
                <a:cubicBezTo>
                  <a:pt x="4702885" y="2670238"/>
                  <a:pt x="4448678" y="3288845"/>
                  <a:pt x="3921972" y="3826185"/>
                </a:cubicBezTo>
                <a:cubicBezTo>
                  <a:pt x="3395266" y="4363528"/>
                  <a:pt x="2595453" y="4818175"/>
                  <a:pt x="1824385" y="4750602"/>
                </a:cubicBezTo>
                <a:cubicBezTo>
                  <a:pt x="1054889" y="4682411"/>
                  <a:pt x="314082" y="4091754"/>
                  <a:pt x="83093" y="3400595"/>
                </a:cubicBezTo>
                <a:cubicBezTo>
                  <a:pt x="-147341" y="2710618"/>
                  <a:pt x="132101" y="1920392"/>
                  <a:pt x="545938" y="1258862"/>
                </a:cubicBezTo>
                <a:cubicBezTo>
                  <a:pt x="959775" y="597334"/>
                  <a:pt x="1508470" y="61520"/>
                  <a:pt x="2067058" y="5108"/>
                </a:cubicBezTo>
                <a:cubicBezTo>
                  <a:pt x="2102075" y="1575"/>
                  <a:pt x="2137137" y="-87"/>
                  <a:pt x="2172219" y="4"/>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PL"/>
          </a:p>
        </p:txBody>
      </p:sp>
      <p:sp>
        <p:nvSpPr>
          <p:cNvPr id="8" name="Rectangle 6">
            <a:extLst>
              <a:ext uri="{FF2B5EF4-FFF2-40B4-BE49-F238E27FC236}">
                <a16:creationId xmlns:a16="http://schemas.microsoft.com/office/drawing/2014/main" id="{B981A08C-E4C2-3E97-A30E-88871BBAB11F}"/>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128749074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Content_Photo_left">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B4D4C034-320B-6DDD-5EA0-66E4226329A7}"/>
              </a:ext>
            </a:extLst>
          </p:cNvPr>
          <p:cNvSpPr/>
          <p:nvPr userDrawn="1"/>
        </p:nvSpPr>
        <p:spPr>
          <a:xfrm>
            <a:off x="0" y="3985009"/>
            <a:ext cx="3548627" cy="2877132"/>
          </a:xfrm>
          <a:custGeom>
            <a:avLst/>
            <a:gdLst>
              <a:gd name="connsiteX0" fmla="*/ 0 w 3548627"/>
              <a:gd name="connsiteY0" fmla="*/ 0 h 2877132"/>
              <a:gd name="connsiteX1" fmla="*/ 17180 w 3548627"/>
              <a:gd name="connsiteY1" fmla="*/ 2773 h 2877132"/>
              <a:gd name="connsiteX2" fmla="*/ 259491 w 3548627"/>
              <a:gd name="connsiteY2" fmla="*/ 60188 h 2877132"/>
              <a:gd name="connsiteX3" fmla="*/ 3514069 w 3548627"/>
              <a:gd name="connsiteY3" fmla="*/ 2844543 h 2877132"/>
              <a:gd name="connsiteX4" fmla="*/ 3548627 w 3548627"/>
              <a:gd name="connsiteY4" fmla="*/ 2877132 h 2877132"/>
              <a:gd name="connsiteX5" fmla="*/ 0 w 3548627"/>
              <a:gd name="connsiteY5" fmla="*/ 2877132 h 2877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48627" h="2877132">
                <a:moveTo>
                  <a:pt x="0" y="0"/>
                </a:moveTo>
                <a:lnTo>
                  <a:pt x="17180" y="2773"/>
                </a:lnTo>
                <a:cubicBezTo>
                  <a:pt x="98749" y="18969"/>
                  <a:pt x="179570" y="38093"/>
                  <a:pt x="259491" y="60188"/>
                </a:cubicBezTo>
                <a:cubicBezTo>
                  <a:pt x="2497293" y="678866"/>
                  <a:pt x="2569908" y="1912490"/>
                  <a:pt x="3514069" y="2844543"/>
                </a:cubicBezTo>
                <a:lnTo>
                  <a:pt x="3548627" y="2877132"/>
                </a:lnTo>
                <a:lnTo>
                  <a:pt x="0" y="2877132"/>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039" y="549476"/>
            <a:ext cx="11087100"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9" name="Text Placeholder 6">
            <a:extLst>
              <a:ext uri="{FF2B5EF4-FFF2-40B4-BE49-F238E27FC236}">
                <a16:creationId xmlns:a16="http://schemas.microsoft.com/office/drawing/2014/main" id="{32318783-F912-367F-A0F9-62F27F691C6D}"/>
              </a:ext>
            </a:extLst>
          </p:cNvPr>
          <p:cNvSpPr>
            <a:spLocks noGrp="1"/>
          </p:cNvSpPr>
          <p:nvPr>
            <p:ph idx="1"/>
          </p:nvPr>
        </p:nvSpPr>
        <p:spPr>
          <a:xfrm>
            <a:off x="6096000" y="2723948"/>
            <a:ext cx="5545138" cy="3584576"/>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11" name="Text Placeholder 7">
            <a:extLst>
              <a:ext uri="{FF2B5EF4-FFF2-40B4-BE49-F238E27FC236}">
                <a16:creationId xmlns:a16="http://schemas.microsoft.com/office/drawing/2014/main" id="{89B4F3B9-1C89-E951-4C68-F8F9879046BB}"/>
              </a:ext>
            </a:extLst>
          </p:cNvPr>
          <p:cNvSpPr>
            <a:spLocks noGrp="1"/>
          </p:cNvSpPr>
          <p:nvPr>
            <p:ph type="body" sz="quarter" idx="11"/>
          </p:nvPr>
        </p:nvSpPr>
        <p:spPr>
          <a:xfrm>
            <a:off x="6096000" y="2119540"/>
            <a:ext cx="5545138" cy="444507"/>
          </a:xfrm>
        </p:spPr>
        <p:txBody>
          <a:bodyPr/>
          <a:lstStyle>
            <a:lvl1pPr marL="0" indent="0">
              <a:buNone/>
              <a:defRPr b="1">
                <a:solidFill>
                  <a:schemeClr val="tx2"/>
                </a:solidFill>
              </a:defRPr>
            </a:lvl1pPr>
          </a:lstStyle>
          <a:p>
            <a:pPr lvl="0"/>
            <a:r>
              <a:rPr lang="en-US"/>
              <a:t>Click to edit Master text styles</a:t>
            </a:r>
          </a:p>
        </p:txBody>
      </p:sp>
      <p:sp>
        <p:nvSpPr>
          <p:cNvPr id="4" name="Graphic 8">
            <a:extLst>
              <a:ext uri="{FF2B5EF4-FFF2-40B4-BE49-F238E27FC236}">
                <a16:creationId xmlns:a16="http://schemas.microsoft.com/office/drawing/2014/main" id="{6B5F20A3-472A-3CB2-E046-8EDD9712E221}"/>
              </a:ext>
            </a:extLst>
          </p:cNvPr>
          <p:cNvSpPr/>
          <p:nvPr userDrawn="1"/>
        </p:nvSpPr>
        <p:spPr>
          <a:xfrm rot="1079142">
            <a:off x="1576799" y="2111281"/>
            <a:ext cx="3943210" cy="4241562"/>
          </a:xfrm>
          <a:custGeom>
            <a:avLst/>
            <a:gdLst>
              <a:gd name="connsiteX0" fmla="*/ 1401949 w 1616853"/>
              <a:gd name="connsiteY0" fmla="*/ 422108 h 1739188"/>
              <a:gd name="connsiteX1" fmla="*/ 1615215 w 1616853"/>
              <a:gd name="connsiteY1" fmla="*/ 994174 h 1739188"/>
              <a:gd name="connsiteX2" fmla="*/ 1251001 w 1616853"/>
              <a:gd name="connsiteY2" fmla="*/ 1543821 h 1739188"/>
              <a:gd name="connsiteX3" fmla="*/ 480868 w 1616853"/>
              <a:gd name="connsiteY3" fmla="*/ 1705884 h 1739188"/>
              <a:gd name="connsiteX4" fmla="*/ 2563 w 1616853"/>
              <a:gd name="connsiteY4" fmla="*/ 1071596 h 1739188"/>
              <a:gd name="connsiteX5" fmla="*/ 319850 w 1616853"/>
              <a:gd name="connsiteY5" fmla="*/ 332242 h 1739188"/>
              <a:gd name="connsiteX6" fmla="*/ 922695 w 1616853"/>
              <a:gd name="connsiteY6" fmla="*/ 2891 h 1739188"/>
              <a:gd name="connsiteX7" fmla="*/ 1401949 w 1616853"/>
              <a:gd name="connsiteY7" fmla="*/ 422013 h 1739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6853" h="1739188">
                <a:moveTo>
                  <a:pt x="1401949" y="422108"/>
                </a:moveTo>
                <a:cubicBezTo>
                  <a:pt x="1530859" y="614760"/>
                  <a:pt x="1630985" y="799718"/>
                  <a:pt x="1615215" y="994174"/>
                </a:cubicBezTo>
                <a:cubicBezTo>
                  <a:pt x="1599446" y="1188726"/>
                  <a:pt x="1467592" y="1392303"/>
                  <a:pt x="1251001" y="1543821"/>
                </a:cubicBezTo>
                <a:cubicBezTo>
                  <a:pt x="1034410" y="1695340"/>
                  <a:pt x="732988" y="1794231"/>
                  <a:pt x="480868" y="1705884"/>
                </a:cubicBezTo>
                <a:cubicBezTo>
                  <a:pt x="229319" y="1617443"/>
                  <a:pt x="27072" y="1341670"/>
                  <a:pt x="2563" y="1071596"/>
                </a:cubicBezTo>
                <a:cubicBezTo>
                  <a:pt x="-21851" y="801997"/>
                  <a:pt x="131473" y="538194"/>
                  <a:pt x="319850" y="332242"/>
                </a:cubicBezTo>
                <a:cubicBezTo>
                  <a:pt x="508227" y="126291"/>
                  <a:pt x="732038" y="-22853"/>
                  <a:pt x="922695" y="2891"/>
                </a:cubicBezTo>
                <a:cubicBezTo>
                  <a:pt x="1113922" y="28730"/>
                  <a:pt x="1272565" y="229457"/>
                  <a:pt x="1401949" y="422013"/>
                </a:cubicBezTo>
                <a:close/>
              </a:path>
            </a:pathLst>
          </a:custGeom>
          <a:solidFill>
            <a:schemeClr val="tx2"/>
          </a:solidFill>
          <a:ln w="9487" cap="flat">
            <a:noFill/>
            <a:prstDash val="solid"/>
            <a:miter/>
          </a:ln>
        </p:spPr>
        <p:txBody>
          <a:bodyPr rtlCol="0" anchor="ctr"/>
          <a:lstStyle/>
          <a:p>
            <a:endParaRPr lang="en-GB" noProof="0"/>
          </a:p>
        </p:txBody>
      </p:sp>
      <p:sp>
        <p:nvSpPr>
          <p:cNvPr id="7" name="Picture Placeholder 16">
            <a:extLst>
              <a:ext uri="{FF2B5EF4-FFF2-40B4-BE49-F238E27FC236}">
                <a16:creationId xmlns:a16="http://schemas.microsoft.com/office/drawing/2014/main" id="{8E00BA19-5C35-CDE1-774D-9BBD0B7B5956}"/>
              </a:ext>
            </a:extLst>
          </p:cNvPr>
          <p:cNvSpPr>
            <a:spLocks noGrp="1"/>
          </p:cNvSpPr>
          <p:nvPr>
            <p:ph type="pic" sz="quarter" idx="12"/>
          </p:nvPr>
        </p:nvSpPr>
        <p:spPr>
          <a:xfrm>
            <a:off x="962833" y="2003126"/>
            <a:ext cx="4217369" cy="4320742"/>
          </a:xfrm>
          <a:custGeom>
            <a:avLst/>
            <a:gdLst>
              <a:gd name="connsiteX0" fmla="*/ 2172219 w 4643466"/>
              <a:gd name="connsiteY0" fmla="*/ 4 h 4757283"/>
              <a:gd name="connsiteX1" fmla="*/ 3682662 w 4643466"/>
              <a:gd name="connsiteY1" fmla="*/ 791177 h 4757283"/>
              <a:gd name="connsiteX2" fmla="*/ 3682719 w 4643466"/>
              <a:gd name="connsiteY2" fmla="*/ 791425 h 4757283"/>
              <a:gd name="connsiteX3" fmla="*/ 4631723 w 4643466"/>
              <a:gd name="connsiteY3" fmla="*/ 2150645 h 4757283"/>
              <a:gd name="connsiteX4" fmla="*/ 3921972 w 4643466"/>
              <a:gd name="connsiteY4" fmla="*/ 3826185 h 4757283"/>
              <a:gd name="connsiteX5" fmla="*/ 1824385 w 4643466"/>
              <a:gd name="connsiteY5" fmla="*/ 4750602 h 4757283"/>
              <a:gd name="connsiteX6" fmla="*/ 83093 w 4643466"/>
              <a:gd name="connsiteY6" fmla="*/ 3400595 h 4757283"/>
              <a:gd name="connsiteX7" fmla="*/ 545938 w 4643466"/>
              <a:gd name="connsiteY7" fmla="*/ 1258862 h 4757283"/>
              <a:gd name="connsiteX8" fmla="*/ 2067058 w 4643466"/>
              <a:gd name="connsiteY8" fmla="*/ 5108 h 4757283"/>
              <a:gd name="connsiteX9" fmla="*/ 2172219 w 4643466"/>
              <a:gd name="connsiteY9" fmla="*/ 4 h 47572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643466" h="4757283">
                <a:moveTo>
                  <a:pt x="2172219" y="4"/>
                </a:moveTo>
                <a:cubicBezTo>
                  <a:pt x="2698457" y="1377"/>
                  <a:pt x="3229338" y="397328"/>
                  <a:pt x="3682662" y="791177"/>
                </a:cubicBezTo>
                <a:lnTo>
                  <a:pt x="3682719" y="791425"/>
                </a:lnTo>
                <a:cubicBezTo>
                  <a:pt x="4164971" y="1212090"/>
                  <a:pt x="4560621" y="1631303"/>
                  <a:pt x="4631723" y="2150645"/>
                </a:cubicBezTo>
                <a:cubicBezTo>
                  <a:pt x="4702885" y="2670238"/>
                  <a:pt x="4448678" y="3288845"/>
                  <a:pt x="3921972" y="3826185"/>
                </a:cubicBezTo>
                <a:cubicBezTo>
                  <a:pt x="3395266" y="4363528"/>
                  <a:pt x="2595453" y="4818175"/>
                  <a:pt x="1824385" y="4750602"/>
                </a:cubicBezTo>
                <a:cubicBezTo>
                  <a:pt x="1054889" y="4682411"/>
                  <a:pt x="314082" y="4091754"/>
                  <a:pt x="83093" y="3400595"/>
                </a:cubicBezTo>
                <a:cubicBezTo>
                  <a:pt x="-147341" y="2710618"/>
                  <a:pt x="132101" y="1920392"/>
                  <a:pt x="545938" y="1258862"/>
                </a:cubicBezTo>
                <a:cubicBezTo>
                  <a:pt x="959775" y="597334"/>
                  <a:pt x="1508470" y="61520"/>
                  <a:pt x="2067058" y="5108"/>
                </a:cubicBezTo>
                <a:cubicBezTo>
                  <a:pt x="2102075" y="1575"/>
                  <a:pt x="2137137" y="-87"/>
                  <a:pt x="2172219" y="4"/>
                </a:cubicBezTo>
                <a:close/>
              </a:path>
            </a:pathLst>
          </a:custGeom>
          <a:solidFill>
            <a:schemeClr val="bg2"/>
          </a:solidFill>
        </p:spPr>
        <p:txBody>
          <a:bodyPr wrap="square" anchor="ctr">
            <a:noAutofit/>
          </a:bodyPr>
          <a:lstStyle>
            <a:lvl1pPr marL="0" indent="0" algn="ctr">
              <a:buNone/>
              <a:defRPr/>
            </a:lvl1pPr>
          </a:lstStyle>
          <a:p>
            <a:r>
              <a:rPr lang="en-US" noProof="0"/>
              <a:t>Click icon to add picture</a:t>
            </a:r>
            <a:endParaRPr lang="en-GB" noProof="0"/>
          </a:p>
        </p:txBody>
      </p:sp>
      <p:sp>
        <p:nvSpPr>
          <p:cNvPr id="8" name="Rectangle 6">
            <a:extLst>
              <a:ext uri="{FF2B5EF4-FFF2-40B4-BE49-F238E27FC236}">
                <a16:creationId xmlns:a16="http://schemas.microsoft.com/office/drawing/2014/main" id="{91EE9C37-7807-0EAE-B8FC-2EC38AFA118F}"/>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3204049028"/>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Content_Photo-Big_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071" y="549476"/>
            <a:ext cx="5541929"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9" name="Text Placeholder 6">
            <a:extLst>
              <a:ext uri="{FF2B5EF4-FFF2-40B4-BE49-F238E27FC236}">
                <a16:creationId xmlns:a16="http://schemas.microsoft.com/office/drawing/2014/main" id="{32318783-F912-367F-A0F9-62F27F691C6D}"/>
              </a:ext>
            </a:extLst>
          </p:cNvPr>
          <p:cNvSpPr>
            <a:spLocks noGrp="1"/>
          </p:cNvSpPr>
          <p:nvPr>
            <p:ph idx="1"/>
          </p:nvPr>
        </p:nvSpPr>
        <p:spPr>
          <a:xfrm>
            <a:off x="554071" y="2723948"/>
            <a:ext cx="5541929" cy="3587148"/>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11" name="Text Placeholder 7">
            <a:extLst>
              <a:ext uri="{FF2B5EF4-FFF2-40B4-BE49-F238E27FC236}">
                <a16:creationId xmlns:a16="http://schemas.microsoft.com/office/drawing/2014/main" id="{89B4F3B9-1C89-E951-4C68-F8F9879046BB}"/>
              </a:ext>
            </a:extLst>
          </p:cNvPr>
          <p:cNvSpPr>
            <a:spLocks noGrp="1"/>
          </p:cNvSpPr>
          <p:nvPr>
            <p:ph type="body" sz="quarter" idx="11"/>
          </p:nvPr>
        </p:nvSpPr>
        <p:spPr>
          <a:xfrm>
            <a:off x="554071" y="2119540"/>
            <a:ext cx="5541929" cy="444507"/>
          </a:xfrm>
        </p:spPr>
        <p:txBody>
          <a:bodyPr/>
          <a:lstStyle>
            <a:lvl1pPr marL="0" indent="0">
              <a:buNone/>
              <a:defRPr b="1">
                <a:solidFill>
                  <a:schemeClr val="tx2"/>
                </a:solidFill>
              </a:defRPr>
            </a:lvl1pPr>
          </a:lstStyle>
          <a:p>
            <a:pPr lvl="0"/>
            <a:r>
              <a:rPr lang="en-US"/>
              <a:t>Click to edit Master text styles</a:t>
            </a:r>
          </a:p>
        </p:txBody>
      </p:sp>
      <p:sp>
        <p:nvSpPr>
          <p:cNvPr id="29" name="Freeform 28">
            <a:extLst>
              <a:ext uri="{FF2B5EF4-FFF2-40B4-BE49-F238E27FC236}">
                <a16:creationId xmlns:a16="http://schemas.microsoft.com/office/drawing/2014/main" id="{0A243FFF-8D05-DB6D-9184-BB0FF22C1C35}"/>
              </a:ext>
            </a:extLst>
          </p:cNvPr>
          <p:cNvSpPr/>
          <p:nvPr userDrawn="1"/>
        </p:nvSpPr>
        <p:spPr>
          <a:xfrm>
            <a:off x="6893260" y="0"/>
            <a:ext cx="1174594" cy="6858000"/>
          </a:xfrm>
          <a:custGeom>
            <a:avLst/>
            <a:gdLst>
              <a:gd name="connsiteX0" fmla="*/ 771494 w 1174594"/>
              <a:gd name="connsiteY0" fmla="*/ 0 h 6858000"/>
              <a:gd name="connsiteX1" fmla="*/ 1174594 w 1174594"/>
              <a:gd name="connsiteY1" fmla="*/ 0 h 6858000"/>
              <a:gd name="connsiteX2" fmla="*/ 1161444 w 1174594"/>
              <a:gd name="connsiteY2" fmla="*/ 144397 h 6858000"/>
              <a:gd name="connsiteX3" fmla="*/ 472003 w 1174594"/>
              <a:gd name="connsiteY3" fmla="*/ 3402712 h 6858000"/>
              <a:gd name="connsiteX4" fmla="*/ 748093 w 1174594"/>
              <a:gd name="connsiteY4" fmla="*/ 6824530 h 6858000"/>
              <a:gd name="connsiteX5" fmla="*/ 750748 w 1174594"/>
              <a:gd name="connsiteY5" fmla="*/ 6858000 h 6858000"/>
              <a:gd name="connsiteX6" fmla="*/ 217344 w 1174594"/>
              <a:gd name="connsiteY6" fmla="*/ 6858000 h 6858000"/>
              <a:gd name="connsiteX7" fmla="*/ 214865 w 1174594"/>
              <a:gd name="connsiteY7" fmla="*/ 6843618 h 6858000"/>
              <a:gd name="connsiteX8" fmla="*/ 64995 w 1174594"/>
              <a:gd name="connsiteY8" fmla="*/ 4241454 h 6858000"/>
              <a:gd name="connsiteX9" fmla="*/ 783146 w 1174594"/>
              <a:gd name="connsiteY9" fmla="*/ 10468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74594" h="6858000">
                <a:moveTo>
                  <a:pt x="771494" y="0"/>
                </a:moveTo>
                <a:lnTo>
                  <a:pt x="1174594" y="0"/>
                </a:lnTo>
                <a:lnTo>
                  <a:pt x="1161444" y="144397"/>
                </a:lnTo>
                <a:cubicBezTo>
                  <a:pt x="1033733" y="1250609"/>
                  <a:pt x="617322" y="2446286"/>
                  <a:pt x="472003" y="3402712"/>
                </a:cubicBezTo>
                <a:cubicBezTo>
                  <a:pt x="260630" y="4793885"/>
                  <a:pt x="621619" y="5685263"/>
                  <a:pt x="748093" y="6824530"/>
                </a:cubicBezTo>
                <a:lnTo>
                  <a:pt x="750748" y="6858000"/>
                </a:lnTo>
                <a:lnTo>
                  <a:pt x="217344" y="6858000"/>
                </a:lnTo>
                <a:lnTo>
                  <a:pt x="214865" y="6843618"/>
                </a:lnTo>
                <a:cubicBezTo>
                  <a:pt x="69890" y="6047077"/>
                  <a:pt x="-93534" y="5284828"/>
                  <a:pt x="64995" y="4241454"/>
                </a:cubicBezTo>
                <a:cubicBezTo>
                  <a:pt x="249947" y="3024186"/>
                  <a:pt x="874015" y="1419367"/>
                  <a:pt x="783146" y="104685"/>
                </a:cubicBez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33" name="Freeform 32">
            <a:extLst>
              <a:ext uri="{FF2B5EF4-FFF2-40B4-BE49-F238E27FC236}">
                <a16:creationId xmlns:a16="http://schemas.microsoft.com/office/drawing/2014/main" id="{7ABAEECC-CEEE-7426-95F0-433CD5D0628E}"/>
              </a:ext>
            </a:extLst>
          </p:cNvPr>
          <p:cNvSpPr/>
          <p:nvPr userDrawn="1"/>
        </p:nvSpPr>
        <p:spPr>
          <a:xfrm>
            <a:off x="7288693" y="0"/>
            <a:ext cx="1022358" cy="6858000"/>
          </a:xfrm>
          <a:custGeom>
            <a:avLst/>
            <a:gdLst>
              <a:gd name="connsiteX0" fmla="*/ 768834 w 1022358"/>
              <a:gd name="connsiteY0" fmla="*/ 0 h 6858000"/>
              <a:gd name="connsiteX1" fmla="*/ 1005982 w 1022358"/>
              <a:gd name="connsiteY1" fmla="*/ 0 h 6858000"/>
              <a:gd name="connsiteX2" fmla="*/ 1009847 w 1022358"/>
              <a:gd name="connsiteY2" fmla="*/ 31316 h 6858000"/>
              <a:gd name="connsiteX3" fmla="*/ 341247 w 1022358"/>
              <a:gd name="connsiteY3" fmla="*/ 4176390 h 6858000"/>
              <a:gd name="connsiteX4" fmla="*/ 522246 w 1022358"/>
              <a:gd name="connsiteY4" fmla="*/ 6776573 h 6858000"/>
              <a:gd name="connsiteX5" fmla="*/ 537283 w 1022358"/>
              <a:gd name="connsiteY5" fmla="*/ 6858000 h 6858000"/>
              <a:gd name="connsiteX6" fmla="*/ 343740 w 1022358"/>
              <a:gd name="connsiteY6" fmla="*/ 6858000 h 6858000"/>
              <a:gd name="connsiteX7" fmla="*/ 341085 w 1022358"/>
              <a:gd name="connsiteY7" fmla="*/ 6824530 h 6858000"/>
              <a:gd name="connsiteX8" fmla="*/ 64995 w 1022358"/>
              <a:gd name="connsiteY8" fmla="*/ 3402712 h 6858000"/>
              <a:gd name="connsiteX9" fmla="*/ 766468 w 1022358"/>
              <a:gd name="connsiteY9" fmla="*/ 3158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22358" h="6858000">
                <a:moveTo>
                  <a:pt x="768834" y="0"/>
                </a:moveTo>
                <a:lnTo>
                  <a:pt x="1005982" y="0"/>
                </a:lnTo>
                <a:lnTo>
                  <a:pt x="1009847" y="31316"/>
                </a:lnTo>
                <a:cubicBezTo>
                  <a:pt x="1116447" y="1344814"/>
                  <a:pt x="511620" y="2956996"/>
                  <a:pt x="341247" y="4176390"/>
                </a:cubicBezTo>
                <a:cubicBezTo>
                  <a:pt x="195220" y="5221592"/>
                  <a:pt x="367751" y="5981827"/>
                  <a:pt x="522246" y="6776573"/>
                </a:cubicBezTo>
                <a:lnTo>
                  <a:pt x="537283" y="6858000"/>
                </a:lnTo>
                <a:lnTo>
                  <a:pt x="343740" y="6858000"/>
                </a:lnTo>
                <a:lnTo>
                  <a:pt x="341085" y="6824530"/>
                </a:lnTo>
                <a:cubicBezTo>
                  <a:pt x="214611" y="5685264"/>
                  <a:pt x="-146378" y="4793885"/>
                  <a:pt x="64995" y="3402712"/>
                </a:cubicBezTo>
                <a:cubicBezTo>
                  <a:pt x="215268" y="2413681"/>
                  <a:pt x="655432" y="1168808"/>
                  <a:pt x="766468" y="31586"/>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36" name="Picture Placeholder 35">
            <a:extLst>
              <a:ext uri="{FF2B5EF4-FFF2-40B4-BE49-F238E27FC236}">
                <a16:creationId xmlns:a16="http://schemas.microsoft.com/office/drawing/2014/main" id="{95AB918B-2E59-DAB9-A333-D1C66DCE70E5}"/>
              </a:ext>
            </a:extLst>
          </p:cNvPr>
          <p:cNvSpPr>
            <a:spLocks noGrp="1"/>
          </p:cNvSpPr>
          <p:nvPr>
            <p:ph type="pic" sz="quarter" idx="12"/>
          </p:nvPr>
        </p:nvSpPr>
        <p:spPr>
          <a:xfrm>
            <a:off x="7574694" y="0"/>
            <a:ext cx="4617306" cy="6858000"/>
          </a:xfrm>
          <a:custGeom>
            <a:avLst/>
            <a:gdLst>
              <a:gd name="connsiteX0" fmla="*/ 719981 w 4617306"/>
              <a:gd name="connsiteY0" fmla="*/ 0 h 6858000"/>
              <a:gd name="connsiteX1" fmla="*/ 4617306 w 4617306"/>
              <a:gd name="connsiteY1" fmla="*/ 0 h 6858000"/>
              <a:gd name="connsiteX2" fmla="*/ 4617306 w 4617306"/>
              <a:gd name="connsiteY2" fmla="*/ 6858000 h 6858000"/>
              <a:gd name="connsiteX3" fmla="*/ 251282 w 4617306"/>
              <a:gd name="connsiteY3" fmla="*/ 6858000 h 6858000"/>
              <a:gd name="connsiteX4" fmla="*/ 236245 w 4617306"/>
              <a:gd name="connsiteY4" fmla="*/ 6776573 h 6858000"/>
              <a:gd name="connsiteX5" fmla="*/ 55246 w 4617306"/>
              <a:gd name="connsiteY5" fmla="*/ 4176390 h 6858000"/>
              <a:gd name="connsiteX6" fmla="*/ 723846 w 4617306"/>
              <a:gd name="connsiteY6" fmla="*/ 313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17306" h="6858000">
                <a:moveTo>
                  <a:pt x="719981" y="0"/>
                </a:moveTo>
                <a:lnTo>
                  <a:pt x="4617306" y="0"/>
                </a:lnTo>
                <a:lnTo>
                  <a:pt x="4617306" y="6858000"/>
                </a:lnTo>
                <a:lnTo>
                  <a:pt x="251282" y="6858000"/>
                </a:lnTo>
                <a:lnTo>
                  <a:pt x="236245" y="6776573"/>
                </a:lnTo>
                <a:cubicBezTo>
                  <a:pt x="81750" y="5981827"/>
                  <a:pt x="-90781" y="5221592"/>
                  <a:pt x="55246" y="4176390"/>
                </a:cubicBezTo>
                <a:cubicBezTo>
                  <a:pt x="225619" y="2956996"/>
                  <a:pt x="830446" y="1344814"/>
                  <a:pt x="723846" y="31316"/>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GB"/>
          </a:p>
        </p:txBody>
      </p:sp>
    </p:spTree>
    <p:extLst>
      <p:ext uri="{BB962C8B-B14F-4D97-AF65-F5344CB8AC3E}">
        <p14:creationId xmlns:p14="http://schemas.microsoft.com/office/powerpoint/2010/main" val="2961505467"/>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Content_Photo-Big_lef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6096000" y="549476"/>
            <a:ext cx="5545138"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9" name="Text Placeholder 6">
            <a:extLst>
              <a:ext uri="{FF2B5EF4-FFF2-40B4-BE49-F238E27FC236}">
                <a16:creationId xmlns:a16="http://schemas.microsoft.com/office/drawing/2014/main" id="{32318783-F912-367F-A0F9-62F27F691C6D}"/>
              </a:ext>
            </a:extLst>
          </p:cNvPr>
          <p:cNvSpPr>
            <a:spLocks noGrp="1"/>
          </p:cNvSpPr>
          <p:nvPr>
            <p:ph idx="1"/>
          </p:nvPr>
        </p:nvSpPr>
        <p:spPr>
          <a:xfrm>
            <a:off x="6096000" y="2723948"/>
            <a:ext cx="5545138" cy="3584777"/>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11" name="Text Placeholder 7">
            <a:extLst>
              <a:ext uri="{FF2B5EF4-FFF2-40B4-BE49-F238E27FC236}">
                <a16:creationId xmlns:a16="http://schemas.microsoft.com/office/drawing/2014/main" id="{89B4F3B9-1C89-E951-4C68-F8F9879046BB}"/>
              </a:ext>
            </a:extLst>
          </p:cNvPr>
          <p:cNvSpPr>
            <a:spLocks noGrp="1"/>
          </p:cNvSpPr>
          <p:nvPr>
            <p:ph type="body" sz="quarter" idx="11"/>
          </p:nvPr>
        </p:nvSpPr>
        <p:spPr>
          <a:xfrm>
            <a:off x="6096000" y="2119540"/>
            <a:ext cx="5545138" cy="444507"/>
          </a:xfrm>
        </p:spPr>
        <p:txBody>
          <a:bodyPr/>
          <a:lstStyle>
            <a:lvl1pPr marL="0" indent="0">
              <a:buNone/>
              <a:defRPr b="1">
                <a:solidFill>
                  <a:schemeClr val="tx2"/>
                </a:solidFill>
              </a:defRPr>
            </a:lvl1pPr>
          </a:lstStyle>
          <a:p>
            <a:pPr lvl="0"/>
            <a:r>
              <a:rPr lang="en-US"/>
              <a:t>Click to edit Master text styles</a:t>
            </a:r>
          </a:p>
        </p:txBody>
      </p:sp>
      <p:sp>
        <p:nvSpPr>
          <p:cNvPr id="29" name="Freeform 28">
            <a:extLst>
              <a:ext uri="{FF2B5EF4-FFF2-40B4-BE49-F238E27FC236}">
                <a16:creationId xmlns:a16="http://schemas.microsoft.com/office/drawing/2014/main" id="{0A243FFF-8D05-DB6D-9184-BB0FF22C1C35}"/>
              </a:ext>
            </a:extLst>
          </p:cNvPr>
          <p:cNvSpPr/>
          <p:nvPr userDrawn="1"/>
        </p:nvSpPr>
        <p:spPr>
          <a:xfrm flipH="1">
            <a:off x="4130148" y="0"/>
            <a:ext cx="1174594" cy="6858000"/>
          </a:xfrm>
          <a:custGeom>
            <a:avLst/>
            <a:gdLst>
              <a:gd name="connsiteX0" fmla="*/ 771494 w 1174594"/>
              <a:gd name="connsiteY0" fmla="*/ 0 h 6858000"/>
              <a:gd name="connsiteX1" fmla="*/ 1174594 w 1174594"/>
              <a:gd name="connsiteY1" fmla="*/ 0 h 6858000"/>
              <a:gd name="connsiteX2" fmla="*/ 1161444 w 1174594"/>
              <a:gd name="connsiteY2" fmla="*/ 144397 h 6858000"/>
              <a:gd name="connsiteX3" fmla="*/ 472003 w 1174594"/>
              <a:gd name="connsiteY3" fmla="*/ 3402712 h 6858000"/>
              <a:gd name="connsiteX4" fmla="*/ 748093 w 1174594"/>
              <a:gd name="connsiteY4" fmla="*/ 6824530 h 6858000"/>
              <a:gd name="connsiteX5" fmla="*/ 750748 w 1174594"/>
              <a:gd name="connsiteY5" fmla="*/ 6858000 h 6858000"/>
              <a:gd name="connsiteX6" fmla="*/ 217344 w 1174594"/>
              <a:gd name="connsiteY6" fmla="*/ 6858000 h 6858000"/>
              <a:gd name="connsiteX7" fmla="*/ 214865 w 1174594"/>
              <a:gd name="connsiteY7" fmla="*/ 6843618 h 6858000"/>
              <a:gd name="connsiteX8" fmla="*/ 64995 w 1174594"/>
              <a:gd name="connsiteY8" fmla="*/ 4241454 h 6858000"/>
              <a:gd name="connsiteX9" fmla="*/ 783146 w 1174594"/>
              <a:gd name="connsiteY9" fmla="*/ 10468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74594" h="6858000">
                <a:moveTo>
                  <a:pt x="771494" y="0"/>
                </a:moveTo>
                <a:lnTo>
                  <a:pt x="1174594" y="0"/>
                </a:lnTo>
                <a:lnTo>
                  <a:pt x="1161444" y="144397"/>
                </a:lnTo>
                <a:cubicBezTo>
                  <a:pt x="1033733" y="1250609"/>
                  <a:pt x="617322" y="2446286"/>
                  <a:pt x="472003" y="3402712"/>
                </a:cubicBezTo>
                <a:cubicBezTo>
                  <a:pt x="260630" y="4793885"/>
                  <a:pt x="621619" y="5685263"/>
                  <a:pt x="748093" y="6824530"/>
                </a:cubicBezTo>
                <a:lnTo>
                  <a:pt x="750748" y="6858000"/>
                </a:lnTo>
                <a:lnTo>
                  <a:pt x="217344" y="6858000"/>
                </a:lnTo>
                <a:lnTo>
                  <a:pt x="214865" y="6843618"/>
                </a:lnTo>
                <a:cubicBezTo>
                  <a:pt x="69890" y="6047077"/>
                  <a:pt x="-93534" y="5284828"/>
                  <a:pt x="64995" y="4241454"/>
                </a:cubicBezTo>
                <a:cubicBezTo>
                  <a:pt x="249947" y="3024186"/>
                  <a:pt x="874015" y="1419367"/>
                  <a:pt x="783146" y="104685"/>
                </a:cubicBez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7" name="Freeform 6">
            <a:extLst>
              <a:ext uri="{FF2B5EF4-FFF2-40B4-BE49-F238E27FC236}">
                <a16:creationId xmlns:a16="http://schemas.microsoft.com/office/drawing/2014/main" id="{C40030E4-B36C-592E-E057-414B265596F4}"/>
              </a:ext>
            </a:extLst>
          </p:cNvPr>
          <p:cNvSpPr/>
          <p:nvPr userDrawn="1"/>
        </p:nvSpPr>
        <p:spPr>
          <a:xfrm flipH="1">
            <a:off x="3880422" y="0"/>
            <a:ext cx="1022358" cy="6858000"/>
          </a:xfrm>
          <a:custGeom>
            <a:avLst/>
            <a:gdLst>
              <a:gd name="connsiteX0" fmla="*/ 768834 w 1022358"/>
              <a:gd name="connsiteY0" fmla="*/ 0 h 6858000"/>
              <a:gd name="connsiteX1" fmla="*/ 1005982 w 1022358"/>
              <a:gd name="connsiteY1" fmla="*/ 0 h 6858000"/>
              <a:gd name="connsiteX2" fmla="*/ 1009847 w 1022358"/>
              <a:gd name="connsiteY2" fmla="*/ 31316 h 6858000"/>
              <a:gd name="connsiteX3" fmla="*/ 341247 w 1022358"/>
              <a:gd name="connsiteY3" fmla="*/ 4176390 h 6858000"/>
              <a:gd name="connsiteX4" fmla="*/ 522246 w 1022358"/>
              <a:gd name="connsiteY4" fmla="*/ 6776573 h 6858000"/>
              <a:gd name="connsiteX5" fmla="*/ 537283 w 1022358"/>
              <a:gd name="connsiteY5" fmla="*/ 6858000 h 6858000"/>
              <a:gd name="connsiteX6" fmla="*/ 343740 w 1022358"/>
              <a:gd name="connsiteY6" fmla="*/ 6858000 h 6858000"/>
              <a:gd name="connsiteX7" fmla="*/ 341085 w 1022358"/>
              <a:gd name="connsiteY7" fmla="*/ 6824530 h 6858000"/>
              <a:gd name="connsiteX8" fmla="*/ 64995 w 1022358"/>
              <a:gd name="connsiteY8" fmla="*/ 3402712 h 6858000"/>
              <a:gd name="connsiteX9" fmla="*/ 766468 w 1022358"/>
              <a:gd name="connsiteY9" fmla="*/ 3158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22358" h="6858000">
                <a:moveTo>
                  <a:pt x="768834" y="0"/>
                </a:moveTo>
                <a:lnTo>
                  <a:pt x="1005982" y="0"/>
                </a:lnTo>
                <a:lnTo>
                  <a:pt x="1009847" y="31316"/>
                </a:lnTo>
                <a:cubicBezTo>
                  <a:pt x="1116447" y="1344814"/>
                  <a:pt x="511620" y="2956996"/>
                  <a:pt x="341247" y="4176390"/>
                </a:cubicBezTo>
                <a:cubicBezTo>
                  <a:pt x="195220" y="5221592"/>
                  <a:pt x="367751" y="5981827"/>
                  <a:pt x="522246" y="6776573"/>
                </a:cubicBezTo>
                <a:lnTo>
                  <a:pt x="537283" y="6858000"/>
                </a:lnTo>
                <a:lnTo>
                  <a:pt x="343740" y="6858000"/>
                </a:lnTo>
                <a:lnTo>
                  <a:pt x="341085" y="6824530"/>
                </a:lnTo>
                <a:cubicBezTo>
                  <a:pt x="214611" y="5685264"/>
                  <a:pt x="-146378" y="4793885"/>
                  <a:pt x="64995" y="3402712"/>
                </a:cubicBezTo>
                <a:cubicBezTo>
                  <a:pt x="215268" y="2413681"/>
                  <a:pt x="655432" y="1168808"/>
                  <a:pt x="766468" y="31586"/>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12" name="Picture Placeholder 11">
            <a:extLst>
              <a:ext uri="{FF2B5EF4-FFF2-40B4-BE49-F238E27FC236}">
                <a16:creationId xmlns:a16="http://schemas.microsoft.com/office/drawing/2014/main" id="{6BD9DE43-31F4-89E5-CCA5-DB3D1A80476F}"/>
              </a:ext>
            </a:extLst>
          </p:cNvPr>
          <p:cNvSpPr>
            <a:spLocks noGrp="1"/>
          </p:cNvSpPr>
          <p:nvPr>
            <p:ph type="pic" sz="quarter" idx="12"/>
          </p:nvPr>
        </p:nvSpPr>
        <p:spPr>
          <a:xfrm>
            <a:off x="0" y="0"/>
            <a:ext cx="4626938" cy="6858000"/>
          </a:xfrm>
          <a:custGeom>
            <a:avLst/>
            <a:gdLst>
              <a:gd name="connsiteX0" fmla="*/ 0 w 4626938"/>
              <a:gd name="connsiteY0" fmla="*/ 0 h 6858000"/>
              <a:gd name="connsiteX1" fmla="*/ 3906958 w 4626938"/>
              <a:gd name="connsiteY1" fmla="*/ 0 h 6858000"/>
              <a:gd name="connsiteX2" fmla="*/ 3903093 w 4626938"/>
              <a:gd name="connsiteY2" fmla="*/ 31316 h 6858000"/>
              <a:gd name="connsiteX3" fmla="*/ 4571693 w 4626938"/>
              <a:gd name="connsiteY3" fmla="*/ 4176390 h 6858000"/>
              <a:gd name="connsiteX4" fmla="*/ 4390694 w 4626938"/>
              <a:gd name="connsiteY4" fmla="*/ 6776573 h 6858000"/>
              <a:gd name="connsiteX5" fmla="*/ 4375657 w 4626938"/>
              <a:gd name="connsiteY5" fmla="*/ 6858000 h 6858000"/>
              <a:gd name="connsiteX6" fmla="*/ 0 w 4626938"/>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26938" h="6858000">
                <a:moveTo>
                  <a:pt x="0" y="0"/>
                </a:moveTo>
                <a:lnTo>
                  <a:pt x="3906958" y="0"/>
                </a:lnTo>
                <a:lnTo>
                  <a:pt x="3903093" y="31316"/>
                </a:lnTo>
                <a:cubicBezTo>
                  <a:pt x="3796493" y="1344814"/>
                  <a:pt x="4401320" y="2956996"/>
                  <a:pt x="4571693" y="4176390"/>
                </a:cubicBezTo>
                <a:cubicBezTo>
                  <a:pt x="4717720" y="5221592"/>
                  <a:pt x="4545189" y="5981827"/>
                  <a:pt x="4390694" y="6776573"/>
                </a:cubicBezTo>
                <a:lnTo>
                  <a:pt x="4375657" y="6858000"/>
                </a:lnTo>
                <a:lnTo>
                  <a:pt x="0" y="6858000"/>
                </a:ln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GB"/>
          </a:p>
        </p:txBody>
      </p:sp>
    </p:spTree>
    <p:extLst>
      <p:ext uri="{BB962C8B-B14F-4D97-AF65-F5344CB8AC3E}">
        <p14:creationId xmlns:p14="http://schemas.microsoft.com/office/powerpoint/2010/main" val="43751726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Content_Photo-Big_right_dark">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071" y="549476"/>
            <a:ext cx="5541929" cy="1131687"/>
          </a:xfrm>
        </p:spPr>
        <p:txBody>
          <a:bodyPr/>
          <a:lstStyle>
            <a:lvl1pPr>
              <a:defRPr>
                <a:solidFill>
                  <a:schemeClr val="bg2"/>
                </a:solidFill>
              </a:defRPr>
            </a:lvl1p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9" name="Text Placeholder 6">
            <a:extLst>
              <a:ext uri="{FF2B5EF4-FFF2-40B4-BE49-F238E27FC236}">
                <a16:creationId xmlns:a16="http://schemas.microsoft.com/office/drawing/2014/main" id="{32318783-F912-367F-A0F9-62F27F691C6D}"/>
              </a:ext>
            </a:extLst>
          </p:cNvPr>
          <p:cNvSpPr>
            <a:spLocks noGrp="1"/>
          </p:cNvSpPr>
          <p:nvPr>
            <p:ph idx="1"/>
          </p:nvPr>
        </p:nvSpPr>
        <p:spPr>
          <a:xfrm>
            <a:off x="554071" y="2723948"/>
            <a:ext cx="5541929" cy="3584777"/>
          </a:xfrm>
          <a:prstGeom prst="rect">
            <a:avLst/>
          </a:prstGeom>
        </p:spPr>
        <p:txBody>
          <a:bodyPr vert="horz" lIns="0" tIns="0" rIns="0" bIns="0" rtlCol="0">
            <a:normAutofit/>
          </a:bodyPr>
          <a:lstStyle>
            <a:lvl1pPr marL="0" indent="0">
              <a:buNone/>
              <a:defRPr sz="1200">
                <a:solidFill>
                  <a:schemeClr val="bg2"/>
                </a:solidFill>
              </a:defRPr>
            </a:lvl1pPr>
            <a:lvl2pPr marL="457200" indent="0">
              <a:buNone/>
              <a:defRPr/>
            </a:lvl2pPr>
            <a:lvl3pPr marL="914400" indent="0">
              <a:buNone/>
              <a:defRPr/>
            </a:lvl3pPr>
          </a:lstStyle>
          <a:p>
            <a:pPr lvl="0"/>
            <a:r>
              <a:rPr lang="en-US"/>
              <a:t>Click to edit Master text styles</a:t>
            </a:r>
          </a:p>
        </p:txBody>
      </p:sp>
      <p:sp>
        <p:nvSpPr>
          <p:cNvPr id="11" name="Text Placeholder 7">
            <a:extLst>
              <a:ext uri="{FF2B5EF4-FFF2-40B4-BE49-F238E27FC236}">
                <a16:creationId xmlns:a16="http://schemas.microsoft.com/office/drawing/2014/main" id="{89B4F3B9-1C89-E951-4C68-F8F9879046BB}"/>
              </a:ext>
            </a:extLst>
          </p:cNvPr>
          <p:cNvSpPr>
            <a:spLocks noGrp="1"/>
          </p:cNvSpPr>
          <p:nvPr>
            <p:ph type="body" sz="quarter" idx="11"/>
          </p:nvPr>
        </p:nvSpPr>
        <p:spPr>
          <a:xfrm>
            <a:off x="554071" y="2119540"/>
            <a:ext cx="5541929" cy="444507"/>
          </a:xfrm>
        </p:spPr>
        <p:txBody>
          <a:bodyPr/>
          <a:lstStyle>
            <a:lvl1pPr marL="0" indent="0">
              <a:buNone/>
              <a:defRPr b="1">
                <a:solidFill>
                  <a:schemeClr val="bg2"/>
                </a:solidFill>
              </a:defRPr>
            </a:lvl1pPr>
          </a:lstStyle>
          <a:p>
            <a:pPr lvl="0"/>
            <a:r>
              <a:rPr lang="en-US"/>
              <a:t>Click to edit Master text styles</a:t>
            </a:r>
          </a:p>
        </p:txBody>
      </p:sp>
      <p:sp>
        <p:nvSpPr>
          <p:cNvPr id="29" name="Freeform 28">
            <a:extLst>
              <a:ext uri="{FF2B5EF4-FFF2-40B4-BE49-F238E27FC236}">
                <a16:creationId xmlns:a16="http://schemas.microsoft.com/office/drawing/2014/main" id="{0A243FFF-8D05-DB6D-9184-BB0FF22C1C35}"/>
              </a:ext>
            </a:extLst>
          </p:cNvPr>
          <p:cNvSpPr/>
          <p:nvPr userDrawn="1"/>
        </p:nvSpPr>
        <p:spPr>
          <a:xfrm>
            <a:off x="6881685" y="0"/>
            <a:ext cx="1174594" cy="6858000"/>
          </a:xfrm>
          <a:custGeom>
            <a:avLst/>
            <a:gdLst>
              <a:gd name="connsiteX0" fmla="*/ 771494 w 1174594"/>
              <a:gd name="connsiteY0" fmla="*/ 0 h 6858000"/>
              <a:gd name="connsiteX1" fmla="*/ 1174594 w 1174594"/>
              <a:gd name="connsiteY1" fmla="*/ 0 h 6858000"/>
              <a:gd name="connsiteX2" fmla="*/ 1161444 w 1174594"/>
              <a:gd name="connsiteY2" fmla="*/ 144397 h 6858000"/>
              <a:gd name="connsiteX3" fmla="*/ 472003 w 1174594"/>
              <a:gd name="connsiteY3" fmla="*/ 3402712 h 6858000"/>
              <a:gd name="connsiteX4" fmla="*/ 748093 w 1174594"/>
              <a:gd name="connsiteY4" fmla="*/ 6824530 h 6858000"/>
              <a:gd name="connsiteX5" fmla="*/ 750748 w 1174594"/>
              <a:gd name="connsiteY5" fmla="*/ 6858000 h 6858000"/>
              <a:gd name="connsiteX6" fmla="*/ 217344 w 1174594"/>
              <a:gd name="connsiteY6" fmla="*/ 6858000 h 6858000"/>
              <a:gd name="connsiteX7" fmla="*/ 214865 w 1174594"/>
              <a:gd name="connsiteY7" fmla="*/ 6843618 h 6858000"/>
              <a:gd name="connsiteX8" fmla="*/ 64995 w 1174594"/>
              <a:gd name="connsiteY8" fmla="*/ 4241454 h 6858000"/>
              <a:gd name="connsiteX9" fmla="*/ 783146 w 1174594"/>
              <a:gd name="connsiteY9" fmla="*/ 10468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74594" h="6858000">
                <a:moveTo>
                  <a:pt x="771494" y="0"/>
                </a:moveTo>
                <a:lnTo>
                  <a:pt x="1174594" y="0"/>
                </a:lnTo>
                <a:lnTo>
                  <a:pt x="1161444" y="144397"/>
                </a:lnTo>
                <a:cubicBezTo>
                  <a:pt x="1033733" y="1250609"/>
                  <a:pt x="617322" y="2446286"/>
                  <a:pt x="472003" y="3402712"/>
                </a:cubicBezTo>
                <a:cubicBezTo>
                  <a:pt x="260630" y="4793885"/>
                  <a:pt x="621619" y="5685263"/>
                  <a:pt x="748093" y="6824530"/>
                </a:cubicBezTo>
                <a:lnTo>
                  <a:pt x="750748" y="6858000"/>
                </a:lnTo>
                <a:lnTo>
                  <a:pt x="217344" y="6858000"/>
                </a:lnTo>
                <a:lnTo>
                  <a:pt x="214865" y="6843618"/>
                </a:lnTo>
                <a:cubicBezTo>
                  <a:pt x="69890" y="6047077"/>
                  <a:pt x="-93534" y="5284828"/>
                  <a:pt x="64995" y="4241454"/>
                </a:cubicBezTo>
                <a:cubicBezTo>
                  <a:pt x="249947" y="3024186"/>
                  <a:pt x="874015" y="1419367"/>
                  <a:pt x="783146" y="104685"/>
                </a:cubicBezTo>
                <a:close/>
              </a:path>
            </a:pathLst>
          </a:custGeom>
          <a:solidFill>
            <a:srgbClr val="5B1E5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33" name="Freeform 32">
            <a:extLst>
              <a:ext uri="{FF2B5EF4-FFF2-40B4-BE49-F238E27FC236}">
                <a16:creationId xmlns:a16="http://schemas.microsoft.com/office/drawing/2014/main" id="{7ABAEECC-CEEE-7426-95F0-433CD5D0628E}"/>
              </a:ext>
            </a:extLst>
          </p:cNvPr>
          <p:cNvSpPr/>
          <p:nvPr userDrawn="1"/>
        </p:nvSpPr>
        <p:spPr>
          <a:xfrm>
            <a:off x="7288693" y="0"/>
            <a:ext cx="1022358" cy="6858000"/>
          </a:xfrm>
          <a:custGeom>
            <a:avLst/>
            <a:gdLst>
              <a:gd name="connsiteX0" fmla="*/ 768834 w 1022358"/>
              <a:gd name="connsiteY0" fmla="*/ 0 h 6858000"/>
              <a:gd name="connsiteX1" fmla="*/ 1005982 w 1022358"/>
              <a:gd name="connsiteY1" fmla="*/ 0 h 6858000"/>
              <a:gd name="connsiteX2" fmla="*/ 1009847 w 1022358"/>
              <a:gd name="connsiteY2" fmla="*/ 31316 h 6858000"/>
              <a:gd name="connsiteX3" fmla="*/ 341247 w 1022358"/>
              <a:gd name="connsiteY3" fmla="*/ 4176390 h 6858000"/>
              <a:gd name="connsiteX4" fmla="*/ 522246 w 1022358"/>
              <a:gd name="connsiteY4" fmla="*/ 6776573 h 6858000"/>
              <a:gd name="connsiteX5" fmla="*/ 537283 w 1022358"/>
              <a:gd name="connsiteY5" fmla="*/ 6858000 h 6858000"/>
              <a:gd name="connsiteX6" fmla="*/ 343740 w 1022358"/>
              <a:gd name="connsiteY6" fmla="*/ 6858000 h 6858000"/>
              <a:gd name="connsiteX7" fmla="*/ 341085 w 1022358"/>
              <a:gd name="connsiteY7" fmla="*/ 6824530 h 6858000"/>
              <a:gd name="connsiteX8" fmla="*/ 64995 w 1022358"/>
              <a:gd name="connsiteY8" fmla="*/ 3402712 h 6858000"/>
              <a:gd name="connsiteX9" fmla="*/ 766468 w 1022358"/>
              <a:gd name="connsiteY9" fmla="*/ 3158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22358" h="6858000">
                <a:moveTo>
                  <a:pt x="768834" y="0"/>
                </a:moveTo>
                <a:lnTo>
                  <a:pt x="1005982" y="0"/>
                </a:lnTo>
                <a:lnTo>
                  <a:pt x="1009847" y="31316"/>
                </a:lnTo>
                <a:cubicBezTo>
                  <a:pt x="1116447" y="1344814"/>
                  <a:pt x="511620" y="2956996"/>
                  <a:pt x="341247" y="4176390"/>
                </a:cubicBezTo>
                <a:cubicBezTo>
                  <a:pt x="195220" y="5221592"/>
                  <a:pt x="367751" y="5981827"/>
                  <a:pt x="522246" y="6776573"/>
                </a:cubicBezTo>
                <a:lnTo>
                  <a:pt x="537283" y="6858000"/>
                </a:lnTo>
                <a:lnTo>
                  <a:pt x="343740" y="6858000"/>
                </a:lnTo>
                <a:lnTo>
                  <a:pt x="341085" y="6824530"/>
                </a:lnTo>
                <a:cubicBezTo>
                  <a:pt x="214611" y="5685264"/>
                  <a:pt x="-146378" y="4793885"/>
                  <a:pt x="64995" y="3402712"/>
                </a:cubicBezTo>
                <a:cubicBezTo>
                  <a:pt x="215268" y="2413681"/>
                  <a:pt x="655432" y="1168808"/>
                  <a:pt x="766468" y="31586"/>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36" name="Picture Placeholder 35">
            <a:extLst>
              <a:ext uri="{FF2B5EF4-FFF2-40B4-BE49-F238E27FC236}">
                <a16:creationId xmlns:a16="http://schemas.microsoft.com/office/drawing/2014/main" id="{95AB918B-2E59-DAB9-A333-D1C66DCE70E5}"/>
              </a:ext>
            </a:extLst>
          </p:cNvPr>
          <p:cNvSpPr>
            <a:spLocks noGrp="1"/>
          </p:cNvSpPr>
          <p:nvPr>
            <p:ph type="pic" sz="quarter" idx="12"/>
          </p:nvPr>
        </p:nvSpPr>
        <p:spPr>
          <a:xfrm>
            <a:off x="7574694" y="0"/>
            <a:ext cx="4617306" cy="6858000"/>
          </a:xfrm>
          <a:custGeom>
            <a:avLst/>
            <a:gdLst>
              <a:gd name="connsiteX0" fmla="*/ 719981 w 4617306"/>
              <a:gd name="connsiteY0" fmla="*/ 0 h 6858000"/>
              <a:gd name="connsiteX1" fmla="*/ 4617306 w 4617306"/>
              <a:gd name="connsiteY1" fmla="*/ 0 h 6858000"/>
              <a:gd name="connsiteX2" fmla="*/ 4617306 w 4617306"/>
              <a:gd name="connsiteY2" fmla="*/ 6858000 h 6858000"/>
              <a:gd name="connsiteX3" fmla="*/ 251282 w 4617306"/>
              <a:gd name="connsiteY3" fmla="*/ 6858000 h 6858000"/>
              <a:gd name="connsiteX4" fmla="*/ 236245 w 4617306"/>
              <a:gd name="connsiteY4" fmla="*/ 6776573 h 6858000"/>
              <a:gd name="connsiteX5" fmla="*/ 55246 w 4617306"/>
              <a:gd name="connsiteY5" fmla="*/ 4176390 h 6858000"/>
              <a:gd name="connsiteX6" fmla="*/ 723846 w 4617306"/>
              <a:gd name="connsiteY6" fmla="*/ 313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17306" h="6858000">
                <a:moveTo>
                  <a:pt x="719981" y="0"/>
                </a:moveTo>
                <a:lnTo>
                  <a:pt x="4617306" y="0"/>
                </a:lnTo>
                <a:lnTo>
                  <a:pt x="4617306" y="6858000"/>
                </a:lnTo>
                <a:lnTo>
                  <a:pt x="251282" y="6858000"/>
                </a:lnTo>
                <a:lnTo>
                  <a:pt x="236245" y="6776573"/>
                </a:lnTo>
                <a:cubicBezTo>
                  <a:pt x="81750" y="5981827"/>
                  <a:pt x="-90781" y="5221592"/>
                  <a:pt x="55246" y="4176390"/>
                </a:cubicBezTo>
                <a:cubicBezTo>
                  <a:pt x="225619" y="2956996"/>
                  <a:pt x="830446" y="1344814"/>
                  <a:pt x="723846" y="31316"/>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GB"/>
          </a:p>
        </p:txBody>
      </p:sp>
    </p:spTree>
    <p:extLst>
      <p:ext uri="{BB962C8B-B14F-4D97-AF65-F5344CB8AC3E}">
        <p14:creationId xmlns:p14="http://schemas.microsoft.com/office/powerpoint/2010/main" val="189937753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Content_Photo-Big_left_dark">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6096000" y="549476"/>
            <a:ext cx="5545138" cy="1131687"/>
          </a:xfrm>
        </p:spPr>
        <p:txBody>
          <a:bodyPr/>
          <a:lstStyle>
            <a:lvl1pPr>
              <a:defRPr>
                <a:solidFill>
                  <a:schemeClr val="bg2"/>
                </a:solidFill>
              </a:defRPr>
            </a:lvl1p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9" name="Text Placeholder 6">
            <a:extLst>
              <a:ext uri="{FF2B5EF4-FFF2-40B4-BE49-F238E27FC236}">
                <a16:creationId xmlns:a16="http://schemas.microsoft.com/office/drawing/2014/main" id="{32318783-F912-367F-A0F9-62F27F691C6D}"/>
              </a:ext>
            </a:extLst>
          </p:cNvPr>
          <p:cNvSpPr>
            <a:spLocks noGrp="1"/>
          </p:cNvSpPr>
          <p:nvPr>
            <p:ph idx="1"/>
          </p:nvPr>
        </p:nvSpPr>
        <p:spPr>
          <a:xfrm>
            <a:off x="6096000" y="2723948"/>
            <a:ext cx="5545138" cy="3584576"/>
          </a:xfrm>
          <a:prstGeom prst="rect">
            <a:avLst/>
          </a:prstGeom>
        </p:spPr>
        <p:txBody>
          <a:bodyPr vert="horz" lIns="0" tIns="0" rIns="0" bIns="0" rtlCol="0">
            <a:normAutofit/>
          </a:bodyPr>
          <a:lstStyle>
            <a:lvl1pPr marL="0" indent="0">
              <a:buNone/>
              <a:defRPr sz="1200">
                <a:solidFill>
                  <a:schemeClr val="bg2"/>
                </a:solidFill>
              </a:defRPr>
            </a:lvl1pPr>
            <a:lvl2pPr marL="457200" indent="0">
              <a:buNone/>
              <a:defRPr/>
            </a:lvl2pPr>
            <a:lvl3pPr marL="914400" indent="0">
              <a:buNone/>
              <a:defRPr/>
            </a:lvl3pPr>
          </a:lstStyle>
          <a:p>
            <a:pPr lvl="0"/>
            <a:r>
              <a:rPr lang="en-US"/>
              <a:t>Click to edit Master text styles</a:t>
            </a:r>
          </a:p>
        </p:txBody>
      </p:sp>
      <p:sp>
        <p:nvSpPr>
          <p:cNvPr id="11" name="Text Placeholder 7">
            <a:extLst>
              <a:ext uri="{FF2B5EF4-FFF2-40B4-BE49-F238E27FC236}">
                <a16:creationId xmlns:a16="http://schemas.microsoft.com/office/drawing/2014/main" id="{89B4F3B9-1C89-E951-4C68-F8F9879046BB}"/>
              </a:ext>
            </a:extLst>
          </p:cNvPr>
          <p:cNvSpPr>
            <a:spLocks noGrp="1"/>
          </p:cNvSpPr>
          <p:nvPr>
            <p:ph type="body" sz="quarter" idx="11"/>
          </p:nvPr>
        </p:nvSpPr>
        <p:spPr>
          <a:xfrm>
            <a:off x="6096000" y="2119540"/>
            <a:ext cx="5545138" cy="444507"/>
          </a:xfrm>
        </p:spPr>
        <p:txBody>
          <a:bodyPr/>
          <a:lstStyle>
            <a:lvl1pPr marL="0" indent="0">
              <a:buNone/>
              <a:defRPr b="1">
                <a:solidFill>
                  <a:schemeClr val="bg2"/>
                </a:solidFill>
              </a:defRPr>
            </a:lvl1pPr>
          </a:lstStyle>
          <a:p>
            <a:pPr lvl="0"/>
            <a:r>
              <a:rPr lang="en-US"/>
              <a:t>Click to edit Master text styles</a:t>
            </a:r>
          </a:p>
        </p:txBody>
      </p:sp>
      <p:sp>
        <p:nvSpPr>
          <p:cNvPr id="29" name="Freeform 28">
            <a:extLst>
              <a:ext uri="{FF2B5EF4-FFF2-40B4-BE49-F238E27FC236}">
                <a16:creationId xmlns:a16="http://schemas.microsoft.com/office/drawing/2014/main" id="{0A243FFF-8D05-DB6D-9184-BB0FF22C1C35}"/>
              </a:ext>
            </a:extLst>
          </p:cNvPr>
          <p:cNvSpPr/>
          <p:nvPr userDrawn="1"/>
        </p:nvSpPr>
        <p:spPr>
          <a:xfrm flipH="1">
            <a:off x="4130148" y="0"/>
            <a:ext cx="1174594" cy="6858000"/>
          </a:xfrm>
          <a:custGeom>
            <a:avLst/>
            <a:gdLst>
              <a:gd name="connsiteX0" fmla="*/ 771494 w 1174594"/>
              <a:gd name="connsiteY0" fmla="*/ 0 h 6858000"/>
              <a:gd name="connsiteX1" fmla="*/ 1174594 w 1174594"/>
              <a:gd name="connsiteY1" fmla="*/ 0 h 6858000"/>
              <a:gd name="connsiteX2" fmla="*/ 1161444 w 1174594"/>
              <a:gd name="connsiteY2" fmla="*/ 144397 h 6858000"/>
              <a:gd name="connsiteX3" fmla="*/ 472003 w 1174594"/>
              <a:gd name="connsiteY3" fmla="*/ 3402712 h 6858000"/>
              <a:gd name="connsiteX4" fmla="*/ 748093 w 1174594"/>
              <a:gd name="connsiteY4" fmla="*/ 6824530 h 6858000"/>
              <a:gd name="connsiteX5" fmla="*/ 750748 w 1174594"/>
              <a:gd name="connsiteY5" fmla="*/ 6858000 h 6858000"/>
              <a:gd name="connsiteX6" fmla="*/ 217344 w 1174594"/>
              <a:gd name="connsiteY6" fmla="*/ 6858000 h 6858000"/>
              <a:gd name="connsiteX7" fmla="*/ 214865 w 1174594"/>
              <a:gd name="connsiteY7" fmla="*/ 6843618 h 6858000"/>
              <a:gd name="connsiteX8" fmla="*/ 64995 w 1174594"/>
              <a:gd name="connsiteY8" fmla="*/ 4241454 h 6858000"/>
              <a:gd name="connsiteX9" fmla="*/ 783146 w 1174594"/>
              <a:gd name="connsiteY9" fmla="*/ 10468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74594" h="6858000">
                <a:moveTo>
                  <a:pt x="771494" y="0"/>
                </a:moveTo>
                <a:lnTo>
                  <a:pt x="1174594" y="0"/>
                </a:lnTo>
                <a:lnTo>
                  <a:pt x="1161444" y="144397"/>
                </a:lnTo>
                <a:cubicBezTo>
                  <a:pt x="1033733" y="1250609"/>
                  <a:pt x="617322" y="2446286"/>
                  <a:pt x="472003" y="3402712"/>
                </a:cubicBezTo>
                <a:cubicBezTo>
                  <a:pt x="260630" y="4793885"/>
                  <a:pt x="621619" y="5685263"/>
                  <a:pt x="748093" y="6824530"/>
                </a:cubicBezTo>
                <a:lnTo>
                  <a:pt x="750748" y="6858000"/>
                </a:lnTo>
                <a:lnTo>
                  <a:pt x="217344" y="6858000"/>
                </a:lnTo>
                <a:lnTo>
                  <a:pt x="214865" y="6843618"/>
                </a:lnTo>
                <a:cubicBezTo>
                  <a:pt x="69890" y="6047077"/>
                  <a:pt x="-93534" y="5284828"/>
                  <a:pt x="64995" y="4241454"/>
                </a:cubicBezTo>
                <a:cubicBezTo>
                  <a:pt x="249947" y="3024186"/>
                  <a:pt x="874015" y="1419367"/>
                  <a:pt x="783146" y="104685"/>
                </a:cubicBezTo>
                <a:close/>
              </a:path>
            </a:pathLst>
          </a:custGeom>
          <a:solidFill>
            <a:srgbClr val="5B1E5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7" name="Freeform 6">
            <a:extLst>
              <a:ext uri="{FF2B5EF4-FFF2-40B4-BE49-F238E27FC236}">
                <a16:creationId xmlns:a16="http://schemas.microsoft.com/office/drawing/2014/main" id="{C40030E4-B36C-592E-E057-414B265596F4}"/>
              </a:ext>
            </a:extLst>
          </p:cNvPr>
          <p:cNvSpPr/>
          <p:nvPr userDrawn="1"/>
        </p:nvSpPr>
        <p:spPr>
          <a:xfrm flipH="1">
            <a:off x="3880422" y="0"/>
            <a:ext cx="1022358" cy="6858000"/>
          </a:xfrm>
          <a:custGeom>
            <a:avLst/>
            <a:gdLst>
              <a:gd name="connsiteX0" fmla="*/ 768834 w 1022358"/>
              <a:gd name="connsiteY0" fmla="*/ 0 h 6858000"/>
              <a:gd name="connsiteX1" fmla="*/ 1005982 w 1022358"/>
              <a:gd name="connsiteY1" fmla="*/ 0 h 6858000"/>
              <a:gd name="connsiteX2" fmla="*/ 1009847 w 1022358"/>
              <a:gd name="connsiteY2" fmla="*/ 31316 h 6858000"/>
              <a:gd name="connsiteX3" fmla="*/ 341247 w 1022358"/>
              <a:gd name="connsiteY3" fmla="*/ 4176390 h 6858000"/>
              <a:gd name="connsiteX4" fmla="*/ 522246 w 1022358"/>
              <a:gd name="connsiteY4" fmla="*/ 6776573 h 6858000"/>
              <a:gd name="connsiteX5" fmla="*/ 537283 w 1022358"/>
              <a:gd name="connsiteY5" fmla="*/ 6858000 h 6858000"/>
              <a:gd name="connsiteX6" fmla="*/ 343740 w 1022358"/>
              <a:gd name="connsiteY6" fmla="*/ 6858000 h 6858000"/>
              <a:gd name="connsiteX7" fmla="*/ 341085 w 1022358"/>
              <a:gd name="connsiteY7" fmla="*/ 6824530 h 6858000"/>
              <a:gd name="connsiteX8" fmla="*/ 64995 w 1022358"/>
              <a:gd name="connsiteY8" fmla="*/ 3402712 h 6858000"/>
              <a:gd name="connsiteX9" fmla="*/ 766468 w 1022358"/>
              <a:gd name="connsiteY9" fmla="*/ 3158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22358" h="6858000">
                <a:moveTo>
                  <a:pt x="768834" y="0"/>
                </a:moveTo>
                <a:lnTo>
                  <a:pt x="1005982" y="0"/>
                </a:lnTo>
                <a:lnTo>
                  <a:pt x="1009847" y="31316"/>
                </a:lnTo>
                <a:cubicBezTo>
                  <a:pt x="1116447" y="1344814"/>
                  <a:pt x="511620" y="2956996"/>
                  <a:pt x="341247" y="4176390"/>
                </a:cubicBezTo>
                <a:cubicBezTo>
                  <a:pt x="195220" y="5221592"/>
                  <a:pt x="367751" y="5981827"/>
                  <a:pt x="522246" y="6776573"/>
                </a:cubicBezTo>
                <a:lnTo>
                  <a:pt x="537283" y="6858000"/>
                </a:lnTo>
                <a:lnTo>
                  <a:pt x="343740" y="6858000"/>
                </a:lnTo>
                <a:lnTo>
                  <a:pt x="341085" y="6824530"/>
                </a:lnTo>
                <a:cubicBezTo>
                  <a:pt x="214611" y="5685264"/>
                  <a:pt x="-146378" y="4793885"/>
                  <a:pt x="64995" y="3402712"/>
                </a:cubicBezTo>
                <a:cubicBezTo>
                  <a:pt x="215268" y="2413681"/>
                  <a:pt x="655432" y="1168808"/>
                  <a:pt x="766468" y="31586"/>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12" name="Picture Placeholder 11">
            <a:extLst>
              <a:ext uri="{FF2B5EF4-FFF2-40B4-BE49-F238E27FC236}">
                <a16:creationId xmlns:a16="http://schemas.microsoft.com/office/drawing/2014/main" id="{6BD9DE43-31F4-89E5-CCA5-DB3D1A80476F}"/>
              </a:ext>
            </a:extLst>
          </p:cNvPr>
          <p:cNvSpPr>
            <a:spLocks noGrp="1"/>
          </p:cNvSpPr>
          <p:nvPr>
            <p:ph type="pic" sz="quarter" idx="12"/>
          </p:nvPr>
        </p:nvSpPr>
        <p:spPr>
          <a:xfrm>
            <a:off x="0" y="0"/>
            <a:ext cx="4626938" cy="6858000"/>
          </a:xfrm>
          <a:custGeom>
            <a:avLst/>
            <a:gdLst>
              <a:gd name="connsiteX0" fmla="*/ 0 w 4626938"/>
              <a:gd name="connsiteY0" fmla="*/ 0 h 6858000"/>
              <a:gd name="connsiteX1" fmla="*/ 3906958 w 4626938"/>
              <a:gd name="connsiteY1" fmla="*/ 0 h 6858000"/>
              <a:gd name="connsiteX2" fmla="*/ 3903093 w 4626938"/>
              <a:gd name="connsiteY2" fmla="*/ 31316 h 6858000"/>
              <a:gd name="connsiteX3" fmla="*/ 4571693 w 4626938"/>
              <a:gd name="connsiteY3" fmla="*/ 4176390 h 6858000"/>
              <a:gd name="connsiteX4" fmla="*/ 4390694 w 4626938"/>
              <a:gd name="connsiteY4" fmla="*/ 6776573 h 6858000"/>
              <a:gd name="connsiteX5" fmla="*/ 4375657 w 4626938"/>
              <a:gd name="connsiteY5" fmla="*/ 6858000 h 6858000"/>
              <a:gd name="connsiteX6" fmla="*/ 0 w 4626938"/>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26938" h="6858000">
                <a:moveTo>
                  <a:pt x="0" y="0"/>
                </a:moveTo>
                <a:lnTo>
                  <a:pt x="3906958" y="0"/>
                </a:lnTo>
                <a:lnTo>
                  <a:pt x="3903093" y="31316"/>
                </a:lnTo>
                <a:cubicBezTo>
                  <a:pt x="3796493" y="1344814"/>
                  <a:pt x="4401320" y="2956996"/>
                  <a:pt x="4571693" y="4176390"/>
                </a:cubicBezTo>
                <a:cubicBezTo>
                  <a:pt x="4717720" y="5221592"/>
                  <a:pt x="4545189" y="5981827"/>
                  <a:pt x="4390694" y="6776573"/>
                </a:cubicBezTo>
                <a:lnTo>
                  <a:pt x="4375657" y="6858000"/>
                </a:lnTo>
                <a:lnTo>
                  <a:pt x="0" y="6858000"/>
                </a:ln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GB"/>
          </a:p>
        </p:txBody>
      </p:sp>
    </p:spTree>
    <p:extLst>
      <p:ext uri="{BB962C8B-B14F-4D97-AF65-F5344CB8AC3E}">
        <p14:creationId xmlns:p14="http://schemas.microsoft.com/office/powerpoint/2010/main" val="70323173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hapter_light">
    <p:bg>
      <p:bgPr>
        <a:solidFill>
          <a:schemeClr val="accent4"/>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7" name="Picture Placeholder 16">
            <a:extLst>
              <a:ext uri="{FF2B5EF4-FFF2-40B4-BE49-F238E27FC236}">
                <a16:creationId xmlns:a16="http://schemas.microsoft.com/office/drawing/2014/main" id="{8E00BA19-5C35-CDE1-774D-9BBD0B7B5956}"/>
              </a:ext>
            </a:extLst>
          </p:cNvPr>
          <p:cNvSpPr>
            <a:spLocks noGrp="1"/>
          </p:cNvSpPr>
          <p:nvPr>
            <p:ph type="pic" sz="quarter" idx="12"/>
          </p:nvPr>
        </p:nvSpPr>
        <p:spPr>
          <a:xfrm>
            <a:off x="810433" y="1222310"/>
            <a:ext cx="4651685" cy="4765704"/>
          </a:xfrm>
          <a:custGeom>
            <a:avLst/>
            <a:gdLst>
              <a:gd name="connsiteX0" fmla="*/ 2172219 w 4643466"/>
              <a:gd name="connsiteY0" fmla="*/ 4 h 4757283"/>
              <a:gd name="connsiteX1" fmla="*/ 3682662 w 4643466"/>
              <a:gd name="connsiteY1" fmla="*/ 791177 h 4757283"/>
              <a:gd name="connsiteX2" fmla="*/ 3682719 w 4643466"/>
              <a:gd name="connsiteY2" fmla="*/ 791425 h 4757283"/>
              <a:gd name="connsiteX3" fmla="*/ 4631723 w 4643466"/>
              <a:gd name="connsiteY3" fmla="*/ 2150645 h 4757283"/>
              <a:gd name="connsiteX4" fmla="*/ 3921972 w 4643466"/>
              <a:gd name="connsiteY4" fmla="*/ 3826185 h 4757283"/>
              <a:gd name="connsiteX5" fmla="*/ 1824385 w 4643466"/>
              <a:gd name="connsiteY5" fmla="*/ 4750602 h 4757283"/>
              <a:gd name="connsiteX6" fmla="*/ 83093 w 4643466"/>
              <a:gd name="connsiteY6" fmla="*/ 3400595 h 4757283"/>
              <a:gd name="connsiteX7" fmla="*/ 545938 w 4643466"/>
              <a:gd name="connsiteY7" fmla="*/ 1258862 h 4757283"/>
              <a:gd name="connsiteX8" fmla="*/ 2067058 w 4643466"/>
              <a:gd name="connsiteY8" fmla="*/ 5108 h 4757283"/>
              <a:gd name="connsiteX9" fmla="*/ 2172219 w 4643466"/>
              <a:gd name="connsiteY9" fmla="*/ 4 h 47572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643466" h="4757283">
                <a:moveTo>
                  <a:pt x="2172219" y="4"/>
                </a:moveTo>
                <a:cubicBezTo>
                  <a:pt x="2698457" y="1377"/>
                  <a:pt x="3229338" y="397328"/>
                  <a:pt x="3682662" y="791177"/>
                </a:cubicBezTo>
                <a:lnTo>
                  <a:pt x="3682719" y="791425"/>
                </a:lnTo>
                <a:cubicBezTo>
                  <a:pt x="4164971" y="1212090"/>
                  <a:pt x="4560621" y="1631303"/>
                  <a:pt x="4631723" y="2150645"/>
                </a:cubicBezTo>
                <a:cubicBezTo>
                  <a:pt x="4702885" y="2670238"/>
                  <a:pt x="4448678" y="3288845"/>
                  <a:pt x="3921972" y="3826185"/>
                </a:cubicBezTo>
                <a:cubicBezTo>
                  <a:pt x="3395266" y="4363528"/>
                  <a:pt x="2595453" y="4818175"/>
                  <a:pt x="1824385" y="4750602"/>
                </a:cubicBezTo>
                <a:cubicBezTo>
                  <a:pt x="1054889" y="4682411"/>
                  <a:pt x="314082" y="4091754"/>
                  <a:pt x="83093" y="3400595"/>
                </a:cubicBezTo>
                <a:cubicBezTo>
                  <a:pt x="-147341" y="2710618"/>
                  <a:pt x="132101" y="1920392"/>
                  <a:pt x="545938" y="1258862"/>
                </a:cubicBezTo>
                <a:cubicBezTo>
                  <a:pt x="959775" y="597334"/>
                  <a:pt x="1508470" y="61520"/>
                  <a:pt x="2067058" y="5108"/>
                </a:cubicBezTo>
                <a:cubicBezTo>
                  <a:pt x="2102075" y="1575"/>
                  <a:pt x="2137137" y="-87"/>
                  <a:pt x="2172219" y="4"/>
                </a:cubicBezTo>
                <a:close/>
              </a:path>
            </a:pathLst>
          </a:custGeom>
          <a:solidFill>
            <a:schemeClr val="bg2"/>
          </a:solidFill>
        </p:spPr>
        <p:txBody>
          <a:bodyPr wrap="square" anchor="ctr">
            <a:noAutofit/>
          </a:bodyPr>
          <a:lstStyle>
            <a:lvl1pPr marL="0" indent="0" algn="ctr">
              <a:buNone/>
              <a:defRPr/>
            </a:lvl1pPr>
          </a:lstStyle>
          <a:p>
            <a:r>
              <a:rPr lang="en-US" noProof="0"/>
              <a:t>Click icon to add picture</a:t>
            </a:r>
            <a:endParaRPr lang="en-GB" noProof="0"/>
          </a:p>
        </p:txBody>
      </p:sp>
      <p:sp>
        <p:nvSpPr>
          <p:cNvPr id="15" name="Freeform 14">
            <a:extLst>
              <a:ext uri="{FF2B5EF4-FFF2-40B4-BE49-F238E27FC236}">
                <a16:creationId xmlns:a16="http://schemas.microsoft.com/office/drawing/2014/main" id="{C1FEEDD8-28AA-BE3E-02E2-170FFB40470C}"/>
              </a:ext>
            </a:extLst>
          </p:cNvPr>
          <p:cNvSpPr/>
          <p:nvPr userDrawn="1"/>
        </p:nvSpPr>
        <p:spPr>
          <a:xfrm>
            <a:off x="6296481" y="-351"/>
            <a:ext cx="5895520" cy="1951072"/>
          </a:xfrm>
          <a:custGeom>
            <a:avLst/>
            <a:gdLst>
              <a:gd name="connsiteX0" fmla="*/ 7570489 w 9855101"/>
              <a:gd name="connsiteY0" fmla="*/ 1003774 h 12126752"/>
              <a:gd name="connsiteX1" fmla="*/ 8284143 w 9855101"/>
              <a:gd name="connsiteY1" fmla="*/ 4475255 h 12126752"/>
              <a:gd name="connsiteX2" fmla="*/ 9328763 w 9855101"/>
              <a:gd name="connsiteY2" fmla="*/ 6829838 h 12126752"/>
              <a:gd name="connsiteX3" fmla="*/ 9809249 w 9855101"/>
              <a:gd name="connsiteY3" fmla="*/ 9689785 h 12126752"/>
              <a:gd name="connsiteX4" fmla="*/ 8188160 w 9855101"/>
              <a:gd name="connsiteY4" fmla="*/ 12097161 h 12126752"/>
              <a:gd name="connsiteX5" fmla="*/ 5048943 w 9855101"/>
              <a:gd name="connsiteY5" fmla="*/ 11120830 h 12126752"/>
              <a:gd name="connsiteX6" fmla="*/ 2105409 w 9855101"/>
              <a:gd name="connsiteY6" fmla="*/ 10306958 h 12126752"/>
              <a:gd name="connsiteX7" fmla="*/ 58756 w 9855101"/>
              <a:gd name="connsiteY7" fmla="*/ 8327921 h 12126752"/>
              <a:gd name="connsiteX8" fmla="*/ 592520 w 9855101"/>
              <a:gd name="connsiteY8" fmla="*/ 5251217 h 12126752"/>
              <a:gd name="connsiteX9" fmla="*/ 1635363 w 9855101"/>
              <a:gd name="connsiteY9" fmla="*/ 1999091 h 12126752"/>
              <a:gd name="connsiteX10" fmla="*/ 4494042 w 9855101"/>
              <a:gd name="connsiteY10" fmla="*/ 81983 h 12126752"/>
              <a:gd name="connsiteX11" fmla="*/ 7570489 w 9855101"/>
              <a:gd name="connsiteY11" fmla="*/ 1003774 h 12126752"/>
              <a:gd name="connsiteX0" fmla="*/ 7570489 w 9855101"/>
              <a:gd name="connsiteY0" fmla="*/ 1003774 h 12126752"/>
              <a:gd name="connsiteX1" fmla="*/ 8284143 w 9855101"/>
              <a:gd name="connsiteY1" fmla="*/ 4475255 h 12126752"/>
              <a:gd name="connsiteX2" fmla="*/ 9328763 w 9855101"/>
              <a:gd name="connsiteY2" fmla="*/ 6829838 h 12126752"/>
              <a:gd name="connsiteX3" fmla="*/ 9809249 w 9855101"/>
              <a:gd name="connsiteY3" fmla="*/ 9689785 h 12126752"/>
              <a:gd name="connsiteX4" fmla="*/ 8188160 w 9855101"/>
              <a:gd name="connsiteY4" fmla="*/ 12097161 h 12126752"/>
              <a:gd name="connsiteX5" fmla="*/ 5048943 w 9855101"/>
              <a:gd name="connsiteY5" fmla="*/ 11120830 h 12126752"/>
              <a:gd name="connsiteX6" fmla="*/ 2105409 w 9855101"/>
              <a:gd name="connsiteY6" fmla="*/ 10306958 h 12126752"/>
              <a:gd name="connsiteX7" fmla="*/ 1732972 w 9855101"/>
              <a:gd name="connsiteY7" fmla="*/ 10121772 h 12126752"/>
              <a:gd name="connsiteX8" fmla="*/ 58756 w 9855101"/>
              <a:gd name="connsiteY8" fmla="*/ 8327921 h 12126752"/>
              <a:gd name="connsiteX9" fmla="*/ 592520 w 9855101"/>
              <a:gd name="connsiteY9" fmla="*/ 5251217 h 12126752"/>
              <a:gd name="connsiteX10" fmla="*/ 1635363 w 9855101"/>
              <a:gd name="connsiteY10" fmla="*/ 1999091 h 12126752"/>
              <a:gd name="connsiteX11" fmla="*/ 4494042 w 9855101"/>
              <a:gd name="connsiteY11" fmla="*/ 81983 h 12126752"/>
              <a:gd name="connsiteX12" fmla="*/ 7570489 w 9855101"/>
              <a:gd name="connsiteY12" fmla="*/ 1003774 h 12126752"/>
              <a:gd name="connsiteX0" fmla="*/ 7570489 w 9855101"/>
              <a:gd name="connsiteY0" fmla="*/ 1003774 h 12126752"/>
              <a:gd name="connsiteX1" fmla="*/ 8284143 w 9855101"/>
              <a:gd name="connsiteY1" fmla="*/ 4475255 h 12126752"/>
              <a:gd name="connsiteX2" fmla="*/ 9328763 w 9855101"/>
              <a:gd name="connsiteY2" fmla="*/ 6829838 h 12126752"/>
              <a:gd name="connsiteX3" fmla="*/ 9809249 w 9855101"/>
              <a:gd name="connsiteY3" fmla="*/ 9689785 h 12126752"/>
              <a:gd name="connsiteX4" fmla="*/ 8188160 w 9855101"/>
              <a:gd name="connsiteY4" fmla="*/ 12097161 h 12126752"/>
              <a:gd name="connsiteX5" fmla="*/ 5048943 w 9855101"/>
              <a:gd name="connsiteY5" fmla="*/ 11120830 h 12126752"/>
              <a:gd name="connsiteX6" fmla="*/ 2105409 w 9855101"/>
              <a:gd name="connsiteY6" fmla="*/ 10306958 h 12126752"/>
              <a:gd name="connsiteX7" fmla="*/ 1732972 w 9855101"/>
              <a:gd name="connsiteY7" fmla="*/ 10121772 h 12126752"/>
              <a:gd name="connsiteX8" fmla="*/ 58756 w 9855101"/>
              <a:gd name="connsiteY8" fmla="*/ 8327921 h 12126752"/>
              <a:gd name="connsiteX9" fmla="*/ 592520 w 9855101"/>
              <a:gd name="connsiteY9" fmla="*/ 5251217 h 12126752"/>
              <a:gd name="connsiteX10" fmla="*/ 1635363 w 9855101"/>
              <a:gd name="connsiteY10" fmla="*/ 1999091 h 12126752"/>
              <a:gd name="connsiteX11" fmla="*/ 4494042 w 9855101"/>
              <a:gd name="connsiteY11" fmla="*/ 81983 h 12126752"/>
              <a:gd name="connsiteX12" fmla="*/ 7570489 w 9855101"/>
              <a:gd name="connsiteY12" fmla="*/ 1003774 h 12126752"/>
              <a:gd name="connsiteX0" fmla="*/ 1732972 w 9855101"/>
              <a:gd name="connsiteY0" fmla="*/ 10121772 h 12126752"/>
              <a:gd name="connsiteX1" fmla="*/ 58756 w 9855101"/>
              <a:gd name="connsiteY1" fmla="*/ 8327921 h 12126752"/>
              <a:gd name="connsiteX2" fmla="*/ 592520 w 9855101"/>
              <a:gd name="connsiteY2" fmla="*/ 5251217 h 12126752"/>
              <a:gd name="connsiteX3" fmla="*/ 1635363 w 9855101"/>
              <a:gd name="connsiteY3" fmla="*/ 1999091 h 12126752"/>
              <a:gd name="connsiteX4" fmla="*/ 4494042 w 9855101"/>
              <a:gd name="connsiteY4" fmla="*/ 81983 h 12126752"/>
              <a:gd name="connsiteX5" fmla="*/ 7570489 w 9855101"/>
              <a:gd name="connsiteY5" fmla="*/ 1003774 h 12126752"/>
              <a:gd name="connsiteX6" fmla="*/ 8284143 w 9855101"/>
              <a:gd name="connsiteY6" fmla="*/ 4475255 h 12126752"/>
              <a:gd name="connsiteX7" fmla="*/ 9328763 w 9855101"/>
              <a:gd name="connsiteY7" fmla="*/ 6829838 h 12126752"/>
              <a:gd name="connsiteX8" fmla="*/ 9809249 w 9855101"/>
              <a:gd name="connsiteY8" fmla="*/ 9689785 h 12126752"/>
              <a:gd name="connsiteX9" fmla="*/ 8188160 w 9855101"/>
              <a:gd name="connsiteY9" fmla="*/ 12097161 h 12126752"/>
              <a:gd name="connsiteX10" fmla="*/ 5048943 w 9855101"/>
              <a:gd name="connsiteY10" fmla="*/ 11120830 h 12126752"/>
              <a:gd name="connsiteX11" fmla="*/ 2105409 w 9855101"/>
              <a:gd name="connsiteY11" fmla="*/ 10306958 h 12126752"/>
              <a:gd name="connsiteX12" fmla="*/ 1824412 w 9855101"/>
              <a:gd name="connsiteY12" fmla="*/ 10213212 h 12126752"/>
              <a:gd name="connsiteX0" fmla="*/ 962938 w 9806427"/>
              <a:gd name="connsiteY0" fmla="*/ 10203052 h 12126752"/>
              <a:gd name="connsiteX1" fmla="*/ 10082 w 9806427"/>
              <a:gd name="connsiteY1" fmla="*/ 8327921 h 12126752"/>
              <a:gd name="connsiteX2" fmla="*/ 543846 w 9806427"/>
              <a:gd name="connsiteY2" fmla="*/ 5251217 h 12126752"/>
              <a:gd name="connsiteX3" fmla="*/ 1586689 w 9806427"/>
              <a:gd name="connsiteY3" fmla="*/ 1999091 h 12126752"/>
              <a:gd name="connsiteX4" fmla="*/ 4445368 w 9806427"/>
              <a:gd name="connsiteY4" fmla="*/ 81983 h 12126752"/>
              <a:gd name="connsiteX5" fmla="*/ 7521815 w 9806427"/>
              <a:gd name="connsiteY5" fmla="*/ 1003774 h 12126752"/>
              <a:gd name="connsiteX6" fmla="*/ 8235469 w 9806427"/>
              <a:gd name="connsiteY6" fmla="*/ 4475255 h 12126752"/>
              <a:gd name="connsiteX7" fmla="*/ 9280089 w 9806427"/>
              <a:gd name="connsiteY7" fmla="*/ 6829838 h 12126752"/>
              <a:gd name="connsiteX8" fmla="*/ 9760575 w 9806427"/>
              <a:gd name="connsiteY8" fmla="*/ 9689785 h 12126752"/>
              <a:gd name="connsiteX9" fmla="*/ 8139486 w 9806427"/>
              <a:gd name="connsiteY9" fmla="*/ 12097161 h 12126752"/>
              <a:gd name="connsiteX10" fmla="*/ 5000269 w 9806427"/>
              <a:gd name="connsiteY10" fmla="*/ 11120830 h 12126752"/>
              <a:gd name="connsiteX11" fmla="*/ 2056735 w 9806427"/>
              <a:gd name="connsiteY11" fmla="*/ 10306958 h 12126752"/>
              <a:gd name="connsiteX12" fmla="*/ 1775738 w 9806427"/>
              <a:gd name="connsiteY12" fmla="*/ 10213212 h 12126752"/>
              <a:gd name="connsiteX0" fmla="*/ 962938 w 9806427"/>
              <a:gd name="connsiteY0" fmla="*/ 10203052 h 12319912"/>
              <a:gd name="connsiteX1" fmla="*/ 10082 w 9806427"/>
              <a:gd name="connsiteY1" fmla="*/ 8327921 h 12319912"/>
              <a:gd name="connsiteX2" fmla="*/ 543846 w 9806427"/>
              <a:gd name="connsiteY2" fmla="*/ 5251217 h 12319912"/>
              <a:gd name="connsiteX3" fmla="*/ 1586689 w 9806427"/>
              <a:gd name="connsiteY3" fmla="*/ 1999091 h 12319912"/>
              <a:gd name="connsiteX4" fmla="*/ 4445368 w 9806427"/>
              <a:gd name="connsiteY4" fmla="*/ 81983 h 12319912"/>
              <a:gd name="connsiteX5" fmla="*/ 7521815 w 9806427"/>
              <a:gd name="connsiteY5" fmla="*/ 1003774 h 12319912"/>
              <a:gd name="connsiteX6" fmla="*/ 8235469 w 9806427"/>
              <a:gd name="connsiteY6" fmla="*/ 4475255 h 12319912"/>
              <a:gd name="connsiteX7" fmla="*/ 9280089 w 9806427"/>
              <a:gd name="connsiteY7" fmla="*/ 6829838 h 12319912"/>
              <a:gd name="connsiteX8" fmla="*/ 9760575 w 9806427"/>
              <a:gd name="connsiteY8" fmla="*/ 9689785 h 12319912"/>
              <a:gd name="connsiteX9" fmla="*/ 8139486 w 9806427"/>
              <a:gd name="connsiteY9" fmla="*/ 12097161 h 12319912"/>
              <a:gd name="connsiteX10" fmla="*/ 7566938 w 9806427"/>
              <a:gd name="connsiteY10" fmla="*/ 12102972 h 12319912"/>
              <a:gd name="connsiteX11" fmla="*/ 5000269 w 9806427"/>
              <a:gd name="connsiteY11" fmla="*/ 11120830 h 12319912"/>
              <a:gd name="connsiteX12" fmla="*/ 2056735 w 9806427"/>
              <a:gd name="connsiteY12" fmla="*/ 10306958 h 12319912"/>
              <a:gd name="connsiteX13" fmla="*/ 1775738 w 9806427"/>
              <a:gd name="connsiteY13" fmla="*/ 10213212 h 12319912"/>
              <a:gd name="connsiteX0" fmla="*/ 962938 w 9806427"/>
              <a:gd name="connsiteY0" fmla="*/ 10203052 h 12319912"/>
              <a:gd name="connsiteX1" fmla="*/ 10082 w 9806427"/>
              <a:gd name="connsiteY1" fmla="*/ 8327921 h 12319912"/>
              <a:gd name="connsiteX2" fmla="*/ 543846 w 9806427"/>
              <a:gd name="connsiteY2" fmla="*/ 5251217 h 12319912"/>
              <a:gd name="connsiteX3" fmla="*/ 1586689 w 9806427"/>
              <a:gd name="connsiteY3" fmla="*/ 1999091 h 12319912"/>
              <a:gd name="connsiteX4" fmla="*/ 4445368 w 9806427"/>
              <a:gd name="connsiteY4" fmla="*/ 81983 h 12319912"/>
              <a:gd name="connsiteX5" fmla="*/ 7521815 w 9806427"/>
              <a:gd name="connsiteY5" fmla="*/ 1003774 h 12319912"/>
              <a:gd name="connsiteX6" fmla="*/ 8235469 w 9806427"/>
              <a:gd name="connsiteY6" fmla="*/ 4475255 h 12319912"/>
              <a:gd name="connsiteX7" fmla="*/ 9280089 w 9806427"/>
              <a:gd name="connsiteY7" fmla="*/ 6829838 h 12319912"/>
              <a:gd name="connsiteX8" fmla="*/ 9760575 w 9806427"/>
              <a:gd name="connsiteY8" fmla="*/ 9689785 h 12319912"/>
              <a:gd name="connsiteX9" fmla="*/ 8139486 w 9806427"/>
              <a:gd name="connsiteY9" fmla="*/ 12097161 h 12319912"/>
              <a:gd name="connsiteX10" fmla="*/ 7566938 w 9806427"/>
              <a:gd name="connsiteY10" fmla="*/ 12102972 h 12319912"/>
              <a:gd name="connsiteX11" fmla="*/ 5000269 w 9806427"/>
              <a:gd name="connsiteY11" fmla="*/ 11120830 h 12319912"/>
              <a:gd name="connsiteX12" fmla="*/ 2056735 w 9806427"/>
              <a:gd name="connsiteY12" fmla="*/ 10306958 h 12319912"/>
              <a:gd name="connsiteX13" fmla="*/ 1775738 w 9806427"/>
              <a:gd name="connsiteY13" fmla="*/ 10213212 h 12319912"/>
              <a:gd name="connsiteX0" fmla="*/ 10082 w 9806427"/>
              <a:gd name="connsiteY0" fmla="*/ 8327921 h 12319912"/>
              <a:gd name="connsiteX1" fmla="*/ 543846 w 9806427"/>
              <a:gd name="connsiteY1" fmla="*/ 5251217 h 12319912"/>
              <a:gd name="connsiteX2" fmla="*/ 1586689 w 9806427"/>
              <a:gd name="connsiteY2" fmla="*/ 1999091 h 12319912"/>
              <a:gd name="connsiteX3" fmla="*/ 4445368 w 9806427"/>
              <a:gd name="connsiteY3" fmla="*/ 81983 h 12319912"/>
              <a:gd name="connsiteX4" fmla="*/ 7521815 w 9806427"/>
              <a:gd name="connsiteY4" fmla="*/ 1003774 h 12319912"/>
              <a:gd name="connsiteX5" fmla="*/ 8235469 w 9806427"/>
              <a:gd name="connsiteY5" fmla="*/ 4475255 h 12319912"/>
              <a:gd name="connsiteX6" fmla="*/ 9280089 w 9806427"/>
              <a:gd name="connsiteY6" fmla="*/ 6829838 h 12319912"/>
              <a:gd name="connsiteX7" fmla="*/ 9760575 w 9806427"/>
              <a:gd name="connsiteY7" fmla="*/ 9689785 h 12319912"/>
              <a:gd name="connsiteX8" fmla="*/ 8139486 w 9806427"/>
              <a:gd name="connsiteY8" fmla="*/ 12097161 h 12319912"/>
              <a:gd name="connsiteX9" fmla="*/ 7566938 w 9806427"/>
              <a:gd name="connsiteY9" fmla="*/ 12102972 h 12319912"/>
              <a:gd name="connsiteX10" fmla="*/ 5000269 w 9806427"/>
              <a:gd name="connsiteY10" fmla="*/ 11120830 h 12319912"/>
              <a:gd name="connsiteX11" fmla="*/ 2056735 w 9806427"/>
              <a:gd name="connsiteY11" fmla="*/ 10306958 h 12319912"/>
              <a:gd name="connsiteX12" fmla="*/ 1775738 w 9806427"/>
              <a:gd name="connsiteY12" fmla="*/ 10213212 h 12319912"/>
              <a:gd name="connsiteX0" fmla="*/ 0 w 9262581"/>
              <a:gd name="connsiteY0" fmla="*/ 5251217 h 12319912"/>
              <a:gd name="connsiteX1" fmla="*/ 1042843 w 9262581"/>
              <a:gd name="connsiteY1" fmla="*/ 1999091 h 12319912"/>
              <a:gd name="connsiteX2" fmla="*/ 3901522 w 9262581"/>
              <a:gd name="connsiteY2" fmla="*/ 81983 h 12319912"/>
              <a:gd name="connsiteX3" fmla="*/ 6977969 w 9262581"/>
              <a:gd name="connsiteY3" fmla="*/ 1003774 h 12319912"/>
              <a:gd name="connsiteX4" fmla="*/ 7691623 w 9262581"/>
              <a:gd name="connsiteY4" fmla="*/ 4475255 h 12319912"/>
              <a:gd name="connsiteX5" fmla="*/ 8736243 w 9262581"/>
              <a:gd name="connsiteY5" fmla="*/ 6829838 h 12319912"/>
              <a:gd name="connsiteX6" fmla="*/ 9216729 w 9262581"/>
              <a:gd name="connsiteY6" fmla="*/ 9689785 h 12319912"/>
              <a:gd name="connsiteX7" fmla="*/ 7595640 w 9262581"/>
              <a:gd name="connsiteY7" fmla="*/ 12097161 h 12319912"/>
              <a:gd name="connsiteX8" fmla="*/ 7023092 w 9262581"/>
              <a:gd name="connsiteY8" fmla="*/ 12102972 h 12319912"/>
              <a:gd name="connsiteX9" fmla="*/ 4456423 w 9262581"/>
              <a:gd name="connsiteY9" fmla="*/ 11120830 h 12319912"/>
              <a:gd name="connsiteX10" fmla="*/ 1512889 w 9262581"/>
              <a:gd name="connsiteY10" fmla="*/ 10306958 h 12319912"/>
              <a:gd name="connsiteX11" fmla="*/ 1231892 w 9262581"/>
              <a:gd name="connsiteY11" fmla="*/ 10213212 h 12319912"/>
              <a:gd name="connsiteX0" fmla="*/ 0 w 8219738"/>
              <a:gd name="connsiteY0" fmla="*/ 1999091 h 12319912"/>
              <a:gd name="connsiteX1" fmla="*/ 2858679 w 8219738"/>
              <a:gd name="connsiteY1" fmla="*/ 81983 h 12319912"/>
              <a:gd name="connsiteX2" fmla="*/ 5935126 w 8219738"/>
              <a:gd name="connsiteY2" fmla="*/ 1003774 h 12319912"/>
              <a:gd name="connsiteX3" fmla="*/ 6648780 w 8219738"/>
              <a:gd name="connsiteY3" fmla="*/ 4475255 h 12319912"/>
              <a:gd name="connsiteX4" fmla="*/ 7693400 w 8219738"/>
              <a:gd name="connsiteY4" fmla="*/ 6829838 h 12319912"/>
              <a:gd name="connsiteX5" fmla="*/ 8173886 w 8219738"/>
              <a:gd name="connsiteY5" fmla="*/ 9689785 h 12319912"/>
              <a:gd name="connsiteX6" fmla="*/ 6552797 w 8219738"/>
              <a:gd name="connsiteY6" fmla="*/ 12097161 h 12319912"/>
              <a:gd name="connsiteX7" fmla="*/ 5980249 w 8219738"/>
              <a:gd name="connsiteY7" fmla="*/ 12102972 h 12319912"/>
              <a:gd name="connsiteX8" fmla="*/ 3413580 w 8219738"/>
              <a:gd name="connsiteY8" fmla="*/ 11120830 h 12319912"/>
              <a:gd name="connsiteX9" fmla="*/ 470046 w 8219738"/>
              <a:gd name="connsiteY9" fmla="*/ 10306958 h 12319912"/>
              <a:gd name="connsiteX10" fmla="*/ 189049 w 8219738"/>
              <a:gd name="connsiteY10" fmla="*/ 10213212 h 12319912"/>
              <a:gd name="connsiteX0" fmla="*/ 2773950 w 8135009"/>
              <a:gd name="connsiteY0" fmla="*/ 81983 h 12319912"/>
              <a:gd name="connsiteX1" fmla="*/ 5850397 w 8135009"/>
              <a:gd name="connsiteY1" fmla="*/ 1003774 h 12319912"/>
              <a:gd name="connsiteX2" fmla="*/ 6564051 w 8135009"/>
              <a:gd name="connsiteY2" fmla="*/ 4475255 h 12319912"/>
              <a:gd name="connsiteX3" fmla="*/ 7608671 w 8135009"/>
              <a:gd name="connsiteY3" fmla="*/ 6829838 h 12319912"/>
              <a:gd name="connsiteX4" fmla="*/ 8089157 w 8135009"/>
              <a:gd name="connsiteY4" fmla="*/ 9689785 h 12319912"/>
              <a:gd name="connsiteX5" fmla="*/ 6468068 w 8135009"/>
              <a:gd name="connsiteY5" fmla="*/ 12097161 h 12319912"/>
              <a:gd name="connsiteX6" fmla="*/ 5895520 w 8135009"/>
              <a:gd name="connsiteY6" fmla="*/ 12102972 h 12319912"/>
              <a:gd name="connsiteX7" fmla="*/ 3328851 w 8135009"/>
              <a:gd name="connsiteY7" fmla="*/ 11120830 h 12319912"/>
              <a:gd name="connsiteX8" fmla="*/ 385317 w 8135009"/>
              <a:gd name="connsiteY8" fmla="*/ 10306958 h 12319912"/>
              <a:gd name="connsiteX9" fmla="*/ 104320 w 8135009"/>
              <a:gd name="connsiteY9" fmla="*/ 10213212 h 12319912"/>
              <a:gd name="connsiteX0" fmla="*/ 2773950 w 8135323"/>
              <a:gd name="connsiteY0" fmla="*/ 81983 h 12319912"/>
              <a:gd name="connsiteX1" fmla="*/ 5850397 w 8135323"/>
              <a:gd name="connsiteY1" fmla="*/ 1003774 h 12319912"/>
              <a:gd name="connsiteX2" fmla="*/ 7608671 w 8135323"/>
              <a:gd name="connsiteY2" fmla="*/ 6829838 h 12319912"/>
              <a:gd name="connsiteX3" fmla="*/ 8089157 w 8135323"/>
              <a:gd name="connsiteY3" fmla="*/ 9689785 h 12319912"/>
              <a:gd name="connsiteX4" fmla="*/ 6468068 w 8135323"/>
              <a:gd name="connsiteY4" fmla="*/ 12097161 h 12319912"/>
              <a:gd name="connsiteX5" fmla="*/ 5895520 w 8135323"/>
              <a:gd name="connsiteY5" fmla="*/ 12102972 h 12319912"/>
              <a:gd name="connsiteX6" fmla="*/ 3328851 w 8135323"/>
              <a:gd name="connsiteY6" fmla="*/ 11120830 h 12319912"/>
              <a:gd name="connsiteX7" fmla="*/ 385317 w 8135323"/>
              <a:gd name="connsiteY7" fmla="*/ 10306958 h 12319912"/>
              <a:gd name="connsiteX8" fmla="*/ 104320 w 8135323"/>
              <a:gd name="connsiteY8" fmla="*/ 10213212 h 12319912"/>
              <a:gd name="connsiteX0" fmla="*/ 2773950 w 8089157"/>
              <a:gd name="connsiteY0" fmla="*/ 81983 h 12319912"/>
              <a:gd name="connsiteX1" fmla="*/ 5850397 w 8089157"/>
              <a:gd name="connsiteY1" fmla="*/ 1003774 h 12319912"/>
              <a:gd name="connsiteX2" fmla="*/ 8089157 w 8089157"/>
              <a:gd name="connsiteY2" fmla="*/ 9689785 h 12319912"/>
              <a:gd name="connsiteX3" fmla="*/ 6468068 w 8089157"/>
              <a:gd name="connsiteY3" fmla="*/ 12097161 h 12319912"/>
              <a:gd name="connsiteX4" fmla="*/ 5895520 w 8089157"/>
              <a:gd name="connsiteY4" fmla="*/ 12102972 h 12319912"/>
              <a:gd name="connsiteX5" fmla="*/ 3328851 w 8089157"/>
              <a:gd name="connsiteY5" fmla="*/ 11120830 h 12319912"/>
              <a:gd name="connsiteX6" fmla="*/ 385317 w 8089157"/>
              <a:gd name="connsiteY6" fmla="*/ 10306958 h 12319912"/>
              <a:gd name="connsiteX7" fmla="*/ 104320 w 8089157"/>
              <a:gd name="connsiteY7" fmla="*/ 10213212 h 12319912"/>
              <a:gd name="connsiteX0" fmla="*/ 5850397 w 8089157"/>
              <a:gd name="connsiteY0" fmla="*/ 0 h 11316138"/>
              <a:gd name="connsiteX1" fmla="*/ 8089157 w 8089157"/>
              <a:gd name="connsiteY1" fmla="*/ 8686011 h 11316138"/>
              <a:gd name="connsiteX2" fmla="*/ 6468068 w 8089157"/>
              <a:gd name="connsiteY2" fmla="*/ 11093387 h 11316138"/>
              <a:gd name="connsiteX3" fmla="*/ 5895520 w 8089157"/>
              <a:gd name="connsiteY3" fmla="*/ 11099198 h 11316138"/>
              <a:gd name="connsiteX4" fmla="*/ 3328851 w 8089157"/>
              <a:gd name="connsiteY4" fmla="*/ 10117056 h 11316138"/>
              <a:gd name="connsiteX5" fmla="*/ 385317 w 8089157"/>
              <a:gd name="connsiteY5" fmla="*/ 9303184 h 11316138"/>
              <a:gd name="connsiteX6" fmla="*/ 104320 w 8089157"/>
              <a:gd name="connsiteY6" fmla="*/ 9209438 h 11316138"/>
              <a:gd name="connsiteX0" fmla="*/ 8089157 w 8089157"/>
              <a:gd name="connsiteY0" fmla="*/ 0 h 2630127"/>
              <a:gd name="connsiteX1" fmla="*/ 6468068 w 8089157"/>
              <a:gd name="connsiteY1" fmla="*/ 2407376 h 2630127"/>
              <a:gd name="connsiteX2" fmla="*/ 5895520 w 8089157"/>
              <a:gd name="connsiteY2" fmla="*/ 2413187 h 2630127"/>
              <a:gd name="connsiteX3" fmla="*/ 3328851 w 8089157"/>
              <a:gd name="connsiteY3" fmla="*/ 1431045 h 2630127"/>
              <a:gd name="connsiteX4" fmla="*/ 385317 w 8089157"/>
              <a:gd name="connsiteY4" fmla="*/ 617173 h 2630127"/>
              <a:gd name="connsiteX5" fmla="*/ 104320 w 8089157"/>
              <a:gd name="connsiteY5" fmla="*/ 523427 h 2630127"/>
              <a:gd name="connsiteX0" fmla="*/ 6468068 w 6468068"/>
              <a:gd name="connsiteY0" fmla="*/ 1945261 h 2168012"/>
              <a:gd name="connsiteX1" fmla="*/ 5895520 w 6468068"/>
              <a:gd name="connsiteY1" fmla="*/ 1951072 h 2168012"/>
              <a:gd name="connsiteX2" fmla="*/ 3328851 w 6468068"/>
              <a:gd name="connsiteY2" fmla="*/ 968930 h 2168012"/>
              <a:gd name="connsiteX3" fmla="*/ 385317 w 6468068"/>
              <a:gd name="connsiteY3" fmla="*/ 155058 h 2168012"/>
              <a:gd name="connsiteX4" fmla="*/ 104320 w 6468068"/>
              <a:gd name="connsiteY4" fmla="*/ 61312 h 2168012"/>
              <a:gd name="connsiteX0" fmla="*/ 5895520 w 5895520"/>
              <a:gd name="connsiteY0" fmla="*/ 1951072 h 1951072"/>
              <a:gd name="connsiteX1" fmla="*/ 3328851 w 5895520"/>
              <a:gd name="connsiteY1" fmla="*/ 968930 h 1951072"/>
              <a:gd name="connsiteX2" fmla="*/ 385317 w 5895520"/>
              <a:gd name="connsiteY2" fmla="*/ 155058 h 1951072"/>
              <a:gd name="connsiteX3" fmla="*/ 104320 w 5895520"/>
              <a:gd name="connsiteY3" fmla="*/ 61312 h 1951072"/>
            </a:gdLst>
            <a:ahLst/>
            <a:cxnLst>
              <a:cxn ang="0">
                <a:pos x="connsiteX0" y="connsiteY0"/>
              </a:cxn>
              <a:cxn ang="0">
                <a:pos x="connsiteX1" y="connsiteY1"/>
              </a:cxn>
              <a:cxn ang="0">
                <a:pos x="connsiteX2" y="connsiteY2"/>
              </a:cxn>
              <a:cxn ang="0">
                <a:pos x="connsiteX3" y="connsiteY3"/>
              </a:cxn>
            </a:cxnLst>
            <a:rect l="l" t="t" r="r" b="b"/>
            <a:pathLst>
              <a:path w="5895520" h="1951072">
                <a:moveTo>
                  <a:pt x="5895520" y="1951072"/>
                </a:moveTo>
                <a:cubicBezTo>
                  <a:pt x="5138637" y="1828990"/>
                  <a:pt x="4247218" y="1268266"/>
                  <a:pt x="3328851" y="968930"/>
                </a:cubicBezTo>
                <a:cubicBezTo>
                  <a:pt x="2260922" y="568539"/>
                  <a:pt x="1310983" y="530558"/>
                  <a:pt x="385317" y="155058"/>
                </a:cubicBezTo>
                <a:cubicBezTo>
                  <a:pt x="-167345" y="-11452"/>
                  <a:pt x="8549" y="-45729"/>
                  <a:pt x="104320" y="61312"/>
                </a:cubicBezTo>
              </a:path>
            </a:pathLst>
          </a:custGeom>
          <a:noFill/>
          <a:ln w="19110" cap="flat">
            <a:solidFill>
              <a:srgbClr val="6C1D5F"/>
            </a:solidFill>
            <a:prstDash val="solid"/>
            <a:miter/>
          </a:ln>
        </p:spPr>
        <p:txBody>
          <a:bodyPr rtlCol="0" anchor="ctr"/>
          <a:lstStyle/>
          <a:p>
            <a:endParaRPr lang="en-GB"/>
          </a:p>
        </p:txBody>
      </p:sp>
      <p:sp>
        <p:nvSpPr>
          <p:cNvPr id="18" name="Freeform 17">
            <a:extLst>
              <a:ext uri="{FF2B5EF4-FFF2-40B4-BE49-F238E27FC236}">
                <a16:creationId xmlns:a16="http://schemas.microsoft.com/office/drawing/2014/main" id="{8E1DB3D8-9AE0-A93F-1CB2-11A243F896F9}"/>
              </a:ext>
            </a:extLst>
          </p:cNvPr>
          <p:cNvSpPr/>
          <p:nvPr userDrawn="1"/>
        </p:nvSpPr>
        <p:spPr>
          <a:xfrm>
            <a:off x="8539686" y="0"/>
            <a:ext cx="3652315" cy="1538876"/>
          </a:xfrm>
          <a:custGeom>
            <a:avLst/>
            <a:gdLst>
              <a:gd name="connsiteX0" fmla="*/ 0 w 3652315"/>
              <a:gd name="connsiteY0" fmla="*/ 0 h 1538876"/>
              <a:gd name="connsiteX1" fmla="*/ 3652315 w 3652315"/>
              <a:gd name="connsiteY1" fmla="*/ 0 h 1538876"/>
              <a:gd name="connsiteX2" fmla="*/ 3652315 w 3652315"/>
              <a:gd name="connsiteY2" fmla="*/ 1537398 h 1538876"/>
              <a:gd name="connsiteX3" fmla="*/ 3596909 w 3652315"/>
              <a:gd name="connsiteY3" fmla="*/ 1538876 h 1538876"/>
              <a:gd name="connsiteX4" fmla="*/ 2266115 w 3652315"/>
              <a:gd name="connsiteY4" fmla="*/ 1064401 h 1538876"/>
              <a:gd name="connsiteX5" fmla="*/ 864418 w 3652315"/>
              <a:gd name="connsiteY5" fmla="*/ 681134 h 1538876"/>
              <a:gd name="connsiteX6" fmla="*/ 23705 w 3652315"/>
              <a:gd name="connsiteY6" fmla="*/ 42529 h 1538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652315" h="1538876">
                <a:moveTo>
                  <a:pt x="0" y="0"/>
                </a:moveTo>
                <a:lnTo>
                  <a:pt x="3652315" y="0"/>
                </a:lnTo>
                <a:lnTo>
                  <a:pt x="3652315" y="1537398"/>
                </a:lnTo>
                <a:lnTo>
                  <a:pt x="3596909" y="1538876"/>
                </a:lnTo>
                <a:cubicBezTo>
                  <a:pt x="3199795" y="1528044"/>
                  <a:pt x="2711216" y="1229830"/>
                  <a:pt x="2266115" y="1064401"/>
                </a:cubicBezTo>
                <a:cubicBezTo>
                  <a:pt x="1757427" y="875333"/>
                  <a:pt x="1305335" y="858549"/>
                  <a:pt x="864418" y="681134"/>
                </a:cubicBezTo>
                <a:cubicBezTo>
                  <a:pt x="534562" y="547937"/>
                  <a:pt x="210299" y="324487"/>
                  <a:pt x="23705" y="42529"/>
                </a:cubicBezTo>
                <a:close/>
              </a:path>
            </a:pathLst>
          </a:custGeom>
          <a:solidFill>
            <a:schemeClr val="tx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23" name="Freeform 22">
            <a:extLst>
              <a:ext uri="{FF2B5EF4-FFF2-40B4-BE49-F238E27FC236}">
                <a16:creationId xmlns:a16="http://schemas.microsoft.com/office/drawing/2014/main" id="{5913EB00-D2E9-21B0-3E3E-92D27834CFA0}"/>
              </a:ext>
            </a:extLst>
          </p:cNvPr>
          <p:cNvSpPr/>
          <p:nvPr userDrawn="1"/>
        </p:nvSpPr>
        <p:spPr>
          <a:xfrm>
            <a:off x="6128485" y="5340478"/>
            <a:ext cx="6063515" cy="1517522"/>
          </a:xfrm>
          <a:custGeom>
            <a:avLst/>
            <a:gdLst>
              <a:gd name="connsiteX0" fmla="*/ 2791805 w 6063515"/>
              <a:gd name="connsiteY0" fmla="*/ 1179 h 1517522"/>
              <a:gd name="connsiteX1" fmla="*/ 5921767 w 6063515"/>
              <a:gd name="connsiteY1" fmla="*/ 743898 h 1517522"/>
              <a:gd name="connsiteX2" fmla="*/ 6063515 w 6063515"/>
              <a:gd name="connsiteY2" fmla="*/ 814265 h 1517522"/>
              <a:gd name="connsiteX3" fmla="*/ 6063515 w 6063515"/>
              <a:gd name="connsiteY3" fmla="*/ 1517522 h 1517522"/>
              <a:gd name="connsiteX4" fmla="*/ 0 w 6063515"/>
              <a:gd name="connsiteY4" fmla="*/ 1517522 h 1517522"/>
              <a:gd name="connsiteX5" fmla="*/ 186263 w 6063515"/>
              <a:gd name="connsiteY5" fmla="*/ 1335076 h 1517522"/>
              <a:gd name="connsiteX6" fmla="*/ 2063296 w 6063515"/>
              <a:gd name="connsiteY6" fmla="*/ 98044 h 1517522"/>
              <a:gd name="connsiteX7" fmla="*/ 2791805 w 6063515"/>
              <a:gd name="connsiteY7" fmla="*/ 1179 h 1517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63515" h="1517522">
                <a:moveTo>
                  <a:pt x="2791805" y="1179"/>
                </a:moveTo>
                <a:cubicBezTo>
                  <a:pt x="3678329" y="-19512"/>
                  <a:pt x="4843583" y="232300"/>
                  <a:pt x="5921767" y="743898"/>
                </a:cubicBezTo>
                <a:lnTo>
                  <a:pt x="6063515" y="814265"/>
                </a:lnTo>
                <a:lnTo>
                  <a:pt x="6063515" y="1517522"/>
                </a:lnTo>
                <a:lnTo>
                  <a:pt x="0" y="1517522"/>
                </a:lnTo>
                <a:lnTo>
                  <a:pt x="186263" y="1335076"/>
                </a:lnTo>
                <a:cubicBezTo>
                  <a:pt x="702354" y="824474"/>
                  <a:pt x="1225941" y="331388"/>
                  <a:pt x="2063296" y="98044"/>
                </a:cubicBezTo>
                <a:cubicBezTo>
                  <a:pt x="2272640" y="39710"/>
                  <a:pt x="2519028" y="7545"/>
                  <a:pt x="2791805" y="1179"/>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5" name="Title 1">
            <a:extLst>
              <a:ext uri="{FF2B5EF4-FFF2-40B4-BE49-F238E27FC236}">
                <a16:creationId xmlns:a16="http://schemas.microsoft.com/office/drawing/2014/main" id="{9EBD63F1-7387-8016-1A7E-B60E66B407E2}"/>
              </a:ext>
            </a:extLst>
          </p:cNvPr>
          <p:cNvSpPr>
            <a:spLocks noGrp="1"/>
          </p:cNvSpPr>
          <p:nvPr>
            <p:ph type="title" hasCustomPrompt="1"/>
          </p:nvPr>
        </p:nvSpPr>
        <p:spPr>
          <a:xfrm>
            <a:off x="6096000" y="3435242"/>
            <a:ext cx="5540400" cy="798091"/>
          </a:xfrm>
        </p:spPr>
        <p:txBody>
          <a:bodyPr/>
          <a:lstStyle>
            <a:lvl1pPr>
              <a:defRPr>
                <a:solidFill>
                  <a:schemeClr val="tx2"/>
                </a:solidFill>
              </a:defRPr>
            </a:lvl1pPr>
          </a:lstStyle>
          <a:p>
            <a:r>
              <a:rPr lang="en-GB"/>
              <a:t>Title of contents</a:t>
            </a:r>
            <a:br>
              <a:rPr lang="en-GB"/>
            </a:br>
            <a:r>
              <a:rPr lang="en-GB"/>
              <a:t>max. 2 lines</a:t>
            </a:r>
            <a:endParaRPr lang="en-PL"/>
          </a:p>
        </p:txBody>
      </p:sp>
      <p:sp>
        <p:nvSpPr>
          <p:cNvPr id="6" name="Text Placeholder 6">
            <a:extLst>
              <a:ext uri="{FF2B5EF4-FFF2-40B4-BE49-F238E27FC236}">
                <a16:creationId xmlns:a16="http://schemas.microsoft.com/office/drawing/2014/main" id="{06DC2B1A-1B13-5F1D-A951-E71FF2869ABE}"/>
              </a:ext>
            </a:extLst>
          </p:cNvPr>
          <p:cNvSpPr>
            <a:spLocks noGrp="1"/>
          </p:cNvSpPr>
          <p:nvPr>
            <p:ph idx="1" hasCustomPrompt="1"/>
          </p:nvPr>
        </p:nvSpPr>
        <p:spPr>
          <a:xfrm>
            <a:off x="6096000" y="2723948"/>
            <a:ext cx="5540400" cy="268951"/>
          </a:xfrm>
          <a:prstGeom prst="rect">
            <a:avLst/>
          </a:prstGeom>
        </p:spPr>
        <p:txBody>
          <a:bodyPr vert="horz" lIns="0" tIns="0" rIns="0" bIns="0" rtlCol="0">
            <a:normAutofit/>
          </a:bodyPr>
          <a:lstStyle>
            <a:lvl1pPr marL="0" indent="0">
              <a:buNone/>
              <a:defRPr sz="1200">
                <a:solidFill>
                  <a:schemeClr val="tx1"/>
                </a:solidFill>
              </a:defRPr>
            </a:lvl1pPr>
            <a:lvl2pPr marL="457200" indent="0">
              <a:buNone/>
              <a:defRPr/>
            </a:lvl2pPr>
            <a:lvl3pPr marL="914400" indent="0">
              <a:buNone/>
              <a:defRPr/>
            </a:lvl3pPr>
          </a:lstStyle>
          <a:p>
            <a:pPr lvl="0"/>
            <a:r>
              <a:rPr lang="en-GB"/>
              <a:t>Chapter number</a:t>
            </a:r>
          </a:p>
        </p:txBody>
      </p:sp>
    </p:spTree>
    <p:extLst>
      <p:ext uri="{BB962C8B-B14F-4D97-AF65-F5344CB8AC3E}">
        <p14:creationId xmlns:p14="http://schemas.microsoft.com/office/powerpoint/2010/main" val="274828756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Chapter_dark">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6096000" y="3435242"/>
            <a:ext cx="5540400" cy="798091"/>
          </a:xfrm>
        </p:spPr>
        <p:txBody>
          <a:bodyPr/>
          <a:lstStyle>
            <a:lvl1pPr>
              <a:defRPr>
                <a:solidFill>
                  <a:schemeClr val="bg1"/>
                </a:solidFill>
              </a:defRPr>
            </a:lvl1p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9" name="Text Placeholder 6">
            <a:extLst>
              <a:ext uri="{FF2B5EF4-FFF2-40B4-BE49-F238E27FC236}">
                <a16:creationId xmlns:a16="http://schemas.microsoft.com/office/drawing/2014/main" id="{32318783-F912-367F-A0F9-62F27F691C6D}"/>
              </a:ext>
            </a:extLst>
          </p:cNvPr>
          <p:cNvSpPr>
            <a:spLocks noGrp="1"/>
          </p:cNvSpPr>
          <p:nvPr>
            <p:ph idx="1" hasCustomPrompt="1"/>
          </p:nvPr>
        </p:nvSpPr>
        <p:spPr>
          <a:xfrm>
            <a:off x="6096000" y="2723948"/>
            <a:ext cx="5540400" cy="268951"/>
          </a:xfrm>
          <a:prstGeom prst="rect">
            <a:avLst/>
          </a:prstGeom>
        </p:spPr>
        <p:txBody>
          <a:bodyPr vert="horz" lIns="0" tIns="0" rIns="0" bIns="0" rtlCol="0">
            <a:normAutofit/>
          </a:bodyPr>
          <a:lstStyle>
            <a:lvl1pPr marL="0" indent="0">
              <a:buNone/>
              <a:defRPr sz="1200">
                <a:solidFill>
                  <a:schemeClr val="bg1"/>
                </a:solidFill>
              </a:defRPr>
            </a:lvl1pPr>
            <a:lvl2pPr marL="457200" indent="0">
              <a:buNone/>
              <a:defRPr/>
            </a:lvl2pPr>
            <a:lvl3pPr marL="914400" indent="0">
              <a:buNone/>
              <a:defRPr/>
            </a:lvl3pPr>
          </a:lstStyle>
          <a:p>
            <a:pPr lvl="0"/>
            <a:r>
              <a:rPr lang="en-GB"/>
              <a:t>Chapter number</a:t>
            </a:r>
          </a:p>
        </p:txBody>
      </p:sp>
      <p:sp>
        <p:nvSpPr>
          <p:cNvPr id="4" name="Graphic 8">
            <a:extLst>
              <a:ext uri="{FF2B5EF4-FFF2-40B4-BE49-F238E27FC236}">
                <a16:creationId xmlns:a16="http://schemas.microsoft.com/office/drawing/2014/main" id="{6B5F20A3-472A-3CB2-E046-8EDD9712E221}"/>
              </a:ext>
            </a:extLst>
          </p:cNvPr>
          <p:cNvSpPr/>
          <p:nvPr userDrawn="1"/>
        </p:nvSpPr>
        <p:spPr>
          <a:xfrm rot="6999517">
            <a:off x="852903" y="1204759"/>
            <a:ext cx="4758926" cy="5118997"/>
          </a:xfrm>
          <a:custGeom>
            <a:avLst/>
            <a:gdLst>
              <a:gd name="connsiteX0" fmla="*/ 1401949 w 1616853"/>
              <a:gd name="connsiteY0" fmla="*/ 422108 h 1739188"/>
              <a:gd name="connsiteX1" fmla="*/ 1615215 w 1616853"/>
              <a:gd name="connsiteY1" fmla="*/ 994174 h 1739188"/>
              <a:gd name="connsiteX2" fmla="*/ 1251001 w 1616853"/>
              <a:gd name="connsiteY2" fmla="*/ 1543821 h 1739188"/>
              <a:gd name="connsiteX3" fmla="*/ 480868 w 1616853"/>
              <a:gd name="connsiteY3" fmla="*/ 1705884 h 1739188"/>
              <a:gd name="connsiteX4" fmla="*/ 2563 w 1616853"/>
              <a:gd name="connsiteY4" fmla="*/ 1071596 h 1739188"/>
              <a:gd name="connsiteX5" fmla="*/ 319850 w 1616853"/>
              <a:gd name="connsiteY5" fmla="*/ 332242 h 1739188"/>
              <a:gd name="connsiteX6" fmla="*/ 922695 w 1616853"/>
              <a:gd name="connsiteY6" fmla="*/ 2891 h 1739188"/>
              <a:gd name="connsiteX7" fmla="*/ 1401949 w 1616853"/>
              <a:gd name="connsiteY7" fmla="*/ 422013 h 1739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6853" h="1739188">
                <a:moveTo>
                  <a:pt x="1401949" y="422108"/>
                </a:moveTo>
                <a:cubicBezTo>
                  <a:pt x="1530859" y="614760"/>
                  <a:pt x="1630985" y="799718"/>
                  <a:pt x="1615215" y="994174"/>
                </a:cubicBezTo>
                <a:cubicBezTo>
                  <a:pt x="1599446" y="1188726"/>
                  <a:pt x="1467592" y="1392303"/>
                  <a:pt x="1251001" y="1543821"/>
                </a:cubicBezTo>
                <a:cubicBezTo>
                  <a:pt x="1034410" y="1695340"/>
                  <a:pt x="732988" y="1794231"/>
                  <a:pt x="480868" y="1705884"/>
                </a:cubicBezTo>
                <a:cubicBezTo>
                  <a:pt x="229319" y="1617443"/>
                  <a:pt x="27072" y="1341670"/>
                  <a:pt x="2563" y="1071596"/>
                </a:cubicBezTo>
                <a:cubicBezTo>
                  <a:pt x="-21851" y="801997"/>
                  <a:pt x="131473" y="538194"/>
                  <a:pt x="319850" y="332242"/>
                </a:cubicBezTo>
                <a:cubicBezTo>
                  <a:pt x="508227" y="126291"/>
                  <a:pt x="732038" y="-22853"/>
                  <a:pt x="922695" y="2891"/>
                </a:cubicBezTo>
                <a:cubicBezTo>
                  <a:pt x="1113922" y="28730"/>
                  <a:pt x="1272565" y="229457"/>
                  <a:pt x="1401949" y="422013"/>
                </a:cubicBezTo>
                <a:close/>
              </a:path>
            </a:pathLst>
          </a:custGeom>
          <a:solidFill>
            <a:schemeClr val="accent1"/>
          </a:solidFill>
          <a:ln w="9487" cap="flat">
            <a:noFill/>
            <a:prstDash val="solid"/>
            <a:miter/>
          </a:ln>
        </p:spPr>
        <p:txBody>
          <a:bodyPr rtlCol="0" anchor="ctr"/>
          <a:lstStyle/>
          <a:p>
            <a:endParaRPr lang="en-GB" noProof="0"/>
          </a:p>
        </p:txBody>
      </p:sp>
      <p:sp>
        <p:nvSpPr>
          <p:cNvPr id="7" name="Picture Placeholder 16">
            <a:extLst>
              <a:ext uri="{FF2B5EF4-FFF2-40B4-BE49-F238E27FC236}">
                <a16:creationId xmlns:a16="http://schemas.microsoft.com/office/drawing/2014/main" id="{8E00BA19-5C35-CDE1-774D-9BBD0B7B5956}"/>
              </a:ext>
            </a:extLst>
          </p:cNvPr>
          <p:cNvSpPr>
            <a:spLocks noGrp="1"/>
          </p:cNvSpPr>
          <p:nvPr>
            <p:ph type="pic" sz="quarter" idx="12"/>
          </p:nvPr>
        </p:nvSpPr>
        <p:spPr>
          <a:xfrm>
            <a:off x="810433" y="1222310"/>
            <a:ext cx="4651685" cy="4765704"/>
          </a:xfrm>
          <a:custGeom>
            <a:avLst/>
            <a:gdLst>
              <a:gd name="connsiteX0" fmla="*/ 2172219 w 4643466"/>
              <a:gd name="connsiteY0" fmla="*/ 4 h 4757283"/>
              <a:gd name="connsiteX1" fmla="*/ 3682662 w 4643466"/>
              <a:gd name="connsiteY1" fmla="*/ 791177 h 4757283"/>
              <a:gd name="connsiteX2" fmla="*/ 3682719 w 4643466"/>
              <a:gd name="connsiteY2" fmla="*/ 791425 h 4757283"/>
              <a:gd name="connsiteX3" fmla="*/ 4631723 w 4643466"/>
              <a:gd name="connsiteY3" fmla="*/ 2150645 h 4757283"/>
              <a:gd name="connsiteX4" fmla="*/ 3921972 w 4643466"/>
              <a:gd name="connsiteY4" fmla="*/ 3826185 h 4757283"/>
              <a:gd name="connsiteX5" fmla="*/ 1824385 w 4643466"/>
              <a:gd name="connsiteY5" fmla="*/ 4750602 h 4757283"/>
              <a:gd name="connsiteX6" fmla="*/ 83093 w 4643466"/>
              <a:gd name="connsiteY6" fmla="*/ 3400595 h 4757283"/>
              <a:gd name="connsiteX7" fmla="*/ 545938 w 4643466"/>
              <a:gd name="connsiteY7" fmla="*/ 1258862 h 4757283"/>
              <a:gd name="connsiteX8" fmla="*/ 2067058 w 4643466"/>
              <a:gd name="connsiteY8" fmla="*/ 5108 h 4757283"/>
              <a:gd name="connsiteX9" fmla="*/ 2172219 w 4643466"/>
              <a:gd name="connsiteY9" fmla="*/ 4 h 47572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643466" h="4757283">
                <a:moveTo>
                  <a:pt x="2172219" y="4"/>
                </a:moveTo>
                <a:cubicBezTo>
                  <a:pt x="2698457" y="1377"/>
                  <a:pt x="3229338" y="397328"/>
                  <a:pt x="3682662" y="791177"/>
                </a:cubicBezTo>
                <a:lnTo>
                  <a:pt x="3682719" y="791425"/>
                </a:lnTo>
                <a:cubicBezTo>
                  <a:pt x="4164971" y="1212090"/>
                  <a:pt x="4560621" y="1631303"/>
                  <a:pt x="4631723" y="2150645"/>
                </a:cubicBezTo>
                <a:cubicBezTo>
                  <a:pt x="4702885" y="2670238"/>
                  <a:pt x="4448678" y="3288845"/>
                  <a:pt x="3921972" y="3826185"/>
                </a:cubicBezTo>
                <a:cubicBezTo>
                  <a:pt x="3395266" y="4363528"/>
                  <a:pt x="2595453" y="4818175"/>
                  <a:pt x="1824385" y="4750602"/>
                </a:cubicBezTo>
                <a:cubicBezTo>
                  <a:pt x="1054889" y="4682411"/>
                  <a:pt x="314082" y="4091754"/>
                  <a:pt x="83093" y="3400595"/>
                </a:cubicBezTo>
                <a:cubicBezTo>
                  <a:pt x="-147341" y="2710618"/>
                  <a:pt x="132101" y="1920392"/>
                  <a:pt x="545938" y="1258862"/>
                </a:cubicBezTo>
                <a:cubicBezTo>
                  <a:pt x="959775" y="597334"/>
                  <a:pt x="1508470" y="61520"/>
                  <a:pt x="2067058" y="5108"/>
                </a:cubicBezTo>
                <a:cubicBezTo>
                  <a:pt x="2102075" y="1575"/>
                  <a:pt x="2137137" y="-87"/>
                  <a:pt x="2172219" y="4"/>
                </a:cubicBezTo>
                <a:close/>
              </a:path>
            </a:pathLst>
          </a:custGeom>
          <a:solidFill>
            <a:schemeClr val="bg2"/>
          </a:solidFill>
        </p:spPr>
        <p:txBody>
          <a:bodyPr wrap="square" anchor="ctr">
            <a:noAutofit/>
          </a:bodyPr>
          <a:lstStyle>
            <a:lvl1pPr marL="0" indent="0" algn="ctr">
              <a:buNone/>
              <a:defRPr/>
            </a:lvl1pPr>
          </a:lstStyle>
          <a:p>
            <a:r>
              <a:rPr lang="en-US" noProof="0"/>
              <a:t>Click icon to add picture</a:t>
            </a:r>
            <a:endParaRPr lang="en-GB" noProof="0"/>
          </a:p>
        </p:txBody>
      </p:sp>
      <p:sp>
        <p:nvSpPr>
          <p:cNvPr id="15" name="Freeform 14">
            <a:extLst>
              <a:ext uri="{FF2B5EF4-FFF2-40B4-BE49-F238E27FC236}">
                <a16:creationId xmlns:a16="http://schemas.microsoft.com/office/drawing/2014/main" id="{C1FEEDD8-28AA-BE3E-02E2-170FFB40470C}"/>
              </a:ext>
            </a:extLst>
          </p:cNvPr>
          <p:cNvSpPr/>
          <p:nvPr userDrawn="1"/>
        </p:nvSpPr>
        <p:spPr>
          <a:xfrm>
            <a:off x="6296481" y="-351"/>
            <a:ext cx="5895520" cy="1951072"/>
          </a:xfrm>
          <a:custGeom>
            <a:avLst/>
            <a:gdLst>
              <a:gd name="connsiteX0" fmla="*/ 7570489 w 9855101"/>
              <a:gd name="connsiteY0" fmla="*/ 1003774 h 12126752"/>
              <a:gd name="connsiteX1" fmla="*/ 8284143 w 9855101"/>
              <a:gd name="connsiteY1" fmla="*/ 4475255 h 12126752"/>
              <a:gd name="connsiteX2" fmla="*/ 9328763 w 9855101"/>
              <a:gd name="connsiteY2" fmla="*/ 6829838 h 12126752"/>
              <a:gd name="connsiteX3" fmla="*/ 9809249 w 9855101"/>
              <a:gd name="connsiteY3" fmla="*/ 9689785 h 12126752"/>
              <a:gd name="connsiteX4" fmla="*/ 8188160 w 9855101"/>
              <a:gd name="connsiteY4" fmla="*/ 12097161 h 12126752"/>
              <a:gd name="connsiteX5" fmla="*/ 5048943 w 9855101"/>
              <a:gd name="connsiteY5" fmla="*/ 11120830 h 12126752"/>
              <a:gd name="connsiteX6" fmla="*/ 2105409 w 9855101"/>
              <a:gd name="connsiteY6" fmla="*/ 10306958 h 12126752"/>
              <a:gd name="connsiteX7" fmla="*/ 58756 w 9855101"/>
              <a:gd name="connsiteY7" fmla="*/ 8327921 h 12126752"/>
              <a:gd name="connsiteX8" fmla="*/ 592520 w 9855101"/>
              <a:gd name="connsiteY8" fmla="*/ 5251217 h 12126752"/>
              <a:gd name="connsiteX9" fmla="*/ 1635363 w 9855101"/>
              <a:gd name="connsiteY9" fmla="*/ 1999091 h 12126752"/>
              <a:gd name="connsiteX10" fmla="*/ 4494042 w 9855101"/>
              <a:gd name="connsiteY10" fmla="*/ 81983 h 12126752"/>
              <a:gd name="connsiteX11" fmla="*/ 7570489 w 9855101"/>
              <a:gd name="connsiteY11" fmla="*/ 1003774 h 12126752"/>
              <a:gd name="connsiteX0" fmla="*/ 7570489 w 9855101"/>
              <a:gd name="connsiteY0" fmla="*/ 1003774 h 12126752"/>
              <a:gd name="connsiteX1" fmla="*/ 8284143 w 9855101"/>
              <a:gd name="connsiteY1" fmla="*/ 4475255 h 12126752"/>
              <a:gd name="connsiteX2" fmla="*/ 9328763 w 9855101"/>
              <a:gd name="connsiteY2" fmla="*/ 6829838 h 12126752"/>
              <a:gd name="connsiteX3" fmla="*/ 9809249 w 9855101"/>
              <a:gd name="connsiteY3" fmla="*/ 9689785 h 12126752"/>
              <a:gd name="connsiteX4" fmla="*/ 8188160 w 9855101"/>
              <a:gd name="connsiteY4" fmla="*/ 12097161 h 12126752"/>
              <a:gd name="connsiteX5" fmla="*/ 5048943 w 9855101"/>
              <a:gd name="connsiteY5" fmla="*/ 11120830 h 12126752"/>
              <a:gd name="connsiteX6" fmla="*/ 2105409 w 9855101"/>
              <a:gd name="connsiteY6" fmla="*/ 10306958 h 12126752"/>
              <a:gd name="connsiteX7" fmla="*/ 1732972 w 9855101"/>
              <a:gd name="connsiteY7" fmla="*/ 10121772 h 12126752"/>
              <a:gd name="connsiteX8" fmla="*/ 58756 w 9855101"/>
              <a:gd name="connsiteY8" fmla="*/ 8327921 h 12126752"/>
              <a:gd name="connsiteX9" fmla="*/ 592520 w 9855101"/>
              <a:gd name="connsiteY9" fmla="*/ 5251217 h 12126752"/>
              <a:gd name="connsiteX10" fmla="*/ 1635363 w 9855101"/>
              <a:gd name="connsiteY10" fmla="*/ 1999091 h 12126752"/>
              <a:gd name="connsiteX11" fmla="*/ 4494042 w 9855101"/>
              <a:gd name="connsiteY11" fmla="*/ 81983 h 12126752"/>
              <a:gd name="connsiteX12" fmla="*/ 7570489 w 9855101"/>
              <a:gd name="connsiteY12" fmla="*/ 1003774 h 12126752"/>
              <a:gd name="connsiteX0" fmla="*/ 7570489 w 9855101"/>
              <a:gd name="connsiteY0" fmla="*/ 1003774 h 12126752"/>
              <a:gd name="connsiteX1" fmla="*/ 8284143 w 9855101"/>
              <a:gd name="connsiteY1" fmla="*/ 4475255 h 12126752"/>
              <a:gd name="connsiteX2" fmla="*/ 9328763 w 9855101"/>
              <a:gd name="connsiteY2" fmla="*/ 6829838 h 12126752"/>
              <a:gd name="connsiteX3" fmla="*/ 9809249 w 9855101"/>
              <a:gd name="connsiteY3" fmla="*/ 9689785 h 12126752"/>
              <a:gd name="connsiteX4" fmla="*/ 8188160 w 9855101"/>
              <a:gd name="connsiteY4" fmla="*/ 12097161 h 12126752"/>
              <a:gd name="connsiteX5" fmla="*/ 5048943 w 9855101"/>
              <a:gd name="connsiteY5" fmla="*/ 11120830 h 12126752"/>
              <a:gd name="connsiteX6" fmla="*/ 2105409 w 9855101"/>
              <a:gd name="connsiteY6" fmla="*/ 10306958 h 12126752"/>
              <a:gd name="connsiteX7" fmla="*/ 1732972 w 9855101"/>
              <a:gd name="connsiteY7" fmla="*/ 10121772 h 12126752"/>
              <a:gd name="connsiteX8" fmla="*/ 58756 w 9855101"/>
              <a:gd name="connsiteY8" fmla="*/ 8327921 h 12126752"/>
              <a:gd name="connsiteX9" fmla="*/ 592520 w 9855101"/>
              <a:gd name="connsiteY9" fmla="*/ 5251217 h 12126752"/>
              <a:gd name="connsiteX10" fmla="*/ 1635363 w 9855101"/>
              <a:gd name="connsiteY10" fmla="*/ 1999091 h 12126752"/>
              <a:gd name="connsiteX11" fmla="*/ 4494042 w 9855101"/>
              <a:gd name="connsiteY11" fmla="*/ 81983 h 12126752"/>
              <a:gd name="connsiteX12" fmla="*/ 7570489 w 9855101"/>
              <a:gd name="connsiteY12" fmla="*/ 1003774 h 12126752"/>
              <a:gd name="connsiteX0" fmla="*/ 1732972 w 9855101"/>
              <a:gd name="connsiteY0" fmla="*/ 10121772 h 12126752"/>
              <a:gd name="connsiteX1" fmla="*/ 58756 w 9855101"/>
              <a:gd name="connsiteY1" fmla="*/ 8327921 h 12126752"/>
              <a:gd name="connsiteX2" fmla="*/ 592520 w 9855101"/>
              <a:gd name="connsiteY2" fmla="*/ 5251217 h 12126752"/>
              <a:gd name="connsiteX3" fmla="*/ 1635363 w 9855101"/>
              <a:gd name="connsiteY3" fmla="*/ 1999091 h 12126752"/>
              <a:gd name="connsiteX4" fmla="*/ 4494042 w 9855101"/>
              <a:gd name="connsiteY4" fmla="*/ 81983 h 12126752"/>
              <a:gd name="connsiteX5" fmla="*/ 7570489 w 9855101"/>
              <a:gd name="connsiteY5" fmla="*/ 1003774 h 12126752"/>
              <a:gd name="connsiteX6" fmla="*/ 8284143 w 9855101"/>
              <a:gd name="connsiteY6" fmla="*/ 4475255 h 12126752"/>
              <a:gd name="connsiteX7" fmla="*/ 9328763 w 9855101"/>
              <a:gd name="connsiteY7" fmla="*/ 6829838 h 12126752"/>
              <a:gd name="connsiteX8" fmla="*/ 9809249 w 9855101"/>
              <a:gd name="connsiteY8" fmla="*/ 9689785 h 12126752"/>
              <a:gd name="connsiteX9" fmla="*/ 8188160 w 9855101"/>
              <a:gd name="connsiteY9" fmla="*/ 12097161 h 12126752"/>
              <a:gd name="connsiteX10" fmla="*/ 5048943 w 9855101"/>
              <a:gd name="connsiteY10" fmla="*/ 11120830 h 12126752"/>
              <a:gd name="connsiteX11" fmla="*/ 2105409 w 9855101"/>
              <a:gd name="connsiteY11" fmla="*/ 10306958 h 12126752"/>
              <a:gd name="connsiteX12" fmla="*/ 1824412 w 9855101"/>
              <a:gd name="connsiteY12" fmla="*/ 10213212 h 12126752"/>
              <a:gd name="connsiteX0" fmla="*/ 962938 w 9806427"/>
              <a:gd name="connsiteY0" fmla="*/ 10203052 h 12126752"/>
              <a:gd name="connsiteX1" fmla="*/ 10082 w 9806427"/>
              <a:gd name="connsiteY1" fmla="*/ 8327921 h 12126752"/>
              <a:gd name="connsiteX2" fmla="*/ 543846 w 9806427"/>
              <a:gd name="connsiteY2" fmla="*/ 5251217 h 12126752"/>
              <a:gd name="connsiteX3" fmla="*/ 1586689 w 9806427"/>
              <a:gd name="connsiteY3" fmla="*/ 1999091 h 12126752"/>
              <a:gd name="connsiteX4" fmla="*/ 4445368 w 9806427"/>
              <a:gd name="connsiteY4" fmla="*/ 81983 h 12126752"/>
              <a:gd name="connsiteX5" fmla="*/ 7521815 w 9806427"/>
              <a:gd name="connsiteY5" fmla="*/ 1003774 h 12126752"/>
              <a:gd name="connsiteX6" fmla="*/ 8235469 w 9806427"/>
              <a:gd name="connsiteY6" fmla="*/ 4475255 h 12126752"/>
              <a:gd name="connsiteX7" fmla="*/ 9280089 w 9806427"/>
              <a:gd name="connsiteY7" fmla="*/ 6829838 h 12126752"/>
              <a:gd name="connsiteX8" fmla="*/ 9760575 w 9806427"/>
              <a:gd name="connsiteY8" fmla="*/ 9689785 h 12126752"/>
              <a:gd name="connsiteX9" fmla="*/ 8139486 w 9806427"/>
              <a:gd name="connsiteY9" fmla="*/ 12097161 h 12126752"/>
              <a:gd name="connsiteX10" fmla="*/ 5000269 w 9806427"/>
              <a:gd name="connsiteY10" fmla="*/ 11120830 h 12126752"/>
              <a:gd name="connsiteX11" fmla="*/ 2056735 w 9806427"/>
              <a:gd name="connsiteY11" fmla="*/ 10306958 h 12126752"/>
              <a:gd name="connsiteX12" fmla="*/ 1775738 w 9806427"/>
              <a:gd name="connsiteY12" fmla="*/ 10213212 h 12126752"/>
              <a:gd name="connsiteX0" fmla="*/ 962938 w 9806427"/>
              <a:gd name="connsiteY0" fmla="*/ 10203052 h 12319912"/>
              <a:gd name="connsiteX1" fmla="*/ 10082 w 9806427"/>
              <a:gd name="connsiteY1" fmla="*/ 8327921 h 12319912"/>
              <a:gd name="connsiteX2" fmla="*/ 543846 w 9806427"/>
              <a:gd name="connsiteY2" fmla="*/ 5251217 h 12319912"/>
              <a:gd name="connsiteX3" fmla="*/ 1586689 w 9806427"/>
              <a:gd name="connsiteY3" fmla="*/ 1999091 h 12319912"/>
              <a:gd name="connsiteX4" fmla="*/ 4445368 w 9806427"/>
              <a:gd name="connsiteY4" fmla="*/ 81983 h 12319912"/>
              <a:gd name="connsiteX5" fmla="*/ 7521815 w 9806427"/>
              <a:gd name="connsiteY5" fmla="*/ 1003774 h 12319912"/>
              <a:gd name="connsiteX6" fmla="*/ 8235469 w 9806427"/>
              <a:gd name="connsiteY6" fmla="*/ 4475255 h 12319912"/>
              <a:gd name="connsiteX7" fmla="*/ 9280089 w 9806427"/>
              <a:gd name="connsiteY7" fmla="*/ 6829838 h 12319912"/>
              <a:gd name="connsiteX8" fmla="*/ 9760575 w 9806427"/>
              <a:gd name="connsiteY8" fmla="*/ 9689785 h 12319912"/>
              <a:gd name="connsiteX9" fmla="*/ 8139486 w 9806427"/>
              <a:gd name="connsiteY9" fmla="*/ 12097161 h 12319912"/>
              <a:gd name="connsiteX10" fmla="*/ 7566938 w 9806427"/>
              <a:gd name="connsiteY10" fmla="*/ 12102972 h 12319912"/>
              <a:gd name="connsiteX11" fmla="*/ 5000269 w 9806427"/>
              <a:gd name="connsiteY11" fmla="*/ 11120830 h 12319912"/>
              <a:gd name="connsiteX12" fmla="*/ 2056735 w 9806427"/>
              <a:gd name="connsiteY12" fmla="*/ 10306958 h 12319912"/>
              <a:gd name="connsiteX13" fmla="*/ 1775738 w 9806427"/>
              <a:gd name="connsiteY13" fmla="*/ 10213212 h 12319912"/>
              <a:gd name="connsiteX0" fmla="*/ 962938 w 9806427"/>
              <a:gd name="connsiteY0" fmla="*/ 10203052 h 12319912"/>
              <a:gd name="connsiteX1" fmla="*/ 10082 w 9806427"/>
              <a:gd name="connsiteY1" fmla="*/ 8327921 h 12319912"/>
              <a:gd name="connsiteX2" fmla="*/ 543846 w 9806427"/>
              <a:gd name="connsiteY2" fmla="*/ 5251217 h 12319912"/>
              <a:gd name="connsiteX3" fmla="*/ 1586689 w 9806427"/>
              <a:gd name="connsiteY3" fmla="*/ 1999091 h 12319912"/>
              <a:gd name="connsiteX4" fmla="*/ 4445368 w 9806427"/>
              <a:gd name="connsiteY4" fmla="*/ 81983 h 12319912"/>
              <a:gd name="connsiteX5" fmla="*/ 7521815 w 9806427"/>
              <a:gd name="connsiteY5" fmla="*/ 1003774 h 12319912"/>
              <a:gd name="connsiteX6" fmla="*/ 8235469 w 9806427"/>
              <a:gd name="connsiteY6" fmla="*/ 4475255 h 12319912"/>
              <a:gd name="connsiteX7" fmla="*/ 9280089 w 9806427"/>
              <a:gd name="connsiteY7" fmla="*/ 6829838 h 12319912"/>
              <a:gd name="connsiteX8" fmla="*/ 9760575 w 9806427"/>
              <a:gd name="connsiteY8" fmla="*/ 9689785 h 12319912"/>
              <a:gd name="connsiteX9" fmla="*/ 8139486 w 9806427"/>
              <a:gd name="connsiteY9" fmla="*/ 12097161 h 12319912"/>
              <a:gd name="connsiteX10" fmla="*/ 7566938 w 9806427"/>
              <a:gd name="connsiteY10" fmla="*/ 12102972 h 12319912"/>
              <a:gd name="connsiteX11" fmla="*/ 5000269 w 9806427"/>
              <a:gd name="connsiteY11" fmla="*/ 11120830 h 12319912"/>
              <a:gd name="connsiteX12" fmla="*/ 2056735 w 9806427"/>
              <a:gd name="connsiteY12" fmla="*/ 10306958 h 12319912"/>
              <a:gd name="connsiteX13" fmla="*/ 1775738 w 9806427"/>
              <a:gd name="connsiteY13" fmla="*/ 10213212 h 12319912"/>
              <a:gd name="connsiteX0" fmla="*/ 10082 w 9806427"/>
              <a:gd name="connsiteY0" fmla="*/ 8327921 h 12319912"/>
              <a:gd name="connsiteX1" fmla="*/ 543846 w 9806427"/>
              <a:gd name="connsiteY1" fmla="*/ 5251217 h 12319912"/>
              <a:gd name="connsiteX2" fmla="*/ 1586689 w 9806427"/>
              <a:gd name="connsiteY2" fmla="*/ 1999091 h 12319912"/>
              <a:gd name="connsiteX3" fmla="*/ 4445368 w 9806427"/>
              <a:gd name="connsiteY3" fmla="*/ 81983 h 12319912"/>
              <a:gd name="connsiteX4" fmla="*/ 7521815 w 9806427"/>
              <a:gd name="connsiteY4" fmla="*/ 1003774 h 12319912"/>
              <a:gd name="connsiteX5" fmla="*/ 8235469 w 9806427"/>
              <a:gd name="connsiteY5" fmla="*/ 4475255 h 12319912"/>
              <a:gd name="connsiteX6" fmla="*/ 9280089 w 9806427"/>
              <a:gd name="connsiteY6" fmla="*/ 6829838 h 12319912"/>
              <a:gd name="connsiteX7" fmla="*/ 9760575 w 9806427"/>
              <a:gd name="connsiteY7" fmla="*/ 9689785 h 12319912"/>
              <a:gd name="connsiteX8" fmla="*/ 8139486 w 9806427"/>
              <a:gd name="connsiteY8" fmla="*/ 12097161 h 12319912"/>
              <a:gd name="connsiteX9" fmla="*/ 7566938 w 9806427"/>
              <a:gd name="connsiteY9" fmla="*/ 12102972 h 12319912"/>
              <a:gd name="connsiteX10" fmla="*/ 5000269 w 9806427"/>
              <a:gd name="connsiteY10" fmla="*/ 11120830 h 12319912"/>
              <a:gd name="connsiteX11" fmla="*/ 2056735 w 9806427"/>
              <a:gd name="connsiteY11" fmla="*/ 10306958 h 12319912"/>
              <a:gd name="connsiteX12" fmla="*/ 1775738 w 9806427"/>
              <a:gd name="connsiteY12" fmla="*/ 10213212 h 12319912"/>
              <a:gd name="connsiteX0" fmla="*/ 0 w 9262581"/>
              <a:gd name="connsiteY0" fmla="*/ 5251217 h 12319912"/>
              <a:gd name="connsiteX1" fmla="*/ 1042843 w 9262581"/>
              <a:gd name="connsiteY1" fmla="*/ 1999091 h 12319912"/>
              <a:gd name="connsiteX2" fmla="*/ 3901522 w 9262581"/>
              <a:gd name="connsiteY2" fmla="*/ 81983 h 12319912"/>
              <a:gd name="connsiteX3" fmla="*/ 6977969 w 9262581"/>
              <a:gd name="connsiteY3" fmla="*/ 1003774 h 12319912"/>
              <a:gd name="connsiteX4" fmla="*/ 7691623 w 9262581"/>
              <a:gd name="connsiteY4" fmla="*/ 4475255 h 12319912"/>
              <a:gd name="connsiteX5" fmla="*/ 8736243 w 9262581"/>
              <a:gd name="connsiteY5" fmla="*/ 6829838 h 12319912"/>
              <a:gd name="connsiteX6" fmla="*/ 9216729 w 9262581"/>
              <a:gd name="connsiteY6" fmla="*/ 9689785 h 12319912"/>
              <a:gd name="connsiteX7" fmla="*/ 7595640 w 9262581"/>
              <a:gd name="connsiteY7" fmla="*/ 12097161 h 12319912"/>
              <a:gd name="connsiteX8" fmla="*/ 7023092 w 9262581"/>
              <a:gd name="connsiteY8" fmla="*/ 12102972 h 12319912"/>
              <a:gd name="connsiteX9" fmla="*/ 4456423 w 9262581"/>
              <a:gd name="connsiteY9" fmla="*/ 11120830 h 12319912"/>
              <a:gd name="connsiteX10" fmla="*/ 1512889 w 9262581"/>
              <a:gd name="connsiteY10" fmla="*/ 10306958 h 12319912"/>
              <a:gd name="connsiteX11" fmla="*/ 1231892 w 9262581"/>
              <a:gd name="connsiteY11" fmla="*/ 10213212 h 12319912"/>
              <a:gd name="connsiteX0" fmla="*/ 0 w 8219738"/>
              <a:gd name="connsiteY0" fmla="*/ 1999091 h 12319912"/>
              <a:gd name="connsiteX1" fmla="*/ 2858679 w 8219738"/>
              <a:gd name="connsiteY1" fmla="*/ 81983 h 12319912"/>
              <a:gd name="connsiteX2" fmla="*/ 5935126 w 8219738"/>
              <a:gd name="connsiteY2" fmla="*/ 1003774 h 12319912"/>
              <a:gd name="connsiteX3" fmla="*/ 6648780 w 8219738"/>
              <a:gd name="connsiteY3" fmla="*/ 4475255 h 12319912"/>
              <a:gd name="connsiteX4" fmla="*/ 7693400 w 8219738"/>
              <a:gd name="connsiteY4" fmla="*/ 6829838 h 12319912"/>
              <a:gd name="connsiteX5" fmla="*/ 8173886 w 8219738"/>
              <a:gd name="connsiteY5" fmla="*/ 9689785 h 12319912"/>
              <a:gd name="connsiteX6" fmla="*/ 6552797 w 8219738"/>
              <a:gd name="connsiteY6" fmla="*/ 12097161 h 12319912"/>
              <a:gd name="connsiteX7" fmla="*/ 5980249 w 8219738"/>
              <a:gd name="connsiteY7" fmla="*/ 12102972 h 12319912"/>
              <a:gd name="connsiteX8" fmla="*/ 3413580 w 8219738"/>
              <a:gd name="connsiteY8" fmla="*/ 11120830 h 12319912"/>
              <a:gd name="connsiteX9" fmla="*/ 470046 w 8219738"/>
              <a:gd name="connsiteY9" fmla="*/ 10306958 h 12319912"/>
              <a:gd name="connsiteX10" fmla="*/ 189049 w 8219738"/>
              <a:gd name="connsiteY10" fmla="*/ 10213212 h 12319912"/>
              <a:gd name="connsiteX0" fmla="*/ 2773950 w 8135009"/>
              <a:gd name="connsiteY0" fmla="*/ 81983 h 12319912"/>
              <a:gd name="connsiteX1" fmla="*/ 5850397 w 8135009"/>
              <a:gd name="connsiteY1" fmla="*/ 1003774 h 12319912"/>
              <a:gd name="connsiteX2" fmla="*/ 6564051 w 8135009"/>
              <a:gd name="connsiteY2" fmla="*/ 4475255 h 12319912"/>
              <a:gd name="connsiteX3" fmla="*/ 7608671 w 8135009"/>
              <a:gd name="connsiteY3" fmla="*/ 6829838 h 12319912"/>
              <a:gd name="connsiteX4" fmla="*/ 8089157 w 8135009"/>
              <a:gd name="connsiteY4" fmla="*/ 9689785 h 12319912"/>
              <a:gd name="connsiteX5" fmla="*/ 6468068 w 8135009"/>
              <a:gd name="connsiteY5" fmla="*/ 12097161 h 12319912"/>
              <a:gd name="connsiteX6" fmla="*/ 5895520 w 8135009"/>
              <a:gd name="connsiteY6" fmla="*/ 12102972 h 12319912"/>
              <a:gd name="connsiteX7" fmla="*/ 3328851 w 8135009"/>
              <a:gd name="connsiteY7" fmla="*/ 11120830 h 12319912"/>
              <a:gd name="connsiteX8" fmla="*/ 385317 w 8135009"/>
              <a:gd name="connsiteY8" fmla="*/ 10306958 h 12319912"/>
              <a:gd name="connsiteX9" fmla="*/ 104320 w 8135009"/>
              <a:gd name="connsiteY9" fmla="*/ 10213212 h 12319912"/>
              <a:gd name="connsiteX0" fmla="*/ 2773950 w 8135323"/>
              <a:gd name="connsiteY0" fmla="*/ 81983 h 12319912"/>
              <a:gd name="connsiteX1" fmla="*/ 5850397 w 8135323"/>
              <a:gd name="connsiteY1" fmla="*/ 1003774 h 12319912"/>
              <a:gd name="connsiteX2" fmla="*/ 7608671 w 8135323"/>
              <a:gd name="connsiteY2" fmla="*/ 6829838 h 12319912"/>
              <a:gd name="connsiteX3" fmla="*/ 8089157 w 8135323"/>
              <a:gd name="connsiteY3" fmla="*/ 9689785 h 12319912"/>
              <a:gd name="connsiteX4" fmla="*/ 6468068 w 8135323"/>
              <a:gd name="connsiteY4" fmla="*/ 12097161 h 12319912"/>
              <a:gd name="connsiteX5" fmla="*/ 5895520 w 8135323"/>
              <a:gd name="connsiteY5" fmla="*/ 12102972 h 12319912"/>
              <a:gd name="connsiteX6" fmla="*/ 3328851 w 8135323"/>
              <a:gd name="connsiteY6" fmla="*/ 11120830 h 12319912"/>
              <a:gd name="connsiteX7" fmla="*/ 385317 w 8135323"/>
              <a:gd name="connsiteY7" fmla="*/ 10306958 h 12319912"/>
              <a:gd name="connsiteX8" fmla="*/ 104320 w 8135323"/>
              <a:gd name="connsiteY8" fmla="*/ 10213212 h 12319912"/>
              <a:gd name="connsiteX0" fmla="*/ 2773950 w 8089157"/>
              <a:gd name="connsiteY0" fmla="*/ 81983 h 12319912"/>
              <a:gd name="connsiteX1" fmla="*/ 5850397 w 8089157"/>
              <a:gd name="connsiteY1" fmla="*/ 1003774 h 12319912"/>
              <a:gd name="connsiteX2" fmla="*/ 8089157 w 8089157"/>
              <a:gd name="connsiteY2" fmla="*/ 9689785 h 12319912"/>
              <a:gd name="connsiteX3" fmla="*/ 6468068 w 8089157"/>
              <a:gd name="connsiteY3" fmla="*/ 12097161 h 12319912"/>
              <a:gd name="connsiteX4" fmla="*/ 5895520 w 8089157"/>
              <a:gd name="connsiteY4" fmla="*/ 12102972 h 12319912"/>
              <a:gd name="connsiteX5" fmla="*/ 3328851 w 8089157"/>
              <a:gd name="connsiteY5" fmla="*/ 11120830 h 12319912"/>
              <a:gd name="connsiteX6" fmla="*/ 385317 w 8089157"/>
              <a:gd name="connsiteY6" fmla="*/ 10306958 h 12319912"/>
              <a:gd name="connsiteX7" fmla="*/ 104320 w 8089157"/>
              <a:gd name="connsiteY7" fmla="*/ 10213212 h 12319912"/>
              <a:gd name="connsiteX0" fmla="*/ 5850397 w 8089157"/>
              <a:gd name="connsiteY0" fmla="*/ 0 h 11316138"/>
              <a:gd name="connsiteX1" fmla="*/ 8089157 w 8089157"/>
              <a:gd name="connsiteY1" fmla="*/ 8686011 h 11316138"/>
              <a:gd name="connsiteX2" fmla="*/ 6468068 w 8089157"/>
              <a:gd name="connsiteY2" fmla="*/ 11093387 h 11316138"/>
              <a:gd name="connsiteX3" fmla="*/ 5895520 w 8089157"/>
              <a:gd name="connsiteY3" fmla="*/ 11099198 h 11316138"/>
              <a:gd name="connsiteX4" fmla="*/ 3328851 w 8089157"/>
              <a:gd name="connsiteY4" fmla="*/ 10117056 h 11316138"/>
              <a:gd name="connsiteX5" fmla="*/ 385317 w 8089157"/>
              <a:gd name="connsiteY5" fmla="*/ 9303184 h 11316138"/>
              <a:gd name="connsiteX6" fmla="*/ 104320 w 8089157"/>
              <a:gd name="connsiteY6" fmla="*/ 9209438 h 11316138"/>
              <a:gd name="connsiteX0" fmla="*/ 8089157 w 8089157"/>
              <a:gd name="connsiteY0" fmla="*/ 0 h 2630127"/>
              <a:gd name="connsiteX1" fmla="*/ 6468068 w 8089157"/>
              <a:gd name="connsiteY1" fmla="*/ 2407376 h 2630127"/>
              <a:gd name="connsiteX2" fmla="*/ 5895520 w 8089157"/>
              <a:gd name="connsiteY2" fmla="*/ 2413187 h 2630127"/>
              <a:gd name="connsiteX3" fmla="*/ 3328851 w 8089157"/>
              <a:gd name="connsiteY3" fmla="*/ 1431045 h 2630127"/>
              <a:gd name="connsiteX4" fmla="*/ 385317 w 8089157"/>
              <a:gd name="connsiteY4" fmla="*/ 617173 h 2630127"/>
              <a:gd name="connsiteX5" fmla="*/ 104320 w 8089157"/>
              <a:gd name="connsiteY5" fmla="*/ 523427 h 2630127"/>
              <a:gd name="connsiteX0" fmla="*/ 6468068 w 6468068"/>
              <a:gd name="connsiteY0" fmla="*/ 1945261 h 2168012"/>
              <a:gd name="connsiteX1" fmla="*/ 5895520 w 6468068"/>
              <a:gd name="connsiteY1" fmla="*/ 1951072 h 2168012"/>
              <a:gd name="connsiteX2" fmla="*/ 3328851 w 6468068"/>
              <a:gd name="connsiteY2" fmla="*/ 968930 h 2168012"/>
              <a:gd name="connsiteX3" fmla="*/ 385317 w 6468068"/>
              <a:gd name="connsiteY3" fmla="*/ 155058 h 2168012"/>
              <a:gd name="connsiteX4" fmla="*/ 104320 w 6468068"/>
              <a:gd name="connsiteY4" fmla="*/ 61312 h 2168012"/>
              <a:gd name="connsiteX0" fmla="*/ 5895520 w 5895520"/>
              <a:gd name="connsiteY0" fmla="*/ 1951072 h 1951072"/>
              <a:gd name="connsiteX1" fmla="*/ 3328851 w 5895520"/>
              <a:gd name="connsiteY1" fmla="*/ 968930 h 1951072"/>
              <a:gd name="connsiteX2" fmla="*/ 385317 w 5895520"/>
              <a:gd name="connsiteY2" fmla="*/ 155058 h 1951072"/>
              <a:gd name="connsiteX3" fmla="*/ 104320 w 5895520"/>
              <a:gd name="connsiteY3" fmla="*/ 61312 h 1951072"/>
            </a:gdLst>
            <a:ahLst/>
            <a:cxnLst>
              <a:cxn ang="0">
                <a:pos x="connsiteX0" y="connsiteY0"/>
              </a:cxn>
              <a:cxn ang="0">
                <a:pos x="connsiteX1" y="connsiteY1"/>
              </a:cxn>
              <a:cxn ang="0">
                <a:pos x="connsiteX2" y="connsiteY2"/>
              </a:cxn>
              <a:cxn ang="0">
                <a:pos x="connsiteX3" y="connsiteY3"/>
              </a:cxn>
            </a:cxnLst>
            <a:rect l="l" t="t" r="r" b="b"/>
            <a:pathLst>
              <a:path w="5895520" h="1951072">
                <a:moveTo>
                  <a:pt x="5895520" y="1951072"/>
                </a:moveTo>
                <a:cubicBezTo>
                  <a:pt x="5138637" y="1828990"/>
                  <a:pt x="4247218" y="1268266"/>
                  <a:pt x="3328851" y="968930"/>
                </a:cubicBezTo>
                <a:cubicBezTo>
                  <a:pt x="2260922" y="568539"/>
                  <a:pt x="1310983" y="530558"/>
                  <a:pt x="385317" y="155058"/>
                </a:cubicBezTo>
                <a:cubicBezTo>
                  <a:pt x="-167345" y="-11452"/>
                  <a:pt x="8549" y="-45729"/>
                  <a:pt x="104320" y="61312"/>
                </a:cubicBezTo>
              </a:path>
            </a:pathLst>
          </a:custGeom>
          <a:noFill/>
          <a:ln w="19110" cap="flat">
            <a:solidFill>
              <a:schemeClr val="bg2"/>
            </a:solidFill>
            <a:prstDash val="solid"/>
            <a:miter/>
          </a:ln>
        </p:spPr>
        <p:txBody>
          <a:bodyPr rtlCol="0" anchor="ctr"/>
          <a:lstStyle/>
          <a:p>
            <a:endParaRPr lang="en-GB"/>
          </a:p>
        </p:txBody>
      </p:sp>
      <p:sp>
        <p:nvSpPr>
          <p:cNvPr id="23" name="Freeform 22">
            <a:extLst>
              <a:ext uri="{FF2B5EF4-FFF2-40B4-BE49-F238E27FC236}">
                <a16:creationId xmlns:a16="http://schemas.microsoft.com/office/drawing/2014/main" id="{5913EB00-D2E9-21B0-3E3E-92D27834CFA0}"/>
              </a:ext>
            </a:extLst>
          </p:cNvPr>
          <p:cNvSpPr/>
          <p:nvPr userDrawn="1"/>
        </p:nvSpPr>
        <p:spPr>
          <a:xfrm>
            <a:off x="6128485" y="5340478"/>
            <a:ext cx="6063515" cy="1517522"/>
          </a:xfrm>
          <a:custGeom>
            <a:avLst/>
            <a:gdLst>
              <a:gd name="connsiteX0" fmla="*/ 2791805 w 6063515"/>
              <a:gd name="connsiteY0" fmla="*/ 1179 h 1517522"/>
              <a:gd name="connsiteX1" fmla="*/ 5921767 w 6063515"/>
              <a:gd name="connsiteY1" fmla="*/ 743898 h 1517522"/>
              <a:gd name="connsiteX2" fmla="*/ 6063515 w 6063515"/>
              <a:gd name="connsiteY2" fmla="*/ 814265 h 1517522"/>
              <a:gd name="connsiteX3" fmla="*/ 6063515 w 6063515"/>
              <a:gd name="connsiteY3" fmla="*/ 1517522 h 1517522"/>
              <a:gd name="connsiteX4" fmla="*/ 0 w 6063515"/>
              <a:gd name="connsiteY4" fmla="*/ 1517522 h 1517522"/>
              <a:gd name="connsiteX5" fmla="*/ 186263 w 6063515"/>
              <a:gd name="connsiteY5" fmla="*/ 1335076 h 1517522"/>
              <a:gd name="connsiteX6" fmla="*/ 2063296 w 6063515"/>
              <a:gd name="connsiteY6" fmla="*/ 98044 h 1517522"/>
              <a:gd name="connsiteX7" fmla="*/ 2791805 w 6063515"/>
              <a:gd name="connsiteY7" fmla="*/ 1179 h 1517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63515" h="1517522">
                <a:moveTo>
                  <a:pt x="2791805" y="1179"/>
                </a:moveTo>
                <a:cubicBezTo>
                  <a:pt x="3678329" y="-19512"/>
                  <a:pt x="4843583" y="232300"/>
                  <a:pt x="5921767" y="743898"/>
                </a:cubicBezTo>
                <a:lnTo>
                  <a:pt x="6063515" y="814265"/>
                </a:lnTo>
                <a:lnTo>
                  <a:pt x="6063515" y="1517522"/>
                </a:lnTo>
                <a:lnTo>
                  <a:pt x="0" y="1517522"/>
                </a:lnTo>
                <a:lnTo>
                  <a:pt x="186263" y="1335076"/>
                </a:lnTo>
                <a:cubicBezTo>
                  <a:pt x="702354" y="824474"/>
                  <a:pt x="1225941" y="331388"/>
                  <a:pt x="2063296" y="98044"/>
                </a:cubicBezTo>
                <a:cubicBezTo>
                  <a:pt x="2272640" y="39710"/>
                  <a:pt x="2519028" y="7545"/>
                  <a:pt x="2791805" y="1179"/>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5" name="Freeform 4">
            <a:extLst>
              <a:ext uri="{FF2B5EF4-FFF2-40B4-BE49-F238E27FC236}">
                <a16:creationId xmlns:a16="http://schemas.microsoft.com/office/drawing/2014/main" id="{F0C03FA6-F573-5B32-84D9-EA5B6229F780}"/>
              </a:ext>
            </a:extLst>
          </p:cNvPr>
          <p:cNvSpPr/>
          <p:nvPr userDrawn="1"/>
        </p:nvSpPr>
        <p:spPr>
          <a:xfrm>
            <a:off x="8539686" y="0"/>
            <a:ext cx="3652315" cy="1538876"/>
          </a:xfrm>
          <a:custGeom>
            <a:avLst/>
            <a:gdLst>
              <a:gd name="connsiteX0" fmla="*/ 0 w 3652315"/>
              <a:gd name="connsiteY0" fmla="*/ 0 h 1538876"/>
              <a:gd name="connsiteX1" fmla="*/ 3652315 w 3652315"/>
              <a:gd name="connsiteY1" fmla="*/ 0 h 1538876"/>
              <a:gd name="connsiteX2" fmla="*/ 3652315 w 3652315"/>
              <a:gd name="connsiteY2" fmla="*/ 1537398 h 1538876"/>
              <a:gd name="connsiteX3" fmla="*/ 3596909 w 3652315"/>
              <a:gd name="connsiteY3" fmla="*/ 1538876 h 1538876"/>
              <a:gd name="connsiteX4" fmla="*/ 2266115 w 3652315"/>
              <a:gd name="connsiteY4" fmla="*/ 1064401 h 1538876"/>
              <a:gd name="connsiteX5" fmla="*/ 864418 w 3652315"/>
              <a:gd name="connsiteY5" fmla="*/ 681134 h 1538876"/>
              <a:gd name="connsiteX6" fmla="*/ 23705 w 3652315"/>
              <a:gd name="connsiteY6" fmla="*/ 42529 h 1538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652315" h="1538876">
                <a:moveTo>
                  <a:pt x="0" y="0"/>
                </a:moveTo>
                <a:lnTo>
                  <a:pt x="3652315" y="0"/>
                </a:lnTo>
                <a:lnTo>
                  <a:pt x="3652315" y="1537398"/>
                </a:lnTo>
                <a:lnTo>
                  <a:pt x="3596909" y="1538876"/>
                </a:lnTo>
                <a:cubicBezTo>
                  <a:pt x="3199795" y="1528044"/>
                  <a:pt x="2711216" y="1229830"/>
                  <a:pt x="2266115" y="1064401"/>
                </a:cubicBezTo>
                <a:cubicBezTo>
                  <a:pt x="1757427" y="875333"/>
                  <a:pt x="1305335" y="858549"/>
                  <a:pt x="864418" y="681134"/>
                </a:cubicBezTo>
                <a:cubicBezTo>
                  <a:pt x="534562" y="547937"/>
                  <a:pt x="210299" y="324487"/>
                  <a:pt x="23705" y="42529"/>
                </a:cubicBezTo>
                <a:close/>
              </a:path>
            </a:pathLst>
          </a:custGeom>
          <a:solidFill>
            <a:schemeClr val="accent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Tree>
    <p:extLst>
      <p:ext uri="{BB962C8B-B14F-4D97-AF65-F5344CB8AC3E}">
        <p14:creationId xmlns:p14="http://schemas.microsoft.com/office/powerpoint/2010/main" val="1355025602"/>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1_Photo_background">
    <p:bg>
      <p:bgPr>
        <a:solidFill>
          <a:schemeClr val="accent4"/>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DA582C0-2883-D1CC-2728-B629878CEF87}"/>
              </a:ext>
            </a:extLst>
          </p:cNvPr>
          <p:cNvSpPr/>
          <p:nvPr userDrawn="1"/>
        </p:nvSpPr>
        <p:spPr>
          <a:xfrm>
            <a:off x="0" y="0"/>
            <a:ext cx="12192000" cy="6858351"/>
          </a:xfrm>
          <a:prstGeom prst="rect">
            <a:avLst/>
          </a:prstGeom>
          <a:solidFill>
            <a:schemeClr val="accent1">
              <a:alpha val="70216"/>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lvl1pPr>
              <a:defRPr>
                <a:solidFill>
                  <a:schemeClr val="accent5"/>
                </a:solidFill>
              </a:defRPr>
            </a:lvl1pPr>
          </a:lstStyle>
          <a:p>
            <a:fld id="{4EE75B84-B7E0-4C4B-AC9D-894B0C074E7C}" type="slidenum">
              <a:rPr lang="en-PL" smtClean="0"/>
              <a:pPr/>
              <a:t>‹#›</a:t>
            </a:fld>
            <a:endParaRPr lang="en-PL"/>
          </a:p>
        </p:txBody>
      </p:sp>
      <p:sp>
        <p:nvSpPr>
          <p:cNvPr id="15" name="Freeform 14">
            <a:extLst>
              <a:ext uri="{FF2B5EF4-FFF2-40B4-BE49-F238E27FC236}">
                <a16:creationId xmlns:a16="http://schemas.microsoft.com/office/drawing/2014/main" id="{C1FEEDD8-28AA-BE3E-02E2-170FFB40470C}"/>
              </a:ext>
            </a:extLst>
          </p:cNvPr>
          <p:cNvSpPr/>
          <p:nvPr userDrawn="1"/>
        </p:nvSpPr>
        <p:spPr>
          <a:xfrm>
            <a:off x="6296481" y="-351"/>
            <a:ext cx="5895520" cy="1951072"/>
          </a:xfrm>
          <a:custGeom>
            <a:avLst/>
            <a:gdLst>
              <a:gd name="connsiteX0" fmla="*/ 7570489 w 9855101"/>
              <a:gd name="connsiteY0" fmla="*/ 1003774 h 12126752"/>
              <a:gd name="connsiteX1" fmla="*/ 8284143 w 9855101"/>
              <a:gd name="connsiteY1" fmla="*/ 4475255 h 12126752"/>
              <a:gd name="connsiteX2" fmla="*/ 9328763 w 9855101"/>
              <a:gd name="connsiteY2" fmla="*/ 6829838 h 12126752"/>
              <a:gd name="connsiteX3" fmla="*/ 9809249 w 9855101"/>
              <a:gd name="connsiteY3" fmla="*/ 9689785 h 12126752"/>
              <a:gd name="connsiteX4" fmla="*/ 8188160 w 9855101"/>
              <a:gd name="connsiteY4" fmla="*/ 12097161 h 12126752"/>
              <a:gd name="connsiteX5" fmla="*/ 5048943 w 9855101"/>
              <a:gd name="connsiteY5" fmla="*/ 11120830 h 12126752"/>
              <a:gd name="connsiteX6" fmla="*/ 2105409 w 9855101"/>
              <a:gd name="connsiteY6" fmla="*/ 10306958 h 12126752"/>
              <a:gd name="connsiteX7" fmla="*/ 58756 w 9855101"/>
              <a:gd name="connsiteY7" fmla="*/ 8327921 h 12126752"/>
              <a:gd name="connsiteX8" fmla="*/ 592520 w 9855101"/>
              <a:gd name="connsiteY8" fmla="*/ 5251217 h 12126752"/>
              <a:gd name="connsiteX9" fmla="*/ 1635363 w 9855101"/>
              <a:gd name="connsiteY9" fmla="*/ 1999091 h 12126752"/>
              <a:gd name="connsiteX10" fmla="*/ 4494042 w 9855101"/>
              <a:gd name="connsiteY10" fmla="*/ 81983 h 12126752"/>
              <a:gd name="connsiteX11" fmla="*/ 7570489 w 9855101"/>
              <a:gd name="connsiteY11" fmla="*/ 1003774 h 12126752"/>
              <a:gd name="connsiteX0" fmla="*/ 7570489 w 9855101"/>
              <a:gd name="connsiteY0" fmla="*/ 1003774 h 12126752"/>
              <a:gd name="connsiteX1" fmla="*/ 8284143 w 9855101"/>
              <a:gd name="connsiteY1" fmla="*/ 4475255 h 12126752"/>
              <a:gd name="connsiteX2" fmla="*/ 9328763 w 9855101"/>
              <a:gd name="connsiteY2" fmla="*/ 6829838 h 12126752"/>
              <a:gd name="connsiteX3" fmla="*/ 9809249 w 9855101"/>
              <a:gd name="connsiteY3" fmla="*/ 9689785 h 12126752"/>
              <a:gd name="connsiteX4" fmla="*/ 8188160 w 9855101"/>
              <a:gd name="connsiteY4" fmla="*/ 12097161 h 12126752"/>
              <a:gd name="connsiteX5" fmla="*/ 5048943 w 9855101"/>
              <a:gd name="connsiteY5" fmla="*/ 11120830 h 12126752"/>
              <a:gd name="connsiteX6" fmla="*/ 2105409 w 9855101"/>
              <a:gd name="connsiteY6" fmla="*/ 10306958 h 12126752"/>
              <a:gd name="connsiteX7" fmla="*/ 1732972 w 9855101"/>
              <a:gd name="connsiteY7" fmla="*/ 10121772 h 12126752"/>
              <a:gd name="connsiteX8" fmla="*/ 58756 w 9855101"/>
              <a:gd name="connsiteY8" fmla="*/ 8327921 h 12126752"/>
              <a:gd name="connsiteX9" fmla="*/ 592520 w 9855101"/>
              <a:gd name="connsiteY9" fmla="*/ 5251217 h 12126752"/>
              <a:gd name="connsiteX10" fmla="*/ 1635363 w 9855101"/>
              <a:gd name="connsiteY10" fmla="*/ 1999091 h 12126752"/>
              <a:gd name="connsiteX11" fmla="*/ 4494042 w 9855101"/>
              <a:gd name="connsiteY11" fmla="*/ 81983 h 12126752"/>
              <a:gd name="connsiteX12" fmla="*/ 7570489 w 9855101"/>
              <a:gd name="connsiteY12" fmla="*/ 1003774 h 12126752"/>
              <a:gd name="connsiteX0" fmla="*/ 7570489 w 9855101"/>
              <a:gd name="connsiteY0" fmla="*/ 1003774 h 12126752"/>
              <a:gd name="connsiteX1" fmla="*/ 8284143 w 9855101"/>
              <a:gd name="connsiteY1" fmla="*/ 4475255 h 12126752"/>
              <a:gd name="connsiteX2" fmla="*/ 9328763 w 9855101"/>
              <a:gd name="connsiteY2" fmla="*/ 6829838 h 12126752"/>
              <a:gd name="connsiteX3" fmla="*/ 9809249 w 9855101"/>
              <a:gd name="connsiteY3" fmla="*/ 9689785 h 12126752"/>
              <a:gd name="connsiteX4" fmla="*/ 8188160 w 9855101"/>
              <a:gd name="connsiteY4" fmla="*/ 12097161 h 12126752"/>
              <a:gd name="connsiteX5" fmla="*/ 5048943 w 9855101"/>
              <a:gd name="connsiteY5" fmla="*/ 11120830 h 12126752"/>
              <a:gd name="connsiteX6" fmla="*/ 2105409 w 9855101"/>
              <a:gd name="connsiteY6" fmla="*/ 10306958 h 12126752"/>
              <a:gd name="connsiteX7" fmla="*/ 1732972 w 9855101"/>
              <a:gd name="connsiteY7" fmla="*/ 10121772 h 12126752"/>
              <a:gd name="connsiteX8" fmla="*/ 58756 w 9855101"/>
              <a:gd name="connsiteY8" fmla="*/ 8327921 h 12126752"/>
              <a:gd name="connsiteX9" fmla="*/ 592520 w 9855101"/>
              <a:gd name="connsiteY9" fmla="*/ 5251217 h 12126752"/>
              <a:gd name="connsiteX10" fmla="*/ 1635363 w 9855101"/>
              <a:gd name="connsiteY10" fmla="*/ 1999091 h 12126752"/>
              <a:gd name="connsiteX11" fmla="*/ 4494042 w 9855101"/>
              <a:gd name="connsiteY11" fmla="*/ 81983 h 12126752"/>
              <a:gd name="connsiteX12" fmla="*/ 7570489 w 9855101"/>
              <a:gd name="connsiteY12" fmla="*/ 1003774 h 12126752"/>
              <a:gd name="connsiteX0" fmla="*/ 1732972 w 9855101"/>
              <a:gd name="connsiteY0" fmla="*/ 10121772 h 12126752"/>
              <a:gd name="connsiteX1" fmla="*/ 58756 w 9855101"/>
              <a:gd name="connsiteY1" fmla="*/ 8327921 h 12126752"/>
              <a:gd name="connsiteX2" fmla="*/ 592520 w 9855101"/>
              <a:gd name="connsiteY2" fmla="*/ 5251217 h 12126752"/>
              <a:gd name="connsiteX3" fmla="*/ 1635363 w 9855101"/>
              <a:gd name="connsiteY3" fmla="*/ 1999091 h 12126752"/>
              <a:gd name="connsiteX4" fmla="*/ 4494042 w 9855101"/>
              <a:gd name="connsiteY4" fmla="*/ 81983 h 12126752"/>
              <a:gd name="connsiteX5" fmla="*/ 7570489 w 9855101"/>
              <a:gd name="connsiteY5" fmla="*/ 1003774 h 12126752"/>
              <a:gd name="connsiteX6" fmla="*/ 8284143 w 9855101"/>
              <a:gd name="connsiteY6" fmla="*/ 4475255 h 12126752"/>
              <a:gd name="connsiteX7" fmla="*/ 9328763 w 9855101"/>
              <a:gd name="connsiteY7" fmla="*/ 6829838 h 12126752"/>
              <a:gd name="connsiteX8" fmla="*/ 9809249 w 9855101"/>
              <a:gd name="connsiteY8" fmla="*/ 9689785 h 12126752"/>
              <a:gd name="connsiteX9" fmla="*/ 8188160 w 9855101"/>
              <a:gd name="connsiteY9" fmla="*/ 12097161 h 12126752"/>
              <a:gd name="connsiteX10" fmla="*/ 5048943 w 9855101"/>
              <a:gd name="connsiteY10" fmla="*/ 11120830 h 12126752"/>
              <a:gd name="connsiteX11" fmla="*/ 2105409 w 9855101"/>
              <a:gd name="connsiteY11" fmla="*/ 10306958 h 12126752"/>
              <a:gd name="connsiteX12" fmla="*/ 1824412 w 9855101"/>
              <a:gd name="connsiteY12" fmla="*/ 10213212 h 12126752"/>
              <a:gd name="connsiteX0" fmla="*/ 962938 w 9806427"/>
              <a:gd name="connsiteY0" fmla="*/ 10203052 h 12126752"/>
              <a:gd name="connsiteX1" fmla="*/ 10082 w 9806427"/>
              <a:gd name="connsiteY1" fmla="*/ 8327921 h 12126752"/>
              <a:gd name="connsiteX2" fmla="*/ 543846 w 9806427"/>
              <a:gd name="connsiteY2" fmla="*/ 5251217 h 12126752"/>
              <a:gd name="connsiteX3" fmla="*/ 1586689 w 9806427"/>
              <a:gd name="connsiteY3" fmla="*/ 1999091 h 12126752"/>
              <a:gd name="connsiteX4" fmla="*/ 4445368 w 9806427"/>
              <a:gd name="connsiteY4" fmla="*/ 81983 h 12126752"/>
              <a:gd name="connsiteX5" fmla="*/ 7521815 w 9806427"/>
              <a:gd name="connsiteY5" fmla="*/ 1003774 h 12126752"/>
              <a:gd name="connsiteX6" fmla="*/ 8235469 w 9806427"/>
              <a:gd name="connsiteY6" fmla="*/ 4475255 h 12126752"/>
              <a:gd name="connsiteX7" fmla="*/ 9280089 w 9806427"/>
              <a:gd name="connsiteY7" fmla="*/ 6829838 h 12126752"/>
              <a:gd name="connsiteX8" fmla="*/ 9760575 w 9806427"/>
              <a:gd name="connsiteY8" fmla="*/ 9689785 h 12126752"/>
              <a:gd name="connsiteX9" fmla="*/ 8139486 w 9806427"/>
              <a:gd name="connsiteY9" fmla="*/ 12097161 h 12126752"/>
              <a:gd name="connsiteX10" fmla="*/ 5000269 w 9806427"/>
              <a:gd name="connsiteY10" fmla="*/ 11120830 h 12126752"/>
              <a:gd name="connsiteX11" fmla="*/ 2056735 w 9806427"/>
              <a:gd name="connsiteY11" fmla="*/ 10306958 h 12126752"/>
              <a:gd name="connsiteX12" fmla="*/ 1775738 w 9806427"/>
              <a:gd name="connsiteY12" fmla="*/ 10213212 h 12126752"/>
              <a:gd name="connsiteX0" fmla="*/ 962938 w 9806427"/>
              <a:gd name="connsiteY0" fmla="*/ 10203052 h 12319912"/>
              <a:gd name="connsiteX1" fmla="*/ 10082 w 9806427"/>
              <a:gd name="connsiteY1" fmla="*/ 8327921 h 12319912"/>
              <a:gd name="connsiteX2" fmla="*/ 543846 w 9806427"/>
              <a:gd name="connsiteY2" fmla="*/ 5251217 h 12319912"/>
              <a:gd name="connsiteX3" fmla="*/ 1586689 w 9806427"/>
              <a:gd name="connsiteY3" fmla="*/ 1999091 h 12319912"/>
              <a:gd name="connsiteX4" fmla="*/ 4445368 w 9806427"/>
              <a:gd name="connsiteY4" fmla="*/ 81983 h 12319912"/>
              <a:gd name="connsiteX5" fmla="*/ 7521815 w 9806427"/>
              <a:gd name="connsiteY5" fmla="*/ 1003774 h 12319912"/>
              <a:gd name="connsiteX6" fmla="*/ 8235469 w 9806427"/>
              <a:gd name="connsiteY6" fmla="*/ 4475255 h 12319912"/>
              <a:gd name="connsiteX7" fmla="*/ 9280089 w 9806427"/>
              <a:gd name="connsiteY7" fmla="*/ 6829838 h 12319912"/>
              <a:gd name="connsiteX8" fmla="*/ 9760575 w 9806427"/>
              <a:gd name="connsiteY8" fmla="*/ 9689785 h 12319912"/>
              <a:gd name="connsiteX9" fmla="*/ 8139486 w 9806427"/>
              <a:gd name="connsiteY9" fmla="*/ 12097161 h 12319912"/>
              <a:gd name="connsiteX10" fmla="*/ 7566938 w 9806427"/>
              <a:gd name="connsiteY10" fmla="*/ 12102972 h 12319912"/>
              <a:gd name="connsiteX11" fmla="*/ 5000269 w 9806427"/>
              <a:gd name="connsiteY11" fmla="*/ 11120830 h 12319912"/>
              <a:gd name="connsiteX12" fmla="*/ 2056735 w 9806427"/>
              <a:gd name="connsiteY12" fmla="*/ 10306958 h 12319912"/>
              <a:gd name="connsiteX13" fmla="*/ 1775738 w 9806427"/>
              <a:gd name="connsiteY13" fmla="*/ 10213212 h 12319912"/>
              <a:gd name="connsiteX0" fmla="*/ 962938 w 9806427"/>
              <a:gd name="connsiteY0" fmla="*/ 10203052 h 12319912"/>
              <a:gd name="connsiteX1" fmla="*/ 10082 w 9806427"/>
              <a:gd name="connsiteY1" fmla="*/ 8327921 h 12319912"/>
              <a:gd name="connsiteX2" fmla="*/ 543846 w 9806427"/>
              <a:gd name="connsiteY2" fmla="*/ 5251217 h 12319912"/>
              <a:gd name="connsiteX3" fmla="*/ 1586689 w 9806427"/>
              <a:gd name="connsiteY3" fmla="*/ 1999091 h 12319912"/>
              <a:gd name="connsiteX4" fmla="*/ 4445368 w 9806427"/>
              <a:gd name="connsiteY4" fmla="*/ 81983 h 12319912"/>
              <a:gd name="connsiteX5" fmla="*/ 7521815 w 9806427"/>
              <a:gd name="connsiteY5" fmla="*/ 1003774 h 12319912"/>
              <a:gd name="connsiteX6" fmla="*/ 8235469 w 9806427"/>
              <a:gd name="connsiteY6" fmla="*/ 4475255 h 12319912"/>
              <a:gd name="connsiteX7" fmla="*/ 9280089 w 9806427"/>
              <a:gd name="connsiteY7" fmla="*/ 6829838 h 12319912"/>
              <a:gd name="connsiteX8" fmla="*/ 9760575 w 9806427"/>
              <a:gd name="connsiteY8" fmla="*/ 9689785 h 12319912"/>
              <a:gd name="connsiteX9" fmla="*/ 8139486 w 9806427"/>
              <a:gd name="connsiteY9" fmla="*/ 12097161 h 12319912"/>
              <a:gd name="connsiteX10" fmla="*/ 7566938 w 9806427"/>
              <a:gd name="connsiteY10" fmla="*/ 12102972 h 12319912"/>
              <a:gd name="connsiteX11" fmla="*/ 5000269 w 9806427"/>
              <a:gd name="connsiteY11" fmla="*/ 11120830 h 12319912"/>
              <a:gd name="connsiteX12" fmla="*/ 2056735 w 9806427"/>
              <a:gd name="connsiteY12" fmla="*/ 10306958 h 12319912"/>
              <a:gd name="connsiteX13" fmla="*/ 1775738 w 9806427"/>
              <a:gd name="connsiteY13" fmla="*/ 10213212 h 12319912"/>
              <a:gd name="connsiteX0" fmla="*/ 10082 w 9806427"/>
              <a:gd name="connsiteY0" fmla="*/ 8327921 h 12319912"/>
              <a:gd name="connsiteX1" fmla="*/ 543846 w 9806427"/>
              <a:gd name="connsiteY1" fmla="*/ 5251217 h 12319912"/>
              <a:gd name="connsiteX2" fmla="*/ 1586689 w 9806427"/>
              <a:gd name="connsiteY2" fmla="*/ 1999091 h 12319912"/>
              <a:gd name="connsiteX3" fmla="*/ 4445368 w 9806427"/>
              <a:gd name="connsiteY3" fmla="*/ 81983 h 12319912"/>
              <a:gd name="connsiteX4" fmla="*/ 7521815 w 9806427"/>
              <a:gd name="connsiteY4" fmla="*/ 1003774 h 12319912"/>
              <a:gd name="connsiteX5" fmla="*/ 8235469 w 9806427"/>
              <a:gd name="connsiteY5" fmla="*/ 4475255 h 12319912"/>
              <a:gd name="connsiteX6" fmla="*/ 9280089 w 9806427"/>
              <a:gd name="connsiteY6" fmla="*/ 6829838 h 12319912"/>
              <a:gd name="connsiteX7" fmla="*/ 9760575 w 9806427"/>
              <a:gd name="connsiteY7" fmla="*/ 9689785 h 12319912"/>
              <a:gd name="connsiteX8" fmla="*/ 8139486 w 9806427"/>
              <a:gd name="connsiteY8" fmla="*/ 12097161 h 12319912"/>
              <a:gd name="connsiteX9" fmla="*/ 7566938 w 9806427"/>
              <a:gd name="connsiteY9" fmla="*/ 12102972 h 12319912"/>
              <a:gd name="connsiteX10" fmla="*/ 5000269 w 9806427"/>
              <a:gd name="connsiteY10" fmla="*/ 11120830 h 12319912"/>
              <a:gd name="connsiteX11" fmla="*/ 2056735 w 9806427"/>
              <a:gd name="connsiteY11" fmla="*/ 10306958 h 12319912"/>
              <a:gd name="connsiteX12" fmla="*/ 1775738 w 9806427"/>
              <a:gd name="connsiteY12" fmla="*/ 10213212 h 12319912"/>
              <a:gd name="connsiteX0" fmla="*/ 0 w 9262581"/>
              <a:gd name="connsiteY0" fmla="*/ 5251217 h 12319912"/>
              <a:gd name="connsiteX1" fmla="*/ 1042843 w 9262581"/>
              <a:gd name="connsiteY1" fmla="*/ 1999091 h 12319912"/>
              <a:gd name="connsiteX2" fmla="*/ 3901522 w 9262581"/>
              <a:gd name="connsiteY2" fmla="*/ 81983 h 12319912"/>
              <a:gd name="connsiteX3" fmla="*/ 6977969 w 9262581"/>
              <a:gd name="connsiteY3" fmla="*/ 1003774 h 12319912"/>
              <a:gd name="connsiteX4" fmla="*/ 7691623 w 9262581"/>
              <a:gd name="connsiteY4" fmla="*/ 4475255 h 12319912"/>
              <a:gd name="connsiteX5" fmla="*/ 8736243 w 9262581"/>
              <a:gd name="connsiteY5" fmla="*/ 6829838 h 12319912"/>
              <a:gd name="connsiteX6" fmla="*/ 9216729 w 9262581"/>
              <a:gd name="connsiteY6" fmla="*/ 9689785 h 12319912"/>
              <a:gd name="connsiteX7" fmla="*/ 7595640 w 9262581"/>
              <a:gd name="connsiteY7" fmla="*/ 12097161 h 12319912"/>
              <a:gd name="connsiteX8" fmla="*/ 7023092 w 9262581"/>
              <a:gd name="connsiteY8" fmla="*/ 12102972 h 12319912"/>
              <a:gd name="connsiteX9" fmla="*/ 4456423 w 9262581"/>
              <a:gd name="connsiteY9" fmla="*/ 11120830 h 12319912"/>
              <a:gd name="connsiteX10" fmla="*/ 1512889 w 9262581"/>
              <a:gd name="connsiteY10" fmla="*/ 10306958 h 12319912"/>
              <a:gd name="connsiteX11" fmla="*/ 1231892 w 9262581"/>
              <a:gd name="connsiteY11" fmla="*/ 10213212 h 12319912"/>
              <a:gd name="connsiteX0" fmla="*/ 0 w 8219738"/>
              <a:gd name="connsiteY0" fmla="*/ 1999091 h 12319912"/>
              <a:gd name="connsiteX1" fmla="*/ 2858679 w 8219738"/>
              <a:gd name="connsiteY1" fmla="*/ 81983 h 12319912"/>
              <a:gd name="connsiteX2" fmla="*/ 5935126 w 8219738"/>
              <a:gd name="connsiteY2" fmla="*/ 1003774 h 12319912"/>
              <a:gd name="connsiteX3" fmla="*/ 6648780 w 8219738"/>
              <a:gd name="connsiteY3" fmla="*/ 4475255 h 12319912"/>
              <a:gd name="connsiteX4" fmla="*/ 7693400 w 8219738"/>
              <a:gd name="connsiteY4" fmla="*/ 6829838 h 12319912"/>
              <a:gd name="connsiteX5" fmla="*/ 8173886 w 8219738"/>
              <a:gd name="connsiteY5" fmla="*/ 9689785 h 12319912"/>
              <a:gd name="connsiteX6" fmla="*/ 6552797 w 8219738"/>
              <a:gd name="connsiteY6" fmla="*/ 12097161 h 12319912"/>
              <a:gd name="connsiteX7" fmla="*/ 5980249 w 8219738"/>
              <a:gd name="connsiteY7" fmla="*/ 12102972 h 12319912"/>
              <a:gd name="connsiteX8" fmla="*/ 3413580 w 8219738"/>
              <a:gd name="connsiteY8" fmla="*/ 11120830 h 12319912"/>
              <a:gd name="connsiteX9" fmla="*/ 470046 w 8219738"/>
              <a:gd name="connsiteY9" fmla="*/ 10306958 h 12319912"/>
              <a:gd name="connsiteX10" fmla="*/ 189049 w 8219738"/>
              <a:gd name="connsiteY10" fmla="*/ 10213212 h 12319912"/>
              <a:gd name="connsiteX0" fmla="*/ 2773950 w 8135009"/>
              <a:gd name="connsiteY0" fmla="*/ 81983 h 12319912"/>
              <a:gd name="connsiteX1" fmla="*/ 5850397 w 8135009"/>
              <a:gd name="connsiteY1" fmla="*/ 1003774 h 12319912"/>
              <a:gd name="connsiteX2" fmla="*/ 6564051 w 8135009"/>
              <a:gd name="connsiteY2" fmla="*/ 4475255 h 12319912"/>
              <a:gd name="connsiteX3" fmla="*/ 7608671 w 8135009"/>
              <a:gd name="connsiteY3" fmla="*/ 6829838 h 12319912"/>
              <a:gd name="connsiteX4" fmla="*/ 8089157 w 8135009"/>
              <a:gd name="connsiteY4" fmla="*/ 9689785 h 12319912"/>
              <a:gd name="connsiteX5" fmla="*/ 6468068 w 8135009"/>
              <a:gd name="connsiteY5" fmla="*/ 12097161 h 12319912"/>
              <a:gd name="connsiteX6" fmla="*/ 5895520 w 8135009"/>
              <a:gd name="connsiteY6" fmla="*/ 12102972 h 12319912"/>
              <a:gd name="connsiteX7" fmla="*/ 3328851 w 8135009"/>
              <a:gd name="connsiteY7" fmla="*/ 11120830 h 12319912"/>
              <a:gd name="connsiteX8" fmla="*/ 385317 w 8135009"/>
              <a:gd name="connsiteY8" fmla="*/ 10306958 h 12319912"/>
              <a:gd name="connsiteX9" fmla="*/ 104320 w 8135009"/>
              <a:gd name="connsiteY9" fmla="*/ 10213212 h 12319912"/>
              <a:gd name="connsiteX0" fmla="*/ 2773950 w 8135323"/>
              <a:gd name="connsiteY0" fmla="*/ 81983 h 12319912"/>
              <a:gd name="connsiteX1" fmla="*/ 5850397 w 8135323"/>
              <a:gd name="connsiteY1" fmla="*/ 1003774 h 12319912"/>
              <a:gd name="connsiteX2" fmla="*/ 7608671 w 8135323"/>
              <a:gd name="connsiteY2" fmla="*/ 6829838 h 12319912"/>
              <a:gd name="connsiteX3" fmla="*/ 8089157 w 8135323"/>
              <a:gd name="connsiteY3" fmla="*/ 9689785 h 12319912"/>
              <a:gd name="connsiteX4" fmla="*/ 6468068 w 8135323"/>
              <a:gd name="connsiteY4" fmla="*/ 12097161 h 12319912"/>
              <a:gd name="connsiteX5" fmla="*/ 5895520 w 8135323"/>
              <a:gd name="connsiteY5" fmla="*/ 12102972 h 12319912"/>
              <a:gd name="connsiteX6" fmla="*/ 3328851 w 8135323"/>
              <a:gd name="connsiteY6" fmla="*/ 11120830 h 12319912"/>
              <a:gd name="connsiteX7" fmla="*/ 385317 w 8135323"/>
              <a:gd name="connsiteY7" fmla="*/ 10306958 h 12319912"/>
              <a:gd name="connsiteX8" fmla="*/ 104320 w 8135323"/>
              <a:gd name="connsiteY8" fmla="*/ 10213212 h 12319912"/>
              <a:gd name="connsiteX0" fmla="*/ 2773950 w 8089157"/>
              <a:gd name="connsiteY0" fmla="*/ 81983 h 12319912"/>
              <a:gd name="connsiteX1" fmla="*/ 5850397 w 8089157"/>
              <a:gd name="connsiteY1" fmla="*/ 1003774 h 12319912"/>
              <a:gd name="connsiteX2" fmla="*/ 8089157 w 8089157"/>
              <a:gd name="connsiteY2" fmla="*/ 9689785 h 12319912"/>
              <a:gd name="connsiteX3" fmla="*/ 6468068 w 8089157"/>
              <a:gd name="connsiteY3" fmla="*/ 12097161 h 12319912"/>
              <a:gd name="connsiteX4" fmla="*/ 5895520 w 8089157"/>
              <a:gd name="connsiteY4" fmla="*/ 12102972 h 12319912"/>
              <a:gd name="connsiteX5" fmla="*/ 3328851 w 8089157"/>
              <a:gd name="connsiteY5" fmla="*/ 11120830 h 12319912"/>
              <a:gd name="connsiteX6" fmla="*/ 385317 w 8089157"/>
              <a:gd name="connsiteY6" fmla="*/ 10306958 h 12319912"/>
              <a:gd name="connsiteX7" fmla="*/ 104320 w 8089157"/>
              <a:gd name="connsiteY7" fmla="*/ 10213212 h 12319912"/>
              <a:gd name="connsiteX0" fmla="*/ 5850397 w 8089157"/>
              <a:gd name="connsiteY0" fmla="*/ 0 h 11316138"/>
              <a:gd name="connsiteX1" fmla="*/ 8089157 w 8089157"/>
              <a:gd name="connsiteY1" fmla="*/ 8686011 h 11316138"/>
              <a:gd name="connsiteX2" fmla="*/ 6468068 w 8089157"/>
              <a:gd name="connsiteY2" fmla="*/ 11093387 h 11316138"/>
              <a:gd name="connsiteX3" fmla="*/ 5895520 w 8089157"/>
              <a:gd name="connsiteY3" fmla="*/ 11099198 h 11316138"/>
              <a:gd name="connsiteX4" fmla="*/ 3328851 w 8089157"/>
              <a:gd name="connsiteY4" fmla="*/ 10117056 h 11316138"/>
              <a:gd name="connsiteX5" fmla="*/ 385317 w 8089157"/>
              <a:gd name="connsiteY5" fmla="*/ 9303184 h 11316138"/>
              <a:gd name="connsiteX6" fmla="*/ 104320 w 8089157"/>
              <a:gd name="connsiteY6" fmla="*/ 9209438 h 11316138"/>
              <a:gd name="connsiteX0" fmla="*/ 8089157 w 8089157"/>
              <a:gd name="connsiteY0" fmla="*/ 0 h 2630127"/>
              <a:gd name="connsiteX1" fmla="*/ 6468068 w 8089157"/>
              <a:gd name="connsiteY1" fmla="*/ 2407376 h 2630127"/>
              <a:gd name="connsiteX2" fmla="*/ 5895520 w 8089157"/>
              <a:gd name="connsiteY2" fmla="*/ 2413187 h 2630127"/>
              <a:gd name="connsiteX3" fmla="*/ 3328851 w 8089157"/>
              <a:gd name="connsiteY3" fmla="*/ 1431045 h 2630127"/>
              <a:gd name="connsiteX4" fmla="*/ 385317 w 8089157"/>
              <a:gd name="connsiteY4" fmla="*/ 617173 h 2630127"/>
              <a:gd name="connsiteX5" fmla="*/ 104320 w 8089157"/>
              <a:gd name="connsiteY5" fmla="*/ 523427 h 2630127"/>
              <a:gd name="connsiteX0" fmla="*/ 6468068 w 6468068"/>
              <a:gd name="connsiteY0" fmla="*/ 1945261 h 2168012"/>
              <a:gd name="connsiteX1" fmla="*/ 5895520 w 6468068"/>
              <a:gd name="connsiteY1" fmla="*/ 1951072 h 2168012"/>
              <a:gd name="connsiteX2" fmla="*/ 3328851 w 6468068"/>
              <a:gd name="connsiteY2" fmla="*/ 968930 h 2168012"/>
              <a:gd name="connsiteX3" fmla="*/ 385317 w 6468068"/>
              <a:gd name="connsiteY3" fmla="*/ 155058 h 2168012"/>
              <a:gd name="connsiteX4" fmla="*/ 104320 w 6468068"/>
              <a:gd name="connsiteY4" fmla="*/ 61312 h 2168012"/>
              <a:gd name="connsiteX0" fmla="*/ 5895520 w 5895520"/>
              <a:gd name="connsiteY0" fmla="*/ 1951072 h 1951072"/>
              <a:gd name="connsiteX1" fmla="*/ 3328851 w 5895520"/>
              <a:gd name="connsiteY1" fmla="*/ 968930 h 1951072"/>
              <a:gd name="connsiteX2" fmla="*/ 385317 w 5895520"/>
              <a:gd name="connsiteY2" fmla="*/ 155058 h 1951072"/>
              <a:gd name="connsiteX3" fmla="*/ 104320 w 5895520"/>
              <a:gd name="connsiteY3" fmla="*/ 61312 h 1951072"/>
            </a:gdLst>
            <a:ahLst/>
            <a:cxnLst>
              <a:cxn ang="0">
                <a:pos x="connsiteX0" y="connsiteY0"/>
              </a:cxn>
              <a:cxn ang="0">
                <a:pos x="connsiteX1" y="connsiteY1"/>
              </a:cxn>
              <a:cxn ang="0">
                <a:pos x="connsiteX2" y="connsiteY2"/>
              </a:cxn>
              <a:cxn ang="0">
                <a:pos x="connsiteX3" y="connsiteY3"/>
              </a:cxn>
            </a:cxnLst>
            <a:rect l="l" t="t" r="r" b="b"/>
            <a:pathLst>
              <a:path w="5895520" h="1951072">
                <a:moveTo>
                  <a:pt x="5895520" y="1951072"/>
                </a:moveTo>
                <a:cubicBezTo>
                  <a:pt x="5138637" y="1828990"/>
                  <a:pt x="4247218" y="1268266"/>
                  <a:pt x="3328851" y="968930"/>
                </a:cubicBezTo>
                <a:cubicBezTo>
                  <a:pt x="2260922" y="568539"/>
                  <a:pt x="1310983" y="530558"/>
                  <a:pt x="385317" y="155058"/>
                </a:cubicBezTo>
                <a:cubicBezTo>
                  <a:pt x="-167345" y="-11452"/>
                  <a:pt x="8549" y="-45729"/>
                  <a:pt x="104320" y="61312"/>
                </a:cubicBezTo>
              </a:path>
            </a:pathLst>
          </a:custGeom>
          <a:noFill/>
          <a:ln w="19110" cap="flat">
            <a:solidFill>
              <a:schemeClr val="accent4"/>
            </a:solidFill>
            <a:prstDash val="solid"/>
            <a:miter/>
          </a:ln>
        </p:spPr>
        <p:txBody>
          <a:bodyPr rtlCol="0" anchor="ctr"/>
          <a:lstStyle/>
          <a:p>
            <a:endParaRPr lang="en-GB"/>
          </a:p>
        </p:txBody>
      </p:sp>
      <p:sp>
        <p:nvSpPr>
          <p:cNvPr id="18" name="Freeform 17">
            <a:extLst>
              <a:ext uri="{FF2B5EF4-FFF2-40B4-BE49-F238E27FC236}">
                <a16:creationId xmlns:a16="http://schemas.microsoft.com/office/drawing/2014/main" id="{8E1DB3D8-9AE0-A93F-1CB2-11A243F896F9}"/>
              </a:ext>
            </a:extLst>
          </p:cNvPr>
          <p:cNvSpPr/>
          <p:nvPr userDrawn="1"/>
        </p:nvSpPr>
        <p:spPr>
          <a:xfrm>
            <a:off x="8539686" y="0"/>
            <a:ext cx="3652315" cy="1538876"/>
          </a:xfrm>
          <a:custGeom>
            <a:avLst/>
            <a:gdLst>
              <a:gd name="connsiteX0" fmla="*/ 0 w 3652315"/>
              <a:gd name="connsiteY0" fmla="*/ 0 h 1538876"/>
              <a:gd name="connsiteX1" fmla="*/ 3652315 w 3652315"/>
              <a:gd name="connsiteY1" fmla="*/ 0 h 1538876"/>
              <a:gd name="connsiteX2" fmla="*/ 3652315 w 3652315"/>
              <a:gd name="connsiteY2" fmla="*/ 1537398 h 1538876"/>
              <a:gd name="connsiteX3" fmla="*/ 3596909 w 3652315"/>
              <a:gd name="connsiteY3" fmla="*/ 1538876 h 1538876"/>
              <a:gd name="connsiteX4" fmla="*/ 2266115 w 3652315"/>
              <a:gd name="connsiteY4" fmla="*/ 1064401 h 1538876"/>
              <a:gd name="connsiteX5" fmla="*/ 864418 w 3652315"/>
              <a:gd name="connsiteY5" fmla="*/ 681134 h 1538876"/>
              <a:gd name="connsiteX6" fmla="*/ 23705 w 3652315"/>
              <a:gd name="connsiteY6" fmla="*/ 42529 h 1538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652315" h="1538876">
                <a:moveTo>
                  <a:pt x="0" y="0"/>
                </a:moveTo>
                <a:lnTo>
                  <a:pt x="3652315" y="0"/>
                </a:lnTo>
                <a:lnTo>
                  <a:pt x="3652315" y="1537398"/>
                </a:lnTo>
                <a:lnTo>
                  <a:pt x="3596909" y="1538876"/>
                </a:lnTo>
                <a:cubicBezTo>
                  <a:pt x="3199795" y="1528044"/>
                  <a:pt x="2711216" y="1229830"/>
                  <a:pt x="2266115" y="1064401"/>
                </a:cubicBezTo>
                <a:cubicBezTo>
                  <a:pt x="1757427" y="875333"/>
                  <a:pt x="1305335" y="858549"/>
                  <a:pt x="864418" y="681134"/>
                </a:cubicBezTo>
                <a:cubicBezTo>
                  <a:pt x="534562" y="547937"/>
                  <a:pt x="210299" y="324487"/>
                  <a:pt x="23705" y="42529"/>
                </a:cubicBezTo>
                <a:close/>
              </a:path>
            </a:pathLst>
          </a:custGeom>
          <a:solidFill>
            <a:schemeClr val="accent4"/>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5" name="Title 1">
            <a:extLst>
              <a:ext uri="{FF2B5EF4-FFF2-40B4-BE49-F238E27FC236}">
                <a16:creationId xmlns:a16="http://schemas.microsoft.com/office/drawing/2014/main" id="{9EBD63F1-7387-8016-1A7E-B60E66B407E2}"/>
              </a:ext>
            </a:extLst>
          </p:cNvPr>
          <p:cNvSpPr>
            <a:spLocks noGrp="1"/>
          </p:cNvSpPr>
          <p:nvPr>
            <p:ph type="title" hasCustomPrompt="1"/>
          </p:nvPr>
        </p:nvSpPr>
        <p:spPr>
          <a:xfrm>
            <a:off x="555600" y="1811656"/>
            <a:ext cx="11085538" cy="798091"/>
          </a:xfrm>
        </p:spPr>
        <p:txBody>
          <a:bodyPr/>
          <a:lstStyle>
            <a:lvl1pPr>
              <a:defRPr>
                <a:solidFill>
                  <a:schemeClr val="accent4"/>
                </a:solidFill>
              </a:defRPr>
            </a:lvl1pPr>
          </a:lstStyle>
          <a:p>
            <a:r>
              <a:rPr lang="en-GB"/>
              <a:t>Title of contents</a:t>
            </a:r>
            <a:endParaRPr lang="en-PL"/>
          </a:p>
        </p:txBody>
      </p:sp>
      <p:sp>
        <p:nvSpPr>
          <p:cNvPr id="6" name="Text Placeholder 6">
            <a:extLst>
              <a:ext uri="{FF2B5EF4-FFF2-40B4-BE49-F238E27FC236}">
                <a16:creationId xmlns:a16="http://schemas.microsoft.com/office/drawing/2014/main" id="{06DC2B1A-1B13-5F1D-A951-E71FF2869ABE}"/>
              </a:ext>
            </a:extLst>
          </p:cNvPr>
          <p:cNvSpPr>
            <a:spLocks noGrp="1"/>
          </p:cNvSpPr>
          <p:nvPr>
            <p:ph idx="1"/>
          </p:nvPr>
        </p:nvSpPr>
        <p:spPr>
          <a:xfrm>
            <a:off x="550863" y="2823101"/>
            <a:ext cx="11085538" cy="268951"/>
          </a:xfrm>
          <a:prstGeom prst="rect">
            <a:avLst/>
          </a:prstGeom>
        </p:spPr>
        <p:txBody>
          <a:bodyPr vert="horz" lIns="0" tIns="0" rIns="0" bIns="0" rtlCol="0">
            <a:normAutofit/>
          </a:bodyPr>
          <a:lstStyle>
            <a:lvl1pPr marL="0" indent="0">
              <a:buNone/>
              <a:defRPr sz="1600">
                <a:solidFill>
                  <a:schemeClr val="accent4"/>
                </a:solidFill>
              </a:defRPr>
            </a:lvl1pPr>
            <a:lvl2pPr marL="457200" indent="0">
              <a:buNone/>
              <a:defRPr/>
            </a:lvl2pPr>
            <a:lvl3pPr marL="914400" indent="0">
              <a:buNone/>
              <a:defRPr/>
            </a:lvl3pPr>
          </a:lstStyle>
          <a:p>
            <a:pPr lvl="0"/>
            <a:r>
              <a:rPr lang="en-US"/>
              <a:t>Click to edit Master text styles</a:t>
            </a:r>
          </a:p>
        </p:txBody>
      </p:sp>
    </p:spTree>
    <p:extLst>
      <p:ext uri="{BB962C8B-B14F-4D97-AF65-F5344CB8AC3E}">
        <p14:creationId xmlns:p14="http://schemas.microsoft.com/office/powerpoint/2010/main" val="3290640781"/>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People-contact_light">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3946270-C3AA-4994-9449-4F2D9BB8B541}"/>
              </a:ext>
            </a:extLst>
          </p:cNvPr>
          <p:cNvSpPr>
            <a:spLocks noGrp="1"/>
          </p:cNvSpPr>
          <p:nvPr>
            <p:ph type="sldNum" sz="quarter" idx="10"/>
          </p:nvPr>
        </p:nvSpPr>
        <p:spPr/>
        <p:txBody>
          <a:bodyPr/>
          <a:lstStyle/>
          <a:p>
            <a:fld id="{B55D9570-D3FC-6D43-AC32-D988B1849109}" type="slidenum">
              <a:rPr lang="en-PL" smtClean="0"/>
              <a:pPr/>
              <a:t>‹#›</a:t>
            </a:fld>
            <a:endParaRPr lang="en-PL"/>
          </a:p>
        </p:txBody>
      </p:sp>
      <p:sp>
        <p:nvSpPr>
          <p:cNvPr id="32" name="Freeform 31">
            <a:extLst>
              <a:ext uri="{FF2B5EF4-FFF2-40B4-BE49-F238E27FC236}">
                <a16:creationId xmlns:a16="http://schemas.microsoft.com/office/drawing/2014/main" id="{04A8B277-D638-318B-92A8-028D67937AC2}"/>
              </a:ext>
            </a:extLst>
          </p:cNvPr>
          <p:cNvSpPr/>
          <p:nvPr userDrawn="1"/>
        </p:nvSpPr>
        <p:spPr>
          <a:xfrm>
            <a:off x="4737315" y="0"/>
            <a:ext cx="2195750" cy="6858000"/>
          </a:xfrm>
          <a:custGeom>
            <a:avLst/>
            <a:gdLst>
              <a:gd name="connsiteX0" fmla="*/ 1969084 w 2195750"/>
              <a:gd name="connsiteY0" fmla="*/ 0 h 6858000"/>
              <a:gd name="connsiteX1" fmla="*/ 2195750 w 2195750"/>
              <a:gd name="connsiteY1" fmla="*/ 0 h 6858000"/>
              <a:gd name="connsiteX2" fmla="*/ 2161525 w 2195750"/>
              <a:gd name="connsiteY2" fmla="*/ 65203 h 6858000"/>
              <a:gd name="connsiteX3" fmla="*/ 1923048 w 2195750"/>
              <a:gd name="connsiteY3" fmla="*/ 564173 h 6858000"/>
              <a:gd name="connsiteX4" fmla="*/ 1313940 w 2195750"/>
              <a:gd name="connsiteY4" fmla="*/ 3942588 h 6858000"/>
              <a:gd name="connsiteX5" fmla="*/ 201511 w 2195750"/>
              <a:gd name="connsiteY5" fmla="*/ 6832245 h 6858000"/>
              <a:gd name="connsiteX6" fmla="*/ 182865 w 2195750"/>
              <a:gd name="connsiteY6" fmla="*/ 6858000 h 6858000"/>
              <a:gd name="connsiteX7" fmla="*/ 0 w 2195750"/>
              <a:gd name="connsiteY7" fmla="*/ 6858000 h 6858000"/>
              <a:gd name="connsiteX8" fmla="*/ 18654 w 2195750"/>
              <a:gd name="connsiteY8" fmla="*/ 6824101 h 6858000"/>
              <a:gd name="connsiteX9" fmla="*/ 705793 w 2195750"/>
              <a:gd name="connsiteY9" fmla="*/ 4649039 h 6858000"/>
              <a:gd name="connsiteX10" fmla="*/ 1314901 w 2195750"/>
              <a:gd name="connsiteY10" fmla="*/ 1270626 h 6858000"/>
              <a:gd name="connsiteX11" fmla="*/ 1833431 w 2195750"/>
              <a:gd name="connsiteY11" fmla="*/ 24687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95750" h="6858000">
                <a:moveTo>
                  <a:pt x="1969084" y="0"/>
                </a:moveTo>
                <a:lnTo>
                  <a:pt x="2195750" y="0"/>
                </a:lnTo>
                <a:lnTo>
                  <a:pt x="2161525" y="65203"/>
                </a:lnTo>
                <a:cubicBezTo>
                  <a:pt x="2073851" y="236177"/>
                  <a:pt x="1993106" y="402849"/>
                  <a:pt x="1923048" y="564173"/>
                </a:cubicBezTo>
                <a:cubicBezTo>
                  <a:pt x="1362597" y="1854765"/>
                  <a:pt x="1483348" y="2808922"/>
                  <a:pt x="1313940" y="3942588"/>
                </a:cubicBezTo>
                <a:cubicBezTo>
                  <a:pt x="1173913" y="4862569"/>
                  <a:pt x="844277" y="5901971"/>
                  <a:pt x="201511" y="6832245"/>
                </a:cubicBezTo>
                <a:lnTo>
                  <a:pt x="182865" y="6858000"/>
                </a:lnTo>
                <a:lnTo>
                  <a:pt x="0" y="6858000"/>
                </a:lnTo>
                <a:lnTo>
                  <a:pt x="18654" y="6824101"/>
                </a:lnTo>
                <a:cubicBezTo>
                  <a:pt x="389098" y="6096186"/>
                  <a:pt x="600773" y="5339025"/>
                  <a:pt x="705793" y="4649039"/>
                </a:cubicBezTo>
                <a:cubicBezTo>
                  <a:pt x="875192" y="3515373"/>
                  <a:pt x="754440" y="2561216"/>
                  <a:pt x="1314901" y="1270626"/>
                </a:cubicBezTo>
                <a:cubicBezTo>
                  <a:pt x="1455017" y="947978"/>
                  <a:pt x="1637882" y="603935"/>
                  <a:pt x="1833431" y="246878"/>
                </a:cubicBez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41" name="Freeform 40">
            <a:extLst>
              <a:ext uri="{FF2B5EF4-FFF2-40B4-BE49-F238E27FC236}">
                <a16:creationId xmlns:a16="http://schemas.microsoft.com/office/drawing/2014/main" id="{37278615-7553-2C74-7514-E58F0F9C319C}"/>
              </a:ext>
            </a:extLst>
          </p:cNvPr>
          <p:cNvSpPr/>
          <p:nvPr userDrawn="1"/>
        </p:nvSpPr>
        <p:spPr>
          <a:xfrm>
            <a:off x="4908605" y="0"/>
            <a:ext cx="2503877" cy="6858000"/>
          </a:xfrm>
          <a:custGeom>
            <a:avLst/>
            <a:gdLst>
              <a:gd name="connsiteX0" fmla="*/ 2012930 w 2503877"/>
              <a:gd name="connsiteY0" fmla="*/ 0 h 6858000"/>
              <a:gd name="connsiteX1" fmla="*/ 2503877 w 2503877"/>
              <a:gd name="connsiteY1" fmla="*/ 0 h 6858000"/>
              <a:gd name="connsiteX2" fmla="*/ 2315406 w 2503877"/>
              <a:gd name="connsiteY2" fmla="*/ 352946 h 6858000"/>
              <a:gd name="connsiteX3" fmla="*/ 1809165 w 2503877"/>
              <a:gd name="connsiteY3" fmla="*/ 1382831 h 6858000"/>
              <a:gd name="connsiteX4" fmla="*/ 1240526 w 2503877"/>
              <a:gd name="connsiteY4" fmla="*/ 4768301 h 6858000"/>
              <a:gd name="connsiteX5" fmla="*/ 660130 w 2503877"/>
              <a:gd name="connsiteY5" fmla="*/ 6782002 h 6858000"/>
              <a:gd name="connsiteX6" fmla="*/ 623493 w 2503877"/>
              <a:gd name="connsiteY6" fmla="*/ 6858000 h 6858000"/>
              <a:gd name="connsiteX7" fmla="*/ 0 w 2503877"/>
              <a:gd name="connsiteY7" fmla="*/ 6858000 h 6858000"/>
              <a:gd name="connsiteX8" fmla="*/ 18646 w 2503877"/>
              <a:gd name="connsiteY8" fmla="*/ 6832245 h 6858000"/>
              <a:gd name="connsiteX9" fmla="*/ 1131075 w 2503877"/>
              <a:gd name="connsiteY9" fmla="*/ 3942588 h 6858000"/>
              <a:gd name="connsiteX10" fmla="*/ 1740183 w 2503877"/>
              <a:gd name="connsiteY10" fmla="*/ 564173 h 6858000"/>
              <a:gd name="connsiteX11" fmla="*/ 1946115 w 2503877"/>
              <a:gd name="connsiteY11" fmla="*/ 1291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503877" h="6858000">
                <a:moveTo>
                  <a:pt x="2012930" y="0"/>
                </a:moveTo>
                <a:lnTo>
                  <a:pt x="2503877" y="0"/>
                </a:lnTo>
                <a:lnTo>
                  <a:pt x="2315406" y="352946"/>
                </a:lnTo>
                <a:cubicBezTo>
                  <a:pt x="2124143" y="712320"/>
                  <a:pt x="1945409" y="1058528"/>
                  <a:pt x="1809165" y="1382831"/>
                </a:cubicBezTo>
                <a:cubicBezTo>
                  <a:pt x="1264183" y="2680040"/>
                  <a:pt x="1396349" y="3632683"/>
                  <a:pt x="1240526" y="4768301"/>
                </a:cubicBezTo>
                <a:cubicBezTo>
                  <a:pt x="1151210" y="5406326"/>
                  <a:pt x="971709" y="6102673"/>
                  <a:pt x="660130" y="6782002"/>
                </a:cubicBezTo>
                <a:lnTo>
                  <a:pt x="623493" y="6858000"/>
                </a:lnTo>
                <a:lnTo>
                  <a:pt x="0" y="6858000"/>
                </a:lnTo>
                <a:lnTo>
                  <a:pt x="18646" y="6832245"/>
                </a:lnTo>
                <a:cubicBezTo>
                  <a:pt x="661412" y="5901971"/>
                  <a:pt x="991048" y="4862569"/>
                  <a:pt x="1131075" y="3942588"/>
                </a:cubicBezTo>
                <a:cubicBezTo>
                  <a:pt x="1300483" y="2808922"/>
                  <a:pt x="1179732" y="1854765"/>
                  <a:pt x="1740183" y="564173"/>
                </a:cubicBezTo>
                <a:cubicBezTo>
                  <a:pt x="1801484" y="423015"/>
                  <a:pt x="1870967" y="277761"/>
                  <a:pt x="1946115" y="129115"/>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44" name="Picture Placeholder 43">
            <a:extLst>
              <a:ext uri="{FF2B5EF4-FFF2-40B4-BE49-F238E27FC236}">
                <a16:creationId xmlns:a16="http://schemas.microsoft.com/office/drawing/2014/main" id="{CF3E8D10-1FC1-0D74-F938-96FDB84FC281}"/>
              </a:ext>
            </a:extLst>
          </p:cNvPr>
          <p:cNvSpPr>
            <a:spLocks noGrp="1"/>
          </p:cNvSpPr>
          <p:nvPr>
            <p:ph type="pic" sz="quarter" idx="20"/>
          </p:nvPr>
        </p:nvSpPr>
        <p:spPr>
          <a:xfrm>
            <a:off x="5520523" y="0"/>
            <a:ext cx="6671477" cy="6858000"/>
          </a:xfrm>
          <a:custGeom>
            <a:avLst/>
            <a:gdLst>
              <a:gd name="connsiteX0" fmla="*/ 1880384 w 6671477"/>
              <a:gd name="connsiteY0" fmla="*/ 0 h 6858000"/>
              <a:gd name="connsiteX1" fmla="*/ 6671477 w 6671477"/>
              <a:gd name="connsiteY1" fmla="*/ 0 h 6858000"/>
              <a:gd name="connsiteX2" fmla="*/ 6671477 w 6671477"/>
              <a:gd name="connsiteY2" fmla="*/ 6858000 h 6858000"/>
              <a:gd name="connsiteX3" fmla="*/ 0 w 6671477"/>
              <a:gd name="connsiteY3" fmla="*/ 6858000 h 6858000"/>
              <a:gd name="connsiteX4" fmla="*/ 36637 w 6671477"/>
              <a:gd name="connsiteY4" fmla="*/ 6782002 h 6858000"/>
              <a:gd name="connsiteX5" fmla="*/ 617033 w 6671477"/>
              <a:gd name="connsiteY5" fmla="*/ 4768301 h 6858000"/>
              <a:gd name="connsiteX6" fmla="*/ 1185672 w 6671477"/>
              <a:gd name="connsiteY6" fmla="*/ 1382831 h 6858000"/>
              <a:gd name="connsiteX7" fmla="*/ 1691913 w 6671477"/>
              <a:gd name="connsiteY7" fmla="*/ 35294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671477" h="6858000">
                <a:moveTo>
                  <a:pt x="1880384" y="0"/>
                </a:moveTo>
                <a:lnTo>
                  <a:pt x="6671477" y="0"/>
                </a:lnTo>
                <a:lnTo>
                  <a:pt x="6671477" y="6858000"/>
                </a:lnTo>
                <a:lnTo>
                  <a:pt x="0" y="6858000"/>
                </a:lnTo>
                <a:lnTo>
                  <a:pt x="36637" y="6782002"/>
                </a:lnTo>
                <a:cubicBezTo>
                  <a:pt x="348216" y="6102673"/>
                  <a:pt x="527717" y="5406326"/>
                  <a:pt x="617033" y="4768301"/>
                </a:cubicBezTo>
                <a:cubicBezTo>
                  <a:pt x="772856" y="3632683"/>
                  <a:pt x="640690" y="2680040"/>
                  <a:pt x="1185672" y="1382831"/>
                </a:cubicBezTo>
                <a:cubicBezTo>
                  <a:pt x="1321916" y="1058528"/>
                  <a:pt x="1500650" y="712320"/>
                  <a:pt x="1691913" y="352946"/>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GB"/>
          </a:p>
        </p:txBody>
      </p:sp>
      <p:sp>
        <p:nvSpPr>
          <p:cNvPr id="45" name="Title 1">
            <a:extLst>
              <a:ext uri="{FF2B5EF4-FFF2-40B4-BE49-F238E27FC236}">
                <a16:creationId xmlns:a16="http://schemas.microsoft.com/office/drawing/2014/main" id="{2E535BBA-2598-39AE-4E7D-44C2A1A397F3}"/>
              </a:ext>
            </a:extLst>
          </p:cNvPr>
          <p:cNvSpPr>
            <a:spLocks noGrp="1"/>
          </p:cNvSpPr>
          <p:nvPr>
            <p:ph type="title" hasCustomPrompt="1"/>
          </p:nvPr>
        </p:nvSpPr>
        <p:spPr>
          <a:xfrm>
            <a:off x="554038" y="549476"/>
            <a:ext cx="4546709" cy="637427"/>
          </a:xfrm>
        </p:spPr>
        <p:txBody>
          <a:bodyPr/>
          <a:lstStyle>
            <a:lvl1pPr>
              <a:defRPr>
                <a:solidFill>
                  <a:schemeClr val="tx2"/>
                </a:solidFill>
              </a:defRPr>
            </a:lvl1pPr>
          </a:lstStyle>
          <a:p>
            <a:r>
              <a:rPr lang="en-GB"/>
              <a:t>Title of contents</a:t>
            </a:r>
          </a:p>
        </p:txBody>
      </p:sp>
      <p:sp>
        <p:nvSpPr>
          <p:cNvPr id="46" name="Text Placeholder 6">
            <a:extLst>
              <a:ext uri="{FF2B5EF4-FFF2-40B4-BE49-F238E27FC236}">
                <a16:creationId xmlns:a16="http://schemas.microsoft.com/office/drawing/2014/main" id="{AB880D4A-6A89-A7D6-31B7-F532E7C6AE05}"/>
              </a:ext>
            </a:extLst>
          </p:cNvPr>
          <p:cNvSpPr>
            <a:spLocks noGrp="1"/>
          </p:cNvSpPr>
          <p:nvPr>
            <p:ph idx="1" hasCustomPrompt="1"/>
          </p:nvPr>
        </p:nvSpPr>
        <p:spPr>
          <a:xfrm>
            <a:off x="2069437" y="2714758"/>
            <a:ext cx="3028136" cy="341809"/>
          </a:xfrm>
          <a:prstGeom prst="rect">
            <a:avLst/>
          </a:prstGeom>
        </p:spPr>
        <p:txBody>
          <a:bodyPr vert="horz" lIns="0" tIns="0" rIns="0" bIns="0" rtlCol="0">
            <a:normAutofit/>
          </a:bodyPr>
          <a:lstStyle>
            <a:lvl1pPr marL="12700" indent="0" algn="l">
              <a:buNone/>
              <a:tabLst/>
              <a:defRPr b="1">
                <a:solidFill>
                  <a:schemeClr val="tx2"/>
                </a:solidFill>
              </a:defRPr>
            </a:lvl1pPr>
            <a:lvl2pPr marL="184150" indent="-171450" algn="l">
              <a:buFont typeface="Arial" panose="020B0604020202020204" pitchFamily="34" charset="0"/>
              <a:buChar char="•"/>
              <a:tabLst/>
              <a:defRPr>
                <a:solidFill>
                  <a:schemeClr val="accent3"/>
                </a:solidFill>
              </a:defRPr>
            </a:lvl2pPr>
            <a:lvl3pPr marL="12700" indent="0">
              <a:buNone/>
              <a:tabLst/>
              <a:defRPr/>
            </a:lvl3pPr>
          </a:lstStyle>
          <a:p>
            <a:pPr lvl="0"/>
            <a:r>
              <a:rPr lang="en-GB"/>
              <a:t>Name and Surname</a:t>
            </a:r>
          </a:p>
        </p:txBody>
      </p:sp>
      <p:sp>
        <p:nvSpPr>
          <p:cNvPr id="47" name="Text Placeholder 10">
            <a:extLst>
              <a:ext uri="{FF2B5EF4-FFF2-40B4-BE49-F238E27FC236}">
                <a16:creationId xmlns:a16="http://schemas.microsoft.com/office/drawing/2014/main" id="{0A006DDE-B64B-8B19-DFF3-E607D57AB875}"/>
              </a:ext>
            </a:extLst>
          </p:cNvPr>
          <p:cNvSpPr>
            <a:spLocks noGrp="1"/>
          </p:cNvSpPr>
          <p:nvPr>
            <p:ph type="body" sz="quarter" idx="11"/>
          </p:nvPr>
        </p:nvSpPr>
        <p:spPr>
          <a:xfrm>
            <a:off x="2069437" y="3059440"/>
            <a:ext cx="3028137" cy="617795"/>
          </a:xfrm>
        </p:spPr>
        <p:txBody>
          <a:bodyPr>
            <a:normAutofit/>
          </a:bodyPr>
          <a:lstStyle>
            <a:lvl1pPr algn="l">
              <a:defRPr sz="1200">
                <a:solidFill>
                  <a:schemeClr val="tx1"/>
                </a:solidFill>
              </a:defRPr>
            </a:lvl1pPr>
            <a:lvl2pPr marL="179388" indent="-171450" algn="ctr">
              <a:buFont typeface="Arial" panose="020B0604020202020204" pitchFamily="34" charset="0"/>
              <a:buChar char="•"/>
              <a:tabLst/>
              <a:defRPr/>
            </a:lvl2pPr>
          </a:lstStyle>
          <a:p>
            <a:pPr lvl="0"/>
            <a:r>
              <a:rPr lang="en-US"/>
              <a:t>Click to edit Master text styles</a:t>
            </a:r>
          </a:p>
        </p:txBody>
      </p:sp>
      <p:sp>
        <p:nvSpPr>
          <p:cNvPr id="48" name="Picture Placeholder 16">
            <a:extLst>
              <a:ext uri="{FF2B5EF4-FFF2-40B4-BE49-F238E27FC236}">
                <a16:creationId xmlns:a16="http://schemas.microsoft.com/office/drawing/2014/main" id="{73C3C1F6-F992-417D-143B-7E77D670A9F0}"/>
              </a:ext>
            </a:extLst>
          </p:cNvPr>
          <p:cNvSpPr>
            <a:spLocks noGrp="1"/>
          </p:cNvSpPr>
          <p:nvPr>
            <p:ph type="pic" sz="quarter" idx="12"/>
          </p:nvPr>
        </p:nvSpPr>
        <p:spPr>
          <a:xfrm>
            <a:off x="550863" y="2488602"/>
            <a:ext cx="1241348" cy="1309086"/>
          </a:xfrm>
          <a:custGeom>
            <a:avLst/>
            <a:gdLst>
              <a:gd name="connsiteX0" fmla="*/ 577388 w 1407298"/>
              <a:gd name="connsiteY0" fmla="*/ 294 h 1484092"/>
              <a:gd name="connsiteX1" fmla="*/ 1228905 w 1407298"/>
              <a:gd name="connsiteY1" fmla="*/ 346913 h 1484092"/>
              <a:gd name="connsiteX2" fmla="*/ 1228836 w 1407298"/>
              <a:gd name="connsiteY2" fmla="*/ 346983 h 1484092"/>
              <a:gd name="connsiteX3" fmla="*/ 1372072 w 1407298"/>
              <a:gd name="connsiteY3" fmla="*/ 1018872 h 1484092"/>
              <a:gd name="connsiteX4" fmla="*/ 845991 w 1407298"/>
              <a:gd name="connsiteY4" fmla="*/ 1395599 h 1484092"/>
              <a:gd name="connsiteX5" fmla="*/ 317059 w 1407298"/>
              <a:gd name="connsiteY5" fmla="*/ 1447400 h 1484092"/>
              <a:gd name="connsiteX6" fmla="*/ 98867 w 1407298"/>
              <a:gd name="connsiteY6" fmla="*/ 973329 h 1484092"/>
              <a:gd name="connsiteX7" fmla="*/ 29544 w 1407298"/>
              <a:gd name="connsiteY7" fmla="*/ 358108 h 1484092"/>
              <a:gd name="connsiteX8" fmla="*/ 577388 w 1407298"/>
              <a:gd name="connsiteY8" fmla="*/ 294 h 1484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07298" h="1484092">
                <a:moveTo>
                  <a:pt x="577388" y="294"/>
                </a:moveTo>
                <a:cubicBezTo>
                  <a:pt x="819082" y="-7424"/>
                  <a:pt x="1069885" y="137898"/>
                  <a:pt x="1228905" y="346913"/>
                </a:cubicBezTo>
                <a:lnTo>
                  <a:pt x="1228836" y="346983"/>
                </a:lnTo>
                <a:cubicBezTo>
                  <a:pt x="1387508" y="555996"/>
                  <a:pt x="1454051" y="828424"/>
                  <a:pt x="1372072" y="1018872"/>
                </a:cubicBezTo>
                <a:cubicBezTo>
                  <a:pt x="1290094" y="1209321"/>
                  <a:pt x="1059664" y="1317931"/>
                  <a:pt x="845991" y="1395599"/>
                </a:cubicBezTo>
                <a:cubicBezTo>
                  <a:pt x="632319" y="1473683"/>
                  <a:pt x="435125" y="1520965"/>
                  <a:pt x="317059" y="1447400"/>
                </a:cubicBezTo>
                <a:cubicBezTo>
                  <a:pt x="198993" y="1374183"/>
                  <a:pt x="159777" y="1179910"/>
                  <a:pt x="98867" y="973329"/>
                </a:cubicBezTo>
                <a:cubicBezTo>
                  <a:pt x="37957" y="766748"/>
                  <a:pt x="-45065" y="547931"/>
                  <a:pt x="29544" y="358108"/>
                </a:cubicBezTo>
                <a:cubicBezTo>
                  <a:pt x="104152" y="168702"/>
                  <a:pt x="336042" y="7944"/>
                  <a:pt x="577388" y="294"/>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PL"/>
          </a:p>
        </p:txBody>
      </p:sp>
      <p:sp>
        <p:nvSpPr>
          <p:cNvPr id="49" name="Text Placeholder 13">
            <a:extLst>
              <a:ext uri="{FF2B5EF4-FFF2-40B4-BE49-F238E27FC236}">
                <a16:creationId xmlns:a16="http://schemas.microsoft.com/office/drawing/2014/main" id="{D76AAECC-C78F-4EAB-C71D-EAF920E50017}"/>
              </a:ext>
            </a:extLst>
          </p:cNvPr>
          <p:cNvSpPr>
            <a:spLocks noGrp="1"/>
          </p:cNvSpPr>
          <p:nvPr>
            <p:ph type="body" sz="quarter" idx="16"/>
          </p:nvPr>
        </p:nvSpPr>
        <p:spPr>
          <a:xfrm>
            <a:off x="554038" y="1340835"/>
            <a:ext cx="4546709" cy="1030288"/>
          </a:xfrm>
        </p:spPr>
        <p:txBody>
          <a:bodyPr/>
          <a:lstStyle>
            <a:lvl1pPr>
              <a:defRPr>
                <a:solidFill>
                  <a:schemeClr val="tx1"/>
                </a:solidFill>
              </a:defRPr>
            </a:lvl1pPr>
          </a:lstStyle>
          <a:p>
            <a:pPr lvl="0"/>
            <a:r>
              <a:rPr lang="en-US"/>
              <a:t>Click to edit Master text styles</a:t>
            </a:r>
          </a:p>
        </p:txBody>
      </p:sp>
      <p:sp>
        <p:nvSpPr>
          <p:cNvPr id="50" name="Text Placeholder 6">
            <a:extLst>
              <a:ext uri="{FF2B5EF4-FFF2-40B4-BE49-F238E27FC236}">
                <a16:creationId xmlns:a16="http://schemas.microsoft.com/office/drawing/2014/main" id="{C4F833B2-80F2-8B5E-74E6-4DE0B2BE1688}"/>
              </a:ext>
            </a:extLst>
          </p:cNvPr>
          <p:cNvSpPr>
            <a:spLocks noGrp="1"/>
          </p:cNvSpPr>
          <p:nvPr>
            <p:ph idx="17" hasCustomPrompt="1"/>
          </p:nvPr>
        </p:nvSpPr>
        <p:spPr>
          <a:xfrm>
            <a:off x="2069436" y="4229976"/>
            <a:ext cx="3028136" cy="341809"/>
          </a:xfrm>
          <a:prstGeom prst="rect">
            <a:avLst/>
          </a:prstGeom>
        </p:spPr>
        <p:txBody>
          <a:bodyPr vert="horz" lIns="0" tIns="0" rIns="0" bIns="0" rtlCol="0">
            <a:normAutofit/>
          </a:bodyPr>
          <a:lstStyle>
            <a:lvl1pPr marL="12700" indent="0" algn="l">
              <a:buNone/>
              <a:tabLst/>
              <a:defRPr b="1">
                <a:solidFill>
                  <a:schemeClr val="tx2"/>
                </a:solidFill>
              </a:defRPr>
            </a:lvl1pPr>
            <a:lvl2pPr marL="184150" indent="-171450" algn="l">
              <a:buFont typeface="Arial" panose="020B0604020202020204" pitchFamily="34" charset="0"/>
              <a:buChar char="•"/>
              <a:tabLst/>
              <a:defRPr>
                <a:solidFill>
                  <a:schemeClr val="accent3"/>
                </a:solidFill>
              </a:defRPr>
            </a:lvl2pPr>
            <a:lvl3pPr marL="12700" indent="0">
              <a:buNone/>
              <a:tabLst/>
              <a:defRPr/>
            </a:lvl3pPr>
          </a:lstStyle>
          <a:p>
            <a:pPr lvl="0"/>
            <a:r>
              <a:rPr lang="en-GB"/>
              <a:t>Name and Surname</a:t>
            </a:r>
          </a:p>
        </p:txBody>
      </p:sp>
      <p:sp>
        <p:nvSpPr>
          <p:cNvPr id="51" name="Text Placeholder 10">
            <a:extLst>
              <a:ext uri="{FF2B5EF4-FFF2-40B4-BE49-F238E27FC236}">
                <a16:creationId xmlns:a16="http://schemas.microsoft.com/office/drawing/2014/main" id="{385C593F-0148-B961-F8EA-3B4EAE6883F3}"/>
              </a:ext>
            </a:extLst>
          </p:cNvPr>
          <p:cNvSpPr>
            <a:spLocks noGrp="1"/>
          </p:cNvSpPr>
          <p:nvPr>
            <p:ph type="body" sz="quarter" idx="18"/>
          </p:nvPr>
        </p:nvSpPr>
        <p:spPr>
          <a:xfrm>
            <a:off x="2069436" y="4574658"/>
            <a:ext cx="3028137" cy="617795"/>
          </a:xfrm>
        </p:spPr>
        <p:txBody>
          <a:bodyPr>
            <a:normAutofit/>
          </a:bodyPr>
          <a:lstStyle>
            <a:lvl1pPr algn="l">
              <a:defRPr sz="1200">
                <a:solidFill>
                  <a:schemeClr val="tx1"/>
                </a:solidFill>
              </a:defRPr>
            </a:lvl1pPr>
            <a:lvl2pPr marL="179388" indent="-171450" algn="ctr">
              <a:buFont typeface="Arial" panose="020B0604020202020204" pitchFamily="34" charset="0"/>
              <a:buChar char="•"/>
              <a:tabLst/>
              <a:defRPr/>
            </a:lvl2pPr>
          </a:lstStyle>
          <a:p>
            <a:pPr lvl="0"/>
            <a:r>
              <a:rPr lang="en-US"/>
              <a:t>Click to edit Master text styles</a:t>
            </a:r>
          </a:p>
        </p:txBody>
      </p:sp>
      <p:sp>
        <p:nvSpPr>
          <p:cNvPr id="52" name="Picture Placeholder 16">
            <a:extLst>
              <a:ext uri="{FF2B5EF4-FFF2-40B4-BE49-F238E27FC236}">
                <a16:creationId xmlns:a16="http://schemas.microsoft.com/office/drawing/2014/main" id="{2AAE7C54-897F-3CD6-EBFA-79FA853D2845}"/>
              </a:ext>
            </a:extLst>
          </p:cNvPr>
          <p:cNvSpPr>
            <a:spLocks noGrp="1"/>
          </p:cNvSpPr>
          <p:nvPr>
            <p:ph type="pic" sz="quarter" idx="19"/>
          </p:nvPr>
        </p:nvSpPr>
        <p:spPr>
          <a:xfrm>
            <a:off x="550862" y="4003820"/>
            <a:ext cx="1241348" cy="1309086"/>
          </a:xfrm>
          <a:custGeom>
            <a:avLst/>
            <a:gdLst>
              <a:gd name="connsiteX0" fmla="*/ 577388 w 1407298"/>
              <a:gd name="connsiteY0" fmla="*/ 294 h 1484092"/>
              <a:gd name="connsiteX1" fmla="*/ 1228905 w 1407298"/>
              <a:gd name="connsiteY1" fmla="*/ 346913 h 1484092"/>
              <a:gd name="connsiteX2" fmla="*/ 1228836 w 1407298"/>
              <a:gd name="connsiteY2" fmla="*/ 346983 h 1484092"/>
              <a:gd name="connsiteX3" fmla="*/ 1372072 w 1407298"/>
              <a:gd name="connsiteY3" fmla="*/ 1018872 h 1484092"/>
              <a:gd name="connsiteX4" fmla="*/ 845991 w 1407298"/>
              <a:gd name="connsiteY4" fmla="*/ 1395599 h 1484092"/>
              <a:gd name="connsiteX5" fmla="*/ 317059 w 1407298"/>
              <a:gd name="connsiteY5" fmla="*/ 1447400 h 1484092"/>
              <a:gd name="connsiteX6" fmla="*/ 98867 w 1407298"/>
              <a:gd name="connsiteY6" fmla="*/ 973329 h 1484092"/>
              <a:gd name="connsiteX7" fmla="*/ 29544 w 1407298"/>
              <a:gd name="connsiteY7" fmla="*/ 358108 h 1484092"/>
              <a:gd name="connsiteX8" fmla="*/ 577388 w 1407298"/>
              <a:gd name="connsiteY8" fmla="*/ 294 h 1484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07298" h="1484092">
                <a:moveTo>
                  <a:pt x="577388" y="294"/>
                </a:moveTo>
                <a:cubicBezTo>
                  <a:pt x="819082" y="-7424"/>
                  <a:pt x="1069885" y="137898"/>
                  <a:pt x="1228905" y="346913"/>
                </a:cubicBezTo>
                <a:lnTo>
                  <a:pt x="1228836" y="346983"/>
                </a:lnTo>
                <a:cubicBezTo>
                  <a:pt x="1387508" y="555996"/>
                  <a:pt x="1454051" y="828424"/>
                  <a:pt x="1372072" y="1018872"/>
                </a:cubicBezTo>
                <a:cubicBezTo>
                  <a:pt x="1290094" y="1209321"/>
                  <a:pt x="1059664" y="1317931"/>
                  <a:pt x="845991" y="1395599"/>
                </a:cubicBezTo>
                <a:cubicBezTo>
                  <a:pt x="632319" y="1473683"/>
                  <a:pt x="435125" y="1520965"/>
                  <a:pt x="317059" y="1447400"/>
                </a:cubicBezTo>
                <a:cubicBezTo>
                  <a:pt x="198993" y="1374183"/>
                  <a:pt x="159777" y="1179910"/>
                  <a:pt x="98867" y="973329"/>
                </a:cubicBezTo>
                <a:cubicBezTo>
                  <a:pt x="37957" y="766748"/>
                  <a:pt x="-45065" y="547931"/>
                  <a:pt x="29544" y="358108"/>
                </a:cubicBezTo>
                <a:cubicBezTo>
                  <a:pt x="104152" y="168702"/>
                  <a:pt x="336042" y="7944"/>
                  <a:pt x="577388" y="294"/>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PL"/>
          </a:p>
        </p:txBody>
      </p:sp>
    </p:spTree>
    <p:extLst>
      <p:ext uri="{BB962C8B-B14F-4D97-AF65-F5344CB8AC3E}">
        <p14:creationId xmlns:p14="http://schemas.microsoft.com/office/powerpoint/2010/main" val="522240320"/>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People-contact_dark">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B0AEEF-C972-07E1-F031-12D8A00256B2}"/>
              </a:ext>
            </a:extLst>
          </p:cNvPr>
          <p:cNvSpPr>
            <a:spLocks noGrp="1"/>
          </p:cNvSpPr>
          <p:nvPr>
            <p:ph type="title" hasCustomPrompt="1"/>
          </p:nvPr>
        </p:nvSpPr>
        <p:spPr>
          <a:xfrm>
            <a:off x="554038" y="549476"/>
            <a:ext cx="4546709" cy="637427"/>
          </a:xfrm>
        </p:spPr>
        <p:txBody>
          <a:bodyPr/>
          <a:lstStyle>
            <a:lvl1pPr>
              <a:defRPr>
                <a:solidFill>
                  <a:schemeClr val="bg1"/>
                </a:solidFill>
              </a:defRPr>
            </a:lvl1pPr>
          </a:lstStyle>
          <a:p>
            <a:r>
              <a:rPr lang="en-GB"/>
              <a:t>Title of contents</a:t>
            </a:r>
          </a:p>
        </p:txBody>
      </p:sp>
      <p:sp>
        <p:nvSpPr>
          <p:cNvPr id="3" name="Slide Number Placeholder 2">
            <a:extLst>
              <a:ext uri="{FF2B5EF4-FFF2-40B4-BE49-F238E27FC236}">
                <a16:creationId xmlns:a16="http://schemas.microsoft.com/office/drawing/2014/main" id="{43946270-C3AA-4994-9449-4F2D9BB8B541}"/>
              </a:ext>
            </a:extLst>
          </p:cNvPr>
          <p:cNvSpPr>
            <a:spLocks noGrp="1"/>
          </p:cNvSpPr>
          <p:nvPr>
            <p:ph type="sldNum" sz="quarter" idx="10"/>
          </p:nvPr>
        </p:nvSpPr>
        <p:spPr/>
        <p:txBody>
          <a:bodyPr/>
          <a:lstStyle/>
          <a:p>
            <a:fld id="{B55D9570-D3FC-6D43-AC32-D988B1849109}" type="slidenum">
              <a:rPr lang="en-PL" smtClean="0"/>
              <a:pPr/>
              <a:t>‹#›</a:t>
            </a:fld>
            <a:endParaRPr lang="en-PL"/>
          </a:p>
        </p:txBody>
      </p:sp>
      <p:sp>
        <p:nvSpPr>
          <p:cNvPr id="4" name="Text Placeholder 6">
            <a:extLst>
              <a:ext uri="{FF2B5EF4-FFF2-40B4-BE49-F238E27FC236}">
                <a16:creationId xmlns:a16="http://schemas.microsoft.com/office/drawing/2014/main" id="{12FF3968-7AE7-99D2-FA96-EEF9B47DDC9A}"/>
              </a:ext>
            </a:extLst>
          </p:cNvPr>
          <p:cNvSpPr>
            <a:spLocks noGrp="1"/>
          </p:cNvSpPr>
          <p:nvPr>
            <p:ph idx="1" hasCustomPrompt="1"/>
          </p:nvPr>
        </p:nvSpPr>
        <p:spPr>
          <a:xfrm>
            <a:off x="2069437" y="2714758"/>
            <a:ext cx="3028136" cy="341809"/>
          </a:xfrm>
          <a:prstGeom prst="rect">
            <a:avLst/>
          </a:prstGeom>
        </p:spPr>
        <p:txBody>
          <a:bodyPr vert="horz" lIns="0" tIns="0" rIns="0" bIns="0" rtlCol="0">
            <a:normAutofit/>
          </a:bodyPr>
          <a:lstStyle>
            <a:lvl1pPr marL="12700" indent="0" algn="l">
              <a:buNone/>
              <a:tabLst/>
              <a:defRPr b="1">
                <a:solidFill>
                  <a:schemeClr val="bg1"/>
                </a:solidFill>
              </a:defRPr>
            </a:lvl1pPr>
            <a:lvl2pPr marL="184150" indent="-171450" algn="l">
              <a:buFont typeface="Arial" panose="020B0604020202020204" pitchFamily="34" charset="0"/>
              <a:buChar char="•"/>
              <a:tabLst/>
              <a:defRPr>
                <a:solidFill>
                  <a:schemeClr val="accent3"/>
                </a:solidFill>
              </a:defRPr>
            </a:lvl2pPr>
            <a:lvl3pPr marL="12700" indent="0">
              <a:buNone/>
              <a:tabLst/>
              <a:defRPr/>
            </a:lvl3pPr>
          </a:lstStyle>
          <a:p>
            <a:pPr lvl="0"/>
            <a:r>
              <a:rPr lang="en-GB"/>
              <a:t>Name and Surname</a:t>
            </a:r>
          </a:p>
        </p:txBody>
      </p:sp>
      <p:sp>
        <p:nvSpPr>
          <p:cNvPr id="5" name="Text Placeholder 10">
            <a:extLst>
              <a:ext uri="{FF2B5EF4-FFF2-40B4-BE49-F238E27FC236}">
                <a16:creationId xmlns:a16="http://schemas.microsoft.com/office/drawing/2014/main" id="{F5DC0C73-3BEF-3DE0-F265-C0E2374CFAE8}"/>
              </a:ext>
            </a:extLst>
          </p:cNvPr>
          <p:cNvSpPr>
            <a:spLocks noGrp="1"/>
          </p:cNvSpPr>
          <p:nvPr>
            <p:ph type="body" sz="quarter" idx="11"/>
          </p:nvPr>
        </p:nvSpPr>
        <p:spPr>
          <a:xfrm>
            <a:off x="2069437" y="3059440"/>
            <a:ext cx="3028137" cy="617795"/>
          </a:xfrm>
        </p:spPr>
        <p:txBody>
          <a:bodyPr>
            <a:normAutofit/>
          </a:bodyPr>
          <a:lstStyle>
            <a:lvl1pPr algn="l">
              <a:defRPr sz="1200">
                <a:solidFill>
                  <a:schemeClr val="bg1"/>
                </a:solidFill>
              </a:defRPr>
            </a:lvl1pPr>
            <a:lvl2pPr marL="179388" indent="-171450" algn="ctr">
              <a:buFont typeface="Arial" panose="020B0604020202020204" pitchFamily="34" charset="0"/>
              <a:buChar char="•"/>
              <a:tabLst/>
              <a:defRPr/>
            </a:lvl2pPr>
          </a:lstStyle>
          <a:p>
            <a:pPr lvl="0"/>
            <a:r>
              <a:rPr lang="en-US"/>
              <a:t>Click to edit Master text styles</a:t>
            </a:r>
          </a:p>
        </p:txBody>
      </p:sp>
      <p:sp>
        <p:nvSpPr>
          <p:cNvPr id="6" name="Picture Placeholder 16">
            <a:extLst>
              <a:ext uri="{FF2B5EF4-FFF2-40B4-BE49-F238E27FC236}">
                <a16:creationId xmlns:a16="http://schemas.microsoft.com/office/drawing/2014/main" id="{300CF974-0906-8F0C-2D3F-ADA25BB8DCCF}"/>
              </a:ext>
            </a:extLst>
          </p:cNvPr>
          <p:cNvSpPr>
            <a:spLocks noGrp="1"/>
          </p:cNvSpPr>
          <p:nvPr>
            <p:ph type="pic" sz="quarter" idx="12"/>
          </p:nvPr>
        </p:nvSpPr>
        <p:spPr>
          <a:xfrm>
            <a:off x="550863" y="2488602"/>
            <a:ext cx="1241348" cy="1309086"/>
          </a:xfrm>
          <a:custGeom>
            <a:avLst/>
            <a:gdLst>
              <a:gd name="connsiteX0" fmla="*/ 577388 w 1407298"/>
              <a:gd name="connsiteY0" fmla="*/ 294 h 1484092"/>
              <a:gd name="connsiteX1" fmla="*/ 1228905 w 1407298"/>
              <a:gd name="connsiteY1" fmla="*/ 346913 h 1484092"/>
              <a:gd name="connsiteX2" fmla="*/ 1228836 w 1407298"/>
              <a:gd name="connsiteY2" fmla="*/ 346983 h 1484092"/>
              <a:gd name="connsiteX3" fmla="*/ 1372072 w 1407298"/>
              <a:gd name="connsiteY3" fmla="*/ 1018872 h 1484092"/>
              <a:gd name="connsiteX4" fmla="*/ 845991 w 1407298"/>
              <a:gd name="connsiteY4" fmla="*/ 1395599 h 1484092"/>
              <a:gd name="connsiteX5" fmla="*/ 317059 w 1407298"/>
              <a:gd name="connsiteY5" fmla="*/ 1447400 h 1484092"/>
              <a:gd name="connsiteX6" fmla="*/ 98867 w 1407298"/>
              <a:gd name="connsiteY6" fmla="*/ 973329 h 1484092"/>
              <a:gd name="connsiteX7" fmla="*/ 29544 w 1407298"/>
              <a:gd name="connsiteY7" fmla="*/ 358108 h 1484092"/>
              <a:gd name="connsiteX8" fmla="*/ 577388 w 1407298"/>
              <a:gd name="connsiteY8" fmla="*/ 294 h 1484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07298" h="1484092">
                <a:moveTo>
                  <a:pt x="577388" y="294"/>
                </a:moveTo>
                <a:cubicBezTo>
                  <a:pt x="819082" y="-7424"/>
                  <a:pt x="1069885" y="137898"/>
                  <a:pt x="1228905" y="346913"/>
                </a:cubicBezTo>
                <a:lnTo>
                  <a:pt x="1228836" y="346983"/>
                </a:lnTo>
                <a:cubicBezTo>
                  <a:pt x="1387508" y="555996"/>
                  <a:pt x="1454051" y="828424"/>
                  <a:pt x="1372072" y="1018872"/>
                </a:cubicBezTo>
                <a:cubicBezTo>
                  <a:pt x="1290094" y="1209321"/>
                  <a:pt x="1059664" y="1317931"/>
                  <a:pt x="845991" y="1395599"/>
                </a:cubicBezTo>
                <a:cubicBezTo>
                  <a:pt x="632319" y="1473683"/>
                  <a:pt x="435125" y="1520965"/>
                  <a:pt x="317059" y="1447400"/>
                </a:cubicBezTo>
                <a:cubicBezTo>
                  <a:pt x="198993" y="1374183"/>
                  <a:pt x="159777" y="1179910"/>
                  <a:pt x="98867" y="973329"/>
                </a:cubicBezTo>
                <a:cubicBezTo>
                  <a:pt x="37957" y="766748"/>
                  <a:pt x="-45065" y="547931"/>
                  <a:pt x="29544" y="358108"/>
                </a:cubicBezTo>
                <a:cubicBezTo>
                  <a:pt x="104152" y="168702"/>
                  <a:pt x="336042" y="7944"/>
                  <a:pt x="577388" y="294"/>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PL"/>
          </a:p>
        </p:txBody>
      </p:sp>
      <p:sp>
        <p:nvSpPr>
          <p:cNvPr id="14" name="Text Placeholder 13">
            <a:extLst>
              <a:ext uri="{FF2B5EF4-FFF2-40B4-BE49-F238E27FC236}">
                <a16:creationId xmlns:a16="http://schemas.microsoft.com/office/drawing/2014/main" id="{6654C358-1D39-8F4B-5097-87722769D5C0}"/>
              </a:ext>
            </a:extLst>
          </p:cNvPr>
          <p:cNvSpPr>
            <a:spLocks noGrp="1"/>
          </p:cNvSpPr>
          <p:nvPr>
            <p:ph type="body" sz="quarter" idx="16"/>
          </p:nvPr>
        </p:nvSpPr>
        <p:spPr>
          <a:xfrm>
            <a:off x="554038" y="1340835"/>
            <a:ext cx="4546709" cy="1030288"/>
          </a:xfrm>
        </p:spPr>
        <p:txBody>
          <a:bodyPr/>
          <a:lstStyle>
            <a:lvl1pPr>
              <a:defRPr>
                <a:solidFill>
                  <a:schemeClr val="bg1"/>
                </a:solidFill>
              </a:defRPr>
            </a:lvl1pPr>
          </a:lstStyle>
          <a:p>
            <a:pPr lvl="0"/>
            <a:r>
              <a:rPr lang="en-US"/>
              <a:t>Click to edit Master text styles</a:t>
            </a:r>
          </a:p>
        </p:txBody>
      </p:sp>
      <p:sp>
        <p:nvSpPr>
          <p:cNvPr id="32" name="Freeform 31">
            <a:extLst>
              <a:ext uri="{FF2B5EF4-FFF2-40B4-BE49-F238E27FC236}">
                <a16:creationId xmlns:a16="http://schemas.microsoft.com/office/drawing/2014/main" id="{04A8B277-D638-318B-92A8-028D67937AC2}"/>
              </a:ext>
            </a:extLst>
          </p:cNvPr>
          <p:cNvSpPr/>
          <p:nvPr userDrawn="1"/>
        </p:nvSpPr>
        <p:spPr>
          <a:xfrm>
            <a:off x="4737315" y="0"/>
            <a:ext cx="2195750" cy="6858000"/>
          </a:xfrm>
          <a:custGeom>
            <a:avLst/>
            <a:gdLst>
              <a:gd name="connsiteX0" fmla="*/ 1969084 w 2195750"/>
              <a:gd name="connsiteY0" fmla="*/ 0 h 6858000"/>
              <a:gd name="connsiteX1" fmla="*/ 2195750 w 2195750"/>
              <a:gd name="connsiteY1" fmla="*/ 0 h 6858000"/>
              <a:gd name="connsiteX2" fmla="*/ 2161525 w 2195750"/>
              <a:gd name="connsiteY2" fmla="*/ 65203 h 6858000"/>
              <a:gd name="connsiteX3" fmla="*/ 1923048 w 2195750"/>
              <a:gd name="connsiteY3" fmla="*/ 564173 h 6858000"/>
              <a:gd name="connsiteX4" fmla="*/ 1313940 w 2195750"/>
              <a:gd name="connsiteY4" fmla="*/ 3942588 h 6858000"/>
              <a:gd name="connsiteX5" fmla="*/ 201511 w 2195750"/>
              <a:gd name="connsiteY5" fmla="*/ 6832245 h 6858000"/>
              <a:gd name="connsiteX6" fmla="*/ 182865 w 2195750"/>
              <a:gd name="connsiteY6" fmla="*/ 6858000 h 6858000"/>
              <a:gd name="connsiteX7" fmla="*/ 0 w 2195750"/>
              <a:gd name="connsiteY7" fmla="*/ 6858000 h 6858000"/>
              <a:gd name="connsiteX8" fmla="*/ 18654 w 2195750"/>
              <a:gd name="connsiteY8" fmla="*/ 6824101 h 6858000"/>
              <a:gd name="connsiteX9" fmla="*/ 705793 w 2195750"/>
              <a:gd name="connsiteY9" fmla="*/ 4649039 h 6858000"/>
              <a:gd name="connsiteX10" fmla="*/ 1314901 w 2195750"/>
              <a:gd name="connsiteY10" fmla="*/ 1270626 h 6858000"/>
              <a:gd name="connsiteX11" fmla="*/ 1833431 w 2195750"/>
              <a:gd name="connsiteY11" fmla="*/ 24687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95750" h="6858000">
                <a:moveTo>
                  <a:pt x="1969084" y="0"/>
                </a:moveTo>
                <a:lnTo>
                  <a:pt x="2195750" y="0"/>
                </a:lnTo>
                <a:lnTo>
                  <a:pt x="2161525" y="65203"/>
                </a:lnTo>
                <a:cubicBezTo>
                  <a:pt x="2073851" y="236177"/>
                  <a:pt x="1993106" y="402849"/>
                  <a:pt x="1923048" y="564173"/>
                </a:cubicBezTo>
                <a:cubicBezTo>
                  <a:pt x="1362597" y="1854765"/>
                  <a:pt x="1483348" y="2808922"/>
                  <a:pt x="1313940" y="3942588"/>
                </a:cubicBezTo>
                <a:cubicBezTo>
                  <a:pt x="1173913" y="4862569"/>
                  <a:pt x="844277" y="5901971"/>
                  <a:pt x="201511" y="6832245"/>
                </a:cubicBezTo>
                <a:lnTo>
                  <a:pt x="182865" y="6858000"/>
                </a:lnTo>
                <a:lnTo>
                  <a:pt x="0" y="6858000"/>
                </a:lnTo>
                <a:lnTo>
                  <a:pt x="18654" y="6824101"/>
                </a:lnTo>
                <a:cubicBezTo>
                  <a:pt x="389098" y="6096186"/>
                  <a:pt x="600773" y="5339025"/>
                  <a:pt x="705793" y="4649039"/>
                </a:cubicBezTo>
                <a:cubicBezTo>
                  <a:pt x="875192" y="3515373"/>
                  <a:pt x="754440" y="2561216"/>
                  <a:pt x="1314901" y="1270626"/>
                </a:cubicBezTo>
                <a:cubicBezTo>
                  <a:pt x="1455017" y="947978"/>
                  <a:pt x="1637882" y="603935"/>
                  <a:pt x="1833431" y="246878"/>
                </a:cubicBezTo>
                <a:close/>
              </a:path>
            </a:pathLst>
          </a:custGeom>
          <a:solidFill>
            <a:srgbClr val="5B1E5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33" name="Text Placeholder 6">
            <a:extLst>
              <a:ext uri="{FF2B5EF4-FFF2-40B4-BE49-F238E27FC236}">
                <a16:creationId xmlns:a16="http://schemas.microsoft.com/office/drawing/2014/main" id="{084FE5AE-1FB1-89DD-A40C-59B25366566E}"/>
              </a:ext>
            </a:extLst>
          </p:cNvPr>
          <p:cNvSpPr>
            <a:spLocks noGrp="1"/>
          </p:cNvSpPr>
          <p:nvPr>
            <p:ph idx="17" hasCustomPrompt="1"/>
          </p:nvPr>
        </p:nvSpPr>
        <p:spPr>
          <a:xfrm>
            <a:off x="2069436" y="4229976"/>
            <a:ext cx="3028136" cy="341809"/>
          </a:xfrm>
          <a:prstGeom prst="rect">
            <a:avLst/>
          </a:prstGeom>
        </p:spPr>
        <p:txBody>
          <a:bodyPr vert="horz" lIns="0" tIns="0" rIns="0" bIns="0" rtlCol="0">
            <a:normAutofit/>
          </a:bodyPr>
          <a:lstStyle>
            <a:lvl1pPr marL="12700" indent="0" algn="l">
              <a:buNone/>
              <a:tabLst/>
              <a:defRPr b="1">
                <a:solidFill>
                  <a:schemeClr val="bg1"/>
                </a:solidFill>
              </a:defRPr>
            </a:lvl1pPr>
            <a:lvl2pPr marL="184150" indent="-171450" algn="l">
              <a:buFont typeface="Arial" panose="020B0604020202020204" pitchFamily="34" charset="0"/>
              <a:buChar char="•"/>
              <a:tabLst/>
              <a:defRPr>
                <a:solidFill>
                  <a:schemeClr val="accent3"/>
                </a:solidFill>
              </a:defRPr>
            </a:lvl2pPr>
            <a:lvl3pPr marL="12700" indent="0">
              <a:buNone/>
              <a:tabLst/>
              <a:defRPr/>
            </a:lvl3pPr>
          </a:lstStyle>
          <a:p>
            <a:pPr lvl="0"/>
            <a:r>
              <a:rPr lang="en-GB"/>
              <a:t>Name and Surname</a:t>
            </a:r>
          </a:p>
        </p:txBody>
      </p:sp>
      <p:sp>
        <p:nvSpPr>
          <p:cNvPr id="34" name="Text Placeholder 10">
            <a:extLst>
              <a:ext uri="{FF2B5EF4-FFF2-40B4-BE49-F238E27FC236}">
                <a16:creationId xmlns:a16="http://schemas.microsoft.com/office/drawing/2014/main" id="{291C4C70-0E17-5D48-03A1-9D3740F8BBBE}"/>
              </a:ext>
            </a:extLst>
          </p:cNvPr>
          <p:cNvSpPr>
            <a:spLocks noGrp="1"/>
          </p:cNvSpPr>
          <p:nvPr>
            <p:ph type="body" sz="quarter" idx="18"/>
          </p:nvPr>
        </p:nvSpPr>
        <p:spPr>
          <a:xfrm>
            <a:off x="2069436" y="4574658"/>
            <a:ext cx="3028137" cy="617795"/>
          </a:xfrm>
        </p:spPr>
        <p:txBody>
          <a:bodyPr>
            <a:normAutofit/>
          </a:bodyPr>
          <a:lstStyle>
            <a:lvl1pPr algn="l">
              <a:defRPr sz="1200">
                <a:solidFill>
                  <a:schemeClr val="bg1"/>
                </a:solidFill>
              </a:defRPr>
            </a:lvl1pPr>
            <a:lvl2pPr marL="179388" indent="-171450" algn="ctr">
              <a:buFont typeface="Arial" panose="020B0604020202020204" pitchFamily="34" charset="0"/>
              <a:buChar char="•"/>
              <a:tabLst/>
              <a:defRPr/>
            </a:lvl2pPr>
          </a:lstStyle>
          <a:p>
            <a:pPr lvl="0"/>
            <a:r>
              <a:rPr lang="en-US"/>
              <a:t>Click to edit Master text styles</a:t>
            </a:r>
          </a:p>
        </p:txBody>
      </p:sp>
      <p:sp>
        <p:nvSpPr>
          <p:cNvPr id="35" name="Picture Placeholder 16">
            <a:extLst>
              <a:ext uri="{FF2B5EF4-FFF2-40B4-BE49-F238E27FC236}">
                <a16:creationId xmlns:a16="http://schemas.microsoft.com/office/drawing/2014/main" id="{CD1C416C-0F6B-DFA1-4B7B-70B455EFD9BD}"/>
              </a:ext>
            </a:extLst>
          </p:cNvPr>
          <p:cNvSpPr>
            <a:spLocks noGrp="1"/>
          </p:cNvSpPr>
          <p:nvPr>
            <p:ph type="pic" sz="quarter" idx="19"/>
          </p:nvPr>
        </p:nvSpPr>
        <p:spPr>
          <a:xfrm>
            <a:off x="550862" y="4003820"/>
            <a:ext cx="1241348" cy="1309086"/>
          </a:xfrm>
          <a:custGeom>
            <a:avLst/>
            <a:gdLst>
              <a:gd name="connsiteX0" fmla="*/ 577388 w 1407298"/>
              <a:gd name="connsiteY0" fmla="*/ 294 h 1484092"/>
              <a:gd name="connsiteX1" fmla="*/ 1228905 w 1407298"/>
              <a:gd name="connsiteY1" fmla="*/ 346913 h 1484092"/>
              <a:gd name="connsiteX2" fmla="*/ 1228836 w 1407298"/>
              <a:gd name="connsiteY2" fmla="*/ 346983 h 1484092"/>
              <a:gd name="connsiteX3" fmla="*/ 1372072 w 1407298"/>
              <a:gd name="connsiteY3" fmla="*/ 1018872 h 1484092"/>
              <a:gd name="connsiteX4" fmla="*/ 845991 w 1407298"/>
              <a:gd name="connsiteY4" fmla="*/ 1395599 h 1484092"/>
              <a:gd name="connsiteX5" fmla="*/ 317059 w 1407298"/>
              <a:gd name="connsiteY5" fmla="*/ 1447400 h 1484092"/>
              <a:gd name="connsiteX6" fmla="*/ 98867 w 1407298"/>
              <a:gd name="connsiteY6" fmla="*/ 973329 h 1484092"/>
              <a:gd name="connsiteX7" fmla="*/ 29544 w 1407298"/>
              <a:gd name="connsiteY7" fmla="*/ 358108 h 1484092"/>
              <a:gd name="connsiteX8" fmla="*/ 577388 w 1407298"/>
              <a:gd name="connsiteY8" fmla="*/ 294 h 1484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07298" h="1484092">
                <a:moveTo>
                  <a:pt x="577388" y="294"/>
                </a:moveTo>
                <a:cubicBezTo>
                  <a:pt x="819082" y="-7424"/>
                  <a:pt x="1069885" y="137898"/>
                  <a:pt x="1228905" y="346913"/>
                </a:cubicBezTo>
                <a:lnTo>
                  <a:pt x="1228836" y="346983"/>
                </a:lnTo>
                <a:cubicBezTo>
                  <a:pt x="1387508" y="555996"/>
                  <a:pt x="1454051" y="828424"/>
                  <a:pt x="1372072" y="1018872"/>
                </a:cubicBezTo>
                <a:cubicBezTo>
                  <a:pt x="1290094" y="1209321"/>
                  <a:pt x="1059664" y="1317931"/>
                  <a:pt x="845991" y="1395599"/>
                </a:cubicBezTo>
                <a:cubicBezTo>
                  <a:pt x="632319" y="1473683"/>
                  <a:pt x="435125" y="1520965"/>
                  <a:pt x="317059" y="1447400"/>
                </a:cubicBezTo>
                <a:cubicBezTo>
                  <a:pt x="198993" y="1374183"/>
                  <a:pt x="159777" y="1179910"/>
                  <a:pt x="98867" y="973329"/>
                </a:cubicBezTo>
                <a:cubicBezTo>
                  <a:pt x="37957" y="766748"/>
                  <a:pt x="-45065" y="547931"/>
                  <a:pt x="29544" y="358108"/>
                </a:cubicBezTo>
                <a:cubicBezTo>
                  <a:pt x="104152" y="168702"/>
                  <a:pt x="336042" y="7944"/>
                  <a:pt x="577388" y="294"/>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PL"/>
          </a:p>
        </p:txBody>
      </p:sp>
      <p:sp>
        <p:nvSpPr>
          <p:cNvPr id="41" name="Freeform 40">
            <a:extLst>
              <a:ext uri="{FF2B5EF4-FFF2-40B4-BE49-F238E27FC236}">
                <a16:creationId xmlns:a16="http://schemas.microsoft.com/office/drawing/2014/main" id="{37278615-7553-2C74-7514-E58F0F9C319C}"/>
              </a:ext>
            </a:extLst>
          </p:cNvPr>
          <p:cNvSpPr/>
          <p:nvPr userDrawn="1"/>
        </p:nvSpPr>
        <p:spPr>
          <a:xfrm>
            <a:off x="4908605" y="0"/>
            <a:ext cx="2503877" cy="6858000"/>
          </a:xfrm>
          <a:custGeom>
            <a:avLst/>
            <a:gdLst>
              <a:gd name="connsiteX0" fmla="*/ 2012930 w 2503877"/>
              <a:gd name="connsiteY0" fmla="*/ 0 h 6858000"/>
              <a:gd name="connsiteX1" fmla="*/ 2503877 w 2503877"/>
              <a:gd name="connsiteY1" fmla="*/ 0 h 6858000"/>
              <a:gd name="connsiteX2" fmla="*/ 2315406 w 2503877"/>
              <a:gd name="connsiteY2" fmla="*/ 352946 h 6858000"/>
              <a:gd name="connsiteX3" fmla="*/ 1809165 w 2503877"/>
              <a:gd name="connsiteY3" fmla="*/ 1382831 h 6858000"/>
              <a:gd name="connsiteX4" fmla="*/ 1240526 w 2503877"/>
              <a:gd name="connsiteY4" fmla="*/ 4768301 h 6858000"/>
              <a:gd name="connsiteX5" fmla="*/ 660130 w 2503877"/>
              <a:gd name="connsiteY5" fmla="*/ 6782002 h 6858000"/>
              <a:gd name="connsiteX6" fmla="*/ 623493 w 2503877"/>
              <a:gd name="connsiteY6" fmla="*/ 6858000 h 6858000"/>
              <a:gd name="connsiteX7" fmla="*/ 0 w 2503877"/>
              <a:gd name="connsiteY7" fmla="*/ 6858000 h 6858000"/>
              <a:gd name="connsiteX8" fmla="*/ 18646 w 2503877"/>
              <a:gd name="connsiteY8" fmla="*/ 6832245 h 6858000"/>
              <a:gd name="connsiteX9" fmla="*/ 1131075 w 2503877"/>
              <a:gd name="connsiteY9" fmla="*/ 3942588 h 6858000"/>
              <a:gd name="connsiteX10" fmla="*/ 1740183 w 2503877"/>
              <a:gd name="connsiteY10" fmla="*/ 564173 h 6858000"/>
              <a:gd name="connsiteX11" fmla="*/ 1946115 w 2503877"/>
              <a:gd name="connsiteY11" fmla="*/ 1291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503877" h="6858000">
                <a:moveTo>
                  <a:pt x="2012930" y="0"/>
                </a:moveTo>
                <a:lnTo>
                  <a:pt x="2503877" y="0"/>
                </a:lnTo>
                <a:lnTo>
                  <a:pt x="2315406" y="352946"/>
                </a:lnTo>
                <a:cubicBezTo>
                  <a:pt x="2124143" y="712320"/>
                  <a:pt x="1945409" y="1058528"/>
                  <a:pt x="1809165" y="1382831"/>
                </a:cubicBezTo>
                <a:cubicBezTo>
                  <a:pt x="1264183" y="2680040"/>
                  <a:pt x="1396349" y="3632683"/>
                  <a:pt x="1240526" y="4768301"/>
                </a:cubicBezTo>
                <a:cubicBezTo>
                  <a:pt x="1151210" y="5406326"/>
                  <a:pt x="971709" y="6102673"/>
                  <a:pt x="660130" y="6782002"/>
                </a:cubicBezTo>
                <a:lnTo>
                  <a:pt x="623493" y="6858000"/>
                </a:lnTo>
                <a:lnTo>
                  <a:pt x="0" y="6858000"/>
                </a:lnTo>
                <a:lnTo>
                  <a:pt x="18646" y="6832245"/>
                </a:lnTo>
                <a:cubicBezTo>
                  <a:pt x="661412" y="5901971"/>
                  <a:pt x="991048" y="4862569"/>
                  <a:pt x="1131075" y="3942588"/>
                </a:cubicBezTo>
                <a:cubicBezTo>
                  <a:pt x="1300483" y="2808922"/>
                  <a:pt x="1179732" y="1854765"/>
                  <a:pt x="1740183" y="564173"/>
                </a:cubicBezTo>
                <a:cubicBezTo>
                  <a:pt x="1801484" y="423015"/>
                  <a:pt x="1870967" y="277761"/>
                  <a:pt x="1946115" y="129115"/>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44" name="Picture Placeholder 43">
            <a:extLst>
              <a:ext uri="{FF2B5EF4-FFF2-40B4-BE49-F238E27FC236}">
                <a16:creationId xmlns:a16="http://schemas.microsoft.com/office/drawing/2014/main" id="{CF3E8D10-1FC1-0D74-F938-96FDB84FC281}"/>
              </a:ext>
            </a:extLst>
          </p:cNvPr>
          <p:cNvSpPr>
            <a:spLocks noGrp="1"/>
          </p:cNvSpPr>
          <p:nvPr>
            <p:ph type="pic" sz="quarter" idx="20"/>
          </p:nvPr>
        </p:nvSpPr>
        <p:spPr>
          <a:xfrm>
            <a:off x="5520523" y="0"/>
            <a:ext cx="6671477" cy="6858000"/>
          </a:xfrm>
          <a:custGeom>
            <a:avLst/>
            <a:gdLst>
              <a:gd name="connsiteX0" fmla="*/ 1880384 w 6671477"/>
              <a:gd name="connsiteY0" fmla="*/ 0 h 6858000"/>
              <a:gd name="connsiteX1" fmla="*/ 6671477 w 6671477"/>
              <a:gd name="connsiteY1" fmla="*/ 0 h 6858000"/>
              <a:gd name="connsiteX2" fmla="*/ 6671477 w 6671477"/>
              <a:gd name="connsiteY2" fmla="*/ 6858000 h 6858000"/>
              <a:gd name="connsiteX3" fmla="*/ 0 w 6671477"/>
              <a:gd name="connsiteY3" fmla="*/ 6858000 h 6858000"/>
              <a:gd name="connsiteX4" fmla="*/ 36637 w 6671477"/>
              <a:gd name="connsiteY4" fmla="*/ 6782002 h 6858000"/>
              <a:gd name="connsiteX5" fmla="*/ 617033 w 6671477"/>
              <a:gd name="connsiteY5" fmla="*/ 4768301 h 6858000"/>
              <a:gd name="connsiteX6" fmla="*/ 1185672 w 6671477"/>
              <a:gd name="connsiteY6" fmla="*/ 1382831 h 6858000"/>
              <a:gd name="connsiteX7" fmla="*/ 1691913 w 6671477"/>
              <a:gd name="connsiteY7" fmla="*/ 35294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671477" h="6858000">
                <a:moveTo>
                  <a:pt x="1880384" y="0"/>
                </a:moveTo>
                <a:lnTo>
                  <a:pt x="6671477" y="0"/>
                </a:lnTo>
                <a:lnTo>
                  <a:pt x="6671477" y="6858000"/>
                </a:lnTo>
                <a:lnTo>
                  <a:pt x="0" y="6858000"/>
                </a:lnTo>
                <a:lnTo>
                  <a:pt x="36637" y="6782002"/>
                </a:lnTo>
                <a:cubicBezTo>
                  <a:pt x="348216" y="6102673"/>
                  <a:pt x="527717" y="5406326"/>
                  <a:pt x="617033" y="4768301"/>
                </a:cubicBezTo>
                <a:cubicBezTo>
                  <a:pt x="772856" y="3632683"/>
                  <a:pt x="640690" y="2680040"/>
                  <a:pt x="1185672" y="1382831"/>
                </a:cubicBezTo>
                <a:cubicBezTo>
                  <a:pt x="1321916" y="1058528"/>
                  <a:pt x="1500650" y="712320"/>
                  <a:pt x="1691913" y="352946"/>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GB"/>
          </a:p>
        </p:txBody>
      </p:sp>
    </p:spTree>
    <p:extLst>
      <p:ext uri="{BB962C8B-B14F-4D97-AF65-F5344CB8AC3E}">
        <p14:creationId xmlns:p14="http://schemas.microsoft.com/office/powerpoint/2010/main" val="807805317"/>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End-cover_light">
    <p:bg>
      <p:bgPr>
        <a:solidFill>
          <a:schemeClr val="bg1"/>
        </a:solidFill>
        <a:effectLst/>
      </p:bgPr>
    </p:bg>
    <p:spTree>
      <p:nvGrpSpPr>
        <p:cNvPr id="1" name=""/>
        <p:cNvGrpSpPr/>
        <p:nvPr/>
      </p:nvGrpSpPr>
      <p:grpSpPr>
        <a:xfrm>
          <a:off x="0" y="0"/>
          <a:ext cx="0" cy="0"/>
          <a:chOff x="0" y="0"/>
          <a:chExt cx="0" cy="0"/>
        </a:xfrm>
      </p:grpSpPr>
      <p:sp>
        <p:nvSpPr>
          <p:cNvPr id="46" name="Rectangle 45">
            <a:extLst>
              <a:ext uri="{FF2B5EF4-FFF2-40B4-BE49-F238E27FC236}">
                <a16:creationId xmlns:a16="http://schemas.microsoft.com/office/drawing/2014/main" id="{0D52A9A4-97F2-7F53-0D44-94858DC3118F}"/>
              </a:ext>
            </a:extLst>
          </p:cNvPr>
          <p:cNvSpPr/>
          <p:nvPr userDrawn="1"/>
        </p:nvSpPr>
        <p:spPr>
          <a:xfrm>
            <a:off x="2575367" y="-1"/>
            <a:ext cx="6967960" cy="6867819"/>
          </a:xfrm>
          <a:custGeom>
            <a:avLst/>
            <a:gdLst>
              <a:gd name="connsiteX0" fmla="*/ 0 w 7089494"/>
              <a:gd name="connsiteY0" fmla="*/ 0 h 6858001"/>
              <a:gd name="connsiteX1" fmla="*/ 7089494 w 7089494"/>
              <a:gd name="connsiteY1" fmla="*/ 0 h 6858001"/>
              <a:gd name="connsiteX2" fmla="*/ 7089494 w 7089494"/>
              <a:gd name="connsiteY2" fmla="*/ 6858001 h 6858001"/>
              <a:gd name="connsiteX3" fmla="*/ 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6013048 w 7089494"/>
              <a:gd name="connsiteY3" fmla="*/ 668438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131951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131951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6967960"/>
              <a:gd name="connsiteY0" fmla="*/ 0 h 6863789"/>
              <a:gd name="connsiteX1" fmla="*/ 1319514 w 6967960"/>
              <a:gd name="connsiteY1" fmla="*/ 0 h 6863789"/>
              <a:gd name="connsiteX2" fmla="*/ 6967960 w 6967960"/>
              <a:gd name="connsiteY2" fmla="*/ 6863789 h 6863789"/>
              <a:gd name="connsiteX3" fmla="*/ 5202820 w 6967960"/>
              <a:gd name="connsiteY3" fmla="*/ 6858001 h 6863789"/>
              <a:gd name="connsiteX4" fmla="*/ 0 w 6967960"/>
              <a:gd name="connsiteY4" fmla="*/ 0 h 68637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67960" h="6863789">
                <a:moveTo>
                  <a:pt x="0" y="0"/>
                </a:moveTo>
                <a:lnTo>
                  <a:pt x="1319514" y="0"/>
                </a:lnTo>
                <a:cubicBezTo>
                  <a:pt x="2322654" y="4375230"/>
                  <a:pt x="5044633" y="4577789"/>
                  <a:pt x="6967960" y="6863789"/>
                </a:cubicBezTo>
                <a:lnTo>
                  <a:pt x="5202820" y="6858001"/>
                </a:lnTo>
                <a:cubicBezTo>
                  <a:pt x="3624805" y="4299996"/>
                  <a:pt x="1196049" y="2708476"/>
                  <a:pt x="0" y="0"/>
                </a:cubicBez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
        <p:nvSpPr>
          <p:cNvPr id="7" name="Text Placeholder 6">
            <a:extLst>
              <a:ext uri="{FF2B5EF4-FFF2-40B4-BE49-F238E27FC236}">
                <a16:creationId xmlns:a16="http://schemas.microsoft.com/office/drawing/2014/main" id="{E826FE26-AFDB-F07C-663E-7C33DA765794}"/>
              </a:ext>
            </a:extLst>
          </p:cNvPr>
          <p:cNvSpPr>
            <a:spLocks noGrp="1"/>
          </p:cNvSpPr>
          <p:nvPr>
            <p:ph idx="1" hasCustomPrompt="1"/>
          </p:nvPr>
        </p:nvSpPr>
        <p:spPr>
          <a:xfrm>
            <a:off x="554037" y="4016436"/>
            <a:ext cx="4252632" cy="995423"/>
          </a:xfrm>
          <a:prstGeom prst="rect">
            <a:avLst/>
          </a:prstGeom>
        </p:spPr>
        <p:txBody>
          <a:bodyPr vert="horz" lIns="0" tIns="0" rIns="0" bIns="0" rtlCol="0">
            <a:normAutofit/>
          </a:bodyPr>
          <a:lstStyle>
            <a:lvl1pPr marL="0" indent="0">
              <a:buNone/>
              <a:defRPr/>
            </a:lvl1pPr>
            <a:lvl2pPr marL="457200" indent="0">
              <a:buNone/>
              <a:defRPr/>
            </a:lvl2pPr>
            <a:lvl3pPr marL="914400" indent="0">
              <a:buNone/>
              <a:defRPr/>
            </a:lvl3pPr>
          </a:lstStyle>
          <a:p>
            <a:pPr lvl="0"/>
            <a:r>
              <a:rPr lang="en-GB"/>
              <a:t>Click to edit Master text styles</a:t>
            </a:r>
          </a:p>
        </p:txBody>
      </p:sp>
      <p:sp>
        <p:nvSpPr>
          <p:cNvPr id="8" name="Title Placeholder 10">
            <a:extLst>
              <a:ext uri="{FF2B5EF4-FFF2-40B4-BE49-F238E27FC236}">
                <a16:creationId xmlns:a16="http://schemas.microsoft.com/office/drawing/2014/main" id="{D0396193-2776-6A62-7DE8-4E7F9141097E}"/>
              </a:ext>
            </a:extLst>
          </p:cNvPr>
          <p:cNvSpPr>
            <a:spLocks noGrp="1"/>
          </p:cNvSpPr>
          <p:nvPr>
            <p:ph type="title" hasCustomPrompt="1"/>
          </p:nvPr>
        </p:nvSpPr>
        <p:spPr>
          <a:xfrm>
            <a:off x="554038" y="3429000"/>
            <a:ext cx="4252632" cy="584261"/>
          </a:xfrm>
          <a:prstGeom prst="rect">
            <a:avLst/>
          </a:prstGeom>
        </p:spPr>
        <p:txBody>
          <a:bodyPr vert="horz" lIns="0" tIns="0" rIns="0" bIns="0" rtlCol="0" anchor="t">
            <a:normAutofit/>
          </a:bodyPr>
          <a:lstStyle>
            <a:lvl1pPr>
              <a:defRPr>
                <a:solidFill>
                  <a:schemeClr val="tx2"/>
                </a:solidFill>
              </a:defRPr>
            </a:lvl1pPr>
          </a:lstStyle>
          <a:p>
            <a:r>
              <a:rPr lang="en-GB"/>
              <a:t>Thanks!</a:t>
            </a:r>
            <a:endParaRPr lang="en-PL"/>
          </a:p>
        </p:txBody>
      </p:sp>
      <p:sp>
        <p:nvSpPr>
          <p:cNvPr id="24" name="Picture Placeholder 23">
            <a:extLst>
              <a:ext uri="{FF2B5EF4-FFF2-40B4-BE49-F238E27FC236}">
                <a16:creationId xmlns:a16="http://schemas.microsoft.com/office/drawing/2014/main" id="{EE48DFFF-E338-09B9-2477-E5D55A4DD2B9}"/>
              </a:ext>
            </a:extLst>
          </p:cNvPr>
          <p:cNvSpPr>
            <a:spLocks noGrp="1"/>
          </p:cNvSpPr>
          <p:nvPr>
            <p:ph type="pic" sz="quarter" idx="10" hasCustomPrompt="1"/>
          </p:nvPr>
        </p:nvSpPr>
        <p:spPr>
          <a:xfrm>
            <a:off x="3958542" y="1"/>
            <a:ext cx="8233458" cy="6858000"/>
          </a:xfrm>
          <a:custGeom>
            <a:avLst/>
            <a:gdLst>
              <a:gd name="connsiteX0" fmla="*/ 0 w 8233458"/>
              <a:gd name="connsiteY0" fmla="*/ 0 h 6858000"/>
              <a:gd name="connsiteX1" fmla="*/ 8233458 w 8233458"/>
              <a:gd name="connsiteY1" fmla="*/ 0 h 6858000"/>
              <a:gd name="connsiteX2" fmla="*/ 8233458 w 8233458"/>
              <a:gd name="connsiteY2" fmla="*/ 6858000 h 6858000"/>
              <a:gd name="connsiteX3" fmla="*/ 5776855 w 8233458"/>
              <a:gd name="connsiteY3" fmla="*/ 6858000 h 6858000"/>
              <a:gd name="connsiteX4" fmla="*/ 2226297 w 8233458"/>
              <a:gd name="connsiteY4" fmla="*/ 3819525 h 6858000"/>
              <a:gd name="connsiteX5" fmla="*/ 0 w 8233458"/>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233458" h="6858000">
                <a:moveTo>
                  <a:pt x="0" y="0"/>
                </a:moveTo>
                <a:lnTo>
                  <a:pt x="8233458" y="0"/>
                </a:lnTo>
                <a:lnTo>
                  <a:pt x="8233458" y="6858000"/>
                </a:lnTo>
                <a:lnTo>
                  <a:pt x="5776855" y="6858000"/>
                </a:lnTo>
                <a:cubicBezTo>
                  <a:pt x="5776855" y="6858000"/>
                  <a:pt x="3771270" y="5153026"/>
                  <a:pt x="2226297" y="3819525"/>
                </a:cubicBezTo>
                <a:cubicBezTo>
                  <a:pt x="681323" y="2486025"/>
                  <a:pt x="0" y="0"/>
                  <a:pt x="0" y="0"/>
                </a:cubicBezTo>
                <a:close/>
              </a:path>
            </a:pathLst>
          </a:custGeom>
          <a:solidFill>
            <a:schemeClr val="bg2"/>
          </a:solidFill>
        </p:spPr>
        <p:txBody>
          <a:bodyPr wrap="square" lIns="2520000" rIns="2520000" anchor="ctr">
            <a:noAutofit/>
          </a:bodyPr>
          <a:lstStyle>
            <a:lvl1pPr marL="0" indent="0" algn="ctr">
              <a:buNone/>
              <a:defRPr sz="1600"/>
            </a:lvl1pPr>
          </a:lstStyle>
          <a:p>
            <a:r>
              <a:rPr lang="en-GB"/>
              <a:t>You can add a photo</a:t>
            </a:r>
          </a:p>
        </p:txBody>
      </p:sp>
      <p:sp>
        <p:nvSpPr>
          <p:cNvPr id="36" name="Freeform 35">
            <a:extLst>
              <a:ext uri="{FF2B5EF4-FFF2-40B4-BE49-F238E27FC236}">
                <a16:creationId xmlns:a16="http://schemas.microsoft.com/office/drawing/2014/main" id="{65547924-9C4A-ECA1-A5C7-F0DEF0CA22FA}"/>
              </a:ext>
            </a:extLst>
          </p:cNvPr>
          <p:cNvSpPr/>
          <p:nvPr userDrawn="1"/>
        </p:nvSpPr>
        <p:spPr>
          <a:xfrm>
            <a:off x="3003630" y="-1"/>
            <a:ext cx="6769849" cy="6867819"/>
          </a:xfrm>
          <a:custGeom>
            <a:avLst/>
            <a:gdLst>
              <a:gd name="connsiteX0" fmla="*/ 0 w 6765403"/>
              <a:gd name="connsiteY0" fmla="*/ 0 h 6858000"/>
              <a:gd name="connsiteX1" fmla="*/ 1030147 w 6765403"/>
              <a:gd name="connsiteY1" fmla="*/ 0 h 6858000"/>
              <a:gd name="connsiteX2" fmla="*/ 3237665 w 6765403"/>
              <a:gd name="connsiteY2" fmla="*/ 3818547 h 6858000"/>
              <a:gd name="connsiteX3" fmla="*/ 6758275 w 6765403"/>
              <a:gd name="connsiteY3" fmla="*/ 6856244 h 6858000"/>
              <a:gd name="connsiteX4" fmla="*/ 6765403 w 6765403"/>
              <a:gd name="connsiteY4" fmla="*/ 6856244 h 6858000"/>
              <a:gd name="connsiteX5" fmla="*/ 6765403 w 6765403"/>
              <a:gd name="connsiteY5" fmla="*/ 6858000 h 6858000"/>
              <a:gd name="connsiteX6" fmla="*/ 0 w 6765403"/>
              <a:gd name="connsiteY6" fmla="*/ 6858000 h 6858000"/>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5972537 w 6765403"/>
              <a:gd name="connsiteY6" fmla="*/ 6869574 h 6869574"/>
              <a:gd name="connsiteX7" fmla="*/ 0 w 6765403"/>
              <a:gd name="connsiteY7" fmla="*/ 0 h 6869574"/>
              <a:gd name="connsiteX0" fmla="*/ 0 w 6765403"/>
              <a:gd name="connsiteY0" fmla="*/ 0 h 6858000"/>
              <a:gd name="connsiteX1" fmla="*/ 1030147 w 6765403"/>
              <a:gd name="connsiteY1" fmla="*/ 0 h 6858000"/>
              <a:gd name="connsiteX2" fmla="*/ 3237665 w 6765403"/>
              <a:gd name="connsiteY2" fmla="*/ 3818547 h 6858000"/>
              <a:gd name="connsiteX3" fmla="*/ 6758275 w 6765403"/>
              <a:gd name="connsiteY3" fmla="*/ 6856244 h 6858000"/>
              <a:gd name="connsiteX4" fmla="*/ 6765403 w 6765403"/>
              <a:gd name="connsiteY4" fmla="*/ 6856244 h 6858000"/>
              <a:gd name="connsiteX5" fmla="*/ 6765403 w 6765403"/>
              <a:gd name="connsiteY5" fmla="*/ 6858000 h 6858000"/>
              <a:gd name="connsiteX6" fmla="*/ 6400800 w 6765403"/>
              <a:gd name="connsiteY6" fmla="*/ 6834850 h 6858000"/>
              <a:gd name="connsiteX7" fmla="*/ 0 w 6765403"/>
              <a:gd name="connsiteY7" fmla="*/ 0 h 6858000"/>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6423950 w 6765403"/>
              <a:gd name="connsiteY6" fmla="*/ 6869574 h 6869574"/>
              <a:gd name="connsiteX7" fmla="*/ 0 w 6765403"/>
              <a:gd name="connsiteY7" fmla="*/ 0 h 6869574"/>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6423950 w 6765403"/>
              <a:gd name="connsiteY6" fmla="*/ 6869574 h 6869574"/>
              <a:gd name="connsiteX7" fmla="*/ 0 w 6765403"/>
              <a:gd name="connsiteY7" fmla="*/ 0 h 6869574"/>
              <a:gd name="connsiteX0" fmla="*/ 0 w 6117221"/>
              <a:gd name="connsiteY0" fmla="*/ 0 h 6875361"/>
              <a:gd name="connsiteX1" fmla="*/ 381965 w 6117221"/>
              <a:gd name="connsiteY1" fmla="*/ 5787 h 6875361"/>
              <a:gd name="connsiteX2" fmla="*/ 2589483 w 6117221"/>
              <a:gd name="connsiteY2" fmla="*/ 3824334 h 6875361"/>
              <a:gd name="connsiteX3" fmla="*/ 6110093 w 6117221"/>
              <a:gd name="connsiteY3" fmla="*/ 6862031 h 6875361"/>
              <a:gd name="connsiteX4" fmla="*/ 6117221 w 6117221"/>
              <a:gd name="connsiteY4" fmla="*/ 6862031 h 6875361"/>
              <a:gd name="connsiteX5" fmla="*/ 6117221 w 6117221"/>
              <a:gd name="connsiteY5" fmla="*/ 6863787 h 6875361"/>
              <a:gd name="connsiteX6" fmla="*/ 5775768 w 6117221"/>
              <a:gd name="connsiteY6" fmla="*/ 6875361 h 6875361"/>
              <a:gd name="connsiteX7" fmla="*/ 0 w 6117221"/>
              <a:gd name="connsiteY7" fmla="*/ 0 h 6875361"/>
              <a:gd name="connsiteX0" fmla="*/ 0 w 6701742"/>
              <a:gd name="connsiteY0" fmla="*/ 1 h 6869574"/>
              <a:gd name="connsiteX1" fmla="*/ 966486 w 6701742"/>
              <a:gd name="connsiteY1" fmla="*/ 0 h 6869574"/>
              <a:gd name="connsiteX2" fmla="*/ 3174004 w 6701742"/>
              <a:gd name="connsiteY2" fmla="*/ 3818547 h 6869574"/>
              <a:gd name="connsiteX3" fmla="*/ 6694614 w 6701742"/>
              <a:gd name="connsiteY3" fmla="*/ 6856244 h 6869574"/>
              <a:gd name="connsiteX4" fmla="*/ 6701742 w 6701742"/>
              <a:gd name="connsiteY4" fmla="*/ 6856244 h 6869574"/>
              <a:gd name="connsiteX5" fmla="*/ 6701742 w 6701742"/>
              <a:gd name="connsiteY5" fmla="*/ 6858000 h 6869574"/>
              <a:gd name="connsiteX6" fmla="*/ 6360289 w 6701742"/>
              <a:gd name="connsiteY6" fmla="*/ 6869574 h 6869574"/>
              <a:gd name="connsiteX7" fmla="*/ 0 w 6701742"/>
              <a:gd name="connsiteY7" fmla="*/ 1 h 6869574"/>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939023"/>
              <a:gd name="connsiteX1" fmla="*/ 966486 w 6701742"/>
              <a:gd name="connsiteY1" fmla="*/ 0 h 6939023"/>
              <a:gd name="connsiteX2" fmla="*/ 3174004 w 6701742"/>
              <a:gd name="connsiteY2" fmla="*/ 3818547 h 6939023"/>
              <a:gd name="connsiteX3" fmla="*/ 6694614 w 6701742"/>
              <a:gd name="connsiteY3" fmla="*/ 6856244 h 6939023"/>
              <a:gd name="connsiteX4" fmla="*/ 6701742 w 6701742"/>
              <a:gd name="connsiteY4" fmla="*/ 6856244 h 6939023"/>
              <a:gd name="connsiteX5" fmla="*/ 6643869 w 6701742"/>
              <a:gd name="connsiteY5" fmla="*/ 6939023 h 6939023"/>
              <a:gd name="connsiteX6" fmla="*/ 6354502 w 6701742"/>
              <a:gd name="connsiteY6" fmla="*/ 6863787 h 6939023"/>
              <a:gd name="connsiteX7" fmla="*/ 0 w 6701742"/>
              <a:gd name="connsiteY7" fmla="*/ 1 h 6939023"/>
              <a:gd name="connsiteX0" fmla="*/ 0 w 6776977"/>
              <a:gd name="connsiteY0" fmla="*/ 1 h 7070376"/>
              <a:gd name="connsiteX1" fmla="*/ 966486 w 6776977"/>
              <a:gd name="connsiteY1" fmla="*/ 0 h 7070376"/>
              <a:gd name="connsiteX2" fmla="*/ 3174004 w 6776977"/>
              <a:gd name="connsiteY2" fmla="*/ 3818547 h 7070376"/>
              <a:gd name="connsiteX3" fmla="*/ 6694614 w 6776977"/>
              <a:gd name="connsiteY3" fmla="*/ 6856244 h 7070376"/>
              <a:gd name="connsiteX4" fmla="*/ 6776977 w 6776977"/>
              <a:gd name="connsiteY4" fmla="*/ 7070376 h 7070376"/>
              <a:gd name="connsiteX5" fmla="*/ 6643869 w 6776977"/>
              <a:gd name="connsiteY5" fmla="*/ 6939023 h 7070376"/>
              <a:gd name="connsiteX6" fmla="*/ 6354502 w 6776977"/>
              <a:gd name="connsiteY6" fmla="*/ 6863787 h 7070376"/>
              <a:gd name="connsiteX7" fmla="*/ 0 w 6776977"/>
              <a:gd name="connsiteY7" fmla="*/ 1 h 7070376"/>
              <a:gd name="connsiteX0" fmla="*/ 0 w 6776977"/>
              <a:gd name="connsiteY0" fmla="*/ 1 h 7070376"/>
              <a:gd name="connsiteX1" fmla="*/ 966486 w 6776977"/>
              <a:gd name="connsiteY1" fmla="*/ 0 h 7070376"/>
              <a:gd name="connsiteX2" fmla="*/ 3174004 w 6776977"/>
              <a:gd name="connsiteY2" fmla="*/ 3818547 h 7070376"/>
              <a:gd name="connsiteX3" fmla="*/ 6769849 w 6776977"/>
              <a:gd name="connsiteY3" fmla="*/ 6867819 h 7070376"/>
              <a:gd name="connsiteX4" fmla="*/ 6776977 w 6776977"/>
              <a:gd name="connsiteY4" fmla="*/ 7070376 h 7070376"/>
              <a:gd name="connsiteX5" fmla="*/ 6643869 w 6776977"/>
              <a:gd name="connsiteY5" fmla="*/ 6939023 h 7070376"/>
              <a:gd name="connsiteX6" fmla="*/ 6354502 w 6776977"/>
              <a:gd name="connsiteY6" fmla="*/ 6863787 h 7070376"/>
              <a:gd name="connsiteX7" fmla="*/ 0 w 6776977"/>
              <a:gd name="connsiteY7" fmla="*/ 1 h 7070376"/>
              <a:gd name="connsiteX0" fmla="*/ 0 w 6769849"/>
              <a:gd name="connsiteY0" fmla="*/ 1 h 6939023"/>
              <a:gd name="connsiteX1" fmla="*/ 966486 w 6769849"/>
              <a:gd name="connsiteY1" fmla="*/ 0 h 6939023"/>
              <a:gd name="connsiteX2" fmla="*/ 3174004 w 6769849"/>
              <a:gd name="connsiteY2" fmla="*/ 3818547 h 6939023"/>
              <a:gd name="connsiteX3" fmla="*/ 6769849 w 6769849"/>
              <a:gd name="connsiteY3" fmla="*/ 6867819 h 6939023"/>
              <a:gd name="connsiteX4" fmla="*/ 6643869 w 6769849"/>
              <a:gd name="connsiteY4" fmla="*/ 6939023 h 6939023"/>
              <a:gd name="connsiteX5" fmla="*/ 6354502 w 6769849"/>
              <a:gd name="connsiteY5" fmla="*/ 6863787 h 6939023"/>
              <a:gd name="connsiteX6" fmla="*/ 0 w 6769849"/>
              <a:gd name="connsiteY6" fmla="*/ 1 h 6939023"/>
              <a:gd name="connsiteX0" fmla="*/ 0 w 6769849"/>
              <a:gd name="connsiteY0" fmla="*/ 1 h 6867819"/>
              <a:gd name="connsiteX1" fmla="*/ 966486 w 6769849"/>
              <a:gd name="connsiteY1" fmla="*/ 0 h 6867819"/>
              <a:gd name="connsiteX2" fmla="*/ 3174004 w 6769849"/>
              <a:gd name="connsiteY2" fmla="*/ 3818547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104557 w 6769849"/>
              <a:gd name="connsiteY2" fmla="*/ 3859058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127706 w 6769849"/>
              <a:gd name="connsiteY2" fmla="*/ 3754885 h 6867819"/>
              <a:gd name="connsiteX3" fmla="*/ 6769849 w 6769849"/>
              <a:gd name="connsiteY3" fmla="*/ 6867819 h 6867819"/>
              <a:gd name="connsiteX4" fmla="*/ 6354502 w 6769849"/>
              <a:gd name="connsiteY4" fmla="*/ 6863787 h 6867819"/>
              <a:gd name="connsiteX5" fmla="*/ 0 w 6769849"/>
              <a:gd name="connsiteY5" fmla="*/ 1 h 6867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769849" h="6867819">
                <a:moveTo>
                  <a:pt x="0" y="1"/>
                </a:moveTo>
                <a:lnTo>
                  <a:pt x="966486" y="0"/>
                </a:lnTo>
                <a:cubicBezTo>
                  <a:pt x="1135707" y="386604"/>
                  <a:pt x="1763052" y="2599757"/>
                  <a:pt x="3127706" y="3754885"/>
                </a:cubicBezTo>
                <a:cubicBezTo>
                  <a:pt x="4467217" y="4888731"/>
                  <a:pt x="6074732" y="6204424"/>
                  <a:pt x="6769849" y="6867819"/>
                </a:cubicBezTo>
                <a:lnTo>
                  <a:pt x="6354502" y="6863787"/>
                </a:lnTo>
                <a:cubicBezTo>
                  <a:pt x="3923818" y="4398380"/>
                  <a:pt x="1533646" y="3946967"/>
                  <a:pt x="0" y="1"/>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extBox 1">
            <a:extLst>
              <a:ext uri="{FF2B5EF4-FFF2-40B4-BE49-F238E27FC236}">
                <a16:creationId xmlns:a16="http://schemas.microsoft.com/office/drawing/2014/main" id="{F0C2B91E-6263-3DFE-2F5D-8D4CD3A79360}"/>
              </a:ext>
            </a:extLst>
          </p:cNvPr>
          <p:cNvSpPr txBox="1"/>
          <p:nvPr userDrawn="1"/>
        </p:nvSpPr>
        <p:spPr>
          <a:xfrm>
            <a:off x="550863" y="6086183"/>
            <a:ext cx="1051570" cy="276999"/>
          </a:xfrm>
          <a:prstGeom prst="rect">
            <a:avLst/>
          </a:prstGeom>
          <a:noFill/>
        </p:spPr>
        <p:txBody>
          <a:bodyPr wrap="none" lIns="0" tIns="0" rIns="0" bIns="0" rtlCol="0">
            <a:spAutoFit/>
          </a:bodyPr>
          <a:lstStyle/>
          <a:p>
            <a:r>
              <a:rPr lang="en-GB" sz="1800" err="1">
                <a:solidFill>
                  <a:schemeClr val="tx2"/>
                </a:solidFill>
              </a:rPr>
              <a:t>xebia.com</a:t>
            </a:r>
            <a:endParaRPr lang="en-GB" sz="1800">
              <a:solidFill>
                <a:schemeClr val="tx2"/>
              </a:solidFill>
            </a:endParaRPr>
          </a:p>
        </p:txBody>
      </p:sp>
      <p:pic>
        <p:nvPicPr>
          <p:cNvPr id="3" name="Graphic 2">
            <a:extLst>
              <a:ext uri="{FF2B5EF4-FFF2-40B4-BE49-F238E27FC236}">
                <a16:creationId xmlns:a16="http://schemas.microsoft.com/office/drawing/2014/main" id="{FFFF42E6-A456-BD1D-C4C7-A3ADF1EF6685}"/>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47125" y="533282"/>
            <a:ext cx="1255744" cy="442730"/>
          </a:xfrm>
          <a:prstGeom prst="rect">
            <a:avLst/>
          </a:prstGeom>
        </p:spPr>
      </p:pic>
    </p:spTree>
    <p:extLst>
      <p:ext uri="{BB962C8B-B14F-4D97-AF65-F5344CB8AC3E}">
        <p14:creationId xmlns:p14="http://schemas.microsoft.com/office/powerpoint/2010/main" val="1411578024"/>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End-cover_dark">
    <p:bg>
      <p:bgPr>
        <a:solidFill>
          <a:schemeClr val="tx2"/>
        </a:solidFill>
        <a:effectLst/>
      </p:bgPr>
    </p:bg>
    <p:spTree>
      <p:nvGrpSpPr>
        <p:cNvPr id="1" name=""/>
        <p:cNvGrpSpPr/>
        <p:nvPr/>
      </p:nvGrpSpPr>
      <p:grpSpPr>
        <a:xfrm>
          <a:off x="0" y="0"/>
          <a:ext cx="0" cy="0"/>
          <a:chOff x="0" y="0"/>
          <a:chExt cx="0" cy="0"/>
        </a:xfrm>
      </p:grpSpPr>
      <p:sp>
        <p:nvSpPr>
          <p:cNvPr id="46" name="Rectangle 45">
            <a:extLst>
              <a:ext uri="{FF2B5EF4-FFF2-40B4-BE49-F238E27FC236}">
                <a16:creationId xmlns:a16="http://schemas.microsoft.com/office/drawing/2014/main" id="{0D52A9A4-97F2-7F53-0D44-94858DC3118F}"/>
              </a:ext>
            </a:extLst>
          </p:cNvPr>
          <p:cNvSpPr/>
          <p:nvPr userDrawn="1"/>
        </p:nvSpPr>
        <p:spPr>
          <a:xfrm>
            <a:off x="2575367" y="-1"/>
            <a:ext cx="6967960" cy="6867819"/>
          </a:xfrm>
          <a:custGeom>
            <a:avLst/>
            <a:gdLst>
              <a:gd name="connsiteX0" fmla="*/ 0 w 7089494"/>
              <a:gd name="connsiteY0" fmla="*/ 0 h 6858001"/>
              <a:gd name="connsiteX1" fmla="*/ 7089494 w 7089494"/>
              <a:gd name="connsiteY1" fmla="*/ 0 h 6858001"/>
              <a:gd name="connsiteX2" fmla="*/ 7089494 w 7089494"/>
              <a:gd name="connsiteY2" fmla="*/ 6858001 h 6858001"/>
              <a:gd name="connsiteX3" fmla="*/ 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6013048 w 7089494"/>
              <a:gd name="connsiteY3" fmla="*/ 668438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131951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131951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6967960"/>
              <a:gd name="connsiteY0" fmla="*/ 0 h 6863789"/>
              <a:gd name="connsiteX1" fmla="*/ 1319514 w 6967960"/>
              <a:gd name="connsiteY1" fmla="*/ 0 h 6863789"/>
              <a:gd name="connsiteX2" fmla="*/ 6967960 w 6967960"/>
              <a:gd name="connsiteY2" fmla="*/ 6863789 h 6863789"/>
              <a:gd name="connsiteX3" fmla="*/ 5202820 w 6967960"/>
              <a:gd name="connsiteY3" fmla="*/ 6858001 h 6863789"/>
              <a:gd name="connsiteX4" fmla="*/ 0 w 6967960"/>
              <a:gd name="connsiteY4" fmla="*/ 0 h 68637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67960" h="6863789">
                <a:moveTo>
                  <a:pt x="0" y="0"/>
                </a:moveTo>
                <a:lnTo>
                  <a:pt x="1319514" y="0"/>
                </a:lnTo>
                <a:cubicBezTo>
                  <a:pt x="2322654" y="4375230"/>
                  <a:pt x="5044633" y="4577789"/>
                  <a:pt x="6967960" y="6863789"/>
                </a:cubicBezTo>
                <a:lnTo>
                  <a:pt x="5202820" y="6858001"/>
                </a:lnTo>
                <a:cubicBezTo>
                  <a:pt x="3624805" y="4299996"/>
                  <a:pt x="1196049" y="2708476"/>
                  <a:pt x="0" y="0"/>
                </a:cubicBezTo>
                <a:close/>
              </a:path>
            </a:pathLst>
          </a:custGeom>
          <a:solidFill>
            <a:srgbClr val="5B1E5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
        <p:nvSpPr>
          <p:cNvPr id="7" name="Text Placeholder 6">
            <a:extLst>
              <a:ext uri="{FF2B5EF4-FFF2-40B4-BE49-F238E27FC236}">
                <a16:creationId xmlns:a16="http://schemas.microsoft.com/office/drawing/2014/main" id="{E826FE26-AFDB-F07C-663E-7C33DA765794}"/>
              </a:ext>
            </a:extLst>
          </p:cNvPr>
          <p:cNvSpPr>
            <a:spLocks noGrp="1"/>
          </p:cNvSpPr>
          <p:nvPr>
            <p:ph idx="1" hasCustomPrompt="1"/>
          </p:nvPr>
        </p:nvSpPr>
        <p:spPr>
          <a:xfrm>
            <a:off x="554037" y="4016436"/>
            <a:ext cx="4252632" cy="995423"/>
          </a:xfrm>
          <a:prstGeom prst="rect">
            <a:avLst/>
          </a:prstGeom>
        </p:spPr>
        <p:txBody>
          <a:bodyPr vert="horz" lIns="0" tIns="0" rIns="0" bIns="0" rtlCol="0">
            <a:normAutofit/>
          </a:bodyPr>
          <a:lstStyle>
            <a:lvl1pPr marL="0" indent="0">
              <a:buNone/>
              <a:defRPr>
                <a:solidFill>
                  <a:schemeClr val="bg1"/>
                </a:solidFill>
              </a:defRPr>
            </a:lvl1pPr>
            <a:lvl2pPr marL="457200" indent="0">
              <a:buNone/>
              <a:defRPr/>
            </a:lvl2pPr>
            <a:lvl3pPr marL="914400" indent="0">
              <a:buNone/>
              <a:defRPr/>
            </a:lvl3pPr>
          </a:lstStyle>
          <a:p>
            <a:pPr lvl="0"/>
            <a:r>
              <a:rPr lang="en-GB"/>
              <a:t>Click to edit Master text styles</a:t>
            </a:r>
          </a:p>
        </p:txBody>
      </p:sp>
      <p:sp>
        <p:nvSpPr>
          <p:cNvPr id="8" name="Title Placeholder 10">
            <a:extLst>
              <a:ext uri="{FF2B5EF4-FFF2-40B4-BE49-F238E27FC236}">
                <a16:creationId xmlns:a16="http://schemas.microsoft.com/office/drawing/2014/main" id="{D0396193-2776-6A62-7DE8-4E7F9141097E}"/>
              </a:ext>
            </a:extLst>
          </p:cNvPr>
          <p:cNvSpPr>
            <a:spLocks noGrp="1"/>
          </p:cNvSpPr>
          <p:nvPr>
            <p:ph type="title" hasCustomPrompt="1"/>
          </p:nvPr>
        </p:nvSpPr>
        <p:spPr>
          <a:xfrm>
            <a:off x="554038" y="3429000"/>
            <a:ext cx="4252632" cy="584261"/>
          </a:xfrm>
          <a:prstGeom prst="rect">
            <a:avLst/>
          </a:prstGeom>
        </p:spPr>
        <p:txBody>
          <a:bodyPr vert="horz" lIns="0" tIns="0" rIns="0" bIns="0" rtlCol="0" anchor="t">
            <a:normAutofit/>
          </a:bodyPr>
          <a:lstStyle>
            <a:lvl1pPr>
              <a:defRPr>
                <a:solidFill>
                  <a:schemeClr val="bg1"/>
                </a:solidFill>
              </a:defRPr>
            </a:lvl1pPr>
          </a:lstStyle>
          <a:p>
            <a:r>
              <a:rPr lang="en-GB"/>
              <a:t>Thanks!</a:t>
            </a:r>
            <a:endParaRPr lang="en-PL"/>
          </a:p>
        </p:txBody>
      </p:sp>
      <p:sp>
        <p:nvSpPr>
          <p:cNvPr id="24" name="Picture Placeholder 23">
            <a:extLst>
              <a:ext uri="{FF2B5EF4-FFF2-40B4-BE49-F238E27FC236}">
                <a16:creationId xmlns:a16="http://schemas.microsoft.com/office/drawing/2014/main" id="{EE48DFFF-E338-09B9-2477-E5D55A4DD2B9}"/>
              </a:ext>
            </a:extLst>
          </p:cNvPr>
          <p:cNvSpPr>
            <a:spLocks noGrp="1"/>
          </p:cNvSpPr>
          <p:nvPr>
            <p:ph type="pic" sz="quarter" idx="10" hasCustomPrompt="1"/>
          </p:nvPr>
        </p:nvSpPr>
        <p:spPr>
          <a:xfrm>
            <a:off x="3958542" y="1"/>
            <a:ext cx="8233458" cy="6858000"/>
          </a:xfrm>
          <a:custGeom>
            <a:avLst/>
            <a:gdLst>
              <a:gd name="connsiteX0" fmla="*/ 0 w 8233458"/>
              <a:gd name="connsiteY0" fmla="*/ 0 h 6858000"/>
              <a:gd name="connsiteX1" fmla="*/ 8233458 w 8233458"/>
              <a:gd name="connsiteY1" fmla="*/ 0 h 6858000"/>
              <a:gd name="connsiteX2" fmla="*/ 8233458 w 8233458"/>
              <a:gd name="connsiteY2" fmla="*/ 6858000 h 6858000"/>
              <a:gd name="connsiteX3" fmla="*/ 5776855 w 8233458"/>
              <a:gd name="connsiteY3" fmla="*/ 6858000 h 6858000"/>
              <a:gd name="connsiteX4" fmla="*/ 2226297 w 8233458"/>
              <a:gd name="connsiteY4" fmla="*/ 3819525 h 6858000"/>
              <a:gd name="connsiteX5" fmla="*/ 0 w 8233458"/>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233458" h="6858000">
                <a:moveTo>
                  <a:pt x="0" y="0"/>
                </a:moveTo>
                <a:lnTo>
                  <a:pt x="8233458" y="0"/>
                </a:lnTo>
                <a:lnTo>
                  <a:pt x="8233458" y="6858000"/>
                </a:lnTo>
                <a:lnTo>
                  <a:pt x="5776855" y="6858000"/>
                </a:lnTo>
                <a:cubicBezTo>
                  <a:pt x="5776855" y="6858000"/>
                  <a:pt x="3771270" y="5153026"/>
                  <a:pt x="2226297" y="3819525"/>
                </a:cubicBezTo>
                <a:cubicBezTo>
                  <a:pt x="681323" y="2486025"/>
                  <a:pt x="0" y="0"/>
                  <a:pt x="0" y="0"/>
                </a:cubicBezTo>
                <a:close/>
              </a:path>
            </a:pathLst>
          </a:custGeom>
          <a:solidFill>
            <a:schemeClr val="bg2"/>
          </a:solidFill>
        </p:spPr>
        <p:txBody>
          <a:bodyPr wrap="square" lIns="2520000" rIns="2520000" anchor="ctr">
            <a:noAutofit/>
          </a:bodyPr>
          <a:lstStyle>
            <a:lvl1pPr marL="0" indent="0" algn="ctr">
              <a:buNone/>
              <a:defRPr sz="1600"/>
            </a:lvl1pPr>
          </a:lstStyle>
          <a:p>
            <a:r>
              <a:rPr lang="en-GB"/>
              <a:t>You can add a photo</a:t>
            </a:r>
          </a:p>
        </p:txBody>
      </p:sp>
      <p:sp>
        <p:nvSpPr>
          <p:cNvPr id="36" name="Freeform 35">
            <a:extLst>
              <a:ext uri="{FF2B5EF4-FFF2-40B4-BE49-F238E27FC236}">
                <a16:creationId xmlns:a16="http://schemas.microsoft.com/office/drawing/2014/main" id="{65547924-9C4A-ECA1-A5C7-F0DEF0CA22FA}"/>
              </a:ext>
            </a:extLst>
          </p:cNvPr>
          <p:cNvSpPr/>
          <p:nvPr userDrawn="1"/>
        </p:nvSpPr>
        <p:spPr>
          <a:xfrm>
            <a:off x="3003630" y="-1"/>
            <a:ext cx="6769849" cy="6867819"/>
          </a:xfrm>
          <a:custGeom>
            <a:avLst/>
            <a:gdLst>
              <a:gd name="connsiteX0" fmla="*/ 0 w 6765403"/>
              <a:gd name="connsiteY0" fmla="*/ 0 h 6858000"/>
              <a:gd name="connsiteX1" fmla="*/ 1030147 w 6765403"/>
              <a:gd name="connsiteY1" fmla="*/ 0 h 6858000"/>
              <a:gd name="connsiteX2" fmla="*/ 3237665 w 6765403"/>
              <a:gd name="connsiteY2" fmla="*/ 3818547 h 6858000"/>
              <a:gd name="connsiteX3" fmla="*/ 6758275 w 6765403"/>
              <a:gd name="connsiteY3" fmla="*/ 6856244 h 6858000"/>
              <a:gd name="connsiteX4" fmla="*/ 6765403 w 6765403"/>
              <a:gd name="connsiteY4" fmla="*/ 6856244 h 6858000"/>
              <a:gd name="connsiteX5" fmla="*/ 6765403 w 6765403"/>
              <a:gd name="connsiteY5" fmla="*/ 6858000 h 6858000"/>
              <a:gd name="connsiteX6" fmla="*/ 0 w 6765403"/>
              <a:gd name="connsiteY6" fmla="*/ 6858000 h 6858000"/>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5972537 w 6765403"/>
              <a:gd name="connsiteY6" fmla="*/ 6869574 h 6869574"/>
              <a:gd name="connsiteX7" fmla="*/ 0 w 6765403"/>
              <a:gd name="connsiteY7" fmla="*/ 0 h 6869574"/>
              <a:gd name="connsiteX0" fmla="*/ 0 w 6765403"/>
              <a:gd name="connsiteY0" fmla="*/ 0 h 6858000"/>
              <a:gd name="connsiteX1" fmla="*/ 1030147 w 6765403"/>
              <a:gd name="connsiteY1" fmla="*/ 0 h 6858000"/>
              <a:gd name="connsiteX2" fmla="*/ 3237665 w 6765403"/>
              <a:gd name="connsiteY2" fmla="*/ 3818547 h 6858000"/>
              <a:gd name="connsiteX3" fmla="*/ 6758275 w 6765403"/>
              <a:gd name="connsiteY3" fmla="*/ 6856244 h 6858000"/>
              <a:gd name="connsiteX4" fmla="*/ 6765403 w 6765403"/>
              <a:gd name="connsiteY4" fmla="*/ 6856244 h 6858000"/>
              <a:gd name="connsiteX5" fmla="*/ 6765403 w 6765403"/>
              <a:gd name="connsiteY5" fmla="*/ 6858000 h 6858000"/>
              <a:gd name="connsiteX6" fmla="*/ 6400800 w 6765403"/>
              <a:gd name="connsiteY6" fmla="*/ 6834850 h 6858000"/>
              <a:gd name="connsiteX7" fmla="*/ 0 w 6765403"/>
              <a:gd name="connsiteY7" fmla="*/ 0 h 6858000"/>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6423950 w 6765403"/>
              <a:gd name="connsiteY6" fmla="*/ 6869574 h 6869574"/>
              <a:gd name="connsiteX7" fmla="*/ 0 w 6765403"/>
              <a:gd name="connsiteY7" fmla="*/ 0 h 6869574"/>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6423950 w 6765403"/>
              <a:gd name="connsiteY6" fmla="*/ 6869574 h 6869574"/>
              <a:gd name="connsiteX7" fmla="*/ 0 w 6765403"/>
              <a:gd name="connsiteY7" fmla="*/ 0 h 6869574"/>
              <a:gd name="connsiteX0" fmla="*/ 0 w 6117221"/>
              <a:gd name="connsiteY0" fmla="*/ 0 h 6875361"/>
              <a:gd name="connsiteX1" fmla="*/ 381965 w 6117221"/>
              <a:gd name="connsiteY1" fmla="*/ 5787 h 6875361"/>
              <a:gd name="connsiteX2" fmla="*/ 2589483 w 6117221"/>
              <a:gd name="connsiteY2" fmla="*/ 3824334 h 6875361"/>
              <a:gd name="connsiteX3" fmla="*/ 6110093 w 6117221"/>
              <a:gd name="connsiteY3" fmla="*/ 6862031 h 6875361"/>
              <a:gd name="connsiteX4" fmla="*/ 6117221 w 6117221"/>
              <a:gd name="connsiteY4" fmla="*/ 6862031 h 6875361"/>
              <a:gd name="connsiteX5" fmla="*/ 6117221 w 6117221"/>
              <a:gd name="connsiteY5" fmla="*/ 6863787 h 6875361"/>
              <a:gd name="connsiteX6" fmla="*/ 5775768 w 6117221"/>
              <a:gd name="connsiteY6" fmla="*/ 6875361 h 6875361"/>
              <a:gd name="connsiteX7" fmla="*/ 0 w 6117221"/>
              <a:gd name="connsiteY7" fmla="*/ 0 h 6875361"/>
              <a:gd name="connsiteX0" fmla="*/ 0 w 6701742"/>
              <a:gd name="connsiteY0" fmla="*/ 1 h 6869574"/>
              <a:gd name="connsiteX1" fmla="*/ 966486 w 6701742"/>
              <a:gd name="connsiteY1" fmla="*/ 0 h 6869574"/>
              <a:gd name="connsiteX2" fmla="*/ 3174004 w 6701742"/>
              <a:gd name="connsiteY2" fmla="*/ 3818547 h 6869574"/>
              <a:gd name="connsiteX3" fmla="*/ 6694614 w 6701742"/>
              <a:gd name="connsiteY3" fmla="*/ 6856244 h 6869574"/>
              <a:gd name="connsiteX4" fmla="*/ 6701742 w 6701742"/>
              <a:gd name="connsiteY4" fmla="*/ 6856244 h 6869574"/>
              <a:gd name="connsiteX5" fmla="*/ 6701742 w 6701742"/>
              <a:gd name="connsiteY5" fmla="*/ 6858000 h 6869574"/>
              <a:gd name="connsiteX6" fmla="*/ 6360289 w 6701742"/>
              <a:gd name="connsiteY6" fmla="*/ 6869574 h 6869574"/>
              <a:gd name="connsiteX7" fmla="*/ 0 w 6701742"/>
              <a:gd name="connsiteY7" fmla="*/ 1 h 6869574"/>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939023"/>
              <a:gd name="connsiteX1" fmla="*/ 966486 w 6701742"/>
              <a:gd name="connsiteY1" fmla="*/ 0 h 6939023"/>
              <a:gd name="connsiteX2" fmla="*/ 3174004 w 6701742"/>
              <a:gd name="connsiteY2" fmla="*/ 3818547 h 6939023"/>
              <a:gd name="connsiteX3" fmla="*/ 6694614 w 6701742"/>
              <a:gd name="connsiteY3" fmla="*/ 6856244 h 6939023"/>
              <a:gd name="connsiteX4" fmla="*/ 6701742 w 6701742"/>
              <a:gd name="connsiteY4" fmla="*/ 6856244 h 6939023"/>
              <a:gd name="connsiteX5" fmla="*/ 6643869 w 6701742"/>
              <a:gd name="connsiteY5" fmla="*/ 6939023 h 6939023"/>
              <a:gd name="connsiteX6" fmla="*/ 6354502 w 6701742"/>
              <a:gd name="connsiteY6" fmla="*/ 6863787 h 6939023"/>
              <a:gd name="connsiteX7" fmla="*/ 0 w 6701742"/>
              <a:gd name="connsiteY7" fmla="*/ 1 h 6939023"/>
              <a:gd name="connsiteX0" fmla="*/ 0 w 6776977"/>
              <a:gd name="connsiteY0" fmla="*/ 1 h 7070376"/>
              <a:gd name="connsiteX1" fmla="*/ 966486 w 6776977"/>
              <a:gd name="connsiteY1" fmla="*/ 0 h 7070376"/>
              <a:gd name="connsiteX2" fmla="*/ 3174004 w 6776977"/>
              <a:gd name="connsiteY2" fmla="*/ 3818547 h 7070376"/>
              <a:gd name="connsiteX3" fmla="*/ 6694614 w 6776977"/>
              <a:gd name="connsiteY3" fmla="*/ 6856244 h 7070376"/>
              <a:gd name="connsiteX4" fmla="*/ 6776977 w 6776977"/>
              <a:gd name="connsiteY4" fmla="*/ 7070376 h 7070376"/>
              <a:gd name="connsiteX5" fmla="*/ 6643869 w 6776977"/>
              <a:gd name="connsiteY5" fmla="*/ 6939023 h 7070376"/>
              <a:gd name="connsiteX6" fmla="*/ 6354502 w 6776977"/>
              <a:gd name="connsiteY6" fmla="*/ 6863787 h 7070376"/>
              <a:gd name="connsiteX7" fmla="*/ 0 w 6776977"/>
              <a:gd name="connsiteY7" fmla="*/ 1 h 7070376"/>
              <a:gd name="connsiteX0" fmla="*/ 0 w 6776977"/>
              <a:gd name="connsiteY0" fmla="*/ 1 h 7070376"/>
              <a:gd name="connsiteX1" fmla="*/ 966486 w 6776977"/>
              <a:gd name="connsiteY1" fmla="*/ 0 h 7070376"/>
              <a:gd name="connsiteX2" fmla="*/ 3174004 w 6776977"/>
              <a:gd name="connsiteY2" fmla="*/ 3818547 h 7070376"/>
              <a:gd name="connsiteX3" fmla="*/ 6769849 w 6776977"/>
              <a:gd name="connsiteY3" fmla="*/ 6867819 h 7070376"/>
              <a:gd name="connsiteX4" fmla="*/ 6776977 w 6776977"/>
              <a:gd name="connsiteY4" fmla="*/ 7070376 h 7070376"/>
              <a:gd name="connsiteX5" fmla="*/ 6643869 w 6776977"/>
              <a:gd name="connsiteY5" fmla="*/ 6939023 h 7070376"/>
              <a:gd name="connsiteX6" fmla="*/ 6354502 w 6776977"/>
              <a:gd name="connsiteY6" fmla="*/ 6863787 h 7070376"/>
              <a:gd name="connsiteX7" fmla="*/ 0 w 6776977"/>
              <a:gd name="connsiteY7" fmla="*/ 1 h 7070376"/>
              <a:gd name="connsiteX0" fmla="*/ 0 w 6769849"/>
              <a:gd name="connsiteY0" fmla="*/ 1 h 6939023"/>
              <a:gd name="connsiteX1" fmla="*/ 966486 w 6769849"/>
              <a:gd name="connsiteY1" fmla="*/ 0 h 6939023"/>
              <a:gd name="connsiteX2" fmla="*/ 3174004 w 6769849"/>
              <a:gd name="connsiteY2" fmla="*/ 3818547 h 6939023"/>
              <a:gd name="connsiteX3" fmla="*/ 6769849 w 6769849"/>
              <a:gd name="connsiteY3" fmla="*/ 6867819 h 6939023"/>
              <a:gd name="connsiteX4" fmla="*/ 6643869 w 6769849"/>
              <a:gd name="connsiteY4" fmla="*/ 6939023 h 6939023"/>
              <a:gd name="connsiteX5" fmla="*/ 6354502 w 6769849"/>
              <a:gd name="connsiteY5" fmla="*/ 6863787 h 6939023"/>
              <a:gd name="connsiteX6" fmla="*/ 0 w 6769849"/>
              <a:gd name="connsiteY6" fmla="*/ 1 h 6939023"/>
              <a:gd name="connsiteX0" fmla="*/ 0 w 6769849"/>
              <a:gd name="connsiteY0" fmla="*/ 1 h 6867819"/>
              <a:gd name="connsiteX1" fmla="*/ 966486 w 6769849"/>
              <a:gd name="connsiteY1" fmla="*/ 0 h 6867819"/>
              <a:gd name="connsiteX2" fmla="*/ 3174004 w 6769849"/>
              <a:gd name="connsiteY2" fmla="*/ 3818547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104557 w 6769849"/>
              <a:gd name="connsiteY2" fmla="*/ 3859058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127706 w 6769849"/>
              <a:gd name="connsiteY2" fmla="*/ 3754885 h 6867819"/>
              <a:gd name="connsiteX3" fmla="*/ 6769849 w 6769849"/>
              <a:gd name="connsiteY3" fmla="*/ 6867819 h 6867819"/>
              <a:gd name="connsiteX4" fmla="*/ 6354502 w 6769849"/>
              <a:gd name="connsiteY4" fmla="*/ 6863787 h 6867819"/>
              <a:gd name="connsiteX5" fmla="*/ 0 w 6769849"/>
              <a:gd name="connsiteY5" fmla="*/ 1 h 6867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769849" h="6867819">
                <a:moveTo>
                  <a:pt x="0" y="1"/>
                </a:moveTo>
                <a:lnTo>
                  <a:pt x="966486" y="0"/>
                </a:lnTo>
                <a:cubicBezTo>
                  <a:pt x="1135707" y="386604"/>
                  <a:pt x="1763052" y="2599757"/>
                  <a:pt x="3127706" y="3754885"/>
                </a:cubicBezTo>
                <a:cubicBezTo>
                  <a:pt x="4467217" y="4888731"/>
                  <a:pt x="6074732" y="6204424"/>
                  <a:pt x="6769849" y="6867819"/>
                </a:cubicBezTo>
                <a:lnTo>
                  <a:pt x="6354502" y="6863787"/>
                </a:lnTo>
                <a:cubicBezTo>
                  <a:pt x="3923818" y="4398380"/>
                  <a:pt x="1533646" y="3946967"/>
                  <a:pt x="0" y="1"/>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extBox 1">
            <a:extLst>
              <a:ext uri="{FF2B5EF4-FFF2-40B4-BE49-F238E27FC236}">
                <a16:creationId xmlns:a16="http://schemas.microsoft.com/office/drawing/2014/main" id="{F0C2B91E-6263-3DFE-2F5D-8D4CD3A79360}"/>
              </a:ext>
            </a:extLst>
          </p:cNvPr>
          <p:cNvSpPr txBox="1"/>
          <p:nvPr userDrawn="1"/>
        </p:nvSpPr>
        <p:spPr>
          <a:xfrm>
            <a:off x="550863" y="6086183"/>
            <a:ext cx="1051570" cy="276999"/>
          </a:xfrm>
          <a:prstGeom prst="rect">
            <a:avLst/>
          </a:prstGeom>
          <a:noFill/>
        </p:spPr>
        <p:txBody>
          <a:bodyPr wrap="none" lIns="0" tIns="0" rIns="0" bIns="0" rtlCol="0">
            <a:spAutoFit/>
          </a:bodyPr>
          <a:lstStyle/>
          <a:p>
            <a:r>
              <a:rPr lang="en-GB" sz="1800" err="1">
                <a:solidFill>
                  <a:schemeClr val="accent3"/>
                </a:solidFill>
              </a:rPr>
              <a:t>xebia.com</a:t>
            </a:r>
            <a:endParaRPr lang="en-GB" sz="1800">
              <a:solidFill>
                <a:schemeClr val="accent3"/>
              </a:solidFill>
            </a:endParaRPr>
          </a:p>
        </p:txBody>
      </p:sp>
      <p:pic>
        <p:nvPicPr>
          <p:cNvPr id="3" name="Graphic 2">
            <a:extLst>
              <a:ext uri="{FF2B5EF4-FFF2-40B4-BE49-F238E27FC236}">
                <a16:creationId xmlns:a16="http://schemas.microsoft.com/office/drawing/2014/main" id="{D6B500E9-9A83-15DB-09B2-5C18BB6C1F5C}"/>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47125" y="533282"/>
            <a:ext cx="1255744" cy="442730"/>
          </a:xfrm>
          <a:prstGeom prst="rect">
            <a:avLst/>
          </a:prstGeom>
        </p:spPr>
      </p:pic>
    </p:spTree>
    <p:extLst>
      <p:ext uri="{BB962C8B-B14F-4D97-AF65-F5344CB8AC3E}">
        <p14:creationId xmlns:p14="http://schemas.microsoft.com/office/powerpoint/2010/main" val="802137278"/>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Balnk Page">
  <p:cSld name="Balnk Page">
    <p:spTree>
      <p:nvGrpSpPr>
        <p:cNvPr id="1" name="Shape 6186"/>
        <p:cNvGrpSpPr/>
        <p:nvPr/>
      </p:nvGrpSpPr>
      <p:grpSpPr>
        <a:xfrm>
          <a:off x="0" y="0"/>
          <a:ext cx="0" cy="0"/>
          <a:chOff x="0" y="0"/>
          <a:chExt cx="0" cy="0"/>
        </a:xfrm>
      </p:grpSpPr>
    </p:spTree>
    <p:extLst>
      <p:ext uri="{BB962C8B-B14F-4D97-AF65-F5344CB8AC3E}">
        <p14:creationId xmlns:p14="http://schemas.microsoft.com/office/powerpoint/2010/main" val="3451959782"/>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Title Only #1">
    <p:spTree>
      <p:nvGrpSpPr>
        <p:cNvPr id="1" name=""/>
        <p:cNvGrpSpPr/>
        <p:nvPr/>
      </p:nvGrpSpPr>
      <p:grpSpPr>
        <a:xfrm>
          <a:off x="0" y="0"/>
          <a:ext cx="0" cy="0"/>
          <a:chOff x="0" y="0"/>
          <a:chExt cx="0" cy="0"/>
        </a:xfrm>
      </p:grpSpPr>
      <p:sp>
        <p:nvSpPr>
          <p:cNvPr id="5" name="Tekstvak 4"/>
          <p:cNvSpPr txBox="1"/>
          <p:nvPr userDrawn="1"/>
        </p:nvSpPr>
        <p:spPr>
          <a:xfrm>
            <a:off x="-10750" y="-662296"/>
            <a:ext cx="12192000" cy="461665"/>
          </a:xfrm>
          <a:prstGeom prst="rect">
            <a:avLst/>
          </a:prstGeom>
          <a:noFill/>
        </p:spPr>
        <p:txBody>
          <a:bodyPr wrap="square" rtlCol="0">
            <a:spAutoFit/>
          </a:bodyPr>
          <a:lstStyle/>
          <a:p>
            <a:pPr algn="ctr"/>
            <a:r>
              <a:rPr lang="nl-NL" sz="2400" b="0" spc="50" baseline="0" err="1">
                <a:solidFill>
                  <a:schemeClr val="accent2"/>
                </a:solidFill>
                <a:latin typeface="+mj-lt"/>
                <a:cs typeface="Calibri" panose="020F0502020204030204" pitchFamily="34" charset="0"/>
              </a:rPr>
              <a:t>Title</a:t>
            </a:r>
            <a:r>
              <a:rPr lang="nl-NL" sz="2400" b="0" spc="50" baseline="0">
                <a:solidFill>
                  <a:schemeClr val="accent2"/>
                </a:solidFill>
                <a:latin typeface="+mj-lt"/>
                <a:cs typeface="Calibri" panose="020F0502020204030204" pitchFamily="34" charset="0"/>
              </a:rPr>
              <a:t> </a:t>
            </a:r>
            <a:r>
              <a:rPr lang="nl-NL" sz="2400" b="0" spc="50" baseline="0" err="1">
                <a:solidFill>
                  <a:schemeClr val="accent2"/>
                </a:solidFill>
                <a:latin typeface="+mj-lt"/>
                <a:cs typeface="Calibri" panose="020F0502020204030204" pitchFamily="34" charset="0"/>
              </a:rPr>
              <a:t>Only</a:t>
            </a:r>
            <a:r>
              <a:rPr lang="nl-NL" sz="2400" b="0" spc="50" baseline="0">
                <a:solidFill>
                  <a:schemeClr val="accent2"/>
                </a:solidFill>
                <a:latin typeface="+mj-lt"/>
                <a:cs typeface="Calibri" panose="020F0502020204030204" pitchFamily="34" charset="0"/>
              </a:rPr>
              <a:t> #1</a:t>
            </a:r>
          </a:p>
        </p:txBody>
      </p:sp>
      <p:sp>
        <p:nvSpPr>
          <p:cNvPr id="2" name="Titel 1">
            <a:extLst>
              <a:ext uri="{FF2B5EF4-FFF2-40B4-BE49-F238E27FC236}">
                <a16:creationId xmlns:a16="http://schemas.microsoft.com/office/drawing/2014/main" id="{1997AB69-A4AD-471C-B0B2-35F97CE2E572}"/>
              </a:ext>
            </a:extLst>
          </p:cNvPr>
          <p:cNvSpPr>
            <a:spLocks noGrp="1"/>
          </p:cNvSpPr>
          <p:nvPr>
            <p:ph type="title" hasCustomPrompt="1"/>
          </p:nvPr>
        </p:nvSpPr>
        <p:spPr/>
        <p:txBody>
          <a:bodyPr/>
          <a:lstStyle/>
          <a:p>
            <a:r>
              <a:rPr lang="nl-NL" err="1"/>
              <a:t>Place</a:t>
            </a:r>
            <a:r>
              <a:rPr lang="nl-NL"/>
              <a:t> a </a:t>
            </a:r>
            <a:r>
              <a:rPr lang="nl-NL" err="1"/>
              <a:t>title</a:t>
            </a:r>
            <a:r>
              <a:rPr lang="nl-NL"/>
              <a:t> </a:t>
            </a:r>
            <a:r>
              <a:rPr lang="nl-NL" err="1"/>
              <a:t>here</a:t>
            </a:r>
            <a:br>
              <a:rPr lang="nl-NL"/>
            </a:br>
            <a:r>
              <a:rPr lang="nl-NL"/>
              <a:t>max. 2 </a:t>
            </a:r>
            <a:r>
              <a:rPr lang="nl-NL" err="1"/>
              <a:t>lines</a:t>
            </a:r>
            <a:endParaRPr lang="nl-NL"/>
          </a:p>
        </p:txBody>
      </p:sp>
    </p:spTree>
    <p:extLst>
      <p:ext uri="{BB962C8B-B14F-4D97-AF65-F5344CB8AC3E}">
        <p14:creationId xmlns:p14="http://schemas.microsoft.com/office/powerpoint/2010/main" val="25435310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1_Main-cover_light">
    <p:bg>
      <p:bgPr>
        <a:solidFill>
          <a:schemeClr val="bg1"/>
        </a:solidFill>
        <a:effectLst/>
      </p:bgPr>
    </p:bg>
    <p:spTree>
      <p:nvGrpSpPr>
        <p:cNvPr id="1" name=""/>
        <p:cNvGrpSpPr/>
        <p:nvPr/>
      </p:nvGrpSpPr>
      <p:grpSpPr>
        <a:xfrm>
          <a:off x="0" y="0"/>
          <a:ext cx="0" cy="0"/>
          <a:chOff x="0" y="0"/>
          <a:chExt cx="0" cy="0"/>
        </a:xfrm>
      </p:grpSpPr>
      <p:sp>
        <p:nvSpPr>
          <p:cNvPr id="46" name="Rectangle 45">
            <a:extLst>
              <a:ext uri="{FF2B5EF4-FFF2-40B4-BE49-F238E27FC236}">
                <a16:creationId xmlns:a16="http://schemas.microsoft.com/office/drawing/2014/main" id="{0D52A9A4-97F2-7F53-0D44-94858DC3118F}"/>
              </a:ext>
            </a:extLst>
          </p:cNvPr>
          <p:cNvSpPr/>
          <p:nvPr userDrawn="1"/>
        </p:nvSpPr>
        <p:spPr>
          <a:xfrm>
            <a:off x="2575367" y="-1"/>
            <a:ext cx="6967960" cy="6867819"/>
          </a:xfrm>
          <a:custGeom>
            <a:avLst/>
            <a:gdLst>
              <a:gd name="connsiteX0" fmla="*/ 0 w 7089494"/>
              <a:gd name="connsiteY0" fmla="*/ 0 h 6858001"/>
              <a:gd name="connsiteX1" fmla="*/ 7089494 w 7089494"/>
              <a:gd name="connsiteY1" fmla="*/ 0 h 6858001"/>
              <a:gd name="connsiteX2" fmla="*/ 7089494 w 7089494"/>
              <a:gd name="connsiteY2" fmla="*/ 6858001 h 6858001"/>
              <a:gd name="connsiteX3" fmla="*/ 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6013048 w 7089494"/>
              <a:gd name="connsiteY3" fmla="*/ 668438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131951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131951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6967960"/>
              <a:gd name="connsiteY0" fmla="*/ 0 h 6863789"/>
              <a:gd name="connsiteX1" fmla="*/ 1319514 w 6967960"/>
              <a:gd name="connsiteY1" fmla="*/ 0 h 6863789"/>
              <a:gd name="connsiteX2" fmla="*/ 6967960 w 6967960"/>
              <a:gd name="connsiteY2" fmla="*/ 6863789 h 6863789"/>
              <a:gd name="connsiteX3" fmla="*/ 5202820 w 6967960"/>
              <a:gd name="connsiteY3" fmla="*/ 6858001 h 6863789"/>
              <a:gd name="connsiteX4" fmla="*/ 0 w 6967960"/>
              <a:gd name="connsiteY4" fmla="*/ 0 h 68637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67960" h="6863789">
                <a:moveTo>
                  <a:pt x="0" y="0"/>
                </a:moveTo>
                <a:lnTo>
                  <a:pt x="1319514" y="0"/>
                </a:lnTo>
                <a:cubicBezTo>
                  <a:pt x="2322654" y="4375230"/>
                  <a:pt x="5044633" y="4577789"/>
                  <a:pt x="6967960" y="6863789"/>
                </a:cubicBezTo>
                <a:lnTo>
                  <a:pt x="5202820" y="6858001"/>
                </a:lnTo>
                <a:cubicBezTo>
                  <a:pt x="3624805" y="4299996"/>
                  <a:pt x="1196049" y="2708476"/>
                  <a:pt x="0" y="0"/>
                </a:cubicBez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
        <p:nvSpPr>
          <p:cNvPr id="7" name="Text Placeholder 6">
            <a:extLst>
              <a:ext uri="{FF2B5EF4-FFF2-40B4-BE49-F238E27FC236}">
                <a16:creationId xmlns:a16="http://schemas.microsoft.com/office/drawing/2014/main" id="{E826FE26-AFDB-F07C-663E-7C33DA765794}"/>
              </a:ext>
            </a:extLst>
          </p:cNvPr>
          <p:cNvSpPr>
            <a:spLocks noGrp="1"/>
          </p:cNvSpPr>
          <p:nvPr>
            <p:ph idx="1" hasCustomPrompt="1"/>
          </p:nvPr>
        </p:nvSpPr>
        <p:spPr>
          <a:xfrm>
            <a:off x="550862" y="5542224"/>
            <a:ext cx="5545138" cy="766300"/>
          </a:xfrm>
          <a:prstGeom prst="rect">
            <a:avLst/>
          </a:prstGeom>
        </p:spPr>
        <p:txBody>
          <a:bodyPr vert="horz" lIns="0" tIns="0" rIns="0" bIns="0" rtlCol="0">
            <a:normAutofit/>
          </a:bodyPr>
          <a:lstStyle>
            <a:lvl1pPr marL="0" indent="0">
              <a:buNone/>
              <a:defRPr/>
            </a:lvl1pPr>
            <a:lvl2pPr marL="457200" indent="0">
              <a:buNone/>
              <a:defRPr/>
            </a:lvl2pPr>
            <a:lvl3pPr marL="914400" indent="0">
              <a:buNone/>
              <a:defRPr/>
            </a:lvl3pPr>
          </a:lstStyle>
          <a:p>
            <a:pPr lvl="0"/>
            <a:r>
              <a:rPr lang="en-GB"/>
              <a:t>Click to edit Master text styles</a:t>
            </a:r>
          </a:p>
        </p:txBody>
      </p:sp>
      <p:sp>
        <p:nvSpPr>
          <p:cNvPr id="8" name="Title Placeholder 10">
            <a:extLst>
              <a:ext uri="{FF2B5EF4-FFF2-40B4-BE49-F238E27FC236}">
                <a16:creationId xmlns:a16="http://schemas.microsoft.com/office/drawing/2014/main" id="{D0396193-2776-6A62-7DE8-4E7F9141097E}"/>
              </a:ext>
            </a:extLst>
          </p:cNvPr>
          <p:cNvSpPr>
            <a:spLocks noGrp="1"/>
          </p:cNvSpPr>
          <p:nvPr>
            <p:ph type="title" hasCustomPrompt="1"/>
          </p:nvPr>
        </p:nvSpPr>
        <p:spPr>
          <a:xfrm>
            <a:off x="550863" y="4298206"/>
            <a:ext cx="5545138" cy="1244018"/>
          </a:xfrm>
          <a:prstGeom prst="rect">
            <a:avLst/>
          </a:prstGeom>
        </p:spPr>
        <p:txBody>
          <a:bodyPr vert="horz" lIns="0" tIns="0" rIns="0" bIns="0" rtlCol="0" anchor="t">
            <a:normAutofit/>
          </a:bodyPr>
          <a:lstStyle>
            <a:lvl1pPr>
              <a:defRPr>
                <a:solidFill>
                  <a:schemeClr val="tx2"/>
                </a:solidFill>
              </a:defRPr>
            </a:lvl1pPr>
          </a:lstStyle>
          <a:p>
            <a:r>
              <a:rPr lang="en-GB"/>
              <a:t>Title of the</a:t>
            </a:r>
            <a:br>
              <a:rPr lang="en-GB"/>
            </a:br>
            <a:r>
              <a:rPr lang="en-GB"/>
              <a:t>presentation</a:t>
            </a:r>
            <a:endParaRPr lang="en-PL"/>
          </a:p>
        </p:txBody>
      </p:sp>
      <p:sp>
        <p:nvSpPr>
          <p:cNvPr id="24" name="Picture Placeholder 23">
            <a:extLst>
              <a:ext uri="{FF2B5EF4-FFF2-40B4-BE49-F238E27FC236}">
                <a16:creationId xmlns:a16="http://schemas.microsoft.com/office/drawing/2014/main" id="{EE48DFFF-E338-09B9-2477-E5D55A4DD2B9}"/>
              </a:ext>
            </a:extLst>
          </p:cNvPr>
          <p:cNvSpPr>
            <a:spLocks noGrp="1"/>
          </p:cNvSpPr>
          <p:nvPr>
            <p:ph type="pic" sz="quarter" idx="10" hasCustomPrompt="1"/>
          </p:nvPr>
        </p:nvSpPr>
        <p:spPr>
          <a:xfrm>
            <a:off x="3958542" y="1"/>
            <a:ext cx="8233458" cy="6858000"/>
          </a:xfrm>
          <a:custGeom>
            <a:avLst/>
            <a:gdLst>
              <a:gd name="connsiteX0" fmla="*/ 0 w 8233458"/>
              <a:gd name="connsiteY0" fmla="*/ 0 h 6858000"/>
              <a:gd name="connsiteX1" fmla="*/ 8233458 w 8233458"/>
              <a:gd name="connsiteY1" fmla="*/ 0 h 6858000"/>
              <a:gd name="connsiteX2" fmla="*/ 8233458 w 8233458"/>
              <a:gd name="connsiteY2" fmla="*/ 6858000 h 6858000"/>
              <a:gd name="connsiteX3" fmla="*/ 5776855 w 8233458"/>
              <a:gd name="connsiteY3" fmla="*/ 6858000 h 6858000"/>
              <a:gd name="connsiteX4" fmla="*/ 2226297 w 8233458"/>
              <a:gd name="connsiteY4" fmla="*/ 3819525 h 6858000"/>
              <a:gd name="connsiteX5" fmla="*/ 0 w 8233458"/>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233458" h="6858000">
                <a:moveTo>
                  <a:pt x="0" y="0"/>
                </a:moveTo>
                <a:lnTo>
                  <a:pt x="8233458" y="0"/>
                </a:lnTo>
                <a:lnTo>
                  <a:pt x="8233458" y="6858000"/>
                </a:lnTo>
                <a:lnTo>
                  <a:pt x="5776855" y="6858000"/>
                </a:lnTo>
                <a:cubicBezTo>
                  <a:pt x="5776855" y="6858000"/>
                  <a:pt x="3771270" y="5153026"/>
                  <a:pt x="2226297" y="3819525"/>
                </a:cubicBezTo>
                <a:cubicBezTo>
                  <a:pt x="681323" y="2486025"/>
                  <a:pt x="0" y="0"/>
                  <a:pt x="0" y="0"/>
                </a:cubicBezTo>
                <a:close/>
              </a:path>
            </a:pathLst>
          </a:custGeom>
          <a:solidFill>
            <a:schemeClr val="bg2"/>
          </a:solidFill>
        </p:spPr>
        <p:txBody>
          <a:bodyPr wrap="square" lIns="2520000" rIns="2520000" anchor="ctr">
            <a:noAutofit/>
          </a:bodyPr>
          <a:lstStyle>
            <a:lvl1pPr marL="0" indent="0" algn="ctr">
              <a:buNone/>
              <a:defRPr sz="1600"/>
            </a:lvl1pPr>
          </a:lstStyle>
          <a:p>
            <a:r>
              <a:rPr lang="en-GB"/>
              <a:t>You can add a photo</a:t>
            </a:r>
          </a:p>
        </p:txBody>
      </p:sp>
      <p:sp>
        <p:nvSpPr>
          <p:cNvPr id="36" name="Freeform 35">
            <a:extLst>
              <a:ext uri="{FF2B5EF4-FFF2-40B4-BE49-F238E27FC236}">
                <a16:creationId xmlns:a16="http://schemas.microsoft.com/office/drawing/2014/main" id="{65547924-9C4A-ECA1-A5C7-F0DEF0CA22FA}"/>
              </a:ext>
            </a:extLst>
          </p:cNvPr>
          <p:cNvSpPr/>
          <p:nvPr userDrawn="1"/>
        </p:nvSpPr>
        <p:spPr>
          <a:xfrm>
            <a:off x="3003630" y="-1"/>
            <a:ext cx="6769849" cy="6867819"/>
          </a:xfrm>
          <a:custGeom>
            <a:avLst/>
            <a:gdLst>
              <a:gd name="connsiteX0" fmla="*/ 0 w 6765403"/>
              <a:gd name="connsiteY0" fmla="*/ 0 h 6858000"/>
              <a:gd name="connsiteX1" fmla="*/ 1030147 w 6765403"/>
              <a:gd name="connsiteY1" fmla="*/ 0 h 6858000"/>
              <a:gd name="connsiteX2" fmla="*/ 3237665 w 6765403"/>
              <a:gd name="connsiteY2" fmla="*/ 3818547 h 6858000"/>
              <a:gd name="connsiteX3" fmla="*/ 6758275 w 6765403"/>
              <a:gd name="connsiteY3" fmla="*/ 6856244 h 6858000"/>
              <a:gd name="connsiteX4" fmla="*/ 6765403 w 6765403"/>
              <a:gd name="connsiteY4" fmla="*/ 6856244 h 6858000"/>
              <a:gd name="connsiteX5" fmla="*/ 6765403 w 6765403"/>
              <a:gd name="connsiteY5" fmla="*/ 6858000 h 6858000"/>
              <a:gd name="connsiteX6" fmla="*/ 0 w 6765403"/>
              <a:gd name="connsiteY6" fmla="*/ 6858000 h 6858000"/>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5972537 w 6765403"/>
              <a:gd name="connsiteY6" fmla="*/ 6869574 h 6869574"/>
              <a:gd name="connsiteX7" fmla="*/ 0 w 6765403"/>
              <a:gd name="connsiteY7" fmla="*/ 0 h 6869574"/>
              <a:gd name="connsiteX0" fmla="*/ 0 w 6765403"/>
              <a:gd name="connsiteY0" fmla="*/ 0 h 6858000"/>
              <a:gd name="connsiteX1" fmla="*/ 1030147 w 6765403"/>
              <a:gd name="connsiteY1" fmla="*/ 0 h 6858000"/>
              <a:gd name="connsiteX2" fmla="*/ 3237665 w 6765403"/>
              <a:gd name="connsiteY2" fmla="*/ 3818547 h 6858000"/>
              <a:gd name="connsiteX3" fmla="*/ 6758275 w 6765403"/>
              <a:gd name="connsiteY3" fmla="*/ 6856244 h 6858000"/>
              <a:gd name="connsiteX4" fmla="*/ 6765403 w 6765403"/>
              <a:gd name="connsiteY4" fmla="*/ 6856244 h 6858000"/>
              <a:gd name="connsiteX5" fmla="*/ 6765403 w 6765403"/>
              <a:gd name="connsiteY5" fmla="*/ 6858000 h 6858000"/>
              <a:gd name="connsiteX6" fmla="*/ 6400800 w 6765403"/>
              <a:gd name="connsiteY6" fmla="*/ 6834850 h 6858000"/>
              <a:gd name="connsiteX7" fmla="*/ 0 w 6765403"/>
              <a:gd name="connsiteY7" fmla="*/ 0 h 6858000"/>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6423950 w 6765403"/>
              <a:gd name="connsiteY6" fmla="*/ 6869574 h 6869574"/>
              <a:gd name="connsiteX7" fmla="*/ 0 w 6765403"/>
              <a:gd name="connsiteY7" fmla="*/ 0 h 6869574"/>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6423950 w 6765403"/>
              <a:gd name="connsiteY6" fmla="*/ 6869574 h 6869574"/>
              <a:gd name="connsiteX7" fmla="*/ 0 w 6765403"/>
              <a:gd name="connsiteY7" fmla="*/ 0 h 6869574"/>
              <a:gd name="connsiteX0" fmla="*/ 0 w 6117221"/>
              <a:gd name="connsiteY0" fmla="*/ 0 h 6875361"/>
              <a:gd name="connsiteX1" fmla="*/ 381965 w 6117221"/>
              <a:gd name="connsiteY1" fmla="*/ 5787 h 6875361"/>
              <a:gd name="connsiteX2" fmla="*/ 2589483 w 6117221"/>
              <a:gd name="connsiteY2" fmla="*/ 3824334 h 6875361"/>
              <a:gd name="connsiteX3" fmla="*/ 6110093 w 6117221"/>
              <a:gd name="connsiteY3" fmla="*/ 6862031 h 6875361"/>
              <a:gd name="connsiteX4" fmla="*/ 6117221 w 6117221"/>
              <a:gd name="connsiteY4" fmla="*/ 6862031 h 6875361"/>
              <a:gd name="connsiteX5" fmla="*/ 6117221 w 6117221"/>
              <a:gd name="connsiteY5" fmla="*/ 6863787 h 6875361"/>
              <a:gd name="connsiteX6" fmla="*/ 5775768 w 6117221"/>
              <a:gd name="connsiteY6" fmla="*/ 6875361 h 6875361"/>
              <a:gd name="connsiteX7" fmla="*/ 0 w 6117221"/>
              <a:gd name="connsiteY7" fmla="*/ 0 h 6875361"/>
              <a:gd name="connsiteX0" fmla="*/ 0 w 6701742"/>
              <a:gd name="connsiteY0" fmla="*/ 1 h 6869574"/>
              <a:gd name="connsiteX1" fmla="*/ 966486 w 6701742"/>
              <a:gd name="connsiteY1" fmla="*/ 0 h 6869574"/>
              <a:gd name="connsiteX2" fmla="*/ 3174004 w 6701742"/>
              <a:gd name="connsiteY2" fmla="*/ 3818547 h 6869574"/>
              <a:gd name="connsiteX3" fmla="*/ 6694614 w 6701742"/>
              <a:gd name="connsiteY3" fmla="*/ 6856244 h 6869574"/>
              <a:gd name="connsiteX4" fmla="*/ 6701742 w 6701742"/>
              <a:gd name="connsiteY4" fmla="*/ 6856244 h 6869574"/>
              <a:gd name="connsiteX5" fmla="*/ 6701742 w 6701742"/>
              <a:gd name="connsiteY5" fmla="*/ 6858000 h 6869574"/>
              <a:gd name="connsiteX6" fmla="*/ 6360289 w 6701742"/>
              <a:gd name="connsiteY6" fmla="*/ 6869574 h 6869574"/>
              <a:gd name="connsiteX7" fmla="*/ 0 w 6701742"/>
              <a:gd name="connsiteY7" fmla="*/ 1 h 6869574"/>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939023"/>
              <a:gd name="connsiteX1" fmla="*/ 966486 w 6701742"/>
              <a:gd name="connsiteY1" fmla="*/ 0 h 6939023"/>
              <a:gd name="connsiteX2" fmla="*/ 3174004 w 6701742"/>
              <a:gd name="connsiteY2" fmla="*/ 3818547 h 6939023"/>
              <a:gd name="connsiteX3" fmla="*/ 6694614 w 6701742"/>
              <a:gd name="connsiteY3" fmla="*/ 6856244 h 6939023"/>
              <a:gd name="connsiteX4" fmla="*/ 6701742 w 6701742"/>
              <a:gd name="connsiteY4" fmla="*/ 6856244 h 6939023"/>
              <a:gd name="connsiteX5" fmla="*/ 6643869 w 6701742"/>
              <a:gd name="connsiteY5" fmla="*/ 6939023 h 6939023"/>
              <a:gd name="connsiteX6" fmla="*/ 6354502 w 6701742"/>
              <a:gd name="connsiteY6" fmla="*/ 6863787 h 6939023"/>
              <a:gd name="connsiteX7" fmla="*/ 0 w 6701742"/>
              <a:gd name="connsiteY7" fmla="*/ 1 h 6939023"/>
              <a:gd name="connsiteX0" fmla="*/ 0 w 6776977"/>
              <a:gd name="connsiteY0" fmla="*/ 1 h 7070376"/>
              <a:gd name="connsiteX1" fmla="*/ 966486 w 6776977"/>
              <a:gd name="connsiteY1" fmla="*/ 0 h 7070376"/>
              <a:gd name="connsiteX2" fmla="*/ 3174004 w 6776977"/>
              <a:gd name="connsiteY2" fmla="*/ 3818547 h 7070376"/>
              <a:gd name="connsiteX3" fmla="*/ 6694614 w 6776977"/>
              <a:gd name="connsiteY3" fmla="*/ 6856244 h 7070376"/>
              <a:gd name="connsiteX4" fmla="*/ 6776977 w 6776977"/>
              <a:gd name="connsiteY4" fmla="*/ 7070376 h 7070376"/>
              <a:gd name="connsiteX5" fmla="*/ 6643869 w 6776977"/>
              <a:gd name="connsiteY5" fmla="*/ 6939023 h 7070376"/>
              <a:gd name="connsiteX6" fmla="*/ 6354502 w 6776977"/>
              <a:gd name="connsiteY6" fmla="*/ 6863787 h 7070376"/>
              <a:gd name="connsiteX7" fmla="*/ 0 w 6776977"/>
              <a:gd name="connsiteY7" fmla="*/ 1 h 7070376"/>
              <a:gd name="connsiteX0" fmla="*/ 0 w 6776977"/>
              <a:gd name="connsiteY0" fmla="*/ 1 h 7070376"/>
              <a:gd name="connsiteX1" fmla="*/ 966486 w 6776977"/>
              <a:gd name="connsiteY1" fmla="*/ 0 h 7070376"/>
              <a:gd name="connsiteX2" fmla="*/ 3174004 w 6776977"/>
              <a:gd name="connsiteY2" fmla="*/ 3818547 h 7070376"/>
              <a:gd name="connsiteX3" fmla="*/ 6769849 w 6776977"/>
              <a:gd name="connsiteY3" fmla="*/ 6867819 h 7070376"/>
              <a:gd name="connsiteX4" fmla="*/ 6776977 w 6776977"/>
              <a:gd name="connsiteY4" fmla="*/ 7070376 h 7070376"/>
              <a:gd name="connsiteX5" fmla="*/ 6643869 w 6776977"/>
              <a:gd name="connsiteY5" fmla="*/ 6939023 h 7070376"/>
              <a:gd name="connsiteX6" fmla="*/ 6354502 w 6776977"/>
              <a:gd name="connsiteY6" fmla="*/ 6863787 h 7070376"/>
              <a:gd name="connsiteX7" fmla="*/ 0 w 6776977"/>
              <a:gd name="connsiteY7" fmla="*/ 1 h 7070376"/>
              <a:gd name="connsiteX0" fmla="*/ 0 w 6769849"/>
              <a:gd name="connsiteY0" fmla="*/ 1 h 6939023"/>
              <a:gd name="connsiteX1" fmla="*/ 966486 w 6769849"/>
              <a:gd name="connsiteY1" fmla="*/ 0 h 6939023"/>
              <a:gd name="connsiteX2" fmla="*/ 3174004 w 6769849"/>
              <a:gd name="connsiteY2" fmla="*/ 3818547 h 6939023"/>
              <a:gd name="connsiteX3" fmla="*/ 6769849 w 6769849"/>
              <a:gd name="connsiteY3" fmla="*/ 6867819 h 6939023"/>
              <a:gd name="connsiteX4" fmla="*/ 6643869 w 6769849"/>
              <a:gd name="connsiteY4" fmla="*/ 6939023 h 6939023"/>
              <a:gd name="connsiteX5" fmla="*/ 6354502 w 6769849"/>
              <a:gd name="connsiteY5" fmla="*/ 6863787 h 6939023"/>
              <a:gd name="connsiteX6" fmla="*/ 0 w 6769849"/>
              <a:gd name="connsiteY6" fmla="*/ 1 h 6939023"/>
              <a:gd name="connsiteX0" fmla="*/ 0 w 6769849"/>
              <a:gd name="connsiteY0" fmla="*/ 1 h 6867819"/>
              <a:gd name="connsiteX1" fmla="*/ 966486 w 6769849"/>
              <a:gd name="connsiteY1" fmla="*/ 0 h 6867819"/>
              <a:gd name="connsiteX2" fmla="*/ 3174004 w 6769849"/>
              <a:gd name="connsiteY2" fmla="*/ 3818547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104557 w 6769849"/>
              <a:gd name="connsiteY2" fmla="*/ 3859058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127706 w 6769849"/>
              <a:gd name="connsiteY2" fmla="*/ 3754885 h 6867819"/>
              <a:gd name="connsiteX3" fmla="*/ 6769849 w 6769849"/>
              <a:gd name="connsiteY3" fmla="*/ 6867819 h 6867819"/>
              <a:gd name="connsiteX4" fmla="*/ 6354502 w 6769849"/>
              <a:gd name="connsiteY4" fmla="*/ 6863787 h 6867819"/>
              <a:gd name="connsiteX5" fmla="*/ 0 w 6769849"/>
              <a:gd name="connsiteY5" fmla="*/ 1 h 6867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769849" h="6867819">
                <a:moveTo>
                  <a:pt x="0" y="1"/>
                </a:moveTo>
                <a:lnTo>
                  <a:pt x="966486" y="0"/>
                </a:lnTo>
                <a:cubicBezTo>
                  <a:pt x="1135707" y="386604"/>
                  <a:pt x="1763052" y="2599757"/>
                  <a:pt x="3127706" y="3754885"/>
                </a:cubicBezTo>
                <a:cubicBezTo>
                  <a:pt x="4467217" y="4888731"/>
                  <a:pt x="6074732" y="6204424"/>
                  <a:pt x="6769849" y="6867819"/>
                </a:cubicBezTo>
                <a:lnTo>
                  <a:pt x="6354502" y="6863787"/>
                </a:lnTo>
                <a:cubicBezTo>
                  <a:pt x="3923818" y="4398380"/>
                  <a:pt x="1533646" y="3946967"/>
                  <a:pt x="0" y="1"/>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Tree>
    <p:extLst>
      <p:ext uri="{BB962C8B-B14F-4D97-AF65-F5344CB8AC3E}">
        <p14:creationId xmlns:p14="http://schemas.microsoft.com/office/powerpoint/2010/main" val="913177994"/>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6059286"/>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Main-cover_light">
    <p:bg>
      <p:bgPr>
        <a:solidFill>
          <a:schemeClr val="bg1"/>
        </a:solidFill>
        <a:effectLst/>
      </p:bgPr>
    </p:bg>
    <p:spTree>
      <p:nvGrpSpPr>
        <p:cNvPr id="1" name=""/>
        <p:cNvGrpSpPr/>
        <p:nvPr/>
      </p:nvGrpSpPr>
      <p:grpSpPr>
        <a:xfrm>
          <a:off x="0" y="0"/>
          <a:ext cx="0" cy="0"/>
          <a:chOff x="0" y="0"/>
          <a:chExt cx="0" cy="0"/>
        </a:xfrm>
      </p:grpSpPr>
      <p:sp>
        <p:nvSpPr>
          <p:cNvPr id="46" name="Rectangle 45">
            <a:extLst>
              <a:ext uri="{FF2B5EF4-FFF2-40B4-BE49-F238E27FC236}">
                <a16:creationId xmlns:a16="http://schemas.microsoft.com/office/drawing/2014/main" id="{0D52A9A4-97F2-7F53-0D44-94858DC3118F}"/>
              </a:ext>
            </a:extLst>
          </p:cNvPr>
          <p:cNvSpPr/>
          <p:nvPr userDrawn="1"/>
        </p:nvSpPr>
        <p:spPr>
          <a:xfrm>
            <a:off x="2575367" y="-1"/>
            <a:ext cx="6967960" cy="6867819"/>
          </a:xfrm>
          <a:custGeom>
            <a:avLst/>
            <a:gdLst>
              <a:gd name="connsiteX0" fmla="*/ 0 w 7089494"/>
              <a:gd name="connsiteY0" fmla="*/ 0 h 6858001"/>
              <a:gd name="connsiteX1" fmla="*/ 7089494 w 7089494"/>
              <a:gd name="connsiteY1" fmla="*/ 0 h 6858001"/>
              <a:gd name="connsiteX2" fmla="*/ 7089494 w 7089494"/>
              <a:gd name="connsiteY2" fmla="*/ 6858001 h 6858001"/>
              <a:gd name="connsiteX3" fmla="*/ 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6013048 w 7089494"/>
              <a:gd name="connsiteY3" fmla="*/ 668438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131951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131951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6967960"/>
              <a:gd name="connsiteY0" fmla="*/ 0 h 6863789"/>
              <a:gd name="connsiteX1" fmla="*/ 1319514 w 6967960"/>
              <a:gd name="connsiteY1" fmla="*/ 0 h 6863789"/>
              <a:gd name="connsiteX2" fmla="*/ 6967960 w 6967960"/>
              <a:gd name="connsiteY2" fmla="*/ 6863789 h 6863789"/>
              <a:gd name="connsiteX3" fmla="*/ 5202820 w 6967960"/>
              <a:gd name="connsiteY3" fmla="*/ 6858001 h 6863789"/>
              <a:gd name="connsiteX4" fmla="*/ 0 w 6967960"/>
              <a:gd name="connsiteY4" fmla="*/ 0 h 68637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67960" h="6863789">
                <a:moveTo>
                  <a:pt x="0" y="0"/>
                </a:moveTo>
                <a:lnTo>
                  <a:pt x="1319514" y="0"/>
                </a:lnTo>
                <a:cubicBezTo>
                  <a:pt x="2322654" y="4375230"/>
                  <a:pt x="5044633" y="4577789"/>
                  <a:pt x="6967960" y="6863789"/>
                </a:cubicBezTo>
                <a:lnTo>
                  <a:pt x="5202820" y="6858001"/>
                </a:lnTo>
                <a:cubicBezTo>
                  <a:pt x="3624805" y="4299996"/>
                  <a:pt x="1196049" y="2708476"/>
                  <a:pt x="0" y="0"/>
                </a:cubicBez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
        <p:nvSpPr>
          <p:cNvPr id="7" name="Text Placeholder 6">
            <a:extLst>
              <a:ext uri="{FF2B5EF4-FFF2-40B4-BE49-F238E27FC236}">
                <a16:creationId xmlns:a16="http://schemas.microsoft.com/office/drawing/2014/main" id="{E826FE26-AFDB-F07C-663E-7C33DA765794}"/>
              </a:ext>
            </a:extLst>
          </p:cNvPr>
          <p:cNvSpPr>
            <a:spLocks noGrp="1"/>
          </p:cNvSpPr>
          <p:nvPr>
            <p:ph idx="1" hasCustomPrompt="1"/>
          </p:nvPr>
        </p:nvSpPr>
        <p:spPr>
          <a:xfrm>
            <a:off x="550862" y="5542224"/>
            <a:ext cx="5545138" cy="766300"/>
          </a:xfrm>
          <a:prstGeom prst="rect">
            <a:avLst/>
          </a:prstGeom>
        </p:spPr>
        <p:txBody>
          <a:bodyPr vert="horz" lIns="0" tIns="0" rIns="0" bIns="0" rtlCol="0">
            <a:normAutofit/>
          </a:bodyPr>
          <a:lstStyle>
            <a:lvl1pPr marL="0" indent="0">
              <a:buNone/>
              <a:defRPr/>
            </a:lvl1pPr>
            <a:lvl2pPr marL="457200" indent="0">
              <a:buNone/>
              <a:defRPr/>
            </a:lvl2pPr>
            <a:lvl3pPr marL="914400" indent="0">
              <a:buNone/>
              <a:defRPr/>
            </a:lvl3pPr>
          </a:lstStyle>
          <a:p>
            <a:pPr lvl="0"/>
            <a:r>
              <a:rPr lang="en-GB"/>
              <a:t>Click to edit Master text styles</a:t>
            </a:r>
          </a:p>
        </p:txBody>
      </p:sp>
      <p:sp>
        <p:nvSpPr>
          <p:cNvPr id="8" name="Title Placeholder 10">
            <a:extLst>
              <a:ext uri="{FF2B5EF4-FFF2-40B4-BE49-F238E27FC236}">
                <a16:creationId xmlns:a16="http://schemas.microsoft.com/office/drawing/2014/main" id="{D0396193-2776-6A62-7DE8-4E7F9141097E}"/>
              </a:ext>
            </a:extLst>
          </p:cNvPr>
          <p:cNvSpPr>
            <a:spLocks noGrp="1"/>
          </p:cNvSpPr>
          <p:nvPr>
            <p:ph type="title" hasCustomPrompt="1"/>
          </p:nvPr>
        </p:nvSpPr>
        <p:spPr>
          <a:xfrm>
            <a:off x="550863" y="4298206"/>
            <a:ext cx="5545138" cy="1244018"/>
          </a:xfrm>
          <a:prstGeom prst="rect">
            <a:avLst/>
          </a:prstGeom>
        </p:spPr>
        <p:txBody>
          <a:bodyPr vert="horz" lIns="0" tIns="0" rIns="0" bIns="0" rtlCol="0" anchor="t">
            <a:normAutofit/>
          </a:bodyPr>
          <a:lstStyle>
            <a:lvl1pPr>
              <a:defRPr>
                <a:solidFill>
                  <a:schemeClr val="tx2"/>
                </a:solidFill>
              </a:defRPr>
            </a:lvl1pPr>
          </a:lstStyle>
          <a:p>
            <a:r>
              <a:rPr lang="en-GB"/>
              <a:t>Title of the</a:t>
            </a:r>
            <a:br>
              <a:rPr lang="en-GB"/>
            </a:br>
            <a:r>
              <a:rPr lang="en-GB"/>
              <a:t>presentation</a:t>
            </a:r>
            <a:endParaRPr lang="en-PL"/>
          </a:p>
        </p:txBody>
      </p:sp>
      <p:sp>
        <p:nvSpPr>
          <p:cNvPr id="24" name="Picture Placeholder 23">
            <a:extLst>
              <a:ext uri="{FF2B5EF4-FFF2-40B4-BE49-F238E27FC236}">
                <a16:creationId xmlns:a16="http://schemas.microsoft.com/office/drawing/2014/main" id="{EE48DFFF-E338-09B9-2477-E5D55A4DD2B9}"/>
              </a:ext>
            </a:extLst>
          </p:cNvPr>
          <p:cNvSpPr>
            <a:spLocks noGrp="1"/>
          </p:cNvSpPr>
          <p:nvPr>
            <p:ph type="pic" sz="quarter" idx="10" hasCustomPrompt="1"/>
          </p:nvPr>
        </p:nvSpPr>
        <p:spPr>
          <a:xfrm>
            <a:off x="3958542" y="1"/>
            <a:ext cx="8233458" cy="6858000"/>
          </a:xfrm>
          <a:custGeom>
            <a:avLst/>
            <a:gdLst>
              <a:gd name="connsiteX0" fmla="*/ 0 w 8233458"/>
              <a:gd name="connsiteY0" fmla="*/ 0 h 6858000"/>
              <a:gd name="connsiteX1" fmla="*/ 8233458 w 8233458"/>
              <a:gd name="connsiteY1" fmla="*/ 0 h 6858000"/>
              <a:gd name="connsiteX2" fmla="*/ 8233458 w 8233458"/>
              <a:gd name="connsiteY2" fmla="*/ 6858000 h 6858000"/>
              <a:gd name="connsiteX3" fmla="*/ 5776855 w 8233458"/>
              <a:gd name="connsiteY3" fmla="*/ 6858000 h 6858000"/>
              <a:gd name="connsiteX4" fmla="*/ 2226297 w 8233458"/>
              <a:gd name="connsiteY4" fmla="*/ 3819525 h 6858000"/>
              <a:gd name="connsiteX5" fmla="*/ 0 w 8233458"/>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233458" h="6858000">
                <a:moveTo>
                  <a:pt x="0" y="0"/>
                </a:moveTo>
                <a:lnTo>
                  <a:pt x="8233458" y="0"/>
                </a:lnTo>
                <a:lnTo>
                  <a:pt x="8233458" y="6858000"/>
                </a:lnTo>
                <a:lnTo>
                  <a:pt x="5776855" y="6858000"/>
                </a:lnTo>
                <a:cubicBezTo>
                  <a:pt x="5776855" y="6858000"/>
                  <a:pt x="3771270" y="5153026"/>
                  <a:pt x="2226297" y="3819525"/>
                </a:cubicBezTo>
                <a:cubicBezTo>
                  <a:pt x="681323" y="2486025"/>
                  <a:pt x="0" y="0"/>
                  <a:pt x="0" y="0"/>
                </a:cubicBezTo>
                <a:close/>
              </a:path>
            </a:pathLst>
          </a:custGeom>
          <a:solidFill>
            <a:schemeClr val="bg2"/>
          </a:solidFill>
        </p:spPr>
        <p:txBody>
          <a:bodyPr wrap="square" lIns="2520000" rIns="2520000" anchor="ctr">
            <a:noAutofit/>
          </a:bodyPr>
          <a:lstStyle>
            <a:lvl1pPr marL="0" indent="0" algn="ctr">
              <a:buNone/>
              <a:defRPr sz="1600"/>
            </a:lvl1pPr>
          </a:lstStyle>
          <a:p>
            <a:r>
              <a:rPr lang="en-GB"/>
              <a:t>You can add a photo</a:t>
            </a:r>
          </a:p>
        </p:txBody>
      </p:sp>
      <p:sp>
        <p:nvSpPr>
          <p:cNvPr id="36" name="Freeform 35">
            <a:extLst>
              <a:ext uri="{FF2B5EF4-FFF2-40B4-BE49-F238E27FC236}">
                <a16:creationId xmlns:a16="http://schemas.microsoft.com/office/drawing/2014/main" id="{65547924-9C4A-ECA1-A5C7-F0DEF0CA22FA}"/>
              </a:ext>
            </a:extLst>
          </p:cNvPr>
          <p:cNvSpPr/>
          <p:nvPr userDrawn="1"/>
        </p:nvSpPr>
        <p:spPr>
          <a:xfrm>
            <a:off x="3003630" y="-1"/>
            <a:ext cx="6769849" cy="6867819"/>
          </a:xfrm>
          <a:custGeom>
            <a:avLst/>
            <a:gdLst>
              <a:gd name="connsiteX0" fmla="*/ 0 w 6765403"/>
              <a:gd name="connsiteY0" fmla="*/ 0 h 6858000"/>
              <a:gd name="connsiteX1" fmla="*/ 1030147 w 6765403"/>
              <a:gd name="connsiteY1" fmla="*/ 0 h 6858000"/>
              <a:gd name="connsiteX2" fmla="*/ 3237665 w 6765403"/>
              <a:gd name="connsiteY2" fmla="*/ 3818547 h 6858000"/>
              <a:gd name="connsiteX3" fmla="*/ 6758275 w 6765403"/>
              <a:gd name="connsiteY3" fmla="*/ 6856244 h 6858000"/>
              <a:gd name="connsiteX4" fmla="*/ 6765403 w 6765403"/>
              <a:gd name="connsiteY4" fmla="*/ 6856244 h 6858000"/>
              <a:gd name="connsiteX5" fmla="*/ 6765403 w 6765403"/>
              <a:gd name="connsiteY5" fmla="*/ 6858000 h 6858000"/>
              <a:gd name="connsiteX6" fmla="*/ 0 w 6765403"/>
              <a:gd name="connsiteY6" fmla="*/ 6858000 h 6858000"/>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5972537 w 6765403"/>
              <a:gd name="connsiteY6" fmla="*/ 6869574 h 6869574"/>
              <a:gd name="connsiteX7" fmla="*/ 0 w 6765403"/>
              <a:gd name="connsiteY7" fmla="*/ 0 h 6869574"/>
              <a:gd name="connsiteX0" fmla="*/ 0 w 6765403"/>
              <a:gd name="connsiteY0" fmla="*/ 0 h 6858000"/>
              <a:gd name="connsiteX1" fmla="*/ 1030147 w 6765403"/>
              <a:gd name="connsiteY1" fmla="*/ 0 h 6858000"/>
              <a:gd name="connsiteX2" fmla="*/ 3237665 w 6765403"/>
              <a:gd name="connsiteY2" fmla="*/ 3818547 h 6858000"/>
              <a:gd name="connsiteX3" fmla="*/ 6758275 w 6765403"/>
              <a:gd name="connsiteY3" fmla="*/ 6856244 h 6858000"/>
              <a:gd name="connsiteX4" fmla="*/ 6765403 w 6765403"/>
              <a:gd name="connsiteY4" fmla="*/ 6856244 h 6858000"/>
              <a:gd name="connsiteX5" fmla="*/ 6765403 w 6765403"/>
              <a:gd name="connsiteY5" fmla="*/ 6858000 h 6858000"/>
              <a:gd name="connsiteX6" fmla="*/ 6400800 w 6765403"/>
              <a:gd name="connsiteY6" fmla="*/ 6834850 h 6858000"/>
              <a:gd name="connsiteX7" fmla="*/ 0 w 6765403"/>
              <a:gd name="connsiteY7" fmla="*/ 0 h 6858000"/>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6423950 w 6765403"/>
              <a:gd name="connsiteY6" fmla="*/ 6869574 h 6869574"/>
              <a:gd name="connsiteX7" fmla="*/ 0 w 6765403"/>
              <a:gd name="connsiteY7" fmla="*/ 0 h 6869574"/>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6423950 w 6765403"/>
              <a:gd name="connsiteY6" fmla="*/ 6869574 h 6869574"/>
              <a:gd name="connsiteX7" fmla="*/ 0 w 6765403"/>
              <a:gd name="connsiteY7" fmla="*/ 0 h 6869574"/>
              <a:gd name="connsiteX0" fmla="*/ 0 w 6117221"/>
              <a:gd name="connsiteY0" fmla="*/ 0 h 6875361"/>
              <a:gd name="connsiteX1" fmla="*/ 381965 w 6117221"/>
              <a:gd name="connsiteY1" fmla="*/ 5787 h 6875361"/>
              <a:gd name="connsiteX2" fmla="*/ 2589483 w 6117221"/>
              <a:gd name="connsiteY2" fmla="*/ 3824334 h 6875361"/>
              <a:gd name="connsiteX3" fmla="*/ 6110093 w 6117221"/>
              <a:gd name="connsiteY3" fmla="*/ 6862031 h 6875361"/>
              <a:gd name="connsiteX4" fmla="*/ 6117221 w 6117221"/>
              <a:gd name="connsiteY4" fmla="*/ 6862031 h 6875361"/>
              <a:gd name="connsiteX5" fmla="*/ 6117221 w 6117221"/>
              <a:gd name="connsiteY5" fmla="*/ 6863787 h 6875361"/>
              <a:gd name="connsiteX6" fmla="*/ 5775768 w 6117221"/>
              <a:gd name="connsiteY6" fmla="*/ 6875361 h 6875361"/>
              <a:gd name="connsiteX7" fmla="*/ 0 w 6117221"/>
              <a:gd name="connsiteY7" fmla="*/ 0 h 6875361"/>
              <a:gd name="connsiteX0" fmla="*/ 0 w 6701742"/>
              <a:gd name="connsiteY0" fmla="*/ 1 h 6869574"/>
              <a:gd name="connsiteX1" fmla="*/ 966486 w 6701742"/>
              <a:gd name="connsiteY1" fmla="*/ 0 h 6869574"/>
              <a:gd name="connsiteX2" fmla="*/ 3174004 w 6701742"/>
              <a:gd name="connsiteY2" fmla="*/ 3818547 h 6869574"/>
              <a:gd name="connsiteX3" fmla="*/ 6694614 w 6701742"/>
              <a:gd name="connsiteY3" fmla="*/ 6856244 h 6869574"/>
              <a:gd name="connsiteX4" fmla="*/ 6701742 w 6701742"/>
              <a:gd name="connsiteY4" fmla="*/ 6856244 h 6869574"/>
              <a:gd name="connsiteX5" fmla="*/ 6701742 w 6701742"/>
              <a:gd name="connsiteY5" fmla="*/ 6858000 h 6869574"/>
              <a:gd name="connsiteX6" fmla="*/ 6360289 w 6701742"/>
              <a:gd name="connsiteY6" fmla="*/ 6869574 h 6869574"/>
              <a:gd name="connsiteX7" fmla="*/ 0 w 6701742"/>
              <a:gd name="connsiteY7" fmla="*/ 1 h 6869574"/>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939023"/>
              <a:gd name="connsiteX1" fmla="*/ 966486 w 6701742"/>
              <a:gd name="connsiteY1" fmla="*/ 0 h 6939023"/>
              <a:gd name="connsiteX2" fmla="*/ 3174004 w 6701742"/>
              <a:gd name="connsiteY2" fmla="*/ 3818547 h 6939023"/>
              <a:gd name="connsiteX3" fmla="*/ 6694614 w 6701742"/>
              <a:gd name="connsiteY3" fmla="*/ 6856244 h 6939023"/>
              <a:gd name="connsiteX4" fmla="*/ 6701742 w 6701742"/>
              <a:gd name="connsiteY4" fmla="*/ 6856244 h 6939023"/>
              <a:gd name="connsiteX5" fmla="*/ 6643869 w 6701742"/>
              <a:gd name="connsiteY5" fmla="*/ 6939023 h 6939023"/>
              <a:gd name="connsiteX6" fmla="*/ 6354502 w 6701742"/>
              <a:gd name="connsiteY6" fmla="*/ 6863787 h 6939023"/>
              <a:gd name="connsiteX7" fmla="*/ 0 w 6701742"/>
              <a:gd name="connsiteY7" fmla="*/ 1 h 6939023"/>
              <a:gd name="connsiteX0" fmla="*/ 0 w 6776977"/>
              <a:gd name="connsiteY0" fmla="*/ 1 h 7070376"/>
              <a:gd name="connsiteX1" fmla="*/ 966486 w 6776977"/>
              <a:gd name="connsiteY1" fmla="*/ 0 h 7070376"/>
              <a:gd name="connsiteX2" fmla="*/ 3174004 w 6776977"/>
              <a:gd name="connsiteY2" fmla="*/ 3818547 h 7070376"/>
              <a:gd name="connsiteX3" fmla="*/ 6694614 w 6776977"/>
              <a:gd name="connsiteY3" fmla="*/ 6856244 h 7070376"/>
              <a:gd name="connsiteX4" fmla="*/ 6776977 w 6776977"/>
              <a:gd name="connsiteY4" fmla="*/ 7070376 h 7070376"/>
              <a:gd name="connsiteX5" fmla="*/ 6643869 w 6776977"/>
              <a:gd name="connsiteY5" fmla="*/ 6939023 h 7070376"/>
              <a:gd name="connsiteX6" fmla="*/ 6354502 w 6776977"/>
              <a:gd name="connsiteY6" fmla="*/ 6863787 h 7070376"/>
              <a:gd name="connsiteX7" fmla="*/ 0 w 6776977"/>
              <a:gd name="connsiteY7" fmla="*/ 1 h 7070376"/>
              <a:gd name="connsiteX0" fmla="*/ 0 w 6776977"/>
              <a:gd name="connsiteY0" fmla="*/ 1 h 7070376"/>
              <a:gd name="connsiteX1" fmla="*/ 966486 w 6776977"/>
              <a:gd name="connsiteY1" fmla="*/ 0 h 7070376"/>
              <a:gd name="connsiteX2" fmla="*/ 3174004 w 6776977"/>
              <a:gd name="connsiteY2" fmla="*/ 3818547 h 7070376"/>
              <a:gd name="connsiteX3" fmla="*/ 6769849 w 6776977"/>
              <a:gd name="connsiteY3" fmla="*/ 6867819 h 7070376"/>
              <a:gd name="connsiteX4" fmla="*/ 6776977 w 6776977"/>
              <a:gd name="connsiteY4" fmla="*/ 7070376 h 7070376"/>
              <a:gd name="connsiteX5" fmla="*/ 6643869 w 6776977"/>
              <a:gd name="connsiteY5" fmla="*/ 6939023 h 7070376"/>
              <a:gd name="connsiteX6" fmla="*/ 6354502 w 6776977"/>
              <a:gd name="connsiteY6" fmla="*/ 6863787 h 7070376"/>
              <a:gd name="connsiteX7" fmla="*/ 0 w 6776977"/>
              <a:gd name="connsiteY7" fmla="*/ 1 h 7070376"/>
              <a:gd name="connsiteX0" fmla="*/ 0 w 6769849"/>
              <a:gd name="connsiteY0" fmla="*/ 1 h 6939023"/>
              <a:gd name="connsiteX1" fmla="*/ 966486 w 6769849"/>
              <a:gd name="connsiteY1" fmla="*/ 0 h 6939023"/>
              <a:gd name="connsiteX2" fmla="*/ 3174004 w 6769849"/>
              <a:gd name="connsiteY2" fmla="*/ 3818547 h 6939023"/>
              <a:gd name="connsiteX3" fmla="*/ 6769849 w 6769849"/>
              <a:gd name="connsiteY3" fmla="*/ 6867819 h 6939023"/>
              <a:gd name="connsiteX4" fmla="*/ 6643869 w 6769849"/>
              <a:gd name="connsiteY4" fmla="*/ 6939023 h 6939023"/>
              <a:gd name="connsiteX5" fmla="*/ 6354502 w 6769849"/>
              <a:gd name="connsiteY5" fmla="*/ 6863787 h 6939023"/>
              <a:gd name="connsiteX6" fmla="*/ 0 w 6769849"/>
              <a:gd name="connsiteY6" fmla="*/ 1 h 6939023"/>
              <a:gd name="connsiteX0" fmla="*/ 0 w 6769849"/>
              <a:gd name="connsiteY0" fmla="*/ 1 h 6867819"/>
              <a:gd name="connsiteX1" fmla="*/ 966486 w 6769849"/>
              <a:gd name="connsiteY1" fmla="*/ 0 h 6867819"/>
              <a:gd name="connsiteX2" fmla="*/ 3174004 w 6769849"/>
              <a:gd name="connsiteY2" fmla="*/ 3818547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104557 w 6769849"/>
              <a:gd name="connsiteY2" fmla="*/ 3859058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127706 w 6769849"/>
              <a:gd name="connsiteY2" fmla="*/ 3754885 h 6867819"/>
              <a:gd name="connsiteX3" fmla="*/ 6769849 w 6769849"/>
              <a:gd name="connsiteY3" fmla="*/ 6867819 h 6867819"/>
              <a:gd name="connsiteX4" fmla="*/ 6354502 w 6769849"/>
              <a:gd name="connsiteY4" fmla="*/ 6863787 h 6867819"/>
              <a:gd name="connsiteX5" fmla="*/ 0 w 6769849"/>
              <a:gd name="connsiteY5" fmla="*/ 1 h 6867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769849" h="6867819">
                <a:moveTo>
                  <a:pt x="0" y="1"/>
                </a:moveTo>
                <a:lnTo>
                  <a:pt x="966486" y="0"/>
                </a:lnTo>
                <a:cubicBezTo>
                  <a:pt x="1135707" y="386604"/>
                  <a:pt x="1763052" y="2599757"/>
                  <a:pt x="3127706" y="3754885"/>
                </a:cubicBezTo>
                <a:cubicBezTo>
                  <a:pt x="4467217" y="4888731"/>
                  <a:pt x="6074732" y="6204424"/>
                  <a:pt x="6769849" y="6867819"/>
                </a:cubicBezTo>
                <a:lnTo>
                  <a:pt x="6354502" y="6863787"/>
                </a:lnTo>
                <a:cubicBezTo>
                  <a:pt x="3923818" y="4398380"/>
                  <a:pt x="1533646" y="3946967"/>
                  <a:pt x="0" y="1"/>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pic>
        <p:nvPicPr>
          <p:cNvPr id="2" name="Graphic 1">
            <a:extLst>
              <a:ext uri="{FF2B5EF4-FFF2-40B4-BE49-F238E27FC236}">
                <a16:creationId xmlns:a16="http://schemas.microsoft.com/office/drawing/2014/main" id="{8D4A6AB5-6FB6-1B9F-5FF3-BD1A22BCC6B7}"/>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47125" y="533282"/>
            <a:ext cx="1255744" cy="442730"/>
          </a:xfrm>
          <a:prstGeom prst="rect">
            <a:avLst/>
          </a:prstGeom>
        </p:spPr>
      </p:pic>
    </p:spTree>
    <p:extLst>
      <p:ext uri="{BB962C8B-B14F-4D97-AF65-F5344CB8AC3E}">
        <p14:creationId xmlns:p14="http://schemas.microsoft.com/office/powerpoint/2010/main" val="2882241315"/>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Main-cover_dark">
    <p:bg>
      <p:bgPr>
        <a:solidFill>
          <a:schemeClr val="tx2"/>
        </a:solidFill>
        <a:effectLst/>
      </p:bgPr>
    </p:bg>
    <p:spTree>
      <p:nvGrpSpPr>
        <p:cNvPr id="1" name=""/>
        <p:cNvGrpSpPr/>
        <p:nvPr/>
      </p:nvGrpSpPr>
      <p:grpSpPr>
        <a:xfrm>
          <a:off x="0" y="0"/>
          <a:ext cx="0" cy="0"/>
          <a:chOff x="0" y="0"/>
          <a:chExt cx="0" cy="0"/>
        </a:xfrm>
      </p:grpSpPr>
      <p:sp>
        <p:nvSpPr>
          <p:cNvPr id="46" name="Rectangle 45">
            <a:extLst>
              <a:ext uri="{FF2B5EF4-FFF2-40B4-BE49-F238E27FC236}">
                <a16:creationId xmlns:a16="http://schemas.microsoft.com/office/drawing/2014/main" id="{0D52A9A4-97F2-7F53-0D44-94858DC3118F}"/>
              </a:ext>
            </a:extLst>
          </p:cNvPr>
          <p:cNvSpPr/>
          <p:nvPr userDrawn="1"/>
        </p:nvSpPr>
        <p:spPr>
          <a:xfrm>
            <a:off x="2575367" y="-1"/>
            <a:ext cx="6967960" cy="6867819"/>
          </a:xfrm>
          <a:custGeom>
            <a:avLst/>
            <a:gdLst>
              <a:gd name="connsiteX0" fmla="*/ 0 w 7089494"/>
              <a:gd name="connsiteY0" fmla="*/ 0 h 6858001"/>
              <a:gd name="connsiteX1" fmla="*/ 7089494 w 7089494"/>
              <a:gd name="connsiteY1" fmla="*/ 0 h 6858001"/>
              <a:gd name="connsiteX2" fmla="*/ 7089494 w 7089494"/>
              <a:gd name="connsiteY2" fmla="*/ 6858001 h 6858001"/>
              <a:gd name="connsiteX3" fmla="*/ 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6013048 w 7089494"/>
              <a:gd name="connsiteY3" fmla="*/ 668438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131951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131951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6967960"/>
              <a:gd name="connsiteY0" fmla="*/ 0 h 6863789"/>
              <a:gd name="connsiteX1" fmla="*/ 1319514 w 6967960"/>
              <a:gd name="connsiteY1" fmla="*/ 0 h 6863789"/>
              <a:gd name="connsiteX2" fmla="*/ 6967960 w 6967960"/>
              <a:gd name="connsiteY2" fmla="*/ 6863789 h 6863789"/>
              <a:gd name="connsiteX3" fmla="*/ 5202820 w 6967960"/>
              <a:gd name="connsiteY3" fmla="*/ 6858001 h 6863789"/>
              <a:gd name="connsiteX4" fmla="*/ 0 w 6967960"/>
              <a:gd name="connsiteY4" fmla="*/ 0 h 68637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67960" h="6863789">
                <a:moveTo>
                  <a:pt x="0" y="0"/>
                </a:moveTo>
                <a:lnTo>
                  <a:pt x="1319514" y="0"/>
                </a:lnTo>
                <a:cubicBezTo>
                  <a:pt x="2322654" y="4375230"/>
                  <a:pt x="5044633" y="4577789"/>
                  <a:pt x="6967960" y="6863789"/>
                </a:cubicBezTo>
                <a:lnTo>
                  <a:pt x="5202820" y="6858001"/>
                </a:lnTo>
                <a:cubicBezTo>
                  <a:pt x="3624805" y="4299996"/>
                  <a:pt x="1196049" y="2708476"/>
                  <a:pt x="0" y="0"/>
                </a:cubicBezTo>
                <a:close/>
              </a:path>
            </a:pathLst>
          </a:custGeom>
          <a:solidFill>
            <a:srgbClr val="5B1E5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
        <p:nvSpPr>
          <p:cNvPr id="7" name="Text Placeholder 6">
            <a:extLst>
              <a:ext uri="{FF2B5EF4-FFF2-40B4-BE49-F238E27FC236}">
                <a16:creationId xmlns:a16="http://schemas.microsoft.com/office/drawing/2014/main" id="{E826FE26-AFDB-F07C-663E-7C33DA765794}"/>
              </a:ext>
            </a:extLst>
          </p:cNvPr>
          <p:cNvSpPr>
            <a:spLocks noGrp="1"/>
          </p:cNvSpPr>
          <p:nvPr>
            <p:ph idx="1" hasCustomPrompt="1"/>
          </p:nvPr>
        </p:nvSpPr>
        <p:spPr>
          <a:xfrm>
            <a:off x="550862" y="5542224"/>
            <a:ext cx="5545138" cy="766300"/>
          </a:xfrm>
          <a:prstGeom prst="rect">
            <a:avLst/>
          </a:prstGeom>
        </p:spPr>
        <p:txBody>
          <a:bodyPr vert="horz" lIns="0" tIns="0" rIns="0" bIns="0" rtlCol="0">
            <a:normAutofit/>
          </a:bodyPr>
          <a:lstStyle>
            <a:lvl1pPr marL="0" indent="0">
              <a:buNone/>
              <a:defRPr>
                <a:solidFill>
                  <a:schemeClr val="bg1"/>
                </a:solidFill>
              </a:defRPr>
            </a:lvl1pPr>
            <a:lvl2pPr marL="457200" indent="0">
              <a:buNone/>
              <a:defRPr/>
            </a:lvl2pPr>
            <a:lvl3pPr marL="914400" indent="0">
              <a:buNone/>
              <a:defRPr/>
            </a:lvl3pPr>
          </a:lstStyle>
          <a:p>
            <a:pPr lvl="0"/>
            <a:r>
              <a:rPr lang="en-GB"/>
              <a:t>Click to edit Master text styles</a:t>
            </a:r>
          </a:p>
        </p:txBody>
      </p:sp>
      <p:sp>
        <p:nvSpPr>
          <p:cNvPr id="8" name="Title Placeholder 10">
            <a:extLst>
              <a:ext uri="{FF2B5EF4-FFF2-40B4-BE49-F238E27FC236}">
                <a16:creationId xmlns:a16="http://schemas.microsoft.com/office/drawing/2014/main" id="{D0396193-2776-6A62-7DE8-4E7F9141097E}"/>
              </a:ext>
            </a:extLst>
          </p:cNvPr>
          <p:cNvSpPr>
            <a:spLocks noGrp="1"/>
          </p:cNvSpPr>
          <p:nvPr>
            <p:ph type="title" hasCustomPrompt="1"/>
          </p:nvPr>
        </p:nvSpPr>
        <p:spPr>
          <a:xfrm>
            <a:off x="550863" y="4298206"/>
            <a:ext cx="5545138" cy="1244018"/>
          </a:xfrm>
          <a:prstGeom prst="rect">
            <a:avLst/>
          </a:prstGeom>
        </p:spPr>
        <p:txBody>
          <a:bodyPr vert="horz" lIns="0" tIns="0" rIns="0" bIns="0" rtlCol="0" anchor="t">
            <a:normAutofit/>
          </a:bodyPr>
          <a:lstStyle>
            <a:lvl1pPr>
              <a:defRPr>
                <a:solidFill>
                  <a:schemeClr val="bg1"/>
                </a:solidFill>
              </a:defRPr>
            </a:lvl1pPr>
          </a:lstStyle>
          <a:p>
            <a:r>
              <a:rPr lang="en-GB"/>
              <a:t>Title of the</a:t>
            </a:r>
            <a:br>
              <a:rPr lang="en-GB"/>
            </a:br>
            <a:r>
              <a:rPr lang="en-GB"/>
              <a:t>presentation</a:t>
            </a:r>
            <a:endParaRPr lang="en-PL"/>
          </a:p>
        </p:txBody>
      </p:sp>
      <p:pic>
        <p:nvPicPr>
          <p:cNvPr id="10" name="Graphic 9">
            <a:extLst>
              <a:ext uri="{FF2B5EF4-FFF2-40B4-BE49-F238E27FC236}">
                <a16:creationId xmlns:a16="http://schemas.microsoft.com/office/drawing/2014/main" id="{D0F5D002-CB2A-CDB8-B066-EF9C29CF2982}"/>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47125" y="533282"/>
            <a:ext cx="1255744" cy="442730"/>
          </a:xfrm>
          <a:prstGeom prst="rect">
            <a:avLst/>
          </a:prstGeom>
        </p:spPr>
      </p:pic>
      <p:sp>
        <p:nvSpPr>
          <p:cNvPr id="24" name="Picture Placeholder 23">
            <a:extLst>
              <a:ext uri="{FF2B5EF4-FFF2-40B4-BE49-F238E27FC236}">
                <a16:creationId xmlns:a16="http://schemas.microsoft.com/office/drawing/2014/main" id="{EE48DFFF-E338-09B9-2477-E5D55A4DD2B9}"/>
              </a:ext>
            </a:extLst>
          </p:cNvPr>
          <p:cNvSpPr>
            <a:spLocks noGrp="1"/>
          </p:cNvSpPr>
          <p:nvPr>
            <p:ph type="pic" sz="quarter" idx="10" hasCustomPrompt="1"/>
          </p:nvPr>
        </p:nvSpPr>
        <p:spPr>
          <a:xfrm>
            <a:off x="3958542" y="1"/>
            <a:ext cx="8233458" cy="6858000"/>
          </a:xfrm>
          <a:custGeom>
            <a:avLst/>
            <a:gdLst>
              <a:gd name="connsiteX0" fmla="*/ 0 w 8233458"/>
              <a:gd name="connsiteY0" fmla="*/ 0 h 6858000"/>
              <a:gd name="connsiteX1" fmla="*/ 8233458 w 8233458"/>
              <a:gd name="connsiteY1" fmla="*/ 0 h 6858000"/>
              <a:gd name="connsiteX2" fmla="*/ 8233458 w 8233458"/>
              <a:gd name="connsiteY2" fmla="*/ 6858000 h 6858000"/>
              <a:gd name="connsiteX3" fmla="*/ 5776855 w 8233458"/>
              <a:gd name="connsiteY3" fmla="*/ 6858000 h 6858000"/>
              <a:gd name="connsiteX4" fmla="*/ 2226297 w 8233458"/>
              <a:gd name="connsiteY4" fmla="*/ 3819525 h 6858000"/>
              <a:gd name="connsiteX5" fmla="*/ 0 w 8233458"/>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233458" h="6858000">
                <a:moveTo>
                  <a:pt x="0" y="0"/>
                </a:moveTo>
                <a:lnTo>
                  <a:pt x="8233458" y="0"/>
                </a:lnTo>
                <a:lnTo>
                  <a:pt x="8233458" y="6858000"/>
                </a:lnTo>
                <a:lnTo>
                  <a:pt x="5776855" y="6858000"/>
                </a:lnTo>
                <a:cubicBezTo>
                  <a:pt x="5776855" y="6858000"/>
                  <a:pt x="3771270" y="5153026"/>
                  <a:pt x="2226297" y="3819525"/>
                </a:cubicBezTo>
                <a:cubicBezTo>
                  <a:pt x="681323" y="2486025"/>
                  <a:pt x="0" y="0"/>
                  <a:pt x="0" y="0"/>
                </a:cubicBezTo>
                <a:close/>
              </a:path>
            </a:pathLst>
          </a:custGeom>
          <a:solidFill>
            <a:schemeClr val="bg2"/>
          </a:solidFill>
        </p:spPr>
        <p:txBody>
          <a:bodyPr wrap="square" lIns="2520000" rIns="2520000" anchor="ctr">
            <a:noAutofit/>
          </a:bodyPr>
          <a:lstStyle>
            <a:lvl1pPr marL="0" indent="0" algn="ctr">
              <a:buNone/>
              <a:defRPr sz="1600"/>
            </a:lvl1pPr>
          </a:lstStyle>
          <a:p>
            <a:r>
              <a:rPr lang="en-GB"/>
              <a:t>You can add a photo</a:t>
            </a:r>
          </a:p>
        </p:txBody>
      </p:sp>
      <p:sp>
        <p:nvSpPr>
          <p:cNvPr id="36" name="Freeform 35">
            <a:extLst>
              <a:ext uri="{FF2B5EF4-FFF2-40B4-BE49-F238E27FC236}">
                <a16:creationId xmlns:a16="http://schemas.microsoft.com/office/drawing/2014/main" id="{65547924-9C4A-ECA1-A5C7-F0DEF0CA22FA}"/>
              </a:ext>
            </a:extLst>
          </p:cNvPr>
          <p:cNvSpPr/>
          <p:nvPr userDrawn="1"/>
        </p:nvSpPr>
        <p:spPr>
          <a:xfrm>
            <a:off x="3003630" y="-1"/>
            <a:ext cx="6769849" cy="6867819"/>
          </a:xfrm>
          <a:custGeom>
            <a:avLst/>
            <a:gdLst>
              <a:gd name="connsiteX0" fmla="*/ 0 w 6765403"/>
              <a:gd name="connsiteY0" fmla="*/ 0 h 6858000"/>
              <a:gd name="connsiteX1" fmla="*/ 1030147 w 6765403"/>
              <a:gd name="connsiteY1" fmla="*/ 0 h 6858000"/>
              <a:gd name="connsiteX2" fmla="*/ 3237665 w 6765403"/>
              <a:gd name="connsiteY2" fmla="*/ 3818547 h 6858000"/>
              <a:gd name="connsiteX3" fmla="*/ 6758275 w 6765403"/>
              <a:gd name="connsiteY3" fmla="*/ 6856244 h 6858000"/>
              <a:gd name="connsiteX4" fmla="*/ 6765403 w 6765403"/>
              <a:gd name="connsiteY4" fmla="*/ 6856244 h 6858000"/>
              <a:gd name="connsiteX5" fmla="*/ 6765403 w 6765403"/>
              <a:gd name="connsiteY5" fmla="*/ 6858000 h 6858000"/>
              <a:gd name="connsiteX6" fmla="*/ 0 w 6765403"/>
              <a:gd name="connsiteY6" fmla="*/ 6858000 h 6858000"/>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5972537 w 6765403"/>
              <a:gd name="connsiteY6" fmla="*/ 6869574 h 6869574"/>
              <a:gd name="connsiteX7" fmla="*/ 0 w 6765403"/>
              <a:gd name="connsiteY7" fmla="*/ 0 h 6869574"/>
              <a:gd name="connsiteX0" fmla="*/ 0 w 6765403"/>
              <a:gd name="connsiteY0" fmla="*/ 0 h 6858000"/>
              <a:gd name="connsiteX1" fmla="*/ 1030147 w 6765403"/>
              <a:gd name="connsiteY1" fmla="*/ 0 h 6858000"/>
              <a:gd name="connsiteX2" fmla="*/ 3237665 w 6765403"/>
              <a:gd name="connsiteY2" fmla="*/ 3818547 h 6858000"/>
              <a:gd name="connsiteX3" fmla="*/ 6758275 w 6765403"/>
              <a:gd name="connsiteY3" fmla="*/ 6856244 h 6858000"/>
              <a:gd name="connsiteX4" fmla="*/ 6765403 w 6765403"/>
              <a:gd name="connsiteY4" fmla="*/ 6856244 h 6858000"/>
              <a:gd name="connsiteX5" fmla="*/ 6765403 w 6765403"/>
              <a:gd name="connsiteY5" fmla="*/ 6858000 h 6858000"/>
              <a:gd name="connsiteX6" fmla="*/ 6400800 w 6765403"/>
              <a:gd name="connsiteY6" fmla="*/ 6834850 h 6858000"/>
              <a:gd name="connsiteX7" fmla="*/ 0 w 6765403"/>
              <a:gd name="connsiteY7" fmla="*/ 0 h 6858000"/>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6423950 w 6765403"/>
              <a:gd name="connsiteY6" fmla="*/ 6869574 h 6869574"/>
              <a:gd name="connsiteX7" fmla="*/ 0 w 6765403"/>
              <a:gd name="connsiteY7" fmla="*/ 0 h 6869574"/>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6423950 w 6765403"/>
              <a:gd name="connsiteY6" fmla="*/ 6869574 h 6869574"/>
              <a:gd name="connsiteX7" fmla="*/ 0 w 6765403"/>
              <a:gd name="connsiteY7" fmla="*/ 0 h 6869574"/>
              <a:gd name="connsiteX0" fmla="*/ 0 w 6117221"/>
              <a:gd name="connsiteY0" fmla="*/ 0 h 6875361"/>
              <a:gd name="connsiteX1" fmla="*/ 381965 w 6117221"/>
              <a:gd name="connsiteY1" fmla="*/ 5787 h 6875361"/>
              <a:gd name="connsiteX2" fmla="*/ 2589483 w 6117221"/>
              <a:gd name="connsiteY2" fmla="*/ 3824334 h 6875361"/>
              <a:gd name="connsiteX3" fmla="*/ 6110093 w 6117221"/>
              <a:gd name="connsiteY3" fmla="*/ 6862031 h 6875361"/>
              <a:gd name="connsiteX4" fmla="*/ 6117221 w 6117221"/>
              <a:gd name="connsiteY4" fmla="*/ 6862031 h 6875361"/>
              <a:gd name="connsiteX5" fmla="*/ 6117221 w 6117221"/>
              <a:gd name="connsiteY5" fmla="*/ 6863787 h 6875361"/>
              <a:gd name="connsiteX6" fmla="*/ 5775768 w 6117221"/>
              <a:gd name="connsiteY6" fmla="*/ 6875361 h 6875361"/>
              <a:gd name="connsiteX7" fmla="*/ 0 w 6117221"/>
              <a:gd name="connsiteY7" fmla="*/ 0 h 6875361"/>
              <a:gd name="connsiteX0" fmla="*/ 0 w 6701742"/>
              <a:gd name="connsiteY0" fmla="*/ 1 h 6869574"/>
              <a:gd name="connsiteX1" fmla="*/ 966486 w 6701742"/>
              <a:gd name="connsiteY1" fmla="*/ 0 h 6869574"/>
              <a:gd name="connsiteX2" fmla="*/ 3174004 w 6701742"/>
              <a:gd name="connsiteY2" fmla="*/ 3818547 h 6869574"/>
              <a:gd name="connsiteX3" fmla="*/ 6694614 w 6701742"/>
              <a:gd name="connsiteY3" fmla="*/ 6856244 h 6869574"/>
              <a:gd name="connsiteX4" fmla="*/ 6701742 w 6701742"/>
              <a:gd name="connsiteY4" fmla="*/ 6856244 h 6869574"/>
              <a:gd name="connsiteX5" fmla="*/ 6701742 w 6701742"/>
              <a:gd name="connsiteY5" fmla="*/ 6858000 h 6869574"/>
              <a:gd name="connsiteX6" fmla="*/ 6360289 w 6701742"/>
              <a:gd name="connsiteY6" fmla="*/ 6869574 h 6869574"/>
              <a:gd name="connsiteX7" fmla="*/ 0 w 6701742"/>
              <a:gd name="connsiteY7" fmla="*/ 1 h 6869574"/>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939023"/>
              <a:gd name="connsiteX1" fmla="*/ 966486 w 6701742"/>
              <a:gd name="connsiteY1" fmla="*/ 0 h 6939023"/>
              <a:gd name="connsiteX2" fmla="*/ 3174004 w 6701742"/>
              <a:gd name="connsiteY2" fmla="*/ 3818547 h 6939023"/>
              <a:gd name="connsiteX3" fmla="*/ 6694614 w 6701742"/>
              <a:gd name="connsiteY3" fmla="*/ 6856244 h 6939023"/>
              <a:gd name="connsiteX4" fmla="*/ 6701742 w 6701742"/>
              <a:gd name="connsiteY4" fmla="*/ 6856244 h 6939023"/>
              <a:gd name="connsiteX5" fmla="*/ 6643869 w 6701742"/>
              <a:gd name="connsiteY5" fmla="*/ 6939023 h 6939023"/>
              <a:gd name="connsiteX6" fmla="*/ 6354502 w 6701742"/>
              <a:gd name="connsiteY6" fmla="*/ 6863787 h 6939023"/>
              <a:gd name="connsiteX7" fmla="*/ 0 w 6701742"/>
              <a:gd name="connsiteY7" fmla="*/ 1 h 6939023"/>
              <a:gd name="connsiteX0" fmla="*/ 0 w 6776977"/>
              <a:gd name="connsiteY0" fmla="*/ 1 h 7070376"/>
              <a:gd name="connsiteX1" fmla="*/ 966486 w 6776977"/>
              <a:gd name="connsiteY1" fmla="*/ 0 h 7070376"/>
              <a:gd name="connsiteX2" fmla="*/ 3174004 w 6776977"/>
              <a:gd name="connsiteY2" fmla="*/ 3818547 h 7070376"/>
              <a:gd name="connsiteX3" fmla="*/ 6694614 w 6776977"/>
              <a:gd name="connsiteY3" fmla="*/ 6856244 h 7070376"/>
              <a:gd name="connsiteX4" fmla="*/ 6776977 w 6776977"/>
              <a:gd name="connsiteY4" fmla="*/ 7070376 h 7070376"/>
              <a:gd name="connsiteX5" fmla="*/ 6643869 w 6776977"/>
              <a:gd name="connsiteY5" fmla="*/ 6939023 h 7070376"/>
              <a:gd name="connsiteX6" fmla="*/ 6354502 w 6776977"/>
              <a:gd name="connsiteY6" fmla="*/ 6863787 h 7070376"/>
              <a:gd name="connsiteX7" fmla="*/ 0 w 6776977"/>
              <a:gd name="connsiteY7" fmla="*/ 1 h 7070376"/>
              <a:gd name="connsiteX0" fmla="*/ 0 w 6776977"/>
              <a:gd name="connsiteY0" fmla="*/ 1 h 7070376"/>
              <a:gd name="connsiteX1" fmla="*/ 966486 w 6776977"/>
              <a:gd name="connsiteY1" fmla="*/ 0 h 7070376"/>
              <a:gd name="connsiteX2" fmla="*/ 3174004 w 6776977"/>
              <a:gd name="connsiteY2" fmla="*/ 3818547 h 7070376"/>
              <a:gd name="connsiteX3" fmla="*/ 6769849 w 6776977"/>
              <a:gd name="connsiteY3" fmla="*/ 6867819 h 7070376"/>
              <a:gd name="connsiteX4" fmla="*/ 6776977 w 6776977"/>
              <a:gd name="connsiteY4" fmla="*/ 7070376 h 7070376"/>
              <a:gd name="connsiteX5" fmla="*/ 6643869 w 6776977"/>
              <a:gd name="connsiteY5" fmla="*/ 6939023 h 7070376"/>
              <a:gd name="connsiteX6" fmla="*/ 6354502 w 6776977"/>
              <a:gd name="connsiteY6" fmla="*/ 6863787 h 7070376"/>
              <a:gd name="connsiteX7" fmla="*/ 0 w 6776977"/>
              <a:gd name="connsiteY7" fmla="*/ 1 h 7070376"/>
              <a:gd name="connsiteX0" fmla="*/ 0 w 6769849"/>
              <a:gd name="connsiteY0" fmla="*/ 1 h 6939023"/>
              <a:gd name="connsiteX1" fmla="*/ 966486 w 6769849"/>
              <a:gd name="connsiteY1" fmla="*/ 0 h 6939023"/>
              <a:gd name="connsiteX2" fmla="*/ 3174004 w 6769849"/>
              <a:gd name="connsiteY2" fmla="*/ 3818547 h 6939023"/>
              <a:gd name="connsiteX3" fmla="*/ 6769849 w 6769849"/>
              <a:gd name="connsiteY3" fmla="*/ 6867819 h 6939023"/>
              <a:gd name="connsiteX4" fmla="*/ 6643869 w 6769849"/>
              <a:gd name="connsiteY4" fmla="*/ 6939023 h 6939023"/>
              <a:gd name="connsiteX5" fmla="*/ 6354502 w 6769849"/>
              <a:gd name="connsiteY5" fmla="*/ 6863787 h 6939023"/>
              <a:gd name="connsiteX6" fmla="*/ 0 w 6769849"/>
              <a:gd name="connsiteY6" fmla="*/ 1 h 6939023"/>
              <a:gd name="connsiteX0" fmla="*/ 0 w 6769849"/>
              <a:gd name="connsiteY0" fmla="*/ 1 h 6867819"/>
              <a:gd name="connsiteX1" fmla="*/ 966486 w 6769849"/>
              <a:gd name="connsiteY1" fmla="*/ 0 h 6867819"/>
              <a:gd name="connsiteX2" fmla="*/ 3174004 w 6769849"/>
              <a:gd name="connsiteY2" fmla="*/ 3818547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104557 w 6769849"/>
              <a:gd name="connsiteY2" fmla="*/ 3859058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127706 w 6769849"/>
              <a:gd name="connsiteY2" fmla="*/ 3754885 h 6867819"/>
              <a:gd name="connsiteX3" fmla="*/ 6769849 w 6769849"/>
              <a:gd name="connsiteY3" fmla="*/ 6867819 h 6867819"/>
              <a:gd name="connsiteX4" fmla="*/ 6354502 w 6769849"/>
              <a:gd name="connsiteY4" fmla="*/ 6863787 h 6867819"/>
              <a:gd name="connsiteX5" fmla="*/ 0 w 6769849"/>
              <a:gd name="connsiteY5" fmla="*/ 1 h 6867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769849" h="6867819">
                <a:moveTo>
                  <a:pt x="0" y="1"/>
                </a:moveTo>
                <a:lnTo>
                  <a:pt x="966486" y="0"/>
                </a:lnTo>
                <a:cubicBezTo>
                  <a:pt x="1135707" y="386604"/>
                  <a:pt x="1763052" y="2599757"/>
                  <a:pt x="3127706" y="3754885"/>
                </a:cubicBezTo>
                <a:cubicBezTo>
                  <a:pt x="4467217" y="4888731"/>
                  <a:pt x="6074732" y="6204424"/>
                  <a:pt x="6769849" y="6867819"/>
                </a:cubicBezTo>
                <a:lnTo>
                  <a:pt x="6354502" y="6863787"/>
                </a:lnTo>
                <a:cubicBezTo>
                  <a:pt x="3923818" y="4398380"/>
                  <a:pt x="1533646" y="3946967"/>
                  <a:pt x="0" y="1"/>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Tree>
    <p:extLst>
      <p:ext uri="{BB962C8B-B14F-4D97-AF65-F5344CB8AC3E}">
        <p14:creationId xmlns:p14="http://schemas.microsoft.com/office/powerpoint/2010/main" val="295406057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Table of contents_photo">
    <p:bg>
      <p:bgPr>
        <a:solidFill>
          <a:schemeClr val="accent4"/>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07E160A-0514-EFDC-B468-65BCB476F62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5" name="Text Placeholder 6">
            <a:extLst>
              <a:ext uri="{FF2B5EF4-FFF2-40B4-BE49-F238E27FC236}">
                <a16:creationId xmlns:a16="http://schemas.microsoft.com/office/drawing/2014/main" id="{73090C62-63EE-C783-3628-6FD1DFD6EB91}"/>
              </a:ext>
            </a:extLst>
          </p:cNvPr>
          <p:cNvSpPr>
            <a:spLocks noGrp="1"/>
          </p:cNvSpPr>
          <p:nvPr>
            <p:ph idx="1" hasCustomPrompt="1"/>
          </p:nvPr>
        </p:nvSpPr>
        <p:spPr>
          <a:xfrm>
            <a:off x="554037" y="1436914"/>
            <a:ext cx="5545138" cy="4862085"/>
          </a:xfrm>
          <a:prstGeom prst="rect">
            <a:avLst/>
          </a:prstGeom>
        </p:spPr>
        <p:txBody>
          <a:bodyPr vert="horz" lIns="0" tIns="0" rIns="0" bIns="0" rtlCol="0">
            <a:normAutofit/>
          </a:bodyPr>
          <a:lstStyle>
            <a:lvl1pPr marL="7938" indent="-7938">
              <a:buNone/>
              <a:tabLst/>
              <a:defRPr b="1">
                <a:solidFill>
                  <a:schemeClr val="tx2"/>
                </a:solidFill>
              </a:defRPr>
            </a:lvl1pPr>
            <a:lvl2pPr marL="171450" indent="-171450">
              <a:buFont typeface="Arial" panose="020B0604020202020204" pitchFamily="34" charset="0"/>
              <a:buChar char="•"/>
              <a:tabLst/>
              <a:defRPr/>
            </a:lvl2pPr>
            <a:lvl3pPr marL="914400" indent="0">
              <a:buNone/>
              <a:defRPr/>
            </a:lvl3pPr>
          </a:lstStyle>
          <a:p>
            <a:pPr lvl="0"/>
            <a:r>
              <a:rPr lang="en-GB"/>
              <a:t>Table of contents</a:t>
            </a:r>
          </a:p>
          <a:p>
            <a:pPr lvl="1"/>
            <a:r>
              <a:rPr lang="en-GB"/>
              <a:t>Description</a:t>
            </a:r>
          </a:p>
        </p:txBody>
      </p:sp>
      <p:sp>
        <p:nvSpPr>
          <p:cNvPr id="6" name="TextBox 5">
            <a:extLst>
              <a:ext uri="{FF2B5EF4-FFF2-40B4-BE49-F238E27FC236}">
                <a16:creationId xmlns:a16="http://schemas.microsoft.com/office/drawing/2014/main" id="{B25F9747-9017-231A-73B0-F1E43265F031}"/>
              </a:ext>
            </a:extLst>
          </p:cNvPr>
          <p:cNvSpPr txBox="1"/>
          <p:nvPr userDrawn="1"/>
        </p:nvSpPr>
        <p:spPr>
          <a:xfrm>
            <a:off x="554038" y="453513"/>
            <a:ext cx="3342903" cy="553998"/>
          </a:xfrm>
          <a:prstGeom prst="rect">
            <a:avLst/>
          </a:prstGeom>
          <a:noFill/>
        </p:spPr>
        <p:txBody>
          <a:bodyPr wrap="none" lIns="0" rtlCol="0">
            <a:spAutoFit/>
          </a:bodyPr>
          <a:lstStyle/>
          <a:p>
            <a:r>
              <a:rPr lang="en-GB" sz="3000" b="1">
                <a:solidFill>
                  <a:schemeClr val="tx2"/>
                </a:solidFill>
              </a:rPr>
              <a:t>Table of contents</a:t>
            </a:r>
            <a:endParaRPr lang="en-PL" sz="3000" b="1">
              <a:solidFill>
                <a:schemeClr val="tx2"/>
              </a:solidFill>
            </a:endParaRPr>
          </a:p>
        </p:txBody>
      </p:sp>
      <p:sp>
        <p:nvSpPr>
          <p:cNvPr id="10" name="Graphic 8">
            <a:extLst>
              <a:ext uri="{FF2B5EF4-FFF2-40B4-BE49-F238E27FC236}">
                <a16:creationId xmlns:a16="http://schemas.microsoft.com/office/drawing/2014/main" id="{F8E301CF-DA29-892F-5D25-A40CFC0DBDE9}"/>
              </a:ext>
            </a:extLst>
          </p:cNvPr>
          <p:cNvSpPr/>
          <p:nvPr/>
        </p:nvSpPr>
        <p:spPr>
          <a:xfrm rot="1079142">
            <a:off x="7060401" y="1532904"/>
            <a:ext cx="4341607" cy="4670103"/>
          </a:xfrm>
          <a:custGeom>
            <a:avLst/>
            <a:gdLst>
              <a:gd name="connsiteX0" fmla="*/ 1401949 w 1616853"/>
              <a:gd name="connsiteY0" fmla="*/ 422108 h 1739188"/>
              <a:gd name="connsiteX1" fmla="*/ 1615215 w 1616853"/>
              <a:gd name="connsiteY1" fmla="*/ 994174 h 1739188"/>
              <a:gd name="connsiteX2" fmla="*/ 1251001 w 1616853"/>
              <a:gd name="connsiteY2" fmla="*/ 1543821 h 1739188"/>
              <a:gd name="connsiteX3" fmla="*/ 480868 w 1616853"/>
              <a:gd name="connsiteY3" fmla="*/ 1705884 h 1739188"/>
              <a:gd name="connsiteX4" fmla="*/ 2563 w 1616853"/>
              <a:gd name="connsiteY4" fmla="*/ 1071596 h 1739188"/>
              <a:gd name="connsiteX5" fmla="*/ 319850 w 1616853"/>
              <a:gd name="connsiteY5" fmla="*/ 332242 h 1739188"/>
              <a:gd name="connsiteX6" fmla="*/ 922695 w 1616853"/>
              <a:gd name="connsiteY6" fmla="*/ 2891 h 1739188"/>
              <a:gd name="connsiteX7" fmla="*/ 1401949 w 1616853"/>
              <a:gd name="connsiteY7" fmla="*/ 422013 h 1739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6853" h="1739188">
                <a:moveTo>
                  <a:pt x="1401949" y="422108"/>
                </a:moveTo>
                <a:cubicBezTo>
                  <a:pt x="1530859" y="614760"/>
                  <a:pt x="1630985" y="799718"/>
                  <a:pt x="1615215" y="994174"/>
                </a:cubicBezTo>
                <a:cubicBezTo>
                  <a:pt x="1599446" y="1188726"/>
                  <a:pt x="1467592" y="1392303"/>
                  <a:pt x="1251001" y="1543821"/>
                </a:cubicBezTo>
                <a:cubicBezTo>
                  <a:pt x="1034410" y="1695340"/>
                  <a:pt x="732988" y="1794231"/>
                  <a:pt x="480868" y="1705884"/>
                </a:cubicBezTo>
                <a:cubicBezTo>
                  <a:pt x="229319" y="1617443"/>
                  <a:pt x="27072" y="1341670"/>
                  <a:pt x="2563" y="1071596"/>
                </a:cubicBezTo>
                <a:cubicBezTo>
                  <a:pt x="-21851" y="801997"/>
                  <a:pt x="131473" y="538194"/>
                  <a:pt x="319850" y="332242"/>
                </a:cubicBezTo>
                <a:cubicBezTo>
                  <a:pt x="508227" y="126291"/>
                  <a:pt x="732038" y="-22853"/>
                  <a:pt x="922695" y="2891"/>
                </a:cubicBezTo>
                <a:cubicBezTo>
                  <a:pt x="1113922" y="28730"/>
                  <a:pt x="1272565" y="229457"/>
                  <a:pt x="1401949" y="422013"/>
                </a:cubicBezTo>
                <a:close/>
              </a:path>
            </a:pathLst>
          </a:custGeom>
          <a:solidFill>
            <a:schemeClr val="bg1"/>
          </a:solidFill>
          <a:ln w="9487" cap="flat">
            <a:noFill/>
            <a:prstDash val="solid"/>
            <a:miter/>
          </a:ln>
        </p:spPr>
        <p:txBody>
          <a:bodyPr rtlCol="0" anchor="ctr"/>
          <a:lstStyle/>
          <a:p>
            <a:endParaRPr lang="en-PL"/>
          </a:p>
        </p:txBody>
      </p:sp>
      <p:sp>
        <p:nvSpPr>
          <p:cNvPr id="13" name="Freeform 12">
            <a:extLst>
              <a:ext uri="{FF2B5EF4-FFF2-40B4-BE49-F238E27FC236}">
                <a16:creationId xmlns:a16="http://schemas.microsoft.com/office/drawing/2014/main" id="{AE509DF0-4947-3F77-001C-EE500A459484}"/>
              </a:ext>
            </a:extLst>
          </p:cNvPr>
          <p:cNvSpPr/>
          <p:nvPr userDrawn="1"/>
        </p:nvSpPr>
        <p:spPr>
          <a:xfrm>
            <a:off x="5411972" y="3867956"/>
            <a:ext cx="6780029" cy="2990045"/>
          </a:xfrm>
          <a:custGeom>
            <a:avLst/>
            <a:gdLst>
              <a:gd name="connsiteX0" fmla="*/ 4839944 w 6780029"/>
              <a:gd name="connsiteY0" fmla="*/ 81 h 2990045"/>
              <a:gd name="connsiteX1" fmla="*/ 5025291 w 6780029"/>
              <a:gd name="connsiteY1" fmla="*/ 7366 h 2990045"/>
              <a:gd name="connsiteX2" fmla="*/ 6687407 w 6780029"/>
              <a:gd name="connsiteY2" fmla="*/ 597420 h 2990045"/>
              <a:gd name="connsiteX3" fmla="*/ 6780029 w 6780029"/>
              <a:gd name="connsiteY3" fmla="*/ 660808 h 2990045"/>
              <a:gd name="connsiteX4" fmla="*/ 6780029 w 6780029"/>
              <a:gd name="connsiteY4" fmla="*/ 2990045 h 2990045"/>
              <a:gd name="connsiteX5" fmla="*/ 0 w 6780029"/>
              <a:gd name="connsiteY5" fmla="*/ 2990045 h 2990045"/>
              <a:gd name="connsiteX6" fmla="*/ 6170 w 6780029"/>
              <a:gd name="connsiteY6" fmla="*/ 2961867 h 2990045"/>
              <a:gd name="connsiteX7" fmla="*/ 2108136 w 6780029"/>
              <a:gd name="connsiteY7" fmla="*/ 966347 h 2990045"/>
              <a:gd name="connsiteX8" fmla="*/ 2108620 w 6780029"/>
              <a:gd name="connsiteY8" fmla="*/ 966347 h 2990045"/>
              <a:gd name="connsiteX9" fmla="*/ 4839944 w 6780029"/>
              <a:gd name="connsiteY9" fmla="*/ 81 h 2990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780029" h="2990045">
                <a:moveTo>
                  <a:pt x="4839944" y="81"/>
                </a:moveTo>
                <a:cubicBezTo>
                  <a:pt x="4901551" y="537"/>
                  <a:pt x="4963327" y="2934"/>
                  <a:pt x="5025291" y="7366"/>
                </a:cubicBezTo>
                <a:cubicBezTo>
                  <a:pt x="5583247" y="47251"/>
                  <a:pt x="6155762" y="252299"/>
                  <a:pt x="6687407" y="597420"/>
                </a:cubicBezTo>
                <a:lnTo>
                  <a:pt x="6780029" y="660808"/>
                </a:lnTo>
                <a:lnTo>
                  <a:pt x="6780029" y="2990045"/>
                </a:lnTo>
                <a:lnTo>
                  <a:pt x="0" y="2990045"/>
                </a:lnTo>
                <a:lnTo>
                  <a:pt x="6170" y="2961867"/>
                </a:lnTo>
                <a:cubicBezTo>
                  <a:pt x="230750" y="2172845"/>
                  <a:pt x="1187750" y="1511778"/>
                  <a:pt x="2108136" y="966347"/>
                </a:cubicBezTo>
                <a:lnTo>
                  <a:pt x="2108620" y="966347"/>
                </a:lnTo>
                <a:cubicBezTo>
                  <a:pt x="3029465" y="422914"/>
                  <a:pt x="3915831" y="-6762"/>
                  <a:pt x="4839944" y="81"/>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17" name="Picture Placeholder 16">
            <a:extLst>
              <a:ext uri="{FF2B5EF4-FFF2-40B4-BE49-F238E27FC236}">
                <a16:creationId xmlns:a16="http://schemas.microsoft.com/office/drawing/2014/main" id="{98E84970-83D2-5FCC-63A9-27783FE6E4C4}"/>
              </a:ext>
            </a:extLst>
          </p:cNvPr>
          <p:cNvSpPr>
            <a:spLocks noGrp="1"/>
          </p:cNvSpPr>
          <p:nvPr>
            <p:ph type="pic" sz="quarter" idx="11"/>
          </p:nvPr>
        </p:nvSpPr>
        <p:spPr>
          <a:xfrm>
            <a:off x="6390007" y="1344770"/>
            <a:ext cx="4643466" cy="4757283"/>
          </a:xfrm>
          <a:custGeom>
            <a:avLst/>
            <a:gdLst>
              <a:gd name="connsiteX0" fmla="*/ 2172219 w 4643466"/>
              <a:gd name="connsiteY0" fmla="*/ 4 h 4757283"/>
              <a:gd name="connsiteX1" fmla="*/ 3682662 w 4643466"/>
              <a:gd name="connsiteY1" fmla="*/ 791177 h 4757283"/>
              <a:gd name="connsiteX2" fmla="*/ 3682719 w 4643466"/>
              <a:gd name="connsiteY2" fmla="*/ 791425 h 4757283"/>
              <a:gd name="connsiteX3" fmla="*/ 4631723 w 4643466"/>
              <a:gd name="connsiteY3" fmla="*/ 2150645 h 4757283"/>
              <a:gd name="connsiteX4" fmla="*/ 3921972 w 4643466"/>
              <a:gd name="connsiteY4" fmla="*/ 3826185 h 4757283"/>
              <a:gd name="connsiteX5" fmla="*/ 1824385 w 4643466"/>
              <a:gd name="connsiteY5" fmla="*/ 4750602 h 4757283"/>
              <a:gd name="connsiteX6" fmla="*/ 83093 w 4643466"/>
              <a:gd name="connsiteY6" fmla="*/ 3400595 h 4757283"/>
              <a:gd name="connsiteX7" fmla="*/ 545938 w 4643466"/>
              <a:gd name="connsiteY7" fmla="*/ 1258862 h 4757283"/>
              <a:gd name="connsiteX8" fmla="*/ 2067058 w 4643466"/>
              <a:gd name="connsiteY8" fmla="*/ 5108 h 4757283"/>
              <a:gd name="connsiteX9" fmla="*/ 2172219 w 4643466"/>
              <a:gd name="connsiteY9" fmla="*/ 4 h 47572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643466" h="4757283">
                <a:moveTo>
                  <a:pt x="2172219" y="4"/>
                </a:moveTo>
                <a:cubicBezTo>
                  <a:pt x="2698457" y="1377"/>
                  <a:pt x="3229338" y="397328"/>
                  <a:pt x="3682662" y="791177"/>
                </a:cubicBezTo>
                <a:lnTo>
                  <a:pt x="3682719" y="791425"/>
                </a:lnTo>
                <a:cubicBezTo>
                  <a:pt x="4164971" y="1212090"/>
                  <a:pt x="4560621" y="1631303"/>
                  <a:pt x="4631723" y="2150645"/>
                </a:cubicBezTo>
                <a:cubicBezTo>
                  <a:pt x="4702885" y="2670238"/>
                  <a:pt x="4448678" y="3288845"/>
                  <a:pt x="3921972" y="3826185"/>
                </a:cubicBezTo>
                <a:cubicBezTo>
                  <a:pt x="3395266" y="4363528"/>
                  <a:pt x="2595453" y="4818175"/>
                  <a:pt x="1824385" y="4750602"/>
                </a:cubicBezTo>
                <a:cubicBezTo>
                  <a:pt x="1054889" y="4682411"/>
                  <a:pt x="314082" y="4091754"/>
                  <a:pt x="83093" y="3400595"/>
                </a:cubicBezTo>
                <a:cubicBezTo>
                  <a:pt x="-147341" y="2710618"/>
                  <a:pt x="132101" y="1920392"/>
                  <a:pt x="545938" y="1258862"/>
                </a:cubicBezTo>
                <a:cubicBezTo>
                  <a:pt x="959775" y="597334"/>
                  <a:pt x="1508470" y="61520"/>
                  <a:pt x="2067058" y="5108"/>
                </a:cubicBezTo>
                <a:cubicBezTo>
                  <a:pt x="2102075" y="1575"/>
                  <a:pt x="2137137" y="-87"/>
                  <a:pt x="2172219" y="4"/>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PL"/>
          </a:p>
        </p:txBody>
      </p:sp>
      <p:sp>
        <p:nvSpPr>
          <p:cNvPr id="20" name="Freeform 19">
            <a:extLst>
              <a:ext uri="{FF2B5EF4-FFF2-40B4-BE49-F238E27FC236}">
                <a16:creationId xmlns:a16="http://schemas.microsoft.com/office/drawing/2014/main" id="{4FAA4253-6F70-282F-5C25-505FF0B604CB}"/>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
        <p:nvSpPr>
          <p:cNvPr id="2" name="Rectangle 6">
            <a:extLst>
              <a:ext uri="{FF2B5EF4-FFF2-40B4-BE49-F238E27FC236}">
                <a16:creationId xmlns:a16="http://schemas.microsoft.com/office/drawing/2014/main" id="{1A3E24A8-E36B-9C31-D93A-C91331AD16ED}"/>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3121690590"/>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Table of contents">
    <p:bg>
      <p:bgPr>
        <a:solidFill>
          <a:schemeClr val="accent4"/>
        </a:solidFill>
        <a:effectLst/>
      </p:bgPr>
    </p:bg>
    <p:spTree>
      <p:nvGrpSpPr>
        <p:cNvPr id="1" name=""/>
        <p:cNvGrpSpPr/>
        <p:nvPr/>
      </p:nvGrpSpPr>
      <p:grpSpPr>
        <a:xfrm>
          <a:off x="0" y="0"/>
          <a:ext cx="0" cy="0"/>
          <a:chOff x="0" y="0"/>
          <a:chExt cx="0" cy="0"/>
        </a:xfrm>
      </p:grpSpPr>
      <p:sp>
        <p:nvSpPr>
          <p:cNvPr id="16" name="Freeform 15">
            <a:extLst>
              <a:ext uri="{FF2B5EF4-FFF2-40B4-BE49-F238E27FC236}">
                <a16:creationId xmlns:a16="http://schemas.microsoft.com/office/drawing/2014/main" id="{50EC95FD-18E8-BB45-C1C0-A724E9A31721}"/>
              </a:ext>
            </a:extLst>
          </p:cNvPr>
          <p:cNvSpPr/>
          <p:nvPr userDrawn="1"/>
        </p:nvSpPr>
        <p:spPr>
          <a:xfrm>
            <a:off x="1" y="-9331"/>
            <a:ext cx="5475247" cy="6867331"/>
          </a:xfrm>
          <a:custGeom>
            <a:avLst/>
            <a:gdLst>
              <a:gd name="connsiteX0" fmla="*/ 0 w 5475247"/>
              <a:gd name="connsiteY0" fmla="*/ 0 h 6981631"/>
              <a:gd name="connsiteX1" fmla="*/ 4473087 w 5475247"/>
              <a:gd name="connsiteY1" fmla="*/ 0 h 6981631"/>
              <a:gd name="connsiteX2" fmla="*/ 4500927 w 5475247"/>
              <a:gd name="connsiteY2" fmla="*/ 33268 h 6981631"/>
              <a:gd name="connsiteX3" fmla="*/ 4923611 w 5475247"/>
              <a:gd name="connsiteY3" fmla="*/ 705713 h 6981631"/>
              <a:gd name="connsiteX4" fmla="*/ 4687098 w 5475247"/>
              <a:gd name="connsiteY4" fmla="*/ 6631117 h 6981631"/>
              <a:gd name="connsiteX5" fmla="*/ 4505245 w 5475247"/>
              <a:gd name="connsiteY5" fmla="*/ 6981631 h 6981631"/>
              <a:gd name="connsiteX6" fmla="*/ 0 w 5475247"/>
              <a:gd name="connsiteY6" fmla="*/ 6981631 h 698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475247" h="6981631">
                <a:moveTo>
                  <a:pt x="0" y="0"/>
                </a:moveTo>
                <a:lnTo>
                  <a:pt x="4473087" y="0"/>
                </a:lnTo>
                <a:lnTo>
                  <a:pt x="4500927" y="33268"/>
                </a:lnTo>
                <a:cubicBezTo>
                  <a:pt x="4664238" y="241731"/>
                  <a:pt x="4806622" y="465765"/>
                  <a:pt x="4923611" y="705713"/>
                </a:cubicBezTo>
                <a:cubicBezTo>
                  <a:pt x="5781537" y="2465332"/>
                  <a:pt x="5589698" y="4732700"/>
                  <a:pt x="4687098" y="6631117"/>
                </a:cubicBezTo>
                <a:lnTo>
                  <a:pt x="4505245" y="6981631"/>
                </a:lnTo>
                <a:lnTo>
                  <a:pt x="0" y="6981631"/>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3" name="Slide Number Placeholder 2">
            <a:extLst>
              <a:ext uri="{FF2B5EF4-FFF2-40B4-BE49-F238E27FC236}">
                <a16:creationId xmlns:a16="http://schemas.microsoft.com/office/drawing/2014/main" id="{007E160A-0514-EFDC-B468-65BCB476F62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5" name="Text Placeholder 6">
            <a:extLst>
              <a:ext uri="{FF2B5EF4-FFF2-40B4-BE49-F238E27FC236}">
                <a16:creationId xmlns:a16="http://schemas.microsoft.com/office/drawing/2014/main" id="{73090C62-63EE-C783-3628-6FD1DFD6EB91}"/>
              </a:ext>
            </a:extLst>
          </p:cNvPr>
          <p:cNvSpPr>
            <a:spLocks noGrp="1"/>
          </p:cNvSpPr>
          <p:nvPr>
            <p:ph idx="1" hasCustomPrompt="1"/>
          </p:nvPr>
        </p:nvSpPr>
        <p:spPr>
          <a:xfrm>
            <a:off x="554037" y="1436914"/>
            <a:ext cx="4177535" cy="4782485"/>
          </a:xfrm>
          <a:prstGeom prst="rect">
            <a:avLst/>
          </a:prstGeom>
        </p:spPr>
        <p:txBody>
          <a:bodyPr vert="horz" lIns="0" tIns="0" rIns="0" bIns="0" rtlCol="0">
            <a:normAutofit/>
          </a:bodyPr>
          <a:lstStyle>
            <a:lvl1pPr marL="7938" indent="-7938">
              <a:buNone/>
              <a:tabLst/>
              <a:defRPr b="1">
                <a:solidFill>
                  <a:schemeClr val="tx2"/>
                </a:solidFill>
              </a:defRPr>
            </a:lvl1pPr>
            <a:lvl2pPr marL="171450" indent="-171450">
              <a:buFont typeface="Arial" panose="020B0604020202020204" pitchFamily="34" charset="0"/>
              <a:buChar char="•"/>
              <a:tabLst/>
              <a:defRPr/>
            </a:lvl2pPr>
            <a:lvl3pPr marL="914400" indent="0">
              <a:buNone/>
              <a:defRPr/>
            </a:lvl3pPr>
          </a:lstStyle>
          <a:p>
            <a:pPr lvl="0"/>
            <a:r>
              <a:rPr lang="en-GB"/>
              <a:t>Table of contents</a:t>
            </a:r>
          </a:p>
          <a:p>
            <a:pPr lvl="1"/>
            <a:r>
              <a:rPr lang="en-GB"/>
              <a:t>Description</a:t>
            </a:r>
          </a:p>
        </p:txBody>
      </p:sp>
      <p:sp>
        <p:nvSpPr>
          <p:cNvPr id="6" name="TextBox 5">
            <a:extLst>
              <a:ext uri="{FF2B5EF4-FFF2-40B4-BE49-F238E27FC236}">
                <a16:creationId xmlns:a16="http://schemas.microsoft.com/office/drawing/2014/main" id="{B25F9747-9017-231A-73B0-F1E43265F031}"/>
              </a:ext>
            </a:extLst>
          </p:cNvPr>
          <p:cNvSpPr txBox="1"/>
          <p:nvPr userDrawn="1"/>
        </p:nvSpPr>
        <p:spPr>
          <a:xfrm>
            <a:off x="554038" y="453513"/>
            <a:ext cx="3342903" cy="553998"/>
          </a:xfrm>
          <a:prstGeom prst="rect">
            <a:avLst/>
          </a:prstGeom>
          <a:noFill/>
        </p:spPr>
        <p:txBody>
          <a:bodyPr wrap="none" lIns="0" rtlCol="0">
            <a:spAutoFit/>
          </a:bodyPr>
          <a:lstStyle/>
          <a:p>
            <a:r>
              <a:rPr lang="en-GB" sz="3000" b="1">
                <a:solidFill>
                  <a:schemeClr val="tx2"/>
                </a:solidFill>
              </a:rPr>
              <a:t>Table of contents</a:t>
            </a:r>
            <a:endParaRPr lang="en-PL" sz="3000" b="1">
              <a:solidFill>
                <a:schemeClr val="tx2"/>
              </a:solidFill>
            </a:endParaRPr>
          </a:p>
        </p:txBody>
      </p:sp>
      <p:sp>
        <p:nvSpPr>
          <p:cNvPr id="20" name="Freeform 19">
            <a:extLst>
              <a:ext uri="{FF2B5EF4-FFF2-40B4-BE49-F238E27FC236}">
                <a16:creationId xmlns:a16="http://schemas.microsoft.com/office/drawing/2014/main" id="{4FAA4253-6F70-282F-5C25-505FF0B604CB}"/>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
        <p:nvSpPr>
          <p:cNvPr id="2" name="Text Placeholder 6">
            <a:extLst>
              <a:ext uri="{FF2B5EF4-FFF2-40B4-BE49-F238E27FC236}">
                <a16:creationId xmlns:a16="http://schemas.microsoft.com/office/drawing/2014/main" id="{9F25721F-2D83-66F1-DEBC-A499BC9A0B81}"/>
              </a:ext>
            </a:extLst>
          </p:cNvPr>
          <p:cNvSpPr>
            <a:spLocks noGrp="1"/>
          </p:cNvSpPr>
          <p:nvPr>
            <p:ph idx="11" hasCustomPrompt="1"/>
          </p:nvPr>
        </p:nvSpPr>
        <p:spPr>
          <a:xfrm>
            <a:off x="5628938" y="1436913"/>
            <a:ext cx="4177535" cy="4862085"/>
          </a:xfrm>
          <a:prstGeom prst="rect">
            <a:avLst/>
          </a:prstGeom>
        </p:spPr>
        <p:txBody>
          <a:bodyPr vert="horz" lIns="0" tIns="0" rIns="0" bIns="0" rtlCol="0">
            <a:normAutofit/>
          </a:bodyPr>
          <a:lstStyle>
            <a:lvl1pPr marL="7938" indent="-7938">
              <a:buNone/>
              <a:tabLst/>
              <a:defRPr b="1">
                <a:solidFill>
                  <a:schemeClr val="tx2"/>
                </a:solidFill>
              </a:defRPr>
            </a:lvl1pPr>
            <a:lvl2pPr marL="171450" indent="-171450">
              <a:buFont typeface="Arial" panose="020B0604020202020204" pitchFamily="34" charset="0"/>
              <a:buChar char="•"/>
              <a:tabLst/>
              <a:defRPr/>
            </a:lvl2pPr>
            <a:lvl3pPr marL="914400" indent="0">
              <a:buNone/>
              <a:defRPr/>
            </a:lvl3pPr>
          </a:lstStyle>
          <a:p>
            <a:pPr lvl="0"/>
            <a:r>
              <a:rPr lang="en-GB"/>
              <a:t>Table of contents</a:t>
            </a:r>
          </a:p>
          <a:p>
            <a:pPr lvl="1"/>
            <a:r>
              <a:rPr lang="en-GB"/>
              <a:t>Description</a:t>
            </a:r>
          </a:p>
        </p:txBody>
      </p:sp>
      <p:sp>
        <p:nvSpPr>
          <p:cNvPr id="4" name="Rectangle 6">
            <a:extLst>
              <a:ext uri="{FF2B5EF4-FFF2-40B4-BE49-F238E27FC236}">
                <a16:creationId xmlns:a16="http://schemas.microsoft.com/office/drawing/2014/main" id="{1577687A-A4B6-805A-65DE-865982C331E2}"/>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4092653264"/>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Speaker">
    <p:spTree>
      <p:nvGrpSpPr>
        <p:cNvPr id="1" name=""/>
        <p:cNvGrpSpPr/>
        <p:nvPr/>
      </p:nvGrpSpPr>
      <p:grpSpPr>
        <a:xfrm>
          <a:off x="0" y="0"/>
          <a:ext cx="0" cy="0"/>
          <a:chOff x="0" y="0"/>
          <a:chExt cx="0" cy="0"/>
        </a:xfrm>
      </p:grpSpPr>
      <p:sp>
        <p:nvSpPr>
          <p:cNvPr id="9" name="Freeform 8">
            <a:extLst>
              <a:ext uri="{FF2B5EF4-FFF2-40B4-BE49-F238E27FC236}">
                <a16:creationId xmlns:a16="http://schemas.microsoft.com/office/drawing/2014/main" id="{34920531-3829-D901-CA90-A67538F5550E}"/>
              </a:ext>
            </a:extLst>
          </p:cNvPr>
          <p:cNvSpPr/>
          <p:nvPr userDrawn="1"/>
        </p:nvSpPr>
        <p:spPr>
          <a:xfrm>
            <a:off x="0" y="3626883"/>
            <a:ext cx="6250418" cy="3231117"/>
          </a:xfrm>
          <a:custGeom>
            <a:avLst/>
            <a:gdLst>
              <a:gd name="connsiteX0" fmla="*/ 429623 w 6250418"/>
              <a:gd name="connsiteY0" fmla="*/ 137 h 3231117"/>
              <a:gd name="connsiteX1" fmla="*/ 6107386 w 6250418"/>
              <a:gd name="connsiteY1" fmla="*/ 2905611 h 3231117"/>
              <a:gd name="connsiteX2" fmla="*/ 6218830 w 6250418"/>
              <a:gd name="connsiteY2" fmla="*/ 3150666 h 3231117"/>
              <a:gd name="connsiteX3" fmla="*/ 6250418 w 6250418"/>
              <a:gd name="connsiteY3" fmla="*/ 3231117 h 3231117"/>
              <a:gd name="connsiteX4" fmla="*/ 0 w 6250418"/>
              <a:gd name="connsiteY4" fmla="*/ 3231117 h 3231117"/>
              <a:gd name="connsiteX5" fmla="*/ 0 w 6250418"/>
              <a:gd name="connsiteY5" fmla="*/ 19551 h 3231117"/>
              <a:gd name="connsiteX6" fmla="*/ 201773 w 6250418"/>
              <a:gd name="connsiteY6" fmla="*/ 6063 h 3231117"/>
              <a:gd name="connsiteX7" fmla="*/ 429623 w 6250418"/>
              <a:gd name="connsiteY7" fmla="*/ 137 h 32311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250418" h="3231117">
                <a:moveTo>
                  <a:pt x="429623" y="137"/>
                </a:moveTo>
                <a:cubicBezTo>
                  <a:pt x="2362891" y="-12755"/>
                  <a:pt x="5124279" y="889243"/>
                  <a:pt x="6107386" y="2905611"/>
                </a:cubicBezTo>
                <a:cubicBezTo>
                  <a:pt x="6146710" y="2986266"/>
                  <a:pt x="6183848" y="3067979"/>
                  <a:pt x="6218830" y="3150666"/>
                </a:cubicBezTo>
                <a:lnTo>
                  <a:pt x="6250418" y="3231117"/>
                </a:lnTo>
                <a:lnTo>
                  <a:pt x="0" y="3231117"/>
                </a:lnTo>
                <a:lnTo>
                  <a:pt x="0" y="19551"/>
                </a:lnTo>
                <a:lnTo>
                  <a:pt x="201773" y="6063"/>
                </a:lnTo>
                <a:cubicBezTo>
                  <a:pt x="276287" y="2633"/>
                  <a:pt x="352292" y="653"/>
                  <a:pt x="429623" y="137"/>
                </a:cubicBez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F91F5749-03FC-F7CA-23FC-018BB6393070}"/>
              </a:ext>
            </a:extLst>
          </p:cNvPr>
          <p:cNvSpPr>
            <a:spLocks noGrp="1"/>
          </p:cNvSpPr>
          <p:nvPr>
            <p:ph type="title" hasCustomPrompt="1"/>
          </p:nvPr>
        </p:nvSpPr>
        <p:spPr>
          <a:xfrm>
            <a:off x="554038" y="549476"/>
            <a:ext cx="11090275"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CD743144-2B84-ED9F-7A6C-026226116B57}"/>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4" name="Text Placeholder 6">
            <a:extLst>
              <a:ext uri="{FF2B5EF4-FFF2-40B4-BE49-F238E27FC236}">
                <a16:creationId xmlns:a16="http://schemas.microsoft.com/office/drawing/2014/main" id="{DDA1212E-D354-313E-E545-50E8DAD0E2C1}"/>
              </a:ext>
            </a:extLst>
          </p:cNvPr>
          <p:cNvSpPr>
            <a:spLocks noGrp="1"/>
          </p:cNvSpPr>
          <p:nvPr>
            <p:ph idx="1" hasCustomPrompt="1"/>
          </p:nvPr>
        </p:nvSpPr>
        <p:spPr>
          <a:xfrm>
            <a:off x="4086225" y="3429000"/>
            <a:ext cx="3426938" cy="567965"/>
          </a:xfrm>
          <a:prstGeom prst="rect">
            <a:avLst/>
          </a:prstGeom>
        </p:spPr>
        <p:txBody>
          <a:bodyPr vert="horz" lIns="0" tIns="0" rIns="0" bIns="0" rtlCol="0">
            <a:normAutofit/>
          </a:bodyPr>
          <a:lstStyle>
            <a:lvl1pPr marL="12700" indent="0">
              <a:buNone/>
              <a:tabLst/>
              <a:defRPr b="1">
                <a:solidFill>
                  <a:schemeClr val="tx2"/>
                </a:solidFill>
              </a:defRPr>
            </a:lvl1pPr>
            <a:lvl2pPr marL="184150" indent="-171450">
              <a:buFont typeface="Arial" panose="020B0604020202020204" pitchFamily="34" charset="0"/>
              <a:buChar char="•"/>
              <a:tabLst/>
              <a:defRPr>
                <a:solidFill>
                  <a:schemeClr val="accent3"/>
                </a:solidFill>
              </a:defRPr>
            </a:lvl2pPr>
            <a:lvl3pPr marL="12700" indent="0">
              <a:buNone/>
              <a:tabLst/>
              <a:defRPr/>
            </a:lvl3pPr>
          </a:lstStyle>
          <a:p>
            <a:pPr lvl="0"/>
            <a:r>
              <a:rPr lang="en-GB"/>
              <a:t>Name and Surname</a:t>
            </a:r>
          </a:p>
          <a:p>
            <a:pPr lvl="1"/>
            <a:r>
              <a:rPr lang="en-GB"/>
              <a:t>Position</a:t>
            </a:r>
          </a:p>
        </p:txBody>
      </p:sp>
      <p:sp>
        <p:nvSpPr>
          <p:cNvPr id="11" name="Text Placeholder 10">
            <a:extLst>
              <a:ext uri="{FF2B5EF4-FFF2-40B4-BE49-F238E27FC236}">
                <a16:creationId xmlns:a16="http://schemas.microsoft.com/office/drawing/2014/main" id="{10B09ED9-4286-62EE-6EA2-069EA339FDCB}"/>
              </a:ext>
            </a:extLst>
          </p:cNvPr>
          <p:cNvSpPr>
            <a:spLocks noGrp="1"/>
          </p:cNvSpPr>
          <p:nvPr>
            <p:ph type="body" sz="quarter" idx="11"/>
          </p:nvPr>
        </p:nvSpPr>
        <p:spPr>
          <a:xfrm>
            <a:off x="4086225" y="4260850"/>
            <a:ext cx="7554913" cy="1292225"/>
          </a:xfrm>
        </p:spPr>
        <p:txBody>
          <a:bodyPr>
            <a:normAutofit/>
          </a:bodyPr>
          <a:lstStyle>
            <a:lvl1pPr>
              <a:defRPr sz="1200"/>
            </a:lvl1pPr>
            <a:lvl2pPr marL="179388" indent="-171450">
              <a:buFont typeface="Arial" panose="020B0604020202020204" pitchFamily="34" charset="0"/>
              <a:buChar char="•"/>
              <a:tabLst/>
              <a:defRPr/>
            </a:lvl2pPr>
          </a:lstStyle>
          <a:p>
            <a:pPr lvl="0"/>
            <a:r>
              <a:rPr lang="en-US"/>
              <a:t>Click to edit Master text styles</a:t>
            </a:r>
          </a:p>
        </p:txBody>
      </p:sp>
      <p:sp>
        <p:nvSpPr>
          <p:cNvPr id="17" name="Picture Placeholder 16">
            <a:extLst>
              <a:ext uri="{FF2B5EF4-FFF2-40B4-BE49-F238E27FC236}">
                <a16:creationId xmlns:a16="http://schemas.microsoft.com/office/drawing/2014/main" id="{68E59D0F-5073-70D2-7DED-0B771ABD1788}"/>
              </a:ext>
            </a:extLst>
          </p:cNvPr>
          <p:cNvSpPr>
            <a:spLocks noGrp="1"/>
          </p:cNvSpPr>
          <p:nvPr>
            <p:ph type="pic" sz="quarter" idx="12"/>
          </p:nvPr>
        </p:nvSpPr>
        <p:spPr>
          <a:xfrm>
            <a:off x="2296308" y="2970936"/>
            <a:ext cx="1407298" cy="1484092"/>
          </a:xfrm>
          <a:custGeom>
            <a:avLst/>
            <a:gdLst>
              <a:gd name="connsiteX0" fmla="*/ 577388 w 1407298"/>
              <a:gd name="connsiteY0" fmla="*/ 294 h 1484092"/>
              <a:gd name="connsiteX1" fmla="*/ 1228905 w 1407298"/>
              <a:gd name="connsiteY1" fmla="*/ 346913 h 1484092"/>
              <a:gd name="connsiteX2" fmla="*/ 1228836 w 1407298"/>
              <a:gd name="connsiteY2" fmla="*/ 346983 h 1484092"/>
              <a:gd name="connsiteX3" fmla="*/ 1372072 w 1407298"/>
              <a:gd name="connsiteY3" fmla="*/ 1018872 h 1484092"/>
              <a:gd name="connsiteX4" fmla="*/ 845991 w 1407298"/>
              <a:gd name="connsiteY4" fmla="*/ 1395599 h 1484092"/>
              <a:gd name="connsiteX5" fmla="*/ 317059 w 1407298"/>
              <a:gd name="connsiteY5" fmla="*/ 1447400 h 1484092"/>
              <a:gd name="connsiteX6" fmla="*/ 98867 w 1407298"/>
              <a:gd name="connsiteY6" fmla="*/ 973329 h 1484092"/>
              <a:gd name="connsiteX7" fmla="*/ 29544 w 1407298"/>
              <a:gd name="connsiteY7" fmla="*/ 358108 h 1484092"/>
              <a:gd name="connsiteX8" fmla="*/ 577388 w 1407298"/>
              <a:gd name="connsiteY8" fmla="*/ 294 h 1484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07298" h="1484092">
                <a:moveTo>
                  <a:pt x="577388" y="294"/>
                </a:moveTo>
                <a:cubicBezTo>
                  <a:pt x="819082" y="-7424"/>
                  <a:pt x="1069885" y="137898"/>
                  <a:pt x="1228905" y="346913"/>
                </a:cubicBezTo>
                <a:lnTo>
                  <a:pt x="1228836" y="346983"/>
                </a:lnTo>
                <a:cubicBezTo>
                  <a:pt x="1387508" y="555996"/>
                  <a:pt x="1454051" y="828424"/>
                  <a:pt x="1372072" y="1018872"/>
                </a:cubicBezTo>
                <a:cubicBezTo>
                  <a:pt x="1290094" y="1209321"/>
                  <a:pt x="1059664" y="1317931"/>
                  <a:pt x="845991" y="1395599"/>
                </a:cubicBezTo>
                <a:cubicBezTo>
                  <a:pt x="632319" y="1473683"/>
                  <a:pt x="435125" y="1520965"/>
                  <a:pt x="317059" y="1447400"/>
                </a:cubicBezTo>
                <a:cubicBezTo>
                  <a:pt x="198993" y="1374183"/>
                  <a:pt x="159777" y="1179910"/>
                  <a:pt x="98867" y="973329"/>
                </a:cubicBezTo>
                <a:cubicBezTo>
                  <a:pt x="37957" y="766748"/>
                  <a:pt x="-45065" y="547931"/>
                  <a:pt x="29544" y="358108"/>
                </a:cubicBezTo>
                <a:cubicBezTo>
                  <a:pt x="104152" y="168702"/>
                  <a:pt x="336042" y="7944"/>
                  <a:pt x="577388" y="294"/>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PL"/>
          </a:p>
        </p:txBody>
      </p:sp>
      <p:sp>
        <p:nvSpPr>
          <p:cNvPr id="19" name="Freeform 18">
            <a:extLst>
              <a:ext uri="{FF2B5EF4-FFF2-40B4-BE49-F238E27FC236}">
                <a16:creationId xmlns:a16="http://schemas.microsoft.com/office/drawing/2014/main" id="{AD687D95-E425-C5D6-479D-8E2139CF8679}"/>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
        <p:nvSpPr>
          <p:cNvPr id="5" name="Rectangle 6">
            <a:extLst>
              <a:ext uri="{FF2B5EF4-FFF2-40B4-BE49-F238E27FC236}">
                <a16:creationId xmlns:a16="http://schemas.microsoft.com/office/drawing/2014/main" id="{113DEA68-016A-1EB5-5744-78AC8C731E7D}"/>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1060754252"/>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Speakers">
    <p:spTree>
      <p:nvGrpSpPr>
        <p:cNvPr id="1" name=""/>
        <p:cNvGrpSpPr/>
        <p:nvPr/>
      </p:nvGrpSpPr>
      <p:grpSpPr>
        <a:xfrm>
          <a:off x="0" y="0"/>
          <a:ext cx="0" cy="0"/>
          <a:chOff x="0" y="0"/>
          <a:chExt cx="0" cy="0"/>
        </a:xfrm>
      </p:grpSpPr>
      <p:sp>
        <p:nvSpPr>
          <p:cNvPr id="9" name="Freeform 8">
            <a:extLst>
              <a:ext uri="{FF2B5EF4-FFF2-40B4-BE49-F238E27FC236}">
                <a16:creationId xmlns:a16="http://schemas.microsoft.com/office/drawing/2014/main" id="{34920531-3829-D901-CA90-A67538F5550E}"/>
              </a:ext>
            </a:extLst>
          </p:cNvPr>
          <p:cNvSpPr/>
          <p:nvPr userDrawn="1"/>
        </p:nvSpPr>
        <p:spPr>
          <a:xfrm>
            <a:off x="0" y="3626883"/>
            <a:ext cx="6250418" cy="3231117"/>
          </a:xfrm>
          <a:custGeom>
            <a:avLst/>
            <a:gdLst>
              <a:gd name="connsiteX0" fmla="*/ 429623 w 6250418"/>
              <a:gd name="connsiteY0" fmla="*/ 137 h 3231117"/>
              <a:gd name="connsiteX1" fmla="*/ 6107386 w 6250418"/>
              <a:gd name="connsiteY1" fmla="*/ 2905611 h 3231117"/>
              <a:gd name="connsiteX2" fmla="*/ 6218830 w 6250418"/>
              <a:gd name="connsiteY2" fmla="*/ 3150666 h 3231117"/>
              <a:gd name="connsiteX3" fmla="*/ 6250418 w 6250418"/>
              <a:gd name="connsiteY3" fmla="*/ 3231117 h 3231117"/>
              <a:gd name="connsiteX4" fmla="*/ 0 w 6250418"/>
              <a:gd name="connsiteY4" fmla="*/ 3231117 h 3231117"/>
              <a:gd name="connsiteX5" fmla="*/ 0 w 6250418"/>
              <a:gd name="connsiteY5" fmla="*/ 19551 h 3231117"/>
              <a:gd name="connsiteX6" fmla="*/ 201773 w 6250418"/>
              <a:gd name="connsiteY6" fmla="*/ 6063 h 3231117"/>
              <a:gd name="connsiteX7" fmla="*/ 429623 w 6250418"/>
              <a:gd name="connsiteY7" fmla="*/ 137 h 32311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250418" h="3231117">
                <a:moveTo>
                  <a:pt x="429623" y="137"/>
                </a:moveTo>
                <a:cubicBezTo>
                  <a:pt x="2362891" y="-12755"/>
                  <a:pt x="5124279" y="889243"/>
                  <a:pt x="6107386" y="2905611"/>
                </a:cubicBezTo>
                <a:cubicBezTo>
                  <a:pt x="6146710" y="2986266"/>
                  <a:pt x="6183848" y="3067979"/>
                  <a:pt x="6218830" y="3150666"/>
                </a:cubicBezTo>
                <a:lnTo>
                  <a:pt x="6250418" y="3231117"/>
                </a:lnTo>
                <a:lnTo>
                  <a:pt x="0" y="3231117"/>
                </a:lnTo>
                <a:lnTo>
                  <a:pt x="0" y="19551"/>
                </a:lnTo>
                <a:lnTo>
                  <a:pt x="201773" y="6063"/>
                </a:lnTo>
                <a:cubicBezTo>
                  <a:pt x="276287" y="2633"/>
                  <a:pt x="352292" y="653"/>
                  <a:pt x="429623" y="137"/>
                </a:cubicBez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F91F5749-03FC-F7CA-23FC-018BB6393070}"/>
              </a:ext>
            </a:extLst>
          </p:cNvPr>
          <p:cNvSpPr>
            <a:spLocks noGrp="1"/>
          </p:cNvSpPr>
          <p:nvPr>
            <p:ph type="title" hasCustomPrompt="1"/>
          </p:nvPr>
        </p:nvSpPr>
        <p:spPr>
          <a:xfrm>
            <a:off x="554038" y="549476"/>
            <a:ext cx="11090275"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CD743144-2B84-ED9F-7A6C-026226116B57}"/>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4" name="Text Placeholder 6">
            <a:extLst>
              <a:ext uri="{FF2B5EF4-FFF2-40B4-BE49-F238E27FC236}">
                <a16:creationId xmlns:a16="http://schemas.microsoft.com/office/drawing/2014/main" id="{DDA1212E-D354-313E-E545-50E8DAD0E2C1}"/>
              </a:ext>
            </a:extLst>
          </p:cNvPr>
          <p:cNvSpPr>
            <a:spLocks noGrp="1"/>
          </p:cNvSpPr>
          <p:nvPr>
            <p:ph idx="1" hasCustomPrompt="1"/>
          </p:nvPr>
        </p:nvSpPr>
        <p:spPr>
          <a:xfrm>
            <a:off x="1224485" y="4307293"/>
            <a:ext cx="4209362" cy="567965"/>
          </a:xfrm>
          <a:prstGeom prst="rect">
            <a:avLst/>
          </a:prstGeom>
        </p:spPr>
        <p:txBody>
          <a:bodyPr vert="horz" lIns="0" tIns="0" rIns="0" bIns="0" rtlCol="0">
            <a:normAutofit/>
          </a:bodyPr>
          <a:lstStyle>
            <a:lvl1pPr marL="12700" indent="0" algn="ctr">
              <a:buNone/>
              <a:tabLst/>
              <a:defRPr b="1">
                <a:solidFill>
                  <a:schemeClr val="tx2"/>
                </a:solidFill>
              </a:defRPr>
            </a:lvl1pPr>
            <a:lvl2pPr marL="184150" indent="-171450" algn="ctr">
              <a:buFont typeface="Arial" panose="020B0604020202020204" pitchFamily="34" charset="0"/>
              <a:buChar char="•"/>
              <a:tabLst/>
              <a:defRPr>
                <a:solidFill>
                  <a:schemeClr val="accent3"/>
                </a:solidFill>
              </a:defRPr>
            </a:lvl2pPr>
            <a:lvl3pPr marL="12700" indent="0">
              <a:buNone/>
              <a:tabLst/>
              <a:defRPr/>
            </a:lvl3pPr>
          </a:lstStyle>
          <a:p>
            <a:pPr lvl="0"/>
            <a:r>
              <a:rPr lang="en-GB"/>
              <a:t>Name and Surname</a:t>
            </a:r>
          </a:p>
          <a:p>
            <a:pPr lvl="1"/>
            <a:r>
              <a:rPr lang="en-GB"/>
              <a:t>Position</a:t>
            </a:r>
          </a:p>
        </p:txBody>
      </p:sp>
      <p:sp>
        <p:nvSpPr>
          <p:cNvPr id="11" name="Text Placeholder 10">
            <a:extLst>
              <a:ext uri="{FF2B5EF4-FFF2-40B4-BE49-F238E27FC236}">
                <a16:creationId xmlns:a16="http://schemas.microsoft.com/office/drawing/2014/main" id="{10B09ED9-4286-62EE-6EA2-069EA339FDCB}"/>
              </a:ext>
            </a:extLst>
          </p:cNvPr>
          <p:cNvSpPr>
            <a:spLocks noGrp="1"/>
          </p:cNvSpPr>
          <p:nvPr>
            <p:ph type="body" sz="quarter" idx="11"/>
          </p:nvPr>
        </p:nvSpPr>
        <p:spPr>
          <a:xfrm>
            <a:off x="1224485" y="5031064"/>
            <a:ext cx="4209363" cy="1076177"/>
          </a:xfrm>
        </p:spPr>
        <p:txBody>
          <a:bodyPr>
            <a:normAutofit/>
          </a:bodyPr>
          <a:lstStyle>
            <a:lvl1pPr algn="ctr">
              <a:defRPr sz="1200"/>
            </a:lvl1pPr>
            <a:lvl2pPr marL="179388" indent="-171450" algn="ctr">
              <a:buFont typeface="Arial" panose="020B0604020202020204" pitchFamily="34" charset="0"/>
              <a:buChar char="•"/>
              <a:tabLst/>
              <a:defRPr/>
            </a:lvl2pPr>
          </a:lstStyle>
          <a:p>
            <a:pPr lvl="0"/>
            <a:r>
              <a:rPr lang="en-US"/>
              <a:t>Click to edit Master text styles</a:t>
            </a:r>
          </a:p>
        </p:txBody>
      </p:sp>
      <p:sp>
        <p:nvSpPr>
          <p:cNvPr id="17" name="Picture Placeholder 16">
            <a:extLst>
              <a:ext uri="{FF2B5EF4-FFF2-40B4-BE49-F238E27FC236}">
                <a16:creationId xmlns:a16="http://schemas.microsoft.com/office/drawing/2014/main" id="{68E59D0F-5073-70D2-7DED-0B771ABD1788}"/>
              </a:ext>
            </a:extLst>
          </p:cNvPr>
          <p:cNvSpPr>
            <a:spLocks noGrp="1"/>
          </p:cNvSpPr>
          <p:nvPr>
            <p:ph type="pic" sz="quarter" idx="12"/>
          </p:nvPr>
        </p:nvSpPr>
        <p:spPr>
          <a:xfrm>
            <a:off x="2478049" y="2686954"/>
            <a:ext cx="1407298" cy="1484092"/>
          </a:xfrm>
          <a:custGeom>
            <a:avLst/>
            <a:gdLst>
              <a:gd name="connsiteX0" fmla="*/ 577388 w 1407298"/>
              <a:gd name="connsiteY0" fmla="*/ 294 h 1484092"/>
              <a:gd name="connsiteX1" fmla="*/ 1228905 w 1407298"/>
              <a:gd name="connsiteY1" fmla="*/ 346913 h 1484092"/>
              <a:gd name="connsiteX2" fmla="*/ 1228836 w 1407298"/>
              <a:gd name="connsiteY2" fmla="*/ 346983 h 1484092"/>
              <a:gd name="connsiteX3" fmla="*/ 1372072 w 1407298"/>
              <a:gd name="connsiteY3" fmla="*/ 1018872 h 1484092"/>
              <a:gd name="connsiteX4" fmla="*/ 845991 w 1407298"/>
              <a:gd name="connsiteY4" fmla="*/ 1395599 h 1484092"/>
              <a:gd name="connsiteX5" fmla="*/ 317059 w 1407298"/>
              <a:gd name="connsiteY5" fmla="*/ 1447400 h 1484092"/>
              <a:gd name="connsiteX6" fmla="*/ 98867 w 1407298"/>
              <a:gd name="connsiteY6" fmla="*/ 973329 h 1484092"/>
              <a:gd name="connsiteX7" fmla="*/ 29544 w 1407298"/>
              <a:gd name="connsiteY7" fmla="*/ 358108 h 1484092"/>
              <a:gd name="connsiteX8" fmla="*/ 577388 w 1407298"/>
              <a:gd name="connsiteY8" fmla="*/ 294 h 1484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07298" h="1484092">
                <a:moveTo>
                  <a:pt x="577388" y="294"/>
                </a:moveTo>
                <a:cubicBezTo>
                  <a:pt x="819082" y="-7424"/>
                  <a:pt x="1069885" y="137898"/>
                  <a:pt x="1228905" y="346913"/>
                </a:cubicBezTo>
                <a:lnTo>
                  <a:pt x="1228836" y="346983"/>
                </a:lnTo>
                <a:cubicBezTo>
                  <a:pt x="1387508" y="555996"/>
                  <a:pt x="1454051" y="828424"/>
                  <a:pt x="1372072" y="1018872"/>
                </a:cubicBezTo>
                <a:cubicBezTo>
                  <a:pt x="1290094" y="1209321"/>
                  <a:pt x="1059664" y="1317931"/>
                  <a:pt x="845991" y="1395599"/>
                </a:cubicBezTo>
                <a:cubicBezTo>
                  <a:pt x="632319" y="1473683"/>
                  <a:pt x="435125" y="1520965"/>
                  <a:pt x="317059" y="1447400"/>
                </a:cubicBezTo>
                <a:cubicBezTo>
                  <a:pt x="198993" y="1374183"/>
                  <a:pt x="159777" y="1179910"/>
                  <a:pt x="98867" y="973329"/>
                </a:cubicBezTo>
                <a:cubicBezTo>
                  <a:pt x="37957" y="766748"/>
                  <a:pt x="-45065" y="547931"/>
                  <a:pt x="29544" y="358108"/>
                </a:cubicBezTo>
                <a:cubicBezTo>
                  <a:pt x="104152" y="168702"/>
                  <a:pt x="336042" y="7944"/>
                  <a:pt x="577388" y="294"/>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PL"/>
          </a:p>
        </p:txBody>
      </p:sp>
      <p:sp>
        <p:nvSpPr>
          <p:cNvPr id="5" name="Text Placeholder 6">
            <a:extLst>
              <a:ext uri="{FF2B5EF4-FFF2-40B4-BE49-F238E27FC236}">
                <a16:creationId xmlns:a16="http://schemas.microsoft.com/office/drawing/2014/main" id="{D3BEFE12-0524-0985-AA7F-1671AB15602E}"/>
              </a:ext>
            </a:extLst>
          </p:cNvPr>
          <p:cNvSpPr>
            <a:spLocks noGrp="1"/>
          </p:cNvSpPr>
          <p:nvPr>
            <p:ph idx="13" hasCustomPrompt="1"/>
          </p:nvPr>
        </p:nvSpPr>
        <p:spPr>
          <a:xfrm>
            <a:off x="6807825" y="4307293"/>
            <a:ext cx="4209362" cy="567965"/>
          </a:xfrm>
          <a:prstGeom prst="rect">
            <a:avLst/>
          </a:prstGeom>
        </p:spPr>
        <p:txBody>
          <a:bodyPr vert="horz" lIns="0" tIns="0" rIns="0" bIns="0" rtlCol="0">
            <a:normAutofit/>
          </a:bodyPr>
          <a:lstStyle>
            <a:lvl1pPr marL="12700" indent="0" algn="ctr">
              <a:buNone/>
              <a:tabLst/>
              <a:defRPr b="1">
                <a:solidFill>
                  <a:schemeClr val="tx2"/>
                </a:solidFill>
              </a:defRPr>
            </a:lvl1pPr>
            <a:lvl2pPr marL="184150" indent="-171450" algn="ctr">
              <a:buFont typeface="Arial" panose="020B0604020202020204" pitchFamily="34" charset="0"/>
              <a:buChar char="•"/>
              <a:tabLst/>
              <a:defRPr>
                <a:solidFill>
                  <a:schemeClr val="accent3"/>
                </a:solidFill>
              </a:defRPr>
            </a:lvl2pPr>
            <a:lvl3pPr marL="12700" indent="0">
              <a:buNone/>
              <a:tabLst/>
              <a:defRPr/>
            </a:lvl3pPr>
          </a:lstStyle>
          <a:p>
            <a:pPr lvl="0"/>
            <a:r>
              <a:rPr lang="en-GB"/>
              <a:t>Name and Surname</a:t>
            </a:r>
          </a:p>
          <a:p>
            <a:pPr lvl="1"/>
            <a:r>
              <a:rPr lang="en-GB"/>
              <a:t>Position</a:t>
            </a:r>
          </a:p>
        </p:txBody>
      </p:sp>
      <p:sp>
        <p:nvSpPr>
          <p:cNvPr id="6" name="Text Placeholder 10">
            <a:extLst>
              <a:ext uri="{FF2B5EF4-FFF2-40B4-BE49-F238E27FC236}">
                <a16:creationId xmlns:a16="http://schemas.microsoft.com/office/drawing/2014/main" id="{51A4C240-E285-77C0-A17E-0BDA96C73013}"/>
              </a:ext>
            </a:extLst>
          </p:cNvPr>
          <p:cNvSpPr>
            <a:spLocks noGrp="1"/>
          </p:cNvSpPr>
          <p:nvPr>
            <p:ph type="body" sz="quarter" idx="14"/>
          </p:nvPr>
        </p:nvSpPr>
        <p:spPr>
          <a:xfrm>
            <a:off x="6807825" y="5031064"/>
            <a:ext cx="4209363" cy="1076177"/>
          </a:xfrm>
        </p:spPr>
        <p:txBody>
          <a:bodyPr>
            <a:normAutofit/>
          </a:bodyPr>
          <a:lstStyle>
            <a:lvl1pPr algn="ctr">
              <a:defRPr sz="1200"/>
            </a:lvl1pPr>
            <a:lvl2pPr marL="7938" indent="0" algn="ctr">
              <a:buNone/>
              <a:tabLst/>
              <a:defRPr/>
            </a:lvl2pPr>
          </a:lstStyle>
          <a:p>
            <a:pPr lvl="0"/>
            <a:r>
              <a:rPr lang="en-US"/>
              <a:t>Click to edit Master text styles</a:t>
            </a:r>
          </a:p>
        </p:txBody>
      </p:sp>
      <p:sp>
        <p:nvSpPr>
          <p:cNvPr id="7" name="Picture Placeholder 16">
            <a:extLst>
              <a:ext uri="{FF2B5EF4-FFF2-40B4-BE49-F238E27FC236}">
                <a16:creationId xmlns:a16="http://schemas.microsoft.com/office/drawing/2014/main" id="{342F1595-54C1-521B-CB5D-F4CABA31B696}"/>
              </a:ext>
            </a:extLst>
          </p:cNvPr>
          <p:cNvSpPr>
            <a:spLocks noGrp="1"/>
          </p:cNvSpPr>
          <p:nvPr>
            <p:ph type="pic" sz="quarter" idx="15"/>
          </p:nvPr>
        </p:nvSpPr>
        <p:spPr>
          <a:xfrm>
            <a:off x="8061389" y="2686954"/>
            <a:ext cx="1407298" cy="1484092"/>
          </a:xfrm>
          <a:custGeom>
            <a:avLst/>
            <a:gdLst>
              <a:gd name="connsiteX0" fmla="*/ 577388 w 1407298"/>
              <a:gd name="connsiteY0" fmla="*/ 294 h 1484092"/>
              <a:gd name="connsiteX1" fmla="*/ 1228905 w 1407298"/>
              <a:gd name="connsiteY1" fmla="*/ 346913 h 1484092"/>
              <a:gd name="connsiteX2" fmla="*/ 1228836 w 1407298"/>
              <a:gd name="connsiteY2" fmla="*/ 346983 h 1484092"/>
              <a:gd name="connsiteX3" fmla="*/ 1372072 w 1407298"/>
              <a:gd name="connsiteY3" fmla="*/ 1018872 h 1484092"/>
              <a:gd name="connsiteX4" fmla="*/ 845991 w 1407298"/>
              <a:gd name="connsiteY4" fmla="*/ 1395599 h 1484092"/>
              <a:gd name="connsiteX5" fmla="*/ 317059 w 1407298"/>
              <a:gd name="connsiteY5" fmla="*/ 1447400 h 1484092"/>
              <a:gd name="connsiteX6" fmla="*/ 98867 w 1407298"/>
              <a:gd name="connsiteY6" fmla="*/ 973329 h 1484092"/>
              <a:gd name="connsiteX7" fmla="*/ 29544 w 1407298"/>
              <a:gd name="connsiteY7" fmla="*/ 358108 h 1484092"/>
              <a:gd name="connsiteX8" fmla="*/ 577388 w 1407298"/>
              <a:gd name="connsiteY8" fmla="*/ 294 h 1484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07298" h="1484092">
                <a:moveTo>
                  <a:pt x="577388" y="294"/>
                </a:moveTo>
                <a:cubicBezTo>
                  <a:pt x="819082" y="-7424"/>
                  <a:pt x="1069885" y="137898"/>
                  <a:pt x="1228905" y="346913"/>
                </a:cubicBezTo>
                <a:lnTo>
                  <a:pt x="1228836" y="346983"/>
                </a:lnTo>
                <a:cubicBezTo>
                  <a:pt x="1387508" y="555996"/>
                  <a:pt x="1454051" y="828424"/>
                  <a:pt x="1372072" y="1018872"/>
                </a:cubicBezTo>
                <a:cubicBezTo>
                  <a:pt x="1290094" y="1209321"/>
                  <a:pt x="1059664" y="1317931"/>
                  <a:pt x="845991" y="1395599"/>
                </a:cubicBezTo>
                <a:cubicBezTo>
                  <a:pt x="632319" y="1473683"/>
                  <a:pt x="435125" y="1520965"/>
                  <a:pt x="317059" y="1447400"/>
                </a:cubicBezTo>
                <a:cubicBezTo>
                  <a:pt x="198993" y="1374183"/>
                  <a:pt x="159777" y="1179910"/>
                  <a:pt x="98867" y="973329"/>
                </a:cubicBezTo>
                <a:cubicBezTo>
                  <a:pt x="37957" y="766748"/>
                  <a:pt x="-45065" y="547931"/>
                  <a:pt x="29544" y="358108"/>
                </a:cubicBezTo>
                <a:cubicBezTo>
                  <a:pt x="104152" y="168702"/>
                  <a:pt x="336042" y="7944"/>
                  <a:pt x="577388" y="294"/>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PL"/>
          </a:p>
        </p:txBody>
      </p:sp>
      <p:sp>
        <p:nvSpPr>
          <p:cNvPr id="8" name="Rectangle 6">
            <a:extLst>
              <a:ext uri="{FF2B5EF4-FFF2-40B4-BE49-F238E27FC236}">
                <a16:creationId xmlns:a16="http://schemas.microsoft.com/office/drawing/2014/main" id="{B4BF3A08-8728-370B-1C60-034EF297EC6C}"/>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
        <p:nvSpPr>
          <p:cNvPr id="10" name="Freeform 9">
            <a:extLst>
              <a:ext uri="{FF2B5EF4-FFF2-40B4-BE49-F238E27FC236}">
                <a16:creationId xmlns:a16="http://schemas.microsoft.com/office/drawing/2014/main" id="{7C02B5AC-C5E7-E0AB-AE41-51FBBA471C16}"/>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1957939838"/>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Content_Basic">
    <p:spTree>
      <p:nvGrpSpPr>
        <p:cNvPr id="1" name=""/>
        <p:cNvGrpSpPr/>
        <p:nvPr/>
      </p:nvGrpSpPr>
      <p:grpSpPr>
        <a:xfrm>
          <a:off x="0" y="0"/>
          <a:ext cx="0" cy="0"/>
          <a:chOff x="0" y="0"/>
          <a:chExt cx="0" cy="0"/>
        </a:xfrm>
      </p:grpSpPr>
      <p:sp>
        <p:nvSpPr>
          <p:cNvPr id="13" name="Freeform 12">
            <a:extLst>
              <a:ext uri="{FF2B5EF4-FFF2-40B4-BE49-F238E27FC236}">
                <a16:creationId xmlns:a16="http://schemas.microsoft.com/office/drawing/2014/main" id="{FF4C1F15-4D7F-A4C2-9E63-6E4C1835AE5D}"/>
              </a:ext>
            </a:extLst>
          </p:cNvPr>
          <p:cNvSpPr/>
          <p:nvPr userDrawn="1"/>
        </p:nvSpPr>
        <p:spPr>
          <a:xfrm>
            <a:off x="0" y="2362961"/>
            <a:ext cx="12192000" cy="4483603"/>
          </a:xfrm>
          <a:custGeom>
            <a:avLst/>
            <a:gdLst>
              <a:gd name="connsiteX0" fmla="*/ 7094336 w 12223102"/>
              <a:gd name="connsiteY0" fmla="*/ 973 h 4495041"/>
              <a:gd name="connsiteX1" fmla="*/ 7658561 w 12223102"/>
              <a:gd name="connsiteY1" fmla="*/ 19161 h 4495041"/>
              <a:gd name="connsiteX2" fmla="*/ 12132909 w 12223102"/>
              <a:gd name="connsiteY2" fmla="*/ 2524033 h 4495041"/>
              <a:gd name="connsiteX3" fmla="*/ 12223102 w 12223102"/>
              <a:gd name="connsiteY3" fmla="*/ 2696368 h 4495041"/>
              <a:gd name="connsiteX4" fmla="*/ 12223102 w 12223102"/>
              <a:gd name="connsiteY4" fmla="*/ 4495041 h 4495041"/>
              <a:gd name="connsiteX5" fmla="*/ 0 w 12223102"/>
              <a:gd name="connsiteY5" fmla="*/ 4495041 h 4495041"/>
              <a:gd name="connsiteX6" fmla="*/ 0 w 12223102"/>
              <a:gd name="connsiteY6" fmla="*/ 1679964 h 4495041"/>
              <a:gd name="connsiteX7" fmla="*/ 203273 w 12223102"/>
              <a:gd name="connsiteY7" fmla="*/ 1557797 h 4495041"/>
              <a:gd name="connsiteX8" fmla="*/ 3532858 w 12223102"/>
              <a:gd name="connsiteY8" fmla="*/ 749399 h 4495041"/>
              <a:gd name="connsiteX9" fmla="*/ 7094336 w 12223102"/>
              <a:gd name="connsiteY9" fmla="*/ 973 h 4495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223102" h="4495041">
                <a:moveTo>
                  <a:pt x="7094336" y="973"/>
                </a:moveTo>
                <a:cubicBezTo>
                  <a:pt x="7276515" y="-2440"/>
                  <a:pt x="7464078" y="3013"/>
                  <a:pt x="7658561" y="19161"/>
                </a:cubicBezTo>
                <a:cubicBezTo>
                  <a:pt x="9210601" y="139180"/>
                  <a:pt x="11209251" y="954376"/>
                  <a:pt x="12132909" y="2524033"/>
                </a:cubicBezTo>
                <a:lnTo>
                  <a:pt x="12223102" y="2696368"/>
                </a:lnTo>
                <a:lnTo>
                  <a:pt x="12223102" y="4495041"/>
                </a:lnTo>
                <a:lnTo>
                  <a:pt x="0" y="4495041"/>
                </a:lnTo>
                <a:lnTo>
                  <a:pt x="0" y="1679964"/>
                </a:lnTo>
                <a:lnTo>
                  <a:pt x="203273" y="1557797"/>
                </a:lnTo>
                <a:cubicBezTo>
                  <a:pt x="1130500" y="1056162"/>
                  <a:pt x="2430761" y="972836"/>
                  <a:pt x="3532858" y="749399"/>
                </a:cubicBezTo>
                <a:cubicBezTo>
                  <a:pt x="4807615" y="483242"/>
                  <a:pt x="5819080" y="24865"/>
                  <a:pt x="7094336" y="973"/>
                </a:cubicBez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038" y="549476"/>
            <a:ext cx="11090275"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4" name="Text Placeholder 6">
            <a:extLst>
              <a:ext uri="{FF2B5EF4-FFF2-40B4-BE49-F238E27FC236}">
                <a16:creationId xmlns:a16="http://schemas.microsoft.com/office/drawing/2014/main" id="{39AA7B67-6693-B256-903C-FCF873DB345C}"/>
              </a:ext>
            </a:extLst>
          </p:cNvPr>
          <p:cNvSpPr>
            <a:spLocks noGrp="1"/>
          </p:cNvSpPr>
          <p:nvPr>
            <p:ph idx="1"/>
          </p:nvPr>
        </p:nvSpPr>
        <p:spPr>
          <a:xfrm>
            <a:off x="554037" y="1825625"/>
            <a:ext cx="11090275" cy="4483100"/>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8" name="Rectangle 6">
            <a:extLst>
              <a:ext uri="{FF2B5EF4-FFF2-40B4-BE49-F238E27FC236}">
                <a16:creationId xmlns:a16="http://schemas.microsoft.com/office/drawing/2014/main" id="{32F2526A-F8E6-681A-4E1B-EBA7E2EE9B5D}"/>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4016655008"/>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Content_3 Columns_Comparison">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B4D4C034-320B-6DDD-5EA0-66E4226329A7}"/>
              </a:ext>
            </a:extLst>
          </p:cNvPr>
          <p:cNvSpPr/>
          <p:nvPr userDrawn="1"/>
        </p:nvSpPr>
        <p:spPr>
          <a:xfrm>
            <a:off x="0" y="3980869"/>
            <a:ext cx="3548627" cy="2877132"/>
          </a:xfrm>
          <a:custGeom>
            <a:avLst/>
            <a:gdLst>
              <a:gd name="connsiteX0" fmla="*/ 0 w 3548627"/>
              <a:gd name="connsiteY0" fmla="*/ 0 h 2877132"/>
              <a:gd name="connsiteX1" fmla="*/ 17180 w 3548627"/>
              <a:gd name="connsiteY1" fmla="*/ 2773 h 2877132"/>
              <a:gd name="connsiteX2" fmla="*/ 259491 w 3548627"/>
              <a:gd name="connsiteY2" fmla="*/ 60188 h 2877132"/>
              <a:gd name="connsiteX3" fmla="*/ 3514069 w 3548627"/>
              <a:gd name="connsiteY3" fmla="*/ 2844543 h 2877132"/>
              <a:gd name="connsiteX4" fmla="*/ 3548627 w 3548627"/>
              <a:gd name="connsiteY4" fmla="*/ 2877132 h 2877132"/>
              <a:gd name="connsiteX5" fmla="*/ 0 w 3548627"/>
              <a:gd name="connsiteY5" fmla="*/ 2877132 h 2877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48627" h="2877132">
                <a:moveTo>
                  <a:pt x="0" y="0"/>
                </a:moveTo>
                <a:lnTo>
                  <a:pt x="17180" y="2773"/>
                </a:lnTo>
                <a:cubicBezTo>
                  <a:pt x="98749" y="18969"/>
                  <a:pt x="179570" y="38093"/>
                  <a:pt x="259491" y="60188"/>
                </a:cubicBezTo>
                <a:cubicBezTo>
                  <a:pt x="2497293" y="678866"/>
                  <a:pt x="2569908" y="1912490"/>
                  <a:pt x="3514069" y="2844543"/>
                </a:cubicBezTo>
                <a:lnTo>
                  <a:pt x="3548627" y="2877132"/>
                </a:lnTo>
                <a:lnTo>
                  <a:pt x="0" y="2877132"/>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039" y="549476"/>
            <a:ext cx="11087100"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4" name="Text Placeholder 6">
            <a:extLst>
              <a:ext uri="{FF2B5EF4-FFF2-40B4-BE49-F238E27FC236}">
                <a16:creationId xmlns:a16="http://schemas.microsoft.com/office/drawing/2014/main" id="{151D2AC7-BB8D-E36B-EF33-A57E03B9B4F0}"/>
              </a:ext>
            </a:extLst>
          </p:cNvPr>
          <p:cNvSpPr>
            <a:spLocks noGrp="1"/>
          </p:cNvSpPr>
          <p:nvPr>
            <p:ph idx="1"/>
          </p:nvPr>
        </p:nvSpPr>
        <p:spPr>
          <a:xfrm>
            <a:off x="550861" y="3020992"/>
            <a:ext cx="3468245" cy="1448023"/>
          </a:xfrm>
          <a:prstGeom prst="rect">
            <a:avLst/>
          </a:prstGeom>
          <a:solidFill>
            <a:schemeClr val="bg1"/>
          </a:solidFill>
          <a:ln>
            <a:solidFill>
              <a:schemeClr val="accent3"/>
            </a:solidFill>
          </a:ln>
        </p:spPr>
        <p:txBody>
          <a:bodyPr vert="horz" lIns="216000" tIns="216000" rIns="216000" bIns="21600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8" name="Text Placeholder 7">
            <a:extLst>
              <a:ext uri="{FF2B5EF4-FFF2-40B4-BE49-F238E27FC236}">
                <a16:creationId xmlns:a16="http://schemas.microsoft.com/office/drawing/2014/main" id="{F6E9F23E-DC2B-A56B-B5FA-839AF3E2CA96}"/>
              </a:ext>
            </a:extLst>
          </p:cNvPr>
          <p:cNvSpPr>
            <a:spLocks noGrp="1"/>
          </p:cNvSpPr>
          <p:nvPr>
            <p:ph type="body" sz="quarter" idx="11"/>
          </p:nvPr>
        </p:nvSpPr>
        <p:spPr>
          <a:xfrm>
            <a:off x="550861" y="2272649"/>
            <a:ext cx="3468245" cy="747415"/>
          </a:xfrm>
          <a:solidFill>
            <a:schemeClr val="accent3"/>
          </a:solidFill>
        </p:spPr>
        <p:txBody>
          <a:bodyPr lIns="216000" rIns="720000" anchor="ctr"/>
          <a:lstStyle>
            <a:lvl1pPr marL="0" indent="0">
              <a:buNone/>
              <a:defRPr b="1">
                <a:solidFill>
                  <a:schemeClr val="bg1"/>
                </a:solidFill>
              </a:defRPr>
            </a:lvl1pPr>
          </a:lstStyle>
          <a:p>
            <a:pPr lvl="0"/>
            <a:r>
              <a:rPr lang="en-US"/>
              <a:t>Click to edit Master text styles</a:t>
            </a:r>
          </a:p>
        </p:txBody>
      </p:sp>
      <p:sp>
        <p:nvSpPr>
          <p:cNvPr id="7" name="Text Placeholder 6">
            <a:extLst>
              <a:ext uri="{FF2B5EF4-FFF2-40B4-BE49-F238E27FC236}">
                <a16:creationId xmlns:a16="http://schemas.microsoft.com/office/drawing/2014/main" id="{50CBE420-3F31-E575-C2A6-367264618371}"/>
              </a:ext>
            </a:extLst>
          </p:cNvPr>
          <p:cNvSpPr>
            <a:spLocks noGrp="1"/>
          </p:cNvSpPr>
          <p:nvPr>
            <p:ph idx="12"/>
          </p:nvPr>
        </p:nvSpPr>
        <p:spPr>
          <a:xfrm>
            <a:off x="4361877" y="3020992"/>
            <a:ext cx="3468245" cy="1448023"/>
          </a:xfrm>
          <a:prstGeom prst="rect">
            <a:avLst/>
          </a:prstGeom>
          <a:solidFill>
            <a:schemeClr val="bg1"/>
          </a:solidFill>
          <a:ln>
            <a:solidFill>
              <a:schemeClr val="accent3"/>
            </a:solidFill>
          </a:ln>
        </p:spPr>
        <p:txBody>
          <a:bodyPr vert="horz" lIns="216000" tIns="216000" rIns="216000" bIns="21600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9" name="Text Placeholder 7">
            <a:extLst>
              <a:ext uri="{FF2B5EF4-FFF2-40B4-BE49-F238E27FC236}">
                <a16:creationId xmlns:a16="http://schemas.microsoft.com/office/drawing/2014/main" id="{DFEAFB00-1D47-1908-BECD-4C204FAF1EBC}"/>
              </a:ext>
            </a:extLst>
          </p:cNvPr>
          <p:cNvSpPr>
            <a:spLocks noGrp="1"/>
          </p:cNvSpPr>
          <p:nvPr>
            <p:ph type="body" sz="quarter" idx="13"/>
          </p:nvPr>
        </p:nvSpPr>
        <p:spPr>
          <a:xfrm>
            <a:off x="4361877" y="2272649"/>
            <a:ext cx="3468245" cy="747415"/>
          </a:xfrm>
          <a:solidFill>
            <a:schemeClr val="tx2"/>
          </a:solidFill>
        </p:spPr>
        <p:txBody>
          <a:bodyPr lIns="216000" rIns="720000" anchor="ctr"/>
          <a:lstStyle>
            <a:lvl1pPr marL="0" indent="0">
              <a:buNone/>
              <a:defRPr b="1">
                <a:solidFill>
                  <a:schemeClr val="bg1"/>
                </a:solidFill>
              </a:defRPr>
            </a:lvl1pPr>
          </a:lstStyle>
          <a:p>
            <a:pPr lvl="0"/>
            <a:r>
              <a:rPr lang="en-US"/>
              <a:t>Click to edit Master text styles</a:t>
            </a:r>
          </a:p>
        </p:txBody>
      </p:sp>
      <p:sp>
        <p:nvSpPr>
          <p:cNvPr id="11" name="Text Placeholder 6">
            <a:extLst>
              <a:ext uri="{FF2B5EF4-FFF2-40B4-BE49-F238E27FC236}">
                <a16:creationId xmlns:a16="http://schemas.microsoft.com/office/drawing/2014/main" id="{3BEC06E4-E609-C6A5-1DD4-2791601C7E39}"/>
              </a:ext>
            </a:extLst>
          </p:cNvPr>
          <p:cNvSpPr>
            <a:spLocks noGrp="1"/>
          </p:cNvSpPr>
          <p:nvPr>
            <p:ph idx="14"/>
          </p:nvPr>
        </p:nvSpPr>
        <p:spPr>
          <a:xfrm>
            <a:off x="8172893" y="3020992"/>
            <a:ext cx="3468245" cy="1448023"/>
          </a:xfrm>
          <a:prstGeom prst="rect">
            <a:avLst/>
          </a:prstGeom>
          <a:solidFill>
            <a:schemeClr val="bg1"/>
          </a:solidFill>
          <a:ln>
            <a:solidFill>
              <a:schemeClr val="accent3"/>
            </a:solidFill>
          </a:ln>
        </p:spPr>
        <p:txBody>
          <a:bodyPr vert="horz" lIns="216000" tIns="216000" rIns="216000" bIns="21600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12" name="Text Placeholder 7">
            <a:extLst>
              <a:ext uri="{FF2B5EF4-FFF2-40B4-BE49-F238E27FC236}">
                <a16:creationId xmlns:a16="http://schemas.microsoft.com/office/drawing/2014/main" id="{A7414179-2DE8-0773-D77B-3664542F9711}"/>
              </a:ext>
            </a:extLst>
          </p:cNvPr>
          <p:cNvSpPr>
            <a:spLocks noGrp="1"/>
          </p:cNvSpPr>
          <p:nvPr>
            <p:ph type="body" sz="quarter" idx="15"/>
          </p:nvPr>
        </p:nvSpPr>
        <p:spPr>
          <a:xfrm>
            <a:off x="8172893" y="2272649"/>
            <a:ext cx="3468245" cy="747415"/>
          </a:xfrm>
          <a:solidFill>
            <a:schemeClr val="accent1"/>
          </a:solidFill>
        </p:spPr>
        <p:txBody>
          <a:bodyPr lIns="216000" rIns="720000" anchor="ctr"/>
          <a:lstStyle>
            <a:lvl1pPr marL="0" indent="0">
              <a:buNone/>
              <a:defRPr b="1">
                <a:solidFill>
                  <a:schemeClr val="bg1"/>
                </a:solidFill>
              </a:defRPr>
            </a:lvl1pPr>
          </a:lstStyle>
          <a:p>
            <a:pPr lvl="0"/>
            <a:r>
              <a:rPr lang="en-US"/>
              <a:t>Click to edit Master text styles</a:t>
            </a:r>
          </a:p>
        </p:txBody>
      </p:sp>
      <p:sp>
        <p:nvSpPr>
          <p:cNvPr id="20" name="Picture Placeholder 9">
            <a:extLst>
              <a:ext uri="{FF2B5EF4-FFF2-40B4-BE49-F238E27FC236}">
                <a16:creationId xmlns:a16="http://schemas.microsoft.com/office/drawing/2014/main" id="{ECBFB9A0-3E0E-E422-871E-3CA94A242A45}"/>
              </a:ext>
            </a:extLst>
          </p:cNvPr>
          <p:cNvSpPr>
            <a:spLocks noGrp="1"/>
          </p:cNvSpPr>
          <p:nvPr>
            <p:ph type="pic" sz="quarter" idx="16" hasCustomPrompt="1"/>
          </p:nvPr>
        </p:nvSpPr>
        <p:spPr>
          <a:xfrm>
            <a:off x="3285047" y="2274700"/>
            <a:ext cx="734059" cy="732858"/>
          </a:xfrm>
        </p:spPr>
        <p:txBody>
          <a:bodyPr anchor="ctr">
            <a:normAutofit/>
          </a:bodyPr>
          <a:lstStyle>
            <a:lvl1pPr marL="0" indent="0" algn="ctr">
              <a:buNone/>
              <a:defRPr sz="1200">
                <a:solidFill>
                  <a:schemeClr val="bg1"/>
                </a:solidFill>
              </a:defRPr>
            </a:lvl1pPr>
          </a:lstStyle>
          <a:p>
            <a:r>
              <a:rPr lang="en-PL"/>
              <a:t>Icon</a:t>
            </a:r>
          </a:p>
        </p:txBody>
      </p:sp>
      <p:sp>
        <p:nvSpPr>
          <p:cNvPr id="21" name="Picture Placeholder 9">
            <a:extLst>
              <a:ext uri="{FF2B5EF4-FFF2-40B4-BE49-F238E27FC236}">
                <a16:creationId xmlns:a16="http://schemas.microsoft.com/office/drawing/2014/main" id="{F8B3B003-875D-3888-3DCA-FB2A4EE53A65}"/>
              </a:ext>
            </a:extLst>
          </p:cNvPr>
          <p:cNvSpPr>
            <a:spLocks noGrp="1"/>
          </p:cNvSpPr>
          <p:nvPr>
            <p:ph type="pic" sz="quarter" idx="17" hasCustomPrompt="1"/>
          </p:nvPr>
        </p:nvSpPr>
        <p:spPr>
          <a:xfrm>
            <a:off x="7096063" y="2274700"/>
            <a:ext cx="734059" cy="732858"/>
          </a:xfrm>
        </p:spPr>
        <p:txBody>
          <a:bodyPr anchor="ctr">
            <a:normAutofit/>
          </a:bodyPr>
          <a:lstStyle>
            <a:lvl1pPr marL="0" indent="0" algn="ctr">
              <a:buNone/>
              <a:defRPr sz="1200">
                <a:solidFill>
                  <a:schemeClr val="bg1"/>
                </a:solidFill>
              </a:defRPr>
            </a:lvl1pPr>
          </a:lstStyle>
          <a:p>
            <a:r>
              <a:rPr lang="en-PL"/>
              <a:t>Icon</a:t>
            </a:r>
          </a:p>
        </p:txBody>
      </p:sp>
      <p:sp>
        <p:nvSpPr>
          <p:cNvPr id="22" name="Picture Placeholder 9">
            <a:extLst>
              <a:ext uri="{FF2B5EF4-FFF2-40B4-BE49-F238E27FC236}">
                <a16:creationId xmlns:a16="http://schemas.microsoft.com/office/drawing/2014/main" id="{4AA41865-18A2-548E-5FDA-5CF50E809152}"/>
              </a:ext>
            </a:extLst>
          </p:cNvPr>
          <p:cNvSpPr>
            <a:spLocks noGrp="1"/>
          </p:cNvSpPr>
          <p:nvPr>
            <p:ph type="pic" sz="quarter" idx="18" hasCustomPrompt="1"/>
          </p:nvPr>
        </p:nvSpPr>
        <p:spPr>
          <a:xfrm>
            <a:off x="10907079" y="2274700"/>
            <a:ext cx="734059" cy="732858"/>
          </a:xfrm>
        </p:spPr>
        <p:txBody>
          <a:bodyPr anchor="ctr">
            <a:normAutofit/>
          </a:bodyPr>
          <a:lstStyle>
            <a:lvl1pPr marL="0" indent="0" algn="ctr">
              <a:buNone/>
              <a:defRPr sz="1200">
                <a:solidFill>
                  <a:schemeClr val="bg1"/>
                </a:solidFill>
              </a:defRPr>
            </a:lvl1pPr>
          </a:lstStyle>
          <a:p>
            <a:r>
              <a:rPr lang="en-PL"/>
              <a:t>Icon</a:t>
            </a:r>
          </a:p>
        </p:txBody>
      </p:sp>
      <p:sp>
        <p:nvSpPr>
          <p:cNvPr id="24" name="Text Placeholder 23">
            <a:extLst>
              <a:ext uri="{FF2B5EF4-FFF2-40B4-BE49-F238E27FC236}">
                <a16:creationId xmlns:a16="http://schemas.microsoft.com/office/drawing/2014/main" id="{14D9E28D-7884-2387-F23A-3865D752AC27}"/>
              </a:ext>
            </a:extLst>
          </p:cNvPr>
          <p:cNvSpPr>
            <a:spLocks noGrp="1"/>
          </p:cNvSpPr>
          <p:nvPr>
            <p:ph type="body" sz="quarter" idx="19"/>
          </p:nvPr>
        </p:nvSpPr>
        <p:spPr>
          <a:xfrm>
            <a:off x="550863" y="4930775"/>
            <a:ext cx="11090275" cy="1377950"/>
          </a:xfrm>
        </p:spPr>
        <p:txBody>
          <a:bodyPr/>
          <a:lstStyle/>
          <a:p>
            <a:pPr lvl="0"/>
            <a:r>
              <a:rPr lang="en-US"/>
              <a:t>Click to edit Master text styles</a:t>
            </a:r>
          </a:p>
          <a:p>
            <a:pPr lvl="1"/>
            <a:r>
              <a:rPr lang="en-US"/>
              <a:t>Second level</a:t>
            </a:r>
          </a:p>
          <a:p>
            <a:pPr lvl="2"/>
            <a:r>
              <a:rPr lang="en-US"/>
              <a:t>Third level</a:t>
            </a:r>
          </a:p>
        </p:txBody>
      </p:sp>
      <p:sp>
        <p:nvSpPr>
          <p:cNvPr id="10" name="Rectangle 6">
            <a:extLst>
              <a:ext uri="{FF2B5EF4-FFF2-40B4-BE49-F238E27FC236}">
                <a16:creationId xmlns:a16="http://schemas.microsoft.com/office/drawing/2014/main" id="{33E6BFE3-56D0-E350-F911-073145A627C2}"/>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2305049371"/>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Content_3 Columns_Comparison_2">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525437C-A40E-C40C-40AE-5ACC8E51E447}"/>
              </a:ext>
            </a:extLst>
          </p:cNvPr>
          <p:cNvSpPr/>
          <p:nvPr userDrawn="1"/>
        </p:nvSpPr>
        <p:spPr>
          <a:xfrm>
            <a:off x="0" y="-9331"/>
            <a:ext cx="4074368" cy="6867331"/>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F2C6ABB0-2B00-49BC-EC7B-26AF429385E3}"/>
              </a:ext>
            </a:extLst>
          </p:cNvPr>
          <p:cNvSpPr/>
          <p:nvPr userDrawn="1"/>
        </p:nvSpPr>
        <p:spPr>
          <a:xfrm>
            <a:off x="4074367" y="-9331"/>
            <a:ext cx="4074368" cy="686733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FC97BE5E-57EE-01FA-DC75-B5D8ACE84F58}"/>
              </a:ext>
            </a:extLst>
          </p:cNvPr>
          <p:cNvSpPr/>
          <p:nvPr userDrawn="1"/>
        </p:nvSpPr>
        <p:spPr>
          <a:xfrm>
            <a:off x="8148735" y="-4665"/>
            <a:ext cx="4043265" cy="6867331"/>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039" y="549476"/>
            <a:ext cx="11087100" cy="1131687"/>
          </a:xfrm>
        </p:spPr>
        <p:txBody>
          <a:bodyPr/>
          <a:lstStyle>
            <a:lvl1pPr>
              <a:defRPr>
                <a:solidFill>
                  <a:schemeClr val="bg1"/>
                </a:solidFill>
              </a:defRPr>
            </a:lvl1p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lvl1pPr>
              <a:defRPr>
                <a:solidFill>
                  <a:schemeClr val="bg2"/>
                </a:solidFill>
              </a:defRPr>
            </a:lvl1pPr>
          </a:lstStyle>
          <a:p>
            <a:fld id="{4EE75B84-B7E0-4C4B-AC9D-894B0C074E7C}" type="slidenum">
              <a:rPr lang="en-PL" smtClean="0"/>
              <a:pPr/>
              <a:t>‹#›</a:t>
            </a:fld>
            <a:endParaRPr lang="en-PL"/>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accent4">
                <a:alpha val="9504"/>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17" name="Text Placeholder 6">
            <a:extLst>
              <a:ext uri="{FF2B5EF4-FFF2-40B4-BE49-F238E27FC236}">
                <a16:creationId xmlns:a16="http://schemas.microsoft.com/office/drawing/2014/main" id="{A63E8409-D303-82F9-A976-A8D896A39FD0}"/>
              </a:ext>
            </a:extLst>
          </p:cNvPr>
          <p:cNvSpPr>
            <a:spLocks noGrp="1"/>
          </p:cNvSpPr>
          <p:nvPr>
            <p:ph idx="1"/>
          </p:nvPr>
        </p:nvSpPr>
        <p:spPr>
          <a:xfrm>
            <a:off x="554037" y="2599978"/>
            <a:ext cx="3149530" cy="3708545"/>
          </a:xfrm>
          <a:prstGeom prst="rect">
            <a:avLst/>
          </a:prstGeom>
        </p:spPr>
        <p:txBody>
          <a:bodyPr vert="horz" lIns="0" tIns="0" rIns="0" bIns="0" rtlCol="0">
            <a:normAutofit/>
          </a:bodyPr>
          <a:lstStyle>
            <a:lvl1pPr marL="0" indent="0" algn="ctr">
              <a:buNone/>
              <a:defRPr sz="1200">
                <a:solidFill>
                  <a:schemeClr val="bg1"/>
                </a:solidFill>
              </a:defRPr>
            </a:lvl1pPr>
            <a:lvl2pPr marL="457200" indent="0">
              <a:buNone/>
              <a:defRPr/>
            </a:lvl2pPr>
            <a:lvl3pPr marL="914400" indent="0">
              <a:buNone/>
              <a:defRPr/>
            </a:lvl3pPr>
          </a:lstStyle>
          <a:p>
            <a:pPr lvl="0"/>
            <a:r>
              <a:rPr lang="en-US"/>
              <a:t>Click to edit Master text styles</a:t>
            </a:r>
          </a:p>
        </p:txBody>
      </p:sp>
      <p:sp>
        <p:nvSpPr>
          <p:cNvPr id="18" name="Text Placeholder 7">
            <a:extLst>
              <a:ext uri="{FF2B5EF4-FFF2-40B4-BE49-F238E27FC236}">
                <a16:creationId xmlns:a16="http://schemas.microsoft.com/office/drawing/2014/main" id="{988C3E31-1373-ED98-F74B-0625680753B3}"/>
              </a:ext>
            </a:extLst>
          </p:cNvPr>
          <p:cNvSpPr>
            <a:spLocks noGrp="1"/>
          </p:cNvSpPr>
          <p:nvPr>
            <p:ph type="body" sz="quarter" idx="11"/>
          </p:nvPr>
        </p:nvSpPr>
        <p:spPr>
          <a:xfrm>
            <a:off x="554037" y="1970665"/>
            <a:ext cx="3149530" cy="444507"/>
          </a:xfrm>
        </p:spPr>
        <p:txBody>
          <a:bodyPr/>
          <a:lstStyle>
            <a:lvl1pPr marL="0" indent="0" algn="ctr">
              <a:buNone/>
              <a:defRPr b="1">
                <a:solidFill>
                  <a:schemeClr val="bg1"/>
                </a:solidFill>
              </a:defRPr>
            </a:lvl1pPr>
          </a:lstStyle>
          <a:p>
            <a:pPr lvl="0"/>
            <a:r>
              <a:rPr lang="en-US"/>
              <a:t>Click to edit Master text styles</a:t>
            </a:r>
          </a:p>
        </p:txBody>
      </p:sp>
      <p:sp>
        <p:nvSpPr>
          <p:cNvPr id="23" name="Text Placeholder 6">
            <a:extLst>
              <a:ext uri="{FF2B5EF4-FFF2-40B4-BE49-F238E27FC236}">
                <a16:creationId xmlns:a16="http://schemas.microsoft.com/office/drawing/2014/main" id="{2142A9DC-B0AD-69EB-B83C-76EFC9BE3F4E}"/>
              </a:ext>
            </a:extLst>
          </p:cNvPr>
          <p:cNvSpPr>
            <a:spLocks noGrp="1"/>
          </p:cNvSpPr>
          <p:nvPr>
            <p:ph idx="13"/>
          </p:nvPr>
        </p:nvSpPr>
        <p:spPr>
          <a:xfrm>
            <a:off x="8491608" y="2599979"/>
            <a:ext cx="3149530" cy="3708746"/>
          </a:xfrm>
          <a:prstGeom prst="rect">
            <a:avLst/>
          </a:prstGeom>
        </p:spPr>
        <p:txBody>
          <a:bodyPr vert="horz" lIns="0" tIns="0" rIns="0" bIns="0" rtlCol="0">
            <a:normAutofit/>
          </a:bodyPr>
          <a:lstStyle>
            <a:lvl1pPr marL="0" indent="0" algn="ctr">
              <a:buNone/>
              <a:defRPr sz="1200">
                <a:solidFill>
                  <a:schemeClr val="bg1"/>
                </a:solidFill>
              </a:defRPr>
            </a:lvl1pPr>
            <a:lvl2pPr marL="457200" indent="0">
              <a:buNone/>
              <a:defRPr/>
            </a:lvl2pPr>
            <a:lvl3pPr marL="914400" indent="0">
              <a:buNone/>
              <a:defRPr/>
            </a:lvl3pPr>
          </a:lstStyle>
          <a:p>
            <a:pPr lvl="0"/>
            <a:r>
              <a:rPr lang="en-US"/>
              <a:t>Click to edit Master text styles</a:t>
            </a:r>
          </a:p>
        </p:txBody>
      </p:sp>
      <p:sp>
        <p:nvSpPr>
          <p:cNvPr id="25" name="Text Placeholder 7">
            <a:extLst>
              <a:ext uri="{FF2B5EF4-FFF2-40B4-BE49-F238E27FC236}">
                <a16:creationId xmlns:a16="http://schemas.microsoft.com/office/drawing/2014/main" id="{4C4F168F-916B-2C8B-D271-76901003D45D}"/>
              </a:ext>
            </a:extLst>
          </p:cNvPr>
          <p:cNvSpPr>
            <a:spLocks noGrp="1"/>
          </p:cNvSpPr>
          <p:nvPr>
            <p:ph type="body" sz="quarter" idx="14"/>
          </p:nvPr>
        </p:nvSpPr>
        <p:spPr>
          <a:xfrm>
            <a:off x="8491608" y="1970665"/>
            <a:ext cx="3149530" cy="444507"/>
          </a:xfrm>
        </p:spPr>
        <p:txBody>
          <a:bodyPr/>
          <a:lstStyle>
            <a:lvl1pPr marL="0" indent="0" algn="ctr">
              <a:buNone/>
              <a:defRPr b="1">
                <a:solidFill>
                  <a:schemeClr val="bg1"/>
                </a:solidFill>
              </a:defRPr>
            </a:lvl1pPr>
          </a:lstStyle>
          <a:p>
            <a:pPr lvl="0"/>
            <a:r>
              <a:rPr lang="en-US"/>
              <a:t>Click to edit Master text styles</a:t>
            </a:r>
          </a:p>
        </p:txBody>
      </p:sp>
      <p:sp>
        <p:nvSpPr>
          <p:cNvPr id="26" name="Text Placeholder 6">
            <a:extLst>
              <a:ext uri="{FF2B5EF4-FFF2-40B4-BE49-F238E27FC236}">
                <a16:creationId xmlns:a16="http://schemas.microsoft.com/office/drawing/2014/main" id="{B323D17A-94C3-3DC3-68D3-7911DE9A60E5}"/>
              </a:ext>
            </a:extLst>
          </p:cNvPr>
          <p:cNvSpPr>
            <a:spLocks noGrp="1"/>
          </p:cNvSpPr>
          <p:nvPr>
            <p:ph idx="16"/>
          </p:nvPr>
        </p:nvSpPr>
        <p:spPr>
          <a:xfrm>
            <a:off x="4521235" y="2599979"/>
            <a:ext cx="3149530" cy="3708746"/>
          </a:xfrm>
          <a:prstGeom prst="rect">
            <a:avLst/>
          </a:prstGeom>
        </p:spPr>
        <p:txBody>
          <a:bodyPr vert="horz" lIns="0" tIns="0" rIns="0" bIns="0" rtlCol="0">
            <a:normAutofit/>
          </a:bodyPr>
          <a:lstStyle>
            <a:lvl1pPr marL="0" indent="0" algn="ctr">
              <a:buNone/>
              <a:defRPr sz="1200">
                <a:solidFill>
                  <a:schemeClr val="bg1"/>
                </a:solidFill>
              </a:defRPr>
            </a:lvl1pPr>
            <a:lvl2pPr marL="457200" indent="0">
              <a:buNone/>
              <a:defRPr/>
            </a:lvl2pPr>
            <a:lvl3pPr marL="914400" indent="0">
              <a:buNone/>
              <a:defRPr/>
            </a:lvl3pPr>
          </a:lstStyle>
          <a:p>
            <a:pPr lvl="0"/>
            <a:r>
              <a:rPr lang="en-US"/>
              <a:t>Click to edit Master text styles</a:t>
            </a:r>
          </a:p>
        </p:txBody>
      </p:sp>
      <p:sp>
        <p:nvSpPr>
          <p:cNvPr id="27" name="Text Placeholder 7">
            <a:extLst>
              <a:ext uri="{FF2B5EF4-FFF2-40B4-BE49-F238E27FC236}">
                <a16:creationId xmlns:a16="http://schemas.microsoft.com/office/drawing/2014/main" id="{56B63100-7AC9-1651-E1E1-A1A218970AC3}"/>
              </a:ext>
            </a:extLst>
          </p:cNvPr>
          <p:cNvSpPr>
            <a:spLocks noGrp="1"/>
          </p:cNvSpPr>
          <p:nvPr>
            <p:ph type="body" sz="quarter" idx="17"/>
          </p:nvPr>
        </p:nvSpPr>
        <p:spPr>
          <a:xfrm>
            <a:off x="4521235" y="1970665"/>
            <a:ext cx="3149530" cy="444507"/>
          </a:xfrm>
        </p:spPr>
        <p:txBody>
          <a:bodyPr/>
          <a:lstStyle>
            <a:lvl1pPr marL="0" indent="0" algn="ctr">
              <a:buNone/>
              <a:defRPr b="1">
                <a:solidFill>
                  <a:schemeClr val="bg1"/>
                </a:solidFill>
              </a:defRPr>
            </a:lvl1pPr>
          </a:lstStyle>
          <a:p>
            <a:pPr lvl="0"/>
            <a:r>
              <a:rPr lang="en-US"/>
              <a:t>Click to edit Master text styles</a:t>
            </a:r>
          </a:p>
        </p:txBody>
      </p:sp>
      <p:sp>
        <p:nvSpPr>
          <p:cNvPr id="4" name="Rectangle 6">
            <a:extLst>
              <a:ext uri="{FF2B5EF4-FFF2-40B4-BE49-F238E27FC236}">
                <a16:creationId xmlns:a16="http://schemas.microsoft.com/office/drawing/2014/main" id="{8DD81181-6E76-CEF3-F63F-071DBF748063}"/>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bg2">
              <a:alpha val="9903"/>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167155389"/>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Content_2 Columns">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B4D4C034-320B-6DDD-5EA0-66E4226329A7}"/>
              </a:ext>
            </a:extLst>
          </p:cNvPr>
          <p:cNvSpPr/>
          <p:nvPr userDrawn="1"/>
        </p:nvSpPr>
        <p:spPr>
          <a:xfrm>
            <a:off x="0" y="3980869"/>
            <a:ext cx="3548627" cy="2877132"/>
          </a:xfrm>
          <a:custGeom>
            <a:avLst/>
            <a:gdLst>
              <a:gd name="connsiteX0" fmla="*/ 0 w 3548627"/>
              <a:gd name="connsiteY0" fmla="*/ 0 h 2877132"/>
              <a:gd name="connsiteX1" fmla="*/ 17180 w 3548627"/>
              <a:gd name="connsiteY1" fmla="*/ 2773 h 2877132"/>
              <a:gd name="connsiteX2" fmla="*/ 259491 w 3548627"/>
              <a:gd name="connsiteY2" fmla="*/ 60188 h 2877132"/>
              <a:gd name="connsiteX3" fmla="*/ 3514069 w 3548627"/>
              <a:gd name="connsiteY3" fmla="*/ 2844543 h 2877132"/>
              <a:gd name="connsiteX4" fmla="*/ 3548627 w 3548627"/>
              <a:gd name="connsiteY4" fmla="*/ 2877132 h 2877132"/>
              <a:gd name="connsiteX5" fmla="*/ 0 w 3548627"/>
              <a:gd name="connsiteY5" fmla="*/ 2877132 h 2877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48627" h="2877132">
                <a:moveTo>
                  <a:pt x="0" y="0"/>
                </a:moveTo>
                <a:lnTo>
                  <a:pt x="17180" y="2773"/>
                </a:lnTo>
                <a:cubicBezTo>
                  <a:pt x="98749" y="18969"/>
                  <a:pt x="179570" y="38093"/>
                  <a:pt x="259491" y="60188"/>
                </a:cubicBezTo>
                <a:cubicBezTo>
                  <a:pt x="2497293" y="678866"/>
                  <a:pt x="2569908" y="1912490"/>
                  <a:pt x="3514069" y="2844543"/>
                </a:cubicBezTo>
                <a:lnTo>
                  <a:pt x="3548627" y="2877132"/>
                </a:lnTo>
                <a:lnTo>
                  <a:pt x="0" y="2877132"/>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038" y="549476"/>
            <a:ext cx="11090275"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4" name="Text Placeholder 6">
            <a:extLst>
              <a:ext uri="{FF2B5EF4-FFF2-40B4-BE49-F238E27FC236}">
                <a16:creationId xmlns:a16="http://schemas.microsoft.com/office/drawing/2014/main" id="{39AA7B67-6693-B256-903C-FCF873DB345C}"/>
              </a:ext>
            </a:extLst>
          </p:cNvPr>
          <p:cNvSpPr>
            <a:spLocks noGrp="1"/>
          </p:cNvSpPr>
          <p:nvPr>
            <p:ph idx="1"/>
          </p:nvPr>
        </p:nvSpPr>
        <p:spPr>
          <a:xfrm>
            <a:off x="554037" y="3886859"/>
            <a:ext cx="5349876" cy="2421865"/>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8" name="Text Placeholder 7">
            <a:extLst>
              <a:ext uri="{FF2B5EF4-FFF2-40B4-BE49-F238E27FC236}">
                <a16:creationId xmlns:a16="http://schemas.microsoft.com/office/drawing/2014/main" id="{9EB8DEF2-02A1-B7CD-158F-9813CFE2519E}"/>
              </a:ext>
            </a:extLst>
          </p:cNvPr>
          <p:cNvSpPr>
            <a:spLocks noGrp="1"/>
          </p:cNvSpPr>
          <p:nvPr>
            <p:ph type="body" sz="quarter" idx="11"/>
          </p:nvPr>
        </p:nvSpPr>
        <p:spPr>
          <a:xfrm>
            <a:off x="554037" y="3257546"/>
            <a:ext cx="5349876" cy="444507"/>
          </a:xfrm>
        </p:spPr>
        <p:txBody>
          <a:bodyPr/>
          <a:lstStyle>
            <a:lvl1pPr marL="0" indent="0">
              <a:buNone/>
              <a:defRPr b="1">
                <a:solidFill>
                  <a:schemeClr val="tx2"/>
                </a:solidFill>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B6CE90EA-17CC-1BE8-C18A-10A5E4DA72CE}"/>
              </a:ext>
            </a:extLst>
          </p:cNvPr>
          <p:cNvSpPr>
            <a:spLocks noGrp="1"/>
          </p:cNvSpPr>
          <p:nvPr>
            <p:ph type="pic" sz="quarter" idx="12" hasCustomPrompt="1"/>
          </p:nvPr>
        </p:nvSpPr>
        <p:spPr>
          <a:xfrm>
            <a:off x="554038" y="2038806"/>
            <a:ext cx="969962" cy="968375"/>
          </a:xfrm>
        </p:spPr>
        <p:txBody>
          <a:bodyPr anchor="ctr"/>
          <a:lstStyle>
            <a:lvl1pPr marL="0" indent="0" algn="ctr">
              <a:buNone/>
              <a:defRPr/>
            </a:lvl1pPr>
          </a:lstStyle>
          <a:p>
            <a:r>
              <a:rPr lang="en-PL"/>
              <a:t>Icon</a:t>
            </a:r>
          </a:p>
        </p:txBody>
      </p:sp>
      <p:sp>
        <p:nvSpPr>
          <p:cNvPr id="11" name="Text Placeholder 6">
            <a:extLst>
              <a:ext uri="{FF2B5EF4-FFF2-40B4-BE49-F238E27FC236}">
                <a16:creationId xmlns:a16="http://schemas.microsoft.com/office/drawing/2014/main" id="{9EF02D6E-E8B2-4CB8-A223-00262EE2A4C3}"/>
              </a:ext>
            </a:extLst>
          </p:cNvPr>
          <p:cNvSpPr>
            <a:spLocks noGrp="1"/>
          </p:cNvSpPr>
          <p:nvPr>
            <p:ph idx="13"/>
          </p:nvPr>
        </p:nvSpPr>
        <p:spPr>
          <a:xfrm>
            <a:off x="6291261" y="3886859"/>
            <a:ext cx="5349876" cy="2421865"/>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12" name="Text Placeholder 7">
            <a:extLst>
              <a:ext uri="{FF2B5EF4-FFF2-40B4-BE49-F238E27FC236}">
                <a16:creationId xmlns:a16="http://schemas.microsoft.com/office/drawing/2014/main" id="{15DB5DD6-596D-DC7B-3A2D-A53F70C97208}"/>
              </a:ext>
            </a:extLst>
          </p:cNvPr>
          <p:cNvSpPr>
            <a:spLocks noGrp="1"/>
          </p:cNvSpPr>
          <p:nvPr>
            <p:ph type="body" sz="quarter" idx="14"/>
          </p:nvPr>
        </p:nvSpPr>
        <p:spPr>
          <a:xfrm>
            <a:off x="6291261" y="3257546"/>
            <a:ext cx="5349876" cy="444507"/>
          </a:xfrm>
        </p:spPr>
        <p:txBody>
          <a:bodyPr/>
          <a:lstStyle>
            <a:lvl1pPr marL="0" indent="0">
              <a:buNone/>
              <a:defRPr b="1">
                <a:solidFill>
                  <a:schemeClr val="tx2"/>
                </a:solidFill>
              </a:defRPr>
            </a:lvl1pPr>
          </a:lstStyle>
          <a:p>
            <a:pPr lvl="0"/>
            <a:r>
              <a:rPr lang="en-US"/>
              <a:t>Click to edit Master text styles</a:t>
            </a:r>
          </a:p>
        </p:txBody>
      </p:sp>
      <p:sp>
        <p:nvSpPr>
          <p:cNvPr id="14" name="Picture Placeholder 9">
            <a:extLst>
              <a:ext uri="{FF2B5EF4-FFF2-40B4-BE49-F238E27FC236}">
                <a16:creationId xmlns:a16="http://schemas.microsoft.com/office/drawing/2014/main" id="{8386418A-527B-EDE4-B826-37C3E8C93760}"/>
              </a:ext>
            </a:extLst>
          </p:cNvPr>
          <p:cNvSpPr>
            <a:spLocks noGrp="1"/>
          </p:cNvSpPr>
          <p:nvPr>
            <p:ph type="pic" sz="quarter" idx="15" hasCustomPrompt="1"/>
          </p:nvPr>
        </p:nvSpPr>
        <p:spPr>
          <a:xfrm>
            <a:off x="6291262" y="2038806"/>
            <a:ext cx="969962" cy="968375"/>
          </a:xfrm>
        </p:spPr>
        <p:txBody>
          <a:bodyPr anchor="ctr"/>
          <a:lstStyle>
            <a:lvl1pPr marL="0" indent="0" algn="ctr">
              <a:buNone/>
              <a:defRPr/>
            </a:lvl1pPr>
          </a:lstStyle>
          <a:p>
            <a:r>
              <a:rPr lang="en-PL"/>
              <a:t>Icon</a:t>
            </a:r>
          </a:p>
        </p:txBody>
      </p:sp>
      <p:sp>
        <p:nvSpPr>
          <p:cNvPr id="7" name="Rectangle 6">
            <a:extLst>
              <a:ext uri="{FF2B5EF4-FFF2-40B4-BE49-F238E27FC236}">
                <a16:creationId xmlns:a16="http://schemas.microsoft.com/office/drawing/2014/main" id="{C01C6F15-A55D-CB9A-FA3D-FDF18B85343B}"/>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1464922598"/>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Content_3 Columns">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B4D4C034-320B-6DDD-5EA0-66E4226329A7}"/>
              </a:ext>
            </a:extLst>
          </p:cNvPr>
          <p:cNvSpPr/>
          <p:nvPr userDrawn="1"/>
        </p:nvSpPr>
        <p:spPr>
          <a:xfrm>
            <a:off x="0" y="3980869"/>
            <a:ext cx="3548627" cy="2877132"/>
          </a:xfrm>
          <a:custGeom>
            <a:avLst/>
            <a:gdLst>
              <a:gd name="connsiteX0" fmla="*/ 0 w 3548627"/>
              <a:gd name="connsiteY0" fmla="*/ 0 h 2877132"/>
              <a:gd name="connsiteX1" fmla="*/ 17180 w 3548627"/>
              <a:gd name="connsiteY1" fmla="*/ 2773 h 2877132"/>
              <a:gd name="connsiteX2" fmla="*/ 259491 w 3548627"/>
              <a:gd name="connsiteY2" fmla="*/ 60188 h 2877132"/>
              <a:gd name="connsiteX3" fmla="*/ 3514069 w 3548627"/>
              <a:gd name="connsiteY3" fmla="*/ 2844543 h 2877132"/>
              <a:gd name="connsiteX4" fmla="*/ 3548627 w 3548627"/>
              <a:gd name="connsiteY4" fmla="*/ 2877132 h 2877132"/>
              <a:gd name="connsiteX5" fmla="*/ 0 w 3548627"/>
              <a:gd name="connsiteY5" fmla="*/ 2877132 h 2877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48627" h="2877132">
                <a:moveTo>
                  <a:pt x="0" y="0"/>
                </a:moveTo>
                <a:lnTo>
                  <a:pt x="17180" y="2773"/>
                </a:lnTo>
                <a:cubicBezTo>
                  <a:pt x="98749" y="18969"/>
                  <a:pt x="179570" y="38093"/>
                  <a:pt x="259491" y="60188"/>
                </a:cubicBezTo>
                <a:cubicBezTo>
                  <a:pt x="2497293" y="678866"/>
                  <a:pt x="2569908" y="1912490"/>
                  <a:pt x="3514069" y="2844543"/>
                </a:cubicBezTo>
                <a:lnTo>
                  <a:pt x="3548627" y="2877132"/>
                </a:lnTo>
                <a:lnTo>
                  <a:pt x="0" y="2877132"/>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038" y="549476"/>
            <a:ext cx="11090275"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4" name="Text Placeholder 6">
            <a:extLst>
              <a:ext uri="{FF2B5EF4-FFF2-40B4-BE49-F238E27FC236}">
                <a16:creationId xmlns:a16="http://schemas.microsoft.com/office/drawing/2014/main" id="{39AA7B67-6693-B256-903C-FCF873DB345C}"/>
              </a:ext>
            </a:extLst>
          </p:cNvPr>
          <p:cNvSpPr>
            <a:spLocks noGrp="1"/>
          </p:cNvSpPr>
          <p:nvPr>
            <p:ph idx="1"/>
          </p:nvPr>
        </p:nvSpPr>
        <p:spPr>
          <a:xfrm>
            <a:off x="554036" y="3881913"/>
            <a:ext cx="3468245" cy="2426811"/>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8" name="Text Placeholder 7">
            <a:extLst>
              <a:ext uri="{FF2B5EF4-FFF2-40B4-BE49-F238E27FC236}">
                <a16:creationId xmlns:a16="http://schemas.microsoft.com/office/drawing/2014/main" id="{9EB8DEF2-02A1-B7CD-158F-9813CFE2519E}"/>
              </a:ext>
            </a:extLst>
          </p:cNvPr>
          <p:cNvSpPr>
            <a:spLocks noGrp="1"/>
          </p:cNvSpPr>
          <p:nvPr>
            <p:ph type="body" sz="quarter" idx="11"/>
          </p:nvPr>
        </p:nvSpPr>
        <p:spPr>
          <a:xfrm>
            <a:off x="554036" y="3252600"/>
            <a:ext cx="3468245" cy="444507"/>
          </a:xfrm>
        </p:spPr>
        <p:txBody>
          <a:bodyPr/>
          <a:lstStyle>
            <a:lvl1pPr marL="0" indent="0">
              <a:buNone/>
              <a:defRPr b="1">
                <a:solidFill>
                  <a:schemeClr val="tx2"/>
                </a:solidFill>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B6CE90EA-17CC-1BE8-C18A-10A5E4DA72CE}"/>
              </a:ext>
            </a:extLst>
          </p:cNvPr>
          <p:cNvSpPr>
            <a:spLocks noGrp="1"/>
          </p:cNvSpPr>
          <p:nvPr>
            <p:ph type="pic" sz="quarter" idx="12" hasCustomPrompt="1"/>
          </p:nvPr>
        </p:nvSpPr>
        <p:spPr>
          <a:xfrm>
            <a:off x="554038" y="2038806"/>
            <a:ext cx="969962" cy="968375"/>
          </a:xfrm>
        </p:spPr>
        <p:txBody>
          <a:bodyPr anchor="ctr"/>
          <a:lstStyle>
            <a:lvl1pPr marL="0" indent="0" algn="ctr">
              <a:buNone/>
              <a:defRPr/>
            </a:lvl1pPr>
          </a:lstStyle>
          <a:p>
            <a:r>
              <a:rPr lang="en-PL"/>
              <a:t>Icon</a:t>
            </a:r>
          </a:p>
        </p:txBody>
      </p:sp>
      <p:sp>
        <p:nvSpPr>
          <p:cNvPr id="18" name="Text Placeholder 6">
            <a:extLst>
              <a:ext uri="{FF2B5EF4-FFF2-40B4-BE49-F238E27FC236}">
                <a16:creationId xmlns:a16="http://schemas.microsoft.com/office/drawing/2014/main" id="{30012B09-3C1E-4293-DD0A-226BE8AFA9D4}"/>
              </a:ext>
            </a:extLst>
          </p:cNvPr>
          <p:cNvSpPr>
            <a:spLocks noGrp="1"/>
          </p:cNvSpPr>
          <p:nvPr>
            <p:ph idx="13"/>
          </p:nvPr>
        </p:nvSpPr>
        <p:spPr>
          <a:xfrm>
            <a:off x="8172894" y="3881914"/>
            <a:ext cx="3468245" cy="2426610"/>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20" name="Text Placeholder 7">
            <a:extLst>
              <a:ext uri="{FF2B5EF4-FFF2-40B4-BE49-F238E27FC236}">
                <a16:creationId xmlns:a16="http://schemas.microsoft.com/office/drawing/2014/main" id="{66B12A68-F898-618D-32AA-9FE63A3E9823}"/>
              </a:ext>
            </a:extLst>
          </p:cNvPr>
          <p:cNvSpPr>
            <a:spLocks noGrp="1"/>
          </p:cNvSpPr>
          <p:nvPr>
            <p:ph type="body" sz="quarter" idx="14"/>
          </p:nvPr>
        </p:nvSpPr>
        <p:spPr>
          <a:xfrm>
            <a:off x="8172894" y="3252600"/>
            <a:ext cx="3468245" cy="444507"/>
          </a:xfrm>
        </p:spPr>
        <p:txBody>
          <a:bodyPr/>
          <a:lstStyle>
            <a:lvl1pPr marL="0" indent="0">
              <a:buNone/>
              <a:defRPr b="1">
                <a:solidFill>
                  <a:schemeClr val="tx2"/>
                </a:solidFill>
              </a:defRPr>
            </a:lvl1pPr>
          </a:lstStyle>
          <a:p>
            <a:pPr lvl="0"/>
            <a:r>
              <a:rPr lang="en-US"/>
              <a:t>Click to edit Master text styles</a:t>
            </a:r>
          </a:p>
        </p:txBody>
      </p:sp>
      <p:sp>
        <p:nvSpPr>
          <p:cNvPr id="21" name="Picture Placeholder 9">
            <a:extLst>
              <a:ext uri="{FF2B5EF4-FFF2-40B4-BE49-F238E27FC236}">
                <a16:creationId xmlns:a16="http://schemas.microsoft.com/office/drawing/2014/main" id="{901340AB-6727-BD78-1C0C-A8649882F375}"/>
              </a:ext>
            </a:extLst>
          </p:cNvPr>
          <p:cNvSpPr>
            <a:spLocks noGrp="1"/>
          </p:cNvSpPr>
          <p:nvPr>
            <p:ph type="pic" sz="quarter" idx="15" hasCustomPrompt="1"/>
          </p:nvPr>
        </p:nvSpPr>
        <p:spPr>
          <a:xfrm>
            <a:off x="8172896" y="2038806"/>
            <a:ext cx="969962" cy="968375"/>
          </a:xfrm>
        </p:spPr>
        <p:txBody>
          <a:bodyPr anchor="ctr"/>
          <a:lstStyle>
            <a:lvl1pPr marL="0" indent="0" algn="ctr">
              <a:buNone/>
              <a:defRPr/>
            </a:lvl1pPr>
          </a:lstStyle>
          <a:p>
            <a:r>
              <a:rPr lang="en-PL"/>
              <a:t>Icon</a:t>
            </a:r>
          </a:p>
        </p:txBody>
      </p:sp>
      <p:sp>
        <p:nvSpPr>
          <p:cNvPr id="22" name="Text Placeholder 6">
            <a:extLst>
              <a:ext uri="{FF2B5EF4-FFF2-40B4-BE49-F238E27FC236}">
                <a16:creationId xmlns:a16="http://schemas.microsoft.com/office/drawing/2014/main" id="{6D2911BD-AC57-F3C1-CDA2-0B90A1677FD1}"/>
              </a:ext>
            </a:extLst>
          </p:cNvPr>
          <p:cNvSpPr>
            <a:spLocks noGrp="1"/>
          </p:cNvSpPr>
          <p:nvPr>
            <p:ph idx="16"/>
          </p:nvPr>
        </p:nvSpPr>
        <p:spPr>
          <a:xfrm>
            <a:off x="4361875" y="3881913"/>
            <a:ext cx="3468245" cy="2426811"/>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23" name="Text Placeholder 7">
            <a:extLst>
              <a:ext uri="{FF2B5EF4-FFF2-40B4-BE49-F238E27FC236}">
                <a16:creationId xmlns:a16="http://schemas.microsoft.com/office/drawing/2014/main" id="{F2218111-F043-D631-57EE-2E2E8F94EA7E}"/>
              </a:ext>
            </a:extLst>
          </p:cNvPr>
          <p:cNvSpPr>
            <a:spLocks noGrp="1"/>
          </p:cNvSpPr>
          <p:nvPr>
            <p:ph type="body" sz="quarter" idx="17"/>
          </p:nvPr>
        </p:nvSpPr>
        <p:spPr>
          <a:xfrm>
            <a:off x="4361875" y="3252600"/>
            <a:ext cx="3468245" cy="444507"/>
          </a:xfrm>
        </p:spPr>
        <p:txBody>
          <a:bodyPr/>
          <a:lstStyle>
            <a:lvl1pPr marL="0" indent="0">
              <a:buNone/>
              <a:defRPr b="1">
                <a:solidFill>
                  <a:schemeClr val="tx2"/>
                </a:solidFill>
              </a:defRPr>
            </a:lvl1pPr>
          </a:lstStyle>
          <a:p>
            <a:pPr lvl="0"/>
            <a:r>
              <a:rPr lang="en-US"/>
              <a:t>Click to edit Master text styles</a:t>
            </a:r>
          </a:p>
        </p:txBody>
      </p:sp>
      <p:sp>
        <p:nvSpPr>
          <p:cNvPr id="24" name="Picture Placeholder 9">
            <a:extLst>
              <a:ext uri="{FF2B5EF4-FFF2-40B4-BE49-F238E27FC236}">
                <a16:creationId xmlns:a16="http://schemas.microsoft.com/office/drawing/2014/main" id="{73FE9BFF-228F-7329-1BFD-11E7B83971D1}"/>
              </a:ext>
            </a:extLst>
          </p:cNvPr>
          <p:cNvSpPr>
            <a:spLocks noGrp="1"/>
          </p:cNvSpPr>
          <p:nvPr>
            <p:ph type="pic" sz="quarter" idx="18" hasCustomPrompt="1"/>
          </p:nvPr>
        </p:nvSpPr>
        <p:spPr>
          <a:xfrm>
            <a:off x="4361877" y="2033860"/>
            <a:ext cx="969962" cy="968375"/>
          </a:xfrm>
        </p:spPr>
        <p:txBody>
          <a:bodyPr anchor="ctr"/>
          <a:lstStyle>
            <a:lvl1pPr marL="0" indent="0" algn="ctr">
              <a:buNone/>
              <a:defRPr/>
            </a:lvl1pPr>
          </a:lstStyle>
          <a:p>
            <a:r>
              <a:rPr lang="en-PL"/>
              <a:t>Icon</a:t>
            </a:r>
          </a:p>
        </p:txBody>
      </p:sp>
      <p:sp>
        <p:nvSpPr>
          <p:cNvPr id="7" name="Rectangle 6">
            <a:extLst>
              <a:ext uri="{FF2B5EF4-FFF2-40B4-BE49-F238E27FC236}">
                <a16:creationId xmlns:a16="http://schemas.microsoft.com/office/drawing/2014/main" id="{9B198979-465E-99CA-88EA-AC97AB729414}"/>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159731739"/>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Content_4 Columns">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B4D4C034-320B-6DDD-5EA0-66E4226329A7}"/>
              </a:ext>
            </a:extLst>
          </p:cNvPr>
          <p:cNvSpPr/>
          <p:nvPr userDrawn="1"/>
        </p:nvSpPr>
        <p:spPr>
          <a:xfrm>
            <a:off x="0" y="3980869"/>
            <a:ext cx="3548627" cy="2877132"/>
          </a:xfrm>
          <a:custGeom>
            <a:avLst/>
            <a:gdLst>
              <a:gd name="connsiteX0" fmla="*/ 0 w 3548627"/>
              <a:gd name="connsiteY0" fmla="*/ 0 h 2877132"/>
              <a:gd name="connsiteX1" fmla="*/ 17180 w 3548627"/>
              <a:gd name="connsiteY1" fmla="*/ 2773 h 2877132"/>
              <a:gd name="connsiteX2" fmla="*/ 259491 w 3548627"/>
              <a:gd name="connsiteY2" fmla="*/ 60188 h 2877132"/>
              <a:gd name="connsiteX3" fmla="*/ 3514069 w 3548627"/>
              <a:gd name="connsiteY3" fmla="*/ 2844543 h 2877132"/>
              <a:gd name="connsiteX4" fmla="*/ 3548627 w 3548627"/>
              <a:gd name="connsiteY4" fmla="*/ 2877132 h 2877132"/>
              <a:gd name="connsiteX5" fmla="*/ 0 w 3548627"/>
              <a:gd name="connsiteY5" fmla="*/ 2877132 h 2877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48627" h="2877132">
                <a:moveTo>
                  <a:pt x="0" y="0"/>
                </a:moveTo>
                <a:lnTo>
                  <a:pt x="17180" y="2773"/>
                </a:lnTo>
                <a:cubicBezTo>
                  <a:pt x="98749" y="18969"/>
                  <a:pt x="179570" y="38093"/>
                  <a:pt x="259491" y="60188"/>
                </a:cubicBezTo>
                <a:cubicBezTo>
                  <a:pt x="2497293" y="678866"/>
                  <a:pt x="2569908" y="1912490"/>
                  <a:pt x="3514069" y="2844543"/>
                </a:cubicBezTo>
                <a:lnTo>
                  <a:pt x="3548627" y="2877132"/>
                </a:lnTo>
                <a:lnTo>
                  <a:pt x="0" y="2877132"/>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164" y="549098"/>
            <a:ext cx="11086973"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4" name="Text Placeholder 6">
            <a:extLst>
              <a:ext uri="{FF2B5EF4-FFF2-40B4-BE49-F238E27FC236}">
                <a16:creationId xmlns:a16="http://schemas.microsoft.com/office/drawing/2014/main" id="{39AA7B67-6693-B256-903C-FCF873DB345C}"/>
              </a:ext>
            </a:extLst>
          </p:cNvPr>
          <p:cNvSpPr>
            <a:spLocks noGrp="1"/>
          </p:cNvSpPr>
          <p:nvPr>
            <p:ph idx="1"/>
          </p:nvPr>
        </p:nvSpPr>
        <p:spPr>
          <a:xfrm>
            <a:off x="554163" y="3881914"/>
            <a:ext cx="2479418" cy="2426988"/>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8" name="Text Placeholder 7">
            <a:extLst>
              <a:ext uri="{FF2B5EF4-FFF2-40B4-BE49-F238E27FC236}">
                <a16:creationId xmlns:a16="http://schemas.microsoft.com/office/drawing/2014/main" id="{9EB8DEF2-02A1-B7CD-158F-9813CFE2519E}"/>
              </a:ext>
            </a:extLst>
          </p:cNvPr>
          <p:cNvSpPr>
            <a:spLocks noGrp="1"/>
          </p:cNvSpPr>
          <p:nvPr>
            <p:ph type="body" sz="quarter" idx="11"/>
          </p:nvPr>
        </p:nvSpPr>
        <p:spPr>
          <a:xfrm>
            <a:off x="554163" y="3252600"/>
            <a:ext cx="2479418" cy="444507"/>
          </a:xfrm>
        </p:spPr>
        <p:txBody>
          <a:bodyPr/>
          <a:lstStyle>
            <a:lvl1pPr marL="0" indent="0">
              <a:buNone/>
              <a:defRPr b="1">
                <a:solidFill>
                  <a:schemeClr val="tx2"/>
                </a:solidFill>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B6CE90EA-17CC-1BE8-C18A-10A5E4DA72CE}"/>
              </a:ext>
            </a:extLst>
          </p:cNvPr>
          <p:cNvSpPr>
            <a:spLocks noGrp="1"/>
          </p:cNvSpPr>
          <p:nvPr>
            <p:ph type="pic" sz="quarter" idx="12" hasCustomPrompt="1"/>
          </p:nvPr>
        </p:nvSpPr>
        <p:spPr>
          <a:xfrm>
            <a:off x="554164" y="2038806"/>
            <a:ext cx="969962" cy="968375"/>
          </a:xfrm>
        </p:spPr>
        <p:txBody>
          <a:bodyPr anchor="ctr"/>
          <a:lstStyle>
            <a:lvl1pPr marL="0" indent="0" algn="ctr">
              <a:buNone/>
              <a:defRPr/>
            </a:lvl1pPr>
          </a:lstStyle>
          <a:p>
            <a:r>
              <a:rPr lang="en-PL"/>
              <a:t>Icon</a:t>
            </a:r>
          </a:p>
        </p:txBody>
      </p:sp>
      <p:sp>
        <p:nvSpPr>
          <p:cNvPr id="7" name="Text Placeholder 6">
            <a:extLst>
              <a:ext uri="{FF2B5EF4-FFF2-40B4-BE49-F238E27FC236}">
                <a16:creationId xmlns:a16="http://schemas.microsoft.com/office/drawing/2014/main" id="{E0A414AA-9283-8D61-A1CA-63514B97674A}"/>
              </a:ext>
            </a:extLst>
          </p:cNvPr>
          <p:cNvSpPr>
            <a:spLocks noGrp="1"/>
          </p:cNvSpPr>
          <p:nvPr>
            <p:ph idx="13"/>
          </p:nvPr>
        </p:nvSpPr>
        <p:spPr>
          <a:xfrm>
            <a:off x="9161719" y="3880635"/>
            <a:ext cx="2479418" cy="2428089"/>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9" name="Text Placeholder 7">
            <a:extLst>
              <a:ext uri="{FF2B5EF4-FFF2-40B4-BE49-F238E27FC236}">
                <a16:creationId xmlns:a16="http://schemas.microsoft.com/office/drawing/2014/main" id="{30341295-578E-2495-BE17-ED58E52BD051}"/>
              </a:ext>
            </a:extLst>
          </p:cNvPr>
          <p:cNvSpPr>
            <a:spLocks noGrp="1"/>
          </p:cNvSpPr>
          <p:nvPr>
            <p:ph type="body" sz="quarter" idx="14"/>
          </p:nvPr>
        </p:nvSpPr>
        <p:spPr>
          <a:xfrm>
            <a:off x="9161719" y="3251322"/>
            <a:ext cx="2479418" cy="444507"/>
          </a:xfrm>
        </p:spPr>
        <p:txBody>
          <a:bodyPr/>
          <a:lstStyle>
            <a:lvl1pPr marL="0" indent="0">
              <a:buNone/>
              <a:defRPr b="1">
                <a:solidFill>
                  <a:schemeClr val="tx2"/>
                </a:solidFill>
              </a:defRPr>
            </a:lvl1pPr>
          </a:lstStyle>
          <a:p>
            <a:pPr lvl="0"/>
            <a:r>
              <a:rPr lang="en-US"/>
              <a:t>Click to edit Master text styles</a:t>
            </a:r>
          </a:p>
        </p:txBody>
      </p:sp>
      <p:sp>
        <p:nvSpPr>
          <p:cNvPr id="11" name="Picture Placeholder 9">
            <a:extLst>
              <a:ext uri="{FF2B5EF4-FFF2-40B4-BE49-F238E27FC236}">
                <a16:creationId xmlns:a16="http://schemas.microsoft.com/office/drawing/2014/main" id="{DFC18901-31E1-68C4-8FD1-EEBA01BCCE75}"/>
              </a:ext>
            </a:extLst>
          </p:cNvPr>
          <p:cNvSpPr>
            <a:spLocks noGrp="1"/>
          </p:cNvSpPr>
          <p:nvPr>
            <p:ph type="pic" sz="quarter" idx="15" hasCustomPrompt="1"/>
          </p:nvPr>
        </p:nvSpPr>
        <p:spPr>
          <a:xfrm>
            <a:off x="9161720" y="2037528"/>
            <a:ext cx="969962" cy="968375"/>
          </a:xfrm>
        </p:spPr>
        <p:txBody>
          <a:bodyPr anchor="ctr"/>
          <a:lstStyle>
            <a:lvl1pPr marL="0" indent="0" algn="ctr">
              <a:buNone/>
              <a:defRPr/>
            </a:lvl1pPr>
          </a:lstStyle>
          <a:p>
            <a:r>
              <a:rPr lang="en-PL"/>
              <a:t>Icon</a:t>
            </a:r>
          </a:p>
        </p:txBody>
      </p:sp>
      <p:sp>
        <p:nvSpPr>
          <p:cNvPr id="12" name="Text Placeholder 6">
            <a:extLst>
              <a:ext uri="{FF2B5EF4-FFF2-40B4-BE49-F238E27FC236}">
                <a16:creationId xmlns:a16="http://schemas.microsoft.com/office/drawing/2014/main" id="{4C7C58ED-5700-2A0E-B164-2C2FD51225C6}"/>
              </a:ext>
            </a:extLst>
          </p:cNvPr>
          <p:cNvSpPr>
            <a:spLocks noGrp="1"/>
          </p:cNvSpPr>
          <p:nvPr>
            <p:ph idx="16"/>
          </p:nvPr>
        </p:nvSpPr>
        <p:spPr>
          <a:xfrm>
            <a:off x="3421148" y="3883006"/>
            <a:ext cx="2479418" cy="2425895"/>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13" name="Text Placeholder 7">
            <a:extLst>
              <a:ext uri="{FF2B5EF4-FFF2-40B4-BE49-F238E27FC236}">
                <a16:creationId xmlns:a16="http://schemas.microsoft.com/office/drawing/2014/main" id="{CC8F57A7-616A-0877-A95F-697CDF8044EC}"/>
              </a:ext>
            </a:extLst>
          </p:cNvPr>
          <p:cNvSpPr>
            <a:spLocks noGrp="1"/>
          </p:cNvSpPr>
          <p:nvPr>
            <p:ph type="body" sz="quarter" idx="17"/>
          </p:nvPr>
        </p:nvSpPr>
        <p:spPr>
          <a:xfrm>
            <a:off x="3421148" y="3253693"/>
            <a:ext cx="2479418" cy="444507"/>
          </a:xfrm>
        </p:spPr>
        <p:txBody>
          <a:bodyPr/>
          <a:lstStyle>
            <a:lvl1pPr marL="0" indent="0">
              <a:buNone/>
              <a:defRPr b="1">
                <a:solidFill>
                  <a:schemeClr val="tx2"/>
                </a:solidFill>
              </a:defRPr>
            </a:lvl1pPr>
          </a:lstStyle>
          <a:p>
            <a:pPr lvl="0"/>
            <a:r>
              <a:rPr lang="en-US"/>
              <a:t>Click to edit Master text styles</a:t>
            </a:r>
          </a:p>
        </p:txBody>
      </p:sp>
      <p:sp>
        <p:nvSpPr>
          <p:cNvPr id="14" name="Picture Placeholder 9">
            <a:extLst>
              <a:ext uri="{FF2B5EF4-FFF2-40B4-BE49-F238E27FC236}">
                <a16:creationId xmlns:a16="http://schemas.microsoft.com/office/drawing/2014/main" id="{6C89A7D9-92F6-0FCA-1B2E-B673F5F70BC6}"/>
              </a:ext>
            </a:extLst>
          </p:cNvPr>
          <p:cNvSpPr>
            <a:spLocks noGrp="1"/>
          </p:cNvSpPr>
          <p:nvPr>
            <p:ph type="pic" sz="quarter" idx="18" hasCustomPrompt="1"/>
          </p:nvPr>
        </p:nvSpPr>
        <p:spPr>
          <a:xfrm>
            <a:off x="3421149" y="2039899"/>
            <a:ext cx="969962" cy="968375"/>
          </a:xfrm>
        </p:spPr>
        <p:txBody>
          <a:bodyPr anchor="ctr"/>
          <a:lstStyle>
            <a:lvl1pPr marL="0" indent="0" algn="ctr">
              <a:buNone/>
              <a:defRPr/>
            </a:lvl1pPr>
          </a:lstStyle>
          <a:p>
            <a:r>
              <a:rPr lang="en-PL"/>
              <a:t>Icon</a:t>
            </a:r>
          </a:p>
        </p:txBody>
      </p:sp>
      <p:sp>
        <p:nvSpPr>
          <p:cNvPr id="15" name="Text Placeholder 6">
            <a:extLst>
              <a:ext uri="{FF2B5EF4-FFF2-40B4-BE49-F238E27FC236}">
                <a16:creationId xmlns:a16="http://schemas.microsoft.com/office/drawing/2014/main" id="{2F49B1DC-1B91-85AC-AF4C-216C37D8409C}"/>
              </a:ext>
            </a:extLst>
          </p:cNvPr>
          <p:cNvSpPr>
            <a:spLocks noGrp="1"/>
          </p:cNvSpPr>
          <p:nvPr>
            <p:ph idx="19"/>
          </p:nvPr>
        </p:nvSpPr>
        <p:spPr>
          <a:xfrm>
            <a:off x="6291434" y="3880635"/>
            <a:ext cx="2479418" cy="2428089"/>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16" name="Text Placeholder 7">
            <a:extLst>
              <a:ext uri="{FF2B5EF4-FFF2-40B4-BE49-F238E27FC236}">
                <a16:creationId xmlns:a16="http://schemas.microsoft.com/office/drawing/2014/main" id="{802C5C76-FF85-8B08-708C-942AB726AE71}"/>
              </a:ext>
            </a:extLst>
          </p:cNvPr>
          <p:cNvSpPr>
            <a:spLocks noGrp="1"/>
          </p:cNvSpPr>
          <p:nvPr>
            <p:ph type="body" sz="quarter" idx="20"/>
          </p:nvPr>
        </p:nvSpPr>
        <p:spPr>
          <a:xfrm>
            <a:off x="6291434" y="3251322"/>
            <a:ext cx="2479418" cy="444507"/>
          </a:xfrm>
        </p:spPr>
        <p:txBody>
          <a:bodyPr/>
          <a:lstStyle>
            <a:lvl1pPr marL="0" indent="0">
              <a:buNone/>
              <a:defRPr b="1">
                <a:solidFill>
                  <a:schemeClr val="tx2"/>
                </a:solidFill>
              </a:defRPr>
            </a:lvl1pPr>
          </a:lstStyle>
          <a:p>
            <a:pPr lvl="0"/>
            <a:r>
              <a:rPr lang="en-US"/>
              <a:t>Click to edit Master text styles</a:t>
            </a:r>
          </a:p>
        </p:txBody>
      </p:sp>
      <p:sp>
        <p:nvSpPr>
          <p:cNvPr id="17" name="Picture Placeholder 9">
            <a:extLst>
              <a:ext uri="{FF2B5EF4-FFF2-40B4-BE49-F238E27FC236}">
                <a16:creationId xmlns:a16="http://schemas.microsoft.com/office/drawing/2014/main" id="{E6BAA978-8D38-FD4D-A0AE-6D287281FAE1}"/>
              </a:ext>
            </a:extLst>
          </p:cNvPr>
          <p:cNvSpPr>
            <a:spLocks noGrp="1"/>
          </p:cNvSpPr>
          <p:nvPr>
            <p:ph type="pic" sz="quarter" idx="21" hasCustomPrompt="1"/>
          </p:nvPr>
        </p:nvSpPr>
        <p:spPr>
          <a:xfrm>
            <a:off x="6291435" y="2037528"/>
            <a:ext cx="969962" cy="968375"/>
          </a:xfrm>
        </p:spPr>
        <p:txBody>
          <a:bodyPr anchor="ctr"/>
          <a:lstStyle>
            <a:lvl1pPr marL="0" indent="0" algn="ctr">
              <a:buNone/>
              <a:defRPr/>
            </a:lvl1pPr>
          </a:lstStyle>
          <a:p>
            <a:r>
              <a:rPr lang="en-PL"/>
              <a:t>Icon</a:t>
            </a:r>
          </a:p>
        </p:txBody>
      </p:sp>
      <p:sp>
        <p:nvSpPr>
          <p:cNvPr id="18" name="Rectangle 6">
            <a:extLst>
              <a:ext uri="{FF2B5EF4-FFF2-40B4-BE49-F238E27FC236}">
                <a16:creationId xmlns:a16="http://schemas.microsoft.com/office/drawing/2014/main" id="{EFCBC783-7DFD-891C-C22B-19ACB429CF40}"/>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2131927041"/>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Content_4 Columns_Horizontal">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B4D4C034-320B-6DDD-5EA0-66E4226329A7}"/>
              </a:ext>
            </a:extLst>
          </p:cNvPr>
          <p:cNvSpPr/>
          <p:nvPr userDrawn="1"/>
        </p:nvSpPr>
        <p:spPr>
          <a:xfrm>
            <a:off x="0" y="3980869"/>
            <a:ext cx="3548627" cy="2877132"/>
          </a:xfrm>
          <a:custGeom>
            <a:avLst/>
            <a:gdLst>
              <a:gd name="connsiteX0" fmla="*/ 0 w 3548627"/>
              <a:gd name="connsiteY0" fmla="*/ 0 h 2877132"/>
              <a:gd name="connsiteX1" fmla="*/ 17180 w 3548627"/>
              <a:gd name="connsiteY1" fmla="*/ 2773 h 2877132"/>
              <a:gd name="connsiteX2" fmla="*/ 259491 w 3548627"/>
              <a:gd name="connsiteY2" fmla="*/ 60188 h 2877132"/>
              <a:gd name="connsiteX3" fmla="*/ 3514069 w 3548627"/>
              <a:gd name="connsiteY3" fmla="*/ 2844543 h 2877132"/>
              <a:gd name="connsiteX4" fmla="*/ 3548627 w 3548627"/>
              <a:gd name="connsiteY4" fmla="*/ 2877132 h 2877132"/>
              <a:gd name="connsiteX5" fmla="*/ 0 w 3548627"/>
              <a:gd name="connsiteY5" fmla="*/ 2877132 h 2877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48627" h="2877132">
                <a:moveTo>
                  <a:pt x="0" y="0"/>
                </a:moveTo>
                <a:lnTo>
                  <a:pt x="17180" y="2773"/>
                </a:lnTo>
                <a:cubicBezTo>
                  <a:pt x="98749" y="18969"/>
                  <a:pt x="179570" y="38093"/>
                  <a:pt x="259491" y="60188"/>
                </a:cubicBezTo>
                <a:cubicBezTo>
                  <a:pt x="2497293" y="678866"/>
                  <a:pt x="2569908" y="1912490"/>
                  <a:pt x="3514069" y="2844543"/>
                </a:cubicBezTo>
                <a:lnTo>
                  <a:pt x="3548627" y="2877132"/>
                </a:lnTo>
                <a:lnTo>
                  <a:pt x="0" y="2877132"/>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165" y="549098"/>
            <a:ext cx="11086974"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4" name="Text Placeholder 6">
            <a:extLst>
              <a:ext uri="{FF2B5EF4-FFF2-40B4-BE49-F238E27FC236}">
                <a16:creationId xmlns:a16="http://schemas.microsoft.com/office/drawing/2014/main" id="{39AA7B67-6693-B256-903C-FCF873DB345C}"/>
              </a:ext>
            </a:extLst>
          </p:cNvPr>
          <p:cNvSpPr>
            <a:spLocks noGrp="1"/>
          </p:cNvSpPr>
          <p:nvPr>
            <p:ph idx="1"/>
          </p:nvPr>
        </p:nvSpPr>
        <p:spPr>
          <a:xfrm>
            <a:off x="1762973" y="3075025"/>
            <a:ext cx="4169994" cy="1029138"/>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8" name="Text Placeholder 7">
            <a:extLst>
              <a:ext uri="{FF2B5EF4-FFF2-40B4-BE49-F238E27FC236}">
                <a16:creationId xmlns:a16="http://schemas.microsoft.com/office/drawing/2014/main" id="{9EB8DEF2-02A1-B7CD-158F-9813CFE2519E}"/>
              </a:ext>
            </a:extLst>
          </p:cNvPr>
          <p:cNvSpPr>
            <a:spLocks noGrp="1"/>
          </p:cNvSpPr>
          <p:nvPr>
            <p:ph type="body" sz="quarter" idx="11"/>
          </p:nvPr>
        </p:nvSpPr>
        <p:spPr>
          <a:xfrm>
            <a:off x="1762973" y="2562674"/>
            <a:ext cx="4169994" cy="444507"/>
          </a:xfrm>
        </p:spPr>
        <p:txBody>
          <a:bodyPr/>
          <a:lstStyle>
            <a:lvl1pPr marL="0" indent="0">
              <a:buNone/>
              <a:defRPr b="1">
                <a:solidFill>
                  <a:schemeClr val="tx2"/>
                </a:solidFill>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B6CE90EA-17CC-1BE8-C18A-10A5E4DA72CE}"/>
              </a:ext>
            </a:extLst>
          </p:cNvPr>
          <p:cNvSpPr>
            <a:spLocks noGrp="1"/>
          </p:cNvSpPr>
          <p:nvPr>
            <p:ph type="pic" sz="quarter" idx="12" hasCustomPrompt="1"/>
          </p:nvPr>
        </p:nvSpPr>
        <p:spPr>
          <a:xfrm>
            <a:off x="554877" y="2038806"/>
            <a:ext cx="969962" cy="968375"/>
          </a:xfrm>
        </p:spPr>
        <p:txBody>
          <a:bodyPr anchor="ctr"/>
          <a:lstStyle>
            <a:lvl1pPr marL="0" indent="0" algn="ctr">
              <a:buNone/>
              <a:defRPr/>
            </a:lvl1pPr>
          </a:lstStyle>
          <a:p>
            <a:r>
              <a:rPr lang="en-PL"/>
              <a:t>Icon</a:t>
            </a:r>
          </a:p>
        </p:txBody>
      </p:sp>
      <p:sp>
        <p:nvSpPr>
          <p:cNvPr id="18" name="Text Placeholder 6">
            <a:extLst>
              <a:ext uri="{FF2B5EF4-FFF2-40B4-BE49-F238E27FC236}">
                <a16:creationId xmlns:a16="http://schemas.microsoft.com/office/drawing/2014/main" id="{C39A1A95-B810-1F4D-6914-2103EFDC1521}"/>
              </a:ext>
            </a:extLst>
          </p:cNvPr>
          <p:cNvSpPr>
            <a:spLocks noGrp="1"/>
          </p:cNvSpPr>
          <p:nvPr>
            <p:ph idx="13"/>
          </p:nvPr>
        </p:nvSpPr>
        <p:spPr>
          <a:xfrm>
            <a:off x="7470206" y="3075025"/>
            <a:ext cx="4169994" cy="1029138"/>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20" name="Text Placeholder 7">
            <a:extLst>
              <a:ext uri="{FF2B5EF4-FFF2-40B4-BE49-F238E27FC236}">
                <a16:creationId xmlns:a16="http://schemas.microsoft.com/office/drawing/2014/main" id="{9D87E0A3-9059-7636-85FF-92E6E36DE71B}"/>
              </a:ext>
            </a:extLst>
          </p:cNvPr>
          <p:cNvSpPr>
            <a:spLocks noGrp="1"/>
          </p:cNvSpPr>
          <p:nvPr>
            <p:ph type="body" sz="quarter" idx="14"/>
          </p:nvPr>
        </p:nvSpPr>
        <p:spPr>
          <a:xfrm>
            <a:off x="7470206" y="2562674"/>
            <a:ext cx="4169994" cy="444507"/>
          </a:xfrm>
        </p:spPr>
        <p:txBody>
          <a:bodyPr/>
          <a:lstStyle>
            <a:lvl1pPr marL="0" indent="0">
              <a:buNone/>
              <a:defRPr b="1">
                <a:solidFill>
                  <a:schemeClr val="tx2"/>
                </a:solidFill>
              </a:defRPr>
            </a:lvl1pPr>
          </a:lstStyle>
          <a:p>
            <a:pPr lvl="0"/>
            <a:r>
              <a:rPr lang="en-US"/>
              <a:t>Click to edit Master text styles</a:t>
            </a:r>
          </a:p>
        </p:txBody>
      </p:sp>
      <p:sp>
        <p:nvSpPr>
          <p:cNvPr id="21" name="Picture Placeholder 9">
            <a:extLst>
              <a:ext uri="{FF2B5EF4-FFF2-40B4-BE49-F238E27FC236}">
                <a16:creationId xmlns:a16="http://schemas.microsoft.com/office/drawing/2014/main" id="{39F59F56-4B57-CC91-9286-E42C148DEBD0}"/>
              </a:ext>
            </a:extLst>
          </p:cNvPr>
          <p:cNvSpPr>
            <a:spLocks noGrp="1"/>
          </p:cNvSpPr>
          <p:nvPr>
            <p:ph type="pic" sz="quarter" idx="15" hasCustomPrompt="1"/>
          </p:nvPr>
        </p:nvSpPr>
        <p:spPr>
          <a:xfrm>
            <a:off x="6259033" y="2038806"/>
            <a:ext cx="969962" cy="968375"/>
          </a:xfrm>
        </p:spPr>
        <p:txBody>
          <a:bodyPr anchor="ctr"/>
          <a:lstStyle>
            <a:lvl1pPr marL="0" indent="0" algn="ctr">
              <a:buNone/>
              <a:defRPr/>
            </a:lvl1pPr>
          </a:lstStyle>
          <a:p>
            <a:r>
              <a:rPr lang="en-PL"/>
              <a:t>Icon</a:t>
            </a:r>
          </a:p>
        </p:txBody>
      </p:sp>
      <p:sp>
        <p:nvSpPr>
          <p:cNvPr id="22" name="Text Placeholder 6">
            <a:extLst>
              <a:ext uri="{FF2B5EF4-FFF2-40B4-BE49-F238E27FC236}">
                <a16:creationId xmlns:a16="http://schemas.microsoft.com/office/drawing/2014/main" id="{CB046625-59B2-2C15-CD97-AF951ED78D8B}"/>
              </a:ext>
            </a:extLst>
          </p:cNvPr>
          <p:cNvSpPr>
            <a:spLocks noGrp="1"/>
          </p:cNvSpPr>
          <p:nvPr>
            <p:ph idx="16"/>
          </p:nvPr>
        </p:nvSpPr>
        <p:spPr>
          <a:xfrm>
            <a:off x="1751196" y="5279587"/>
            <a:ext cx="4169994" cy="1029138"/>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23" name="Text Placeholder 7">
            <a:extLst>
              <a:ext uri="{FF2B5EF4-FFF2-40B4-BE49-F238E27FC236}">
                <a16:creationId xmlns:a16="http://schemas.microsoft.com/office/drawing/2014/main" id="{AF9FA328-7538-92B0-728F-691A0926E7A5}"/>
              </a:ext>
            </a:extLst>
          </p:cNvPr>
          <p:cNvSpPr>
            <a:spLocks noGrp="1"/>
          </p:cNvSpPr>
          <p:nvPr>
            <p:ph type="body" sz="quarter" idx="17"/>
          </p:nvPr>
        </p:nvSpPr>
        <p:spPr>
          <a:xfrm>
            <a:off x="1751196" y="4767236"/>
            <a:ext cx="4169994" cy="444507"/>
          </a:xfrm>
        </p:spPr>
        <p:txBody>
          <a:bodyPr/>
          <a:lstStyle>
            <a:lvl1pPr marL="0" indent="0">
              <a:buNone/>
              <a:defRPr b="1">
                <a:solidFill>
                  <a:schemeClr val="tx2"/>
                </a:solidFill>
              </a:defRPr>
            </a:lvl1pPr>
          </a:lstStyle>
          <a:p>
            <a:pPr lvl="0"/>
            <a:r>
              <a:rPr lang="en-US"/>
              <a:t>Click to edit Master text styles</a:t>
            </a:r>
          </a:p>
        </p:txBody>
      </p:sp>
      <p:sp>
        <p:nvSpPr>
          <p:cNvPr id="24" name="Picture Placeholder 9">
            <a:extLst>
              <a:ext uri="{FF2B5EF4-FFF2-40B4-BE49-F238E27FC236}">
                <a16:creationId xmlns:a16="http://schemas.microsoft.com/office/drawing/2014/main" id="{82FB5ED6-9A3F-B5A8-B624-042CC9B0119D}"/>
              </a:ext>
            </a:extLst>
          </p:cNvPr>
          <p:cNvSpPr>
            <a:spLocks noGrp="1"/>
          </p:cNvSpPr>
          <p:nvPr>
            <p:ph type="pic" sz="quarter" idx="18" hasCustomPrompt="1"/>
          </p:nvPr>
        </p:nvSpPr>
        <p:spPr>
          <a:xfrm>
            <a:off x="554877" y="4243368"/>
            <a:ext cx="969962" cy="968375"/>
          </a:xfrm>
        </p:spPr>
        <p:txBody>
          <a:bodyPr anchor="ctr"/>
          <a:lstStyle>
            <a:lvl1pPr marL="0" indent="0" algn="ctr">
              <a:buNone/>
              <a:defRPr/>
            </a:lvl1pPr>
          </a:lstStyle>
          <a:p>
            <a:r>
              <a:rPr lang="en-PL"/>
              <a:t>Icon</a:t>
            </a:r>
          </a:p>
        </p:txBody>
      </p:sp>
      <p:sp>
        <p:nvSpPr>
          <p:cNvPr id="25" name="Text Placeholder 6">
            <a:extLst>
              <a:ext uri="{FF2B5EF4-FFF2-40B4-BE49-F238E27FC236}">
                <a16:creationId xmlns:a16="http://schemas.microsoft.com/office/drawing/2014/main" id="{B03CB461-8560-9B20-7934-9714D934C9DE}"/>
              </a:ext>
            </a:extLst>
          </p:cNvPr>
          <p:cNvSpPr>
            <a:spLocks noGrp="1"/>
          </p:cNvSpPr>
          <p:nvPr>
            <p:ph idx="19"/>
          </p:nvPr>
        </p:nvSpPr>
        <p:spPr>
          <a:xfrm>
            <a:off x="7470206" y="5279587"/>
            <a:ext cx="4169994" cy="1029138"/>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26" name="Text Placeholder 7">
            <a:extLst>
              <a:ext uri="{FF2B5EF4-FFF2-40B4-BE49-F238E27FC236}">
                <a16:creationId xmlns:a16="http://schemas.microsoft.com/office/drawing/2014/main" id="{87DE8F08-72E4-4788-507D-7C784566D59A}"/>
              </a:ext>
            </a:extLst>
          </p:cNvPr>
          <p:cNvSpPr>
            <a:spLocks noGrp="1"/>
          </p:cNvSpPr>
          <p:nvPr>
            <p:ph type="body" sz="quarter" idx="20"/>
          </p:nvPr>
        </p:nvSpPr>
        <p:spPr>
          <a:xfrm>
            <a:off x="7470206" y="4767236"/>
            <a:ext cx="4169994" cy="444507"/>
          </a:xfrm>
        </p:spPr>
        <p:txBody>
          <a:bodyPr/>
          <a:lstStyle>
            <a:lvl1pPr marL="0" indent="0">
              <a:buNone/>
              <a:defRPr b="1">
                <a:solidFill>
                  <a:schemeClr val="tx2"/>
                </a:solidFill>
              </a:defRPr>
            </a:lvl1pPr>
          </a:lstStyle>
          <a:p>
            <a:pPr lvl="0"/>
            <a:r>
              <a:rPr lang="en-US"/>
              <a:t>Click to edit Master text styles</a:t>
            </a:r>
          </a:p>
        </p:txBody>
      </p:sp>
      <p:sp>
        <p:nvSpPr>
          <p:cNvPr id="27" name="Picture Placeholder 9">
            <a:extLst>
              <a:ext uri="{FF2B5EF4-FFF2-40B4-BE49-F238E27FC236}">
                <a16:creationId xmlns:a16="http://schemas.microsoft.com/office/drawing/2014/main" id="{BBDB54C5-D56D-48C5-8D32-36C2D95E990C}"/>
              </a:ext>
            </a:extLst>
          </p:cNvPr>
          <p:cNvSpPr>
            <a:spLocks noGrp="1"/>
          </p:cNvSpPr>
          <p:nvPr>
            <p:ph type="pic" sz="quarter" idx="21" hasCustomPrompt="1"/>
          </p:nvPr>
        </p:nvSpPr>
        <p:spPr>
          <a:xfrm>
            <a:off x="6259033" y="4243368"/>
            <a:ext cx="969962" cy="968375"/>
          </a:xfrm>
        </p:spPr>
        <p:txBody>
          <a:bodyPr anchor="ctr"/>
          <a:lstStyle>
            <a:lvl1pPr marL="0" indent="0" algn="ctr">
              <a:buNone/>
              <a:defRPr/>
            </a:lvl1pPr>
          </a:lstStyle>
          <a:p>
            <a:r>
              <a:rPr lang="en-PL"/>
              <a:t>Icon</a:t>
            </a:r>
          </a:p>
        </p:txBody>
      </p:sp>
      <p:sp>
        <p:nvSpPr>
          <p:cNvPr id="7" name="Rectangle 6">
            <a:extLst>
              <a:ext uri="{FF2B5EF4-FFF2-40B4-BE49-F238E27FC236}">
                <a16:creationId xmlns:a16="http://schemas.microsoft.com/office/drawing/2014/main" id="{FF6D5ACD-7B4A-5E9E-1941-F2C920E57DA6}"/>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1935819362"/>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Content_2 Columns_Photo">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B4D4C034-320B-6DDD-5EA0-66E4226329A7}"/>
              </a:ext>
            </a:extLst>
          </p:cNvPr>
          <p:cNvSpPr/>
          <p:nvPr userDrawn="1"/>
        </p:nvSpPr>
        <p:spPr>
          <a:xfrm>
            <a:off x="0" y="3980869"/>
            <a:ext cx="3548627" cy="2877132"/>
          </a:xfrm>
          <a:custGeom>
            <a:avLst/>
            <a:gdLst>
              <a:gd name="connsiteX0" fmla="*/ 0 w 3548627"/>
              <a:gd name="connsiteY0" fmla="*/ 0 h 2877132"/>
              <a:gd name="connsiteX1" fmla="*/ 17180 w 3548627"/>
              <a:gd name="connsiteY1" fmla="*/ 2773 h 2877132"/>
              <a:gd name="connsiteX2" fmla="*/ 259491 w 3548627"/>
              <a:gd name="connsiteY2" fmla="*/ 60188 h 2877132"/>
              <a:gd name="connsiteX3" fmla="*/ 3514069 w 3548627"/>
              <a:gd name="connsiteY3" fmla="*/ 2844543 h 2877132"/>
              <a:gd name="connsiteX4" fmla="*/ 3548627 w 3548627"/>
              <a:gd name="connsiteY4" fmla="*/ 2877132 h 2877132"/>
              <a:gd name="connsiteX5" fmla="*/ 0 w 3548627"/>
              <a:gd name="connsiteY5" fmla="*/ 2877132 h 2877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48627" h="2877132">
                <a:moveTo>
                  <a:pt x="0" y="0"/>
                </a:moveTo>
                <a:lnTo>
                  <a:pt x="17180" y="2773"/>
                </a:lnTo>
                <a:cubicBezTo>
                  <a:pt x="98749" y="18969"/>
                  <a:pt x="179570" y="38093"/>
                  <a:pt x="259491" y="60188"/>
                </a:cubicBezTo>
                <a:cubicBezTo>
                  <a:pt x="2497293" y="678866"/>
                  <a:pt x="2569908" y="1912490"/>
                  <a:pt x="3514069" y="2844543"/>
                </a:cubicBezTo>
                <a:lnTo>
                  <a:pt x="3548627" y="2877132"/>
                </a:lnTo>
                <a:lnTo>
                  <a:pt x="0" y="2877132"/>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165" y="549098"/>
            <a:ext cx="11086974"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4" name="Text Placeholder 6">
            <a:extLst>
              <a:ext uri="{FF2B5EF4-FFF2-40B4-BE49-F238E27FC236}">
                <a16:creationId xmlns:a16="http://schemas.microsoft.com/office/drawing/2014/main" id="{39AA7B67-6693-B256-903C-FCF873DB345C}"/>
              </a:ext>
            </a:extLst>
          </p:cNvPr>
          <p:cNvSpPr>
            <a:spLocks noGrp="1"/>
          </p:cNvSpPr>
          <p:nvPr>
            <p:ph idx="1"/>
          </p:nvPr>
        </p:nvSpPr>
        <p:spPr>
          <a:xfrm>
            <a:off x="554163" y="4859865"/>
            <a:ext cx="5349876" cy="1449037"/>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8" name="Text Placeholder 7">
            <a:extLst>
              <a:ext uri="{FF2B5EF4-FFF2-40B4-BE49-F238E27FC236}">
                <a16:creationId xmlns:a16="http://schemas.microsoft.com/office/drawing/2014/main" id="{9EB8DEF2-02A1-B7CD-158F-9813CFE2519E}"/>
              </a:ext>
            </a:extLst>
          </p:cNvPr>
          <p:cNvSpPr>
            <a:spLocks noGrp="1"/>
          </p:cNvSpPr>
          <p:nvPr>
            <p:ph type="body" sz="quarter" idx="11"/>
          </p:nvPr>
        </p:nvSpPr>
        <p:spPr>
          <a:xfrm>
            <a:off x="554163" y="4230552"/>
            <a:ext cx="5349876" cy="444507"/>
          </a:xfrm>
        </p:spPr>
        <p:txBody>
          <a:bodyPr/>
          <a:lstStyle>
            <a:lvl1pPr marL="0" indent="0">
              <a:buNone/>
              <a:defRPr b="1">
                <a:solidFill>
                  <a:schemeClr val="tx2"/>
                </a:solidFill>
              </a:defRPr>
            </a:lvl1pPr>
          </a:lstStyle>
          <a:p>
            <a:pPr lvl="0"/>
            <a:r>
              <a:rPr lang="en-US"/>
              <a:t>Click to edit Master text styles</a:t>
            </a:r>
          </a:p>
        </p:txBody>
      </p:sp>
      <p:sp>
        <p:nvSpPr>
          <p:cNvPr id="11" name="Text Placeholder 6">
            <a:extLst>
              <a:ext uri="{FF2B5EF4-FFF2-40B4-BE49-F238E27FC236}">
                <a16:creationId xmlns:a16="http://schemas.microsoft.com/office/drawing/2014/main" id="{9EF02D6E-E8B2-4CB8-A223-00262EE2A4C3}"/>
              </a:ext>
            </a:extLst>
          </p:cNvPr>
          <p:cNvSpPr>
            <a:spLocks noGrp="1"/>
          </p:cNvSpPr>
          <p:nvPr>
            <p:ph idx="13"/>
          </p:nvPr>
        </p:nvSpPr>
        <p:spPr>
          <a:xfrm>
            <a:off x="6291261" y="4859865"/>
            <a:ext cx="5349876" cy="1449037"/>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12" name="Text Placeholder 7">
            <a:extLst>
              <a:ext uri="{FF2B5EF4-FFF2-40B4-BE49-F238E27FC236}">
                <a16:creationId xmlns:a16="http://schemas.microsoft.com/office/drawing/2014/main" id="{15DB5DD6-596D-DC7B-3A2D-A53F70C97208}"/>
              </a:ext>
            </a:extLst>
          </p:cNvPr>
          <p:cNvSpPr>
            <a:spLocks noGrp="1"/>
          </p:cNvSpPr>
          <p:nvPr>
            <p:ph type="body" sz="quarter" idx="14"/>
          </p:nvPr>
        </p:nvSpPr>
        <p:spPr>
          <a:xfrm>
            <a:off x="6291261" y="4230552"/>
            <a:ext cx="5349876" cy="444507"/>
          </a:xfrm>
        </p:spPr>
        <p:txBody>
          <a:bodyPr/>
          <a:lstStyle>
            <a:lvl1pPr marL="0" indent="0">
              <a:buNone/>
              <a:defRPr b="1">
                <a:solidFill>
                  <a:schemeClr val="tx2"/>
                </a:solidFill>
              </a:defRPr>
            </a:lvl1pPr>
          </a:lstStyle>
          <a:p>
            <a:pPr lvl="0"/>
            <a:r>
              <a:rPr lang="en-US"/>
              <a:t>Click to edit Master text styles</a:t>
            </a:r>
          </a:p>
        </p:txBody>
      </p:sp>
      <p:sp>
        <p:nvSpPr>
          <p:cNvPr id="18" name="Picture Placeholder 17">
            <a:extLst>
              <a:ext uri="{FF2B5EF4-FFF2-40B4-BE49-F238E27FC236}">
                <a16:creationId xmlns:a16="http://schemas.microsoft.com/office/drawing/2014/main" id="{646C5585-BFB2-5295-8DA7-CC59F7C8776D}"/>
              </a:ext>
            </a:extLst>
          </p:cNvPr>
          <p:cNvSpPr>
            <a:spLocks noGrp="1"/>
          </p:cNvSpPr>
          <p:nvPr>
            <p:ph type="pic" sz="quarter" idx="15"/>
          </p:nvPr>
        </p:nvSpPr>
        <p:spPr>
          <a:xfrm>
            <a:off x="554165" y="1892595"/>
            <a:ext cx="5349875" cy="2088274"/>
          </a:xfrm>
          <a:custGeom>
            <a:avLst/>
            <a:gdLst>
              <a:gd name="connsiteX0" fmla="*/ 60978 w 5349875"/>
              <a:gd name="connsiteY0" fmla="*/ 0 h 2088274"/>
              <a:gd name="connsiteX1" fmla="*/ 5288897 w 5349875"/>
              <a:gd name="connsiteY1" fmla="*/ 0 h 2088274"/>
              <a:gd name="connsiteX2" fmla="*/ 5349875 w 5349875"/>
              <a:gd name="connsiteY2" fmla="*/ 60978 h 2088274"/>
              <a:gd name="connsiteX3" fmla="*/ 5349875 w 5349875"/>
              <a:gd name="connsiteY3" fmla="*/ 2027296 h 2088274"/>
              <a:gd name="connsiteX4" fmla="*/ 5288897 w 5349875"/>
              <a:gd name="connsiteY4" fmla="*/ 2088274 h 2088274"/>
              <a:gd name="connsiteX5" fmla="*/ 60978 w 5349875"/>
              <a:gd name="connsiteY5" fmla="*/ 2088274 h 2088274"/>
              <a:gd name="connsiteX6" fmla="*/ 0 w 5349875"/>
              <a:gd name="connsiteY6" fmla="*/ 2027296 h 2088274"/>
              <a:gd name="connsiteX7" fmla="*/ 0 w 5349875"/>
              <a:gd name="connsiteY7" fmla="*/ 60978 h 2088274"/>
              <a:gd name="connsiteX8" fmla="*/ 60978 w 5349875"/>
              <a:gd name="connsiteY8" fmla="*/ 0 h 20882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9875" h="2088274">
                <a:moveTo>
                  <a:pt x="60978" y="0"/>
                </a:moveTo>
                <a:lnTo>
                  <a:pt x="5288897" y="0"/>
                </a:lnTo>
                <a:cubicBezTo>
                  <a:pt x="5322574" y="0"/>
                  <a:pt x="5349875" y="27301"/>
                  <a:pt x="5349875" y="60978"/>
                </a:cubicBezTo>
                <a:lnTo>
                  <a:pt x="5349875" y="2027296"/>
                </a:lnTo>
                <a:cubicBezTo>
                  <a:pt x="5349875" y="2060973"/>
                  <a:pt x="5322574" y="2088274"/>
                  <a:pt x="5288897" y="2088274"/>
                </a:cubicBezTo>
                <a:lnTo>
                  <a:pt x="60978" y="2088274"/>
                </a:lnTo>
                <a:cubicBezTo>
                  <a:pt x="27301" y="2088274"/>
                  <a:pt x="0" y="2060973"/>
                  <a:pt x="0" y="2027296"/>
                </a:cubicBezTo>
                <a:lnTo>
                  <a:pt x="0" y="60978"/>
                </a:lnTo>
                <a:cubicBezTo>
                  <a:pt x="0" y="27301"/>
                  <a:pt x="27301" y="0"/>
                  <a:pt x="60978" y="0"/>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PL"/>
          </a:p>
        </p:txBody>
      </p:sp>
      <p:sp>
        <p:nvSpPr>
          <p:cNvPr id="20" name="Picture Placeholder 19">
            <a:extLst>
              <a:ext uri="{FF2B5EF4-FFF2-40B4-BE49-F238E27FC236}">
                <a16:creationId xmlns:a16="http://schemas.microsoft.com/office/drawing/2014/main" id="{A15BF100-B52B-AC8D-5F0F-B2AA1840EFA0}"/>
              </a:ext>
            </a:extLst>
          </p:cNvPr>
          <p:cNvSpPr>
            <a:spLocks noGrp="1"/>
          </p:cNvSpPr>
          <p:nvPr>
            <p:ph type="pic" sz="quarter" idx="16"/>
          </p:nvPr>
        </p:nvSpPr>
        <p:spPr>
          <a:xfrm>
            <a:off x="6291261" y="1892595"/>
            <a:ext cx="5349875" cy="2088274"/>
          </a:xfrm>
          <a:custGeom>
            <a:avLst/>
            <a:gdLst>
              <a:gd name="connsiteX0" fmla="*/ 60978 w 5349875"/>
              <a:gd name="connsiteY0" fmla="*/ 0 h 2088274"/>
              <a:gd name="connsiteX1" fmla="*/ 5288897 w 5349875"/>
              <a:gd name="connsiteY1" fmla="*/ 0 h 2088274"/>
              <a:gd name="connsiteX2" fmla="*/ 5349875 w 5349875"/>
              <a:gd name="connsiteY2" fmla="*/ 60978 h 2088274"/>
              <a:gd name="connsiteX3" fmla="*/ 5349875 w 5349875"/>
              <a:gd name="connsiteY3" fmla="*/ 2027296 h 2088274"/>
              <a:gd name="connsiteX4" fmla="*/ 5288897 w 5349875"/>
              <a:gd name="connsiteY4" fmla="*/ 2088274 h 2088274"/>
              <a:gd name="connsiteX5" fmla="*/ 60978 w 5349875"/>
              <a:gd name="connsiteY5" fmla="*/ 2088274 h 2088274"/>
              <a:gd name="connsiteX6" fmla="*/ 0 w 5349875"/>
              <a:gd name="connsiteY6" fmla="*/ 2027296 h 2088274"/>
              <a:gd name="connsiteX7" fmla="*/ 0 w 5349875"/>
              <a:gd name="connsiteY7" fmla="*/ 60978 h 2088274"/>
              <a:gd name="connsiteX8" fmla="*/ 60978 w 5349875"/>
              <a:gd name="connsiteY8" fmla="*/ 0 h 20882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9875" h="2088274">
                <a:moveTo>
                  <a:pt x="60978" y="0"/>
                </a:moveTo>
                <a:lnTo>
                  <a:pt x="5288897" y="0"/>
                </a:lnTo>
                <a:cubicBezTo>
                  <a:pt x="5322574" y="0"/>
                  <a:pt x="5349875" y="27301"/>
                  <a:pt x="5349875" y="60978"/>
                </a:cubicBezTo>
                <a:lnTo>
                  <a:pt x="5349875" y="2027296"/>
                </a:lnTo>
                <a:cubicBezTo>
                  <a:pt x="5349875" y="2060973"/>
                  <a:pt x="5322574" y="2088274"/>
                  <a:pt x="5288897" y="2088274"/>
                </a:cubicBezTo>
                <a:lnTo>
                  <a:pt x="60978" y="2088274"/>
                </a:lnTo>
                <a:cubicBezTo>
                  <a:pt x="27301" y="2088274"/>
                  <a:pt x="0" y="2060973"/>
                  <a:pt x="0" y="2027296"/>
                </a:cubicBezTo>
                <a:lnTo>
                  <a:pt x="0" y="60978"/>
                </a:lnTo>
                <a:cubicBezTo>
                  <a:pt x="0" y="27301"/>
                  <a:pt x="27301" y="0"/>
                  <a:pt x="60978" y="0"/>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PL"/>
          </a:p>
        </p:txBody>
      </p:sp>
      <p:sp>
        <p:nvSpPr>
          <p:cNvPr id="7" name="Rectangle 6">
            <a:extLst>
              <a:ext uri="{FF2B5EF4-FFF2-40B4-BE49-F238E27FC236}">
                <a16:creationId xmlns:a16="http://schemas.microsoft.com/office/drawing/2014/main" id="{813B98D7-E358-C9AC-31B4-6F5F0530F15F}"/>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3318693244"/>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Content_3 Columns_Photo">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B4D4C034-320B-6DDD-5EA0-66E4226329A7}"/>
              </a:ext>
            </a:extLst>
          </p:cNvPr>
          <p:cNvSpPr/>
          <p:nvPr userDrawn="1"/>
        </p:nvSpPr>
        <p:spPr>
          <a:xfrm>
            <a:off x="0" y="3980869"/>
            <a:ext cx="3548627" cy="2877132"/>
          </a:xfrm>
          <a:custGeom>
            <a:avLst/>
            <a:gdLst>
              <a:gd name="connsiteX0" fmla="*/ 0 w 3548627"/>
              <a:gd name="connsiteY0" fmla="*/ 0 h 2877132"/>
              <a:gd name="connsiteX1" fmla="*/ 17180 w 3548627"/>
              <a:gd name="connsiteY1" fmla="*/ 2773 h 2877132"/>
              <a:gd name="connsiteX2" fmla="*/ 259491 w 3548627"/>
              <a:gd name="connsiteY2" fmla="*/ 60188 h 2877132"/>
              <a:gd name="connsiteX3" fmla="*/ 3514069 w 3548627"/>
              <a:gd name="connsiteY3" fmla="*/ 2844543 h 2877132"/>
              <a:gd name="connsiteX4" fmla="*/ 3548627 w 3548627"/>
              <a:gd name="connsiteY4" fmla="*/ 2877132 h 2877132"/>
              <a:gd name="connsiteX5" fmla="*/ 0 w 3548627"/>
              <a:gd name="connsiteY5" fmla="*/ 2877132 h 2877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48627" h="2877132">
                <a:moveTo>
                  <a:pt x="0" y="0"/>
                </a:moveTo>
                <a:lnTo>
                  <a:pt x="17180" y="2773"/>
                </a:lnTo>
                <a:cubicBezTo>
                  <a:pt x="98749" y="18969"/>
                  <a:pt x="179570" y="38093"/>
                  <a:pt x="259491" y="60188"/>
                </a:cubicBezTo>
                <a:cubicBezTo>
                  <a:pt x="2497293" y="678866"/>
                  <a:pt x="2569908" y="1912490"/>
                  <a:pt x="3514069" y="2844543"/>
                </a:cubicBezTo>
                <a:lnTo>
                  <a:pt x="3548627" y="2877132"/>
                </a:lnTo>
                <a:lnTo>
                  <a:pt x="0" y="2877132"/>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164" y="549098"/>
            <a:ext cx="11090275"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14" name="Picture Placeholder 13">
            <a:extLst>
              <a:ext uri="{FF2B5EF4-FFF2-40B4-BE49-F238E27FC236}">
                <a16:creationId xmlns:a16="http://schemas.microsoft.com/office/drawing/2014/main" id="{C4B63A24-445D-FCB7-15FF-C986A81041FF}"/>
              </a:ext>
            </a:extLst>
          </p:cNvPr>
          <p:cNvSpPr>
            <a:spLocks noGrp="1"/>
          </p:cNvSpPr>
          <p:nvPr>
            <p:ph type="pic" sz="quarter" idx="19"/>
          </p:nvPr>
        </p:nvSpPr>
        <p:spPr>
          <a:xfrm>
            <a:off x="554167" y="1904539"/>
            <a:ext cx="3468241" cy="2088274"/>
          </a:xfrm>
          <a:custGeom>
            <a:avLst/>
            <a:gdLst>
              <a:gd name="connsiteX0" fmla="*/ 60978 w 3468241"/>
              <a:gd name="connsiteY0" fmla="*/ 0 h 2088274"/>
              <a:gd name="connsiteX1" fmla="*/ 3407263 w 3468241"/>
              <a:gd name="connsiteY1" fmla="*/ 0 h 2088274"/>
              <a:gd name="connsiteX2" fmla="*/ 3468241 w 3468241"/>
              <a:gd name="connsiteY2" fmla="*/ 60978 h 2088274"/>
              <a:gd name="connsiteX3" fmla="*/ 3468241 w 3468241"/>
              <a:gd name="connsiteY3" fmla="*/ 2027296 h 2088274"/>
              <a:gd name="connsiteX4" fmla="*/ 3407263 w 3468241"/>
              <a:gd name="connsiteY4" fmla="*/ 2088274 h 2088274"/>
              <a:gd name="connsiteX5" fmla="*/ 60978 w 3468241"/>
              <a:gd name="connsiteY5" fmla="*/ 2088274 h 2088274"/>
              <a:gd name="connsiteX6" fmla="*/ 0 w 3468241"/>
              <a:gd name="connsiteY6" fmla="*/ 2027296 h 2088274"/>
              <a:gd name="connsiteX7" fmla="*/ 0 w 3468241"/>
              <a:gd name="connsiteY7" fmla="*/ 60978 h 2088274"/>
              <a:gd name="connsiteX8" fmla="*/ 60978 w 3468241"/>
              <a:gd name="connsiteY8" fmla="*/ 0 h 20882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68241" h="2088274">
                <a:moveTo>
                  <a:pt x="60978" y="0"/>
                </a:moveTo>
                <a:lnTo>
                  <a:pt x="3407263" y="0"/>
                </a:lnTo>
                <a:cubicBezTo>
                  <a:pt x="3440940" y="0"/>
                  <a:pt x="3468241" y="27301"/>
                  <a:pt x="3468241" y="60978"/>
                </a:cubicBezTo>
                <a:lnTo>
                  <a:pt x="3468241" y="2027296"/>
                </a:lnTo>
                <a:cubicBezTo>
                  <a:pt x="3468241" y="2060973"/>
                  <a:pt x="3440940" y="2088274"/>
                  <a:pt x="3407263" y="2088274"/>
                </a:cubicBezTo>
                <a:lnTo>
                  <a:pt x="60978" y="2088274"/>
                </a:lnTo>
                <a:cubicBezTo>
                  <a:pt x="27301" y="2088274"/>
                  <a:pt x="0" y="2060973"/>
                  <a:pt x="0" y="2027296"/>
                </a:cubicBezTo>
                <a:lnTo>
                  <a:pt x="0" y="60978"/>
                </a:lnTo>
                <a:cubicBezTo>
                  <a:pt x="0" y="27301"/>
                  <a:pt x="27301" y="0"/>
                  <a:pt x="60978" y="0"/>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PL"/>
          </a:p>
        </p:txBody>
      </p:sp>
      <p:sp>
        <p:nvSpPr>
          <p:cNvPr id="4" name="Text Placeholder 6">
            <a:extLst>
              <a:ext uri="{FF2B5EF4-FFF2-40B4-BE49-F238E27FC236}">
                <a16:creationId xmlns:a16="http://schemas.microsoft.com/office/drawing/2014/main" id="{151D2AC7-BB8D-E36B-EF33-A57E03B9B4F0}"/>
              </a:ext>
            </a:extLst>
          </p:cNvPr>
          <p:cNvSpPr>
            <a:spLocks noGrp="1"/>
          </p:cNvSpPr>
          <p:nvPr>
            <p:ph idx="1"/>
          </p:nvPr>
        </p:nvSpPr>
        <p:spPr>
          <a:xfrm>
            <a:off x="554162" y="4851129"/>
            <a:ext cx="3468245" cy="1457596"/>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8" name="Text Placeholder 7">
            <a:extLst>
              <a:ext uri="{FF2B5EF4-FFF2-40B4-BE49-F238E27FC236}">
                <a16:creationId xmlns:a16="http://schemas.microsoft.com/office/drawing/2014/main" id="{F6E9F23E-DC2B-A56B-B5FA-839AF3E2CA96}"/>
              </a:ext>
            </a:extLst>
          </p:cNvPr>
          <p:cNvSpPr>
            <a:spLocks noGrp="1"/>
          </p:cNvSpPr>
          <p:nvPr>
            <p:ph type="body" sz="quarter" idx="11"/>
          </p:nvPr>
        </p:nvSpPr>
        <p:spPr>
          <a:xfrm>
            <a:off x="554162" y="4221815"/>
            <a:ext cx="3468245" cy="444507"/>
          </a:xfrm>
        </p:spPr>
        <p:txBody>
          <a:bodyPr/>
          <a:lstStyle>
            <a:lvl1pPr marL="0" indent="0">
              <a:buNone/>
              <a:defRPr b="1">
                <a:solidFill>
                  <a:schemeClr val="tx2"/>
                </a:solidFill>
              </a:defRPr>
            </a:lvl1pPr>
          </a:lstStyle>
          <a:p>
            <a:pPr lvl="0"/>
            <a:r>
              <a:rPr lang="en-US"/>
              <a:t>Click to edit Master text styles</a:t>
            </a:r>
          </a:p>
        </p:txBody>
      </p:sp>
      <p:sp>
        <p:nvSpPr>
          <p:cNvPr id="10" name="Picture Placeholder 13">
            <a:extLst>
              <a:ext uri="{FF2B5EF4-FFF2-40B4-BE49-F238E27FC236}">
                <a16:creationId xmlns:a16="http://schemas.microsoft.com/office/drawing/2014/main" id="{D61E2653-BB8A-C31C-AD38-3C43142FA8C3}"/>
              </a:ext>
            </a:extLst>
          </p:cNvPr>
          <p:cNvSpPr>
            <a:spLocks noGrp="1"/>
          </p:cNvSpPr>
          <p:nvPr>
            <p:ph type="pic" sz="quarter" idx="20"/>
          </p:nvPr>
        </p:nvSpPr>
        <p:spPr>
          <a:xfrm>
            <a:off x="8172900" y="1904539"/>
            <a:ext cx="3468241" cy="2088274"/>
          </a:xfrm>
          <a:custGeom>
            <a:avLst/>
            <a:gdLst>
              <a:gd name="connsiteX0" fmla="*/ 60978 w 3468241"/>
              <a:gd name="connsiteY0" fmla="*/ 0 h 2088274"/>
              <a:gd name="connsiteX1" fmla="*/ 3407263 w 3468241"/>
              <a:gd name="connsiteY1" fmla="*/ 0 h 2088274"/>
              <a:gd name="connsiteX2" fmla="*/ 3468241 w 3468241"/>
              <a:gd name="connsiteY2" fmla="*/ 60978 h 2088274"/>
              <a:gd name="connsiteX3" fmla="*/ 3468241 w 3468241"/>
              <a:gd name="connsiteY3" fmla="*/ 2027296 h 2088274"/>
              <a:gd name="connsiteX4" fmla="*/ 3407263 w 3468241"/>
              <a:gd name="connsiteY4" fmla="*/ 2088274 h 2088274"/>
              <a:gd name="connsiteX5" fmla="*/ 60978 w 3468241"/>
              <a:gd name="connsiteY5" fmla="*/ 2088274 h 2088274"/>
              <a:gd name="connsiteX6" fmla="*/ 0 w 3468241"/>
              <a:gd name="connsiteY6" fmla="*/ 2027296 h 2088274"/>
              <a:gd name="connsiteX7" fmla="*/ 0 w 3468241"/>
              <a:gd name="connsiteY7" fmla="*/ 60978 h 2088274"/>
              <a:gd name="connsiteX8" fmla="*/ 60978 w 3468241"/>
              <a:gd name="connsiteY8" fmla="*/ 0 h 20882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68241" h="2088274">
                <a:moveTo>
                  <a:pt x="60978" y="0"/>
                </a:moveTo>
                <a:lnTo>
                  <a:pt x="3407263" y="0"/>
                </a:lnTo>
                <a:cubicBezTo>
                  <a:pt x="3440940" y="0"/>
                  <a:pt x="3468241" y="27301"/>
                  <a:pt x="3468241" y="60978"/>
                </a:cubicBezTo>
                <a:lnTo>
                  <a:pt x="3468241" y="2027296"/>
                </a:lnTo>
                <a:cubicBezTo>
                  <a:pt x="3468241" y="2060973"/>
                  <a:pt x="3440940" y="2088274"/>
                  <a:pt x="3407263" y="2088274"/>
                </a:cubicBezTo>
                <a:lnTo>
                  <a:pt x="60978" y="2088274"/>
                </a:lnTo>
                <a:cubicBezTo>
                  <a:pt x="27301" y="2088274"/>
                  <a:pt x="0" y="2060973"/>
                  <a:pt x="0" y="2027296"/>
                </a:cubicBezTo>
                <a:lnTo>
                  <a:pt x="0" y="60978"/>
                </a:lnTo>
                <a:cubicBezTo>
                  <a:pt x="0" y="27301"/>
                  <a:pt x="27301" y="0"/>
                  <a:pt x="60978" y="0"/>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PL"/>
          </a:p>
        </p:txBody>
      </p:sp>
      <p:sp>
        <p:nvSpPr>
          <p:cNvPr id="13" name="Text Placeholder 6">
            <a:extLst>
              <a:ext uri="{FF2B5EF4-FFF2-40B4-BE49-F238E27FC236}">
                <a16:creationId xmlns:a16="http://schemas.microsoft.com/office/drawing/2014/main" id="{BEFC013F-42AA-4361-D6D8-193E74F7A27B}"/>
              </a:ext>
            </a:extLst>
          </p:cNvPr>
          <p:cNvSpPr>
            <a:spLocks noGrp="1"/>
          </p:cNvSpPr>
          <p:nvPr>
            <p:ph idx="21"/>
          </p:nvPr>
        </p:nvSpPr>
        <p:spPr>
          <a:xfrm>
            <a:off x="8172895" y="4851129"/>
            <a:ext cx="3468245" cy="1457596"/>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15" name="Text Placeholder 7">
            <a:extLst>
              <a:ext uri="{FF2B5EF4-FFF2-40B4-BE49-F238E27FC236}">
                <a16:creationId xmlns:a16="http://schemas.microsoft.com/office/drawing/2014/main" id="{E279D1ED-4A4E-330F-B961-CDE713EF3E18}"/>
              </a:ext>
            </a:extLst>
          </p:cNvPr>
          <p:cNvSpPr>
            <a:spLocks noGrp="1"/>
          </p:cNvSpPr>
          <p:nvPr>
            <p:ph type="body" sz="quarter" idx="22"/>
          </p:nvPr>
        </p:nvSpPr>
        <p:spPr>
          <a:xfrm>
            <a:off x="8172895" y="4221815"/>
            <a:ext cx="3468245" cy="444507"/>
          </a:xfrm>
        </p:spPr>
        <p:txBody>
          <a:bodyPr/>
          <a:lstStyle>
            <a:lvl1pPr marL="0" indent="0">
              <a:buNone/>
              <a:defRPr b="1">
                <a:solidFill>
                  <a:schemeClr val="tx2"/>
                </a:solidFill>
              </a:defRPr>
            </a:lvl1pPr>
          </a:lstStyle>
          <a:p>
            <a:pPr lvl="0"/>
            <a:r>
              <a:rPr lang="en-US"/>
              <a:t>Click to edit Master text styles</a:t>
            </a:r>
          </a:p>
        </p:txBody>
      </p:sp>
      <p:sp>
        <p:nvSpPr>
          <p:cNvPr id="16" name="Picture Placeholder 13">
            <a:extLst>
              <a:ext uri="{FF2B5EF4-FFF2-40B4-BE49-F238E27FC236}">
                <a16:creationId xmlns:a16="http://schemas.microsoft.com/office/drawing/2014/main" id="{B4C06C48-CC71-79CC-E419-FFF4B0DD89E1}"/>
              </a:ext>
            </a:extLst>
          </p:cNvPr>
          <p:cNvSpPr>
            <a:spLocks noGrp="1"/>
          </p:cNvSpPr>
          <p:nvPr>
            <p:ph type="pic" sz="quarter" idx="23"/>
          </p:nvPr>
        </p:nvSpPr>
        <p:spPr>
          <a:xfrm>
            <a:off x="4361881" y="1904539"/>
            <a:ext cx="3468241" cy="2088274"/>
          </a:xfrm>
          <a:custGeom>
            <a:avLst/>
            <a:gdLst>
              <a:gd name="connsiteX0" fmla="*/ 60978 w 3468241"/>
              <a:gd name="connsiteY0" fmla="*/ 0 h 2088274"/>
              <a:gd name="connsiteX1" fmla="*/ 3407263 w 3468241"/>
              <a:gd name="connsiteY1" fmla="*/ 0 h 2088274"/>
              <a:gd name="connsiteX2" fmla="*/ 3468241 w 3468241"/>
              <a:gd name="connsiteY2" fmla="*/ 60978 h 2088274"/>
              <a:gd name="connsiteX3" fmla="*/ 3468241 w 3468241"/>
              <a:gd name="connsiteY3" fmla="*/ 2027296 h 2088274"/>
              <a:gd name="connsiteX4" fmla="*/ 3407263 w 3468241"/>
              <a:gd name="connsiteY4" fmla="*/ 2088274 h 2088274"/>
              <a:gd name="connsiteX5" fmla="*/ 60978 w 3468241"/>
              <a:gd name="connsiteY5" fmla="*/ 2088274 h 2088274"/>
              <a:gd name="connsiteX6" fmla="*/ 0 w 3468241"/>
              <a:gd name="connsiteY6" fmla="*/ 2027296 h 2088274"/>
              <a:gd name="connsiteX7" fmla="*/ 0 w 3468241"/>
              <a:gd name="connsiteY7" fmla="*/ 60978 h 2088274"/>
              <a:gd name="connsiteX8" fmla="*/ 60978 w 3468241"/>
              <a:gd name="connsiteY8" fmla="*/ 0 h 20882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68241" h="2088274">
                <a:moveTo>
                  <a:pt x="60978" y="0"/>
                </a:moveTo>
                <a:lnTo>
                  <a:pt x="3407263" y="0"/>
                </a:lnTo>
                <a:cubicBezTo>
                  <a:pt x="3440940" y="0"/>
                  <a:pt x="3468241" y="27301"/>
                  <a:pt x="3468241" y="60978"/>
                </a:cubicBezTo>
                <a:lnTo>
                  <a:pt x="3468241" y="2027296"/>
                </a:lnTo>
                <a:cubicBezTo>
                  <a:pt x="3468241" y="2060973"/>
                  <a:pt x="3440940" y="2088274"/>
                  <a:pt x="3407263" y="2088274"/>
                </a:cubicBezTo>
                <a:lnTo>
                  <a:pt x="60978" y="2088274"/>
                </a:lnTo>
                <a:cubicBezTo>
                  <a:pt x="27301" y="2088274"/>
                  <a:pt x="0" y="2060973"/>
                  <a:pt x="0" y="2027296"/>
                </a:cubicBezTo>
                <a:lnTo>
                  <a:pt x="0" y="60978"/>
                </a:lnTo>
                <a:cubicBezTo>
                  <a:pt x="0" y="27301"/>
                  <a:pt x="27301" y="0"/>
                  <a:pt x="60978" y="0"/>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PL"/>
          </a:p>
        </p:txBody>
      </p:sp>
      <p:sp>
        <p:nvSpPr>
          <p:cNvPr id="17" name="Text Placeholder 6">
            <a:extLst>
              <a:ext uri="{FF2B5EF4-FFF2-40B4-BE49-F238E27FC236}">
                <a16:creationId xmlns:a16="http://schemas.microsoft.com/office/drawing/2014/main" id="{B64EF92C-E96B-4FA9-DD85-43C266CD5F49}"/>
              </a:ext>
            </a:extLst>
          </p:cNvPr>
          <p:cNvSpPr>
            <a:spLocks noGrp="1"/>
          </p:cNvSpPr>
          <p:nvPr>
            <p:ph idx="24"/>
          </p:nvPr>
        </p:nvSpPr>
        <p:spPr>
          <a:xfrm>
            <a:off x="4361878" y="4851129"/>
            <a:ext cx="3468245" cy="1457596"/>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18" name="Text Placeholder 7">
            <a:extLst>
              <a:ext uri="{FF2B5EF4-FFF2-40B4-BE49-F238E27FC236}">
                <a16:creationId xmlns:a16="http://schemas.microsoft.com/office/drawing/2014/main" id="{BD429EFF-4276-75F2-759E-AC723CCC9AD6}"/>
              </a:ext>
            </a:extLst>
          </p:cNvPr>
          <p:cNvSpPr>
            <a:spLocks noGrp="1"/>
          </p:cNvSpPr>
          <p:nvPr>
            <p:ph type="body" sz="quarter" idx="25"/>
          </p:nvPr>
        </p:nvSpPr>
        <p:spPr>
          <a:xfrm>
            <a:off x="4361876" y="4221815"/>
            <a:ext cx="3468245" cy="444507"/>
          </a:xfrm>
        </p:spPr>
        <p:txBody>
          <a:bodyPr/>
          <a:lstStyle>
            <a:lvl1pPr marL="0" indent="0">
              <a:buNone/>
              <a:defRPr b="1">
                <a:solidFill>
                  <a:schemeClr val="tx2"/>
                </a:solidFill>
              </a:defRPr>
            </a:lvl1pPr>
          </a:lstStyle>
          <a:p>
            <a:pPr lvl="0"/>
            <a:r>
              <a:rPr lang="en-US"/>
              <a:t>Click to edit Master text styles</a:t>
            </a:r>
          </a:p>
        </p:txBody>
      </p:sp>
      <p:sp>
        <p:nvSpPr>
          <p:cNvPr id="7" name="Rectangle 6">
            <a:extLst>
              <a:ext uri="{FF2B5EF4-FFF2-40B4-BE49-F238E27FC236}">
                <a16:creationId xmlns:a16="http://schemas.microsoft.com/office/drawing/2014/main" id="{8C5FA838-DB61-536E-EB14-6328D1AE0558}"/>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476630994"/>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Content_4 Columns_Photo">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B4D4C034-320B-6DDD-5EA0-66E4226329A7}"/>
              </a:ext>
            </a:extLst>
          </p:cNvPr>
          <p:cNvSpPr/>
          <p:nvPr userDrawn="1"/>
        </p:nvSpPr>
        <p:spPr>
          <a:xfrm>
            <a:off x="0" y="3985009"/>
            <a:ext cx="3548627" cy="2877132"/>
          </a:xfrm>
          <a:custGeom>
            <a:avLst/>
            <a:gdLst>
              <a:gd name="connsiteX0" fmla="*/ 0 w 3548627"/>
              <a:gd name="connsiteY0" fmla="*/ 0 h 2877132"/>
              <a:gd name="connsiteX1" fmla="*/ 17180 w 3548627"/>
              <a:gd name="connsiteY1" fmla="*/ 2773 h 2877132"/>
              <a:gd name="connsiteX2" fmla="*/ 259491 w 3548627"/>
              <a:gd name="connsiteY2" fmla="*/ 60188 h 2877132"/>
              <a:gd name="connsiteX3" fmla="*/ 3514069 w 3548627"/>
              <a:gd name="connsiteY3" fmla="*/ 2844543 h 2877132"/>
              <a:gd name="connsiteX4" fmla="*/ 3548627 w 3548627"/>
              <a:gd name="connsiteY4" fmla="*/ 2877132 h 2877132"/>
              <a:gd name="connsiteX5" fmla="*/ 0 w 3548627"/>
              <a:gd name="connsiteY5" fmla="*/ 2877132 h 2877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48627" h="2877132">
                <a:moveTo>
                  <a:pt x="0" y="0"/>
                </a:moveTo>
                <a:lnTo>
                  <a:pt x="17180" y="2773"/>
                </a:lnTo>
                <a:cubicBezTo>
                  <a:pt x="98749" y="18969"/>
                  <a:pt x="179570" y="38093"/>
                  <a:pt x="259491" y="60188"/>
                </a:cubicBezTo>
                <a:cubicBezTo>
                  <a:pt x="2497293" y="678866"/>
                  <a:pt x="2569908" y="1912490"/>
                  <a:pt x="3514069" y="2844543"/>
                </a:cubicBezTo>
                <a:lnTo>
                  <a:pt x="3548627" y="2877132"/>
                </a:lnTo>
                <a:lnTo>
                  <a:pt x="0" y="2877132"/>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038" y="552651"/>
            <a:ext cx="11090275"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9" name="Text Placeholder 6">
            <a:extLst>
              <a:ext uri="{FF2B5EF4-FFF2-40B4-BE49-F238E27FC236}">
                <a16:creationId xmlns:a16="http://schemas.microsoft.com/office/drawing/2014/main" id="{32318783-F912-367F-A0F9-62F27F691C6D}"/>
              </a:ext>
            </a:extLst>
          </p:cNvPr>
          <p:cNvSpPr>
            <a:spLocks noGrp="1"/>
          </p:cNvSpPr>
          <p:nvPr>
            <p:ph idx="1"/>
          </p:nvPr>
        </p:nvSpPr>
        <p:spPr>
          <a:xfrm>
            <a:off x="554037" y="3898955"/>
            <a:ext cx="2479418" cy="2409769"/>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11" name="Text Placeholder 7">
            <a:extLst>
              <a:ext uri="{FF2B5EF4-FFF2-40B4-BE49-F238E27FC236}">
                <a16:creationId xmlns:a16="http://schemas.microsoft.com/office/drawing/2014/main" id="{89B4F3B9-1C89-E951-4C68-F8F9879046BB}"/>
              </a:ext>
            </a:extLst>
          </p:cNvPr>
          <p:cNvSpPr>
            <a:spLocks noGrp="1"/>
          </p:cNvSpPr>
          <p:nvPr>
            <p:ph type="body" sz="quarter" idx="11"/>
          </p:nvPr>
        </p:nvSpPr>
        <p:spPr>
          <a:xfrm>
            <a:off x="554037" y="3261121"/>
            <a:ext cx="2479418" cy="444507"/>
          </a:xfrm>
        </p:spPr>
        <p:txBody>
          <a:bodyPr/>
          <a:lstStyle>
            <a:lvl1pPr marL="0" indent="0">
              <a:buNone/>
              <a:defRPr b="1">
                <a:solidFill>
                  <a:schemeClr val="tx2"/>
                </a:solidFill>
              </a:defRPr>
            </a:lvl1pPr>
          </a:lstStyle>
          <a:p>
            <a:pPr lvl="0"/>
            <a:r>
              <a:rPr lang="en-US"/>
              <a:t>Click to edit Master text styles</a:t>
            </a:r>
          </a:p>
        </p:txBody>
      </p:sp>
      <p:sp>
        <p:nvSpPr>
          <p:cNvPr id="21" name="Picture Placeholder 20">
            <a:extLst>
              <a:ext uri="{FF2B5EF4-FFF2-40B4-BE49-F238E27FC236}">
                <a16:creationId xmlns:a16="http://schemas.microsoft.com/office/drawing/2014/main" id="{9EB4F83A-A12A-A3D4-3F35-3B8B87F518F3}"/>
              </a:ext>
            </a:extLst>
          </p:cNvPr>
          <p:cNvSpPr>
            <a:spLocks noGrp="1"/>
          </p:cNvSpPr>
          <p:nvPr>
            <p:ph type="pic" sz="quarter" idx="12"/>
          </p:nvPr>
        </p:nvSpPr>
        <p:spPr>
          <a:xfrm>
            <a:off x="554038" y="1690689"/>
            <a:ext cx="2479417" cy="1291051"/>
          </a:xfrm>
          <a:custGeom>
            <a:avLst/>
            <a:gdLst>
              <a:gd name="connsiteX0" fmla="*/ 37699 w 2479417"/>
              <a:gd name="connsiteY0" fmla="*/ 0 h 1291051"/>
              <a:gd name="connsiteX1" fmla="*/ 2441718 w 2479417"/>
              <a:gd name="connsiteY1" fmla="*/ 0 h 1291051"/>
              <a:gd name="connsiteX2" fmla="*/ 2479417 w 2479417"/>
              <a:gd name="connsiteY2" fmla="*/ 37699 h 1291051"/>
              <a:gd name="connsiteX3" fmla="*/ 2479417 w 2479417"/>
              <a:gd name="connsiteY3" fmla="*/ 1253352 h 1291051"/>
              <a:gd name="connsiteX4" fmla="*/ 2441718 w 2479417"/>
              <a:gd name="connsiteY4" fmla="*/ 1291051 h 1291051"/>
              <a:gd name="connsiteX5" fmla="*/ 37699 w 2479417"/>
              <a:gd name="connsiteY5" fmla="*/ 1291051 h 1291051"/>
              <a:gd name="connsiteX6" fmla="*/ 0 w 2479417"/>
              <a:gd name="connsiteY6" fmla="*/ 1253352 h 1291051"/>
              <a:gd name="connsiteX7" fmla="*/ 0 w 2479417"/>
              <a:gd name="connsiteY7" fmla="*/ 37699 h 1291051"/>
              <a:gd name="connsiteX8" fmla="*/ 37699 w 2479417"/>
              <a:gd name="connsiteY8" fmla="*/ 0 h 1291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79417" h="1291051">
                <a:moveTo>
                  <a:pt x="37699" y="0"/>
                </a:moveTo>
                <a:lnTo>
                  <a:pt x="2441718" y="0"/>
                </a:lnTo>
                <a:cubicBezTo>
                  <a:pt x="2462539" y="0"/>
                  <a:pt x="2479417" y="16878"/>
                  <a:pt x="2479417" y="37699"/>
                </a:cubicBezTo>
                <a:lnTo>
                  <a:pt x="2479417" y="1253352"/>
                </a:lnTo>
                <a:cubicBezTo>
                  <a:pt x="2479417" y="1274173"/>
                  <a:pt x="2462539" y="1291051"/>
                  <a:pt x="2441718" y="1291051"/>
                </a:cubicBezTo>
                <a:lnTo>
                  <a:pt x="37699" y="1291051"/>
                </a:lnTo>
                <a:cubicBezTo>
                  <a:pt x="16878" y="1291051"/>
                  <a:pt x="0" y="1274173"/>
                  <a:pt x="0" y="1253352"/>
                </a:cubicBezTo>
                <a:lnTo>
                  <a:pt x="0" y="37699"/>
                </a:lnTo>
                <a:cubicBezTo>
                  <a:pt x="0" y="16878"/>
                  <a:pt x="16878" y="0"/>
                  <a:pt x="37699" y="0"/>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PL"/>
          </a:p>
        </p:txBody>
      </p:sp>
      <p:sp>
        <p:nvSpPr>
          <p:cNvPr id="22" name="Text Placeholder 6">
            <a:extLst>
              <a:ext uri="{FF2B5EF4-FFF2-40B4-BE49-F238E27FC236}">
                <a16:creationId xmlns:a16="http://schemas.microsoft.com/office/drawing/2014/main" id="{4C336369-4672-25EF-0D52-0AA63F40213E}"/>
              </a:ext>
            </a:extLst>
          </p:cNvPr>
          <p:cNvSpPr>
            <a:spLocks noGrp="1"/>
          </p:cNvSpPr>
          <p:nvPr>
            <p:ph idx="13"/>
          </p:nvPr>
        </p:nvSpPr>
        <p:spPr>
          <a:xfrm>
            <a:off x="9161720" y="3898956"/>
            <a:ext cx="2479418" cy="2409769"/>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23" name="Text Placeholder 7">
            <a:extLst>
              <a:ext uri="{FF2B5EF4-FFF2-40B4-BE49-F238E27FC236}">
                <a16:creationId xmlns:a16="http://schemas.microsoft.com/office/drawing/2014/main" id="{191F6897-4FBF-34C3-8D07-17047C52251B}"/>
              </a:ext>
            </a:extLst>
          </p:cNvPr>
          <p:cNvSpPr>
            <a:spLocks noGrp="1"/>
          </p:cNvSpPr>
          <p:nvPr>
            <p:ph type="body" sz="quarter" idx="14"/>
          </p:nvPr>
        </p:nvSpPr>
        <p:spPr>
          <a:xfrm>
            <a:off x="9161720" y="3269642"/>
            <a:ext cx="2479418" cy="444507"/>
          </a:xfrm>
        </p:spPr>
        <p:txBody>
          <a:bodyPr/>
          <a:lstStyle>
            <a:lvl1pPr marL="0" indent="0">
              <a:buNone/>
              <a:defRPr b="1">
                <a:solidFill>
                  <a:schemeClr val="tx2"/>
                </a:solidFill>
              </a:defRPr>
            </a:lvl1pPr>
          </a:lstStyle>
          <a:p>
            <a:pPr lvl="0"/>
            <a:r>
              <a:rPr lang="en-US"/>
              <a:t>Click to edit Master text styles</a:t>
            </a:r>
          </a:p>
        </p:txBody>
      </p:sp>
      <p:sp>
        <p:nvSpPr>
          <p:cNvPr id="24" name="Picture Placeholder 23">
            <a:extLst>
              <a:ext uri="{FF2B5EF4-FFF2-40B4-BE49-F238E27FC236}">
                <a16:creationId xmlns:a16="http://schemas.microsoft.com/office/drawing/2014/main" id="{746B1D23-3F88-94EB-2D20-2DDAE7E339C8}"/>
              </a:ext>
            </a:extLst>
          </p:cNvPr>
          <p:cNvSpPr>
            <a:spLocks noGrp="1"/>
          </p:cNvSpPr>
          <p:nvPr>
            <p:ph type="pic" sz="quarter" idx="15"/>
          </p:nvPr>
        </p:nvSpPr>
        <p:spPr>
          <a:xfrm>
            <a:off x="9161721" y="1688681"/>
            <a:ext cx="2479417" cy="1291051"/>
          </a:xfrm>
          <a:custGeom>
            <a:avLst/>
            <a:gdLst>
              <a:gd name="connsiteX0" fmla="*/ 37699 w 2479417"/>
              <a:gd name="connsiteY0" fmla="*/ 0 h 1291051"/>
              <a:gd name="connsiteX1" fmla="*/ 2441718 w 2479417"/>
              <a:gd name="connsiteY1" fmla="*/ 0 h 1291051"/>
              <a:gd name="connsiteX2" fmla="*/ 2479417 w 2479417"/>
              <a:gd name="connsiteY2" fmla="*/ 37699 h 1291051"/>
              <a:gd name="connsiteX3" fmla="*/ 2479417 w 2479417"/>
              <a:gd name="connsiteY3" fmla="*/ 1253352 h 1291051"/>
              <a:gd name="connsiteX4" fmla="*/ 2441718 w 2479417"/>
              <a:gd name="connsiteY4" fmla="*/ 1291051 h 1291051"/>
              <a:gd name="connsiteX5" fmla="*/ 37699 w 2479417"/>
              <a:gd name="connsiteY5" fmla="*/ 1291051 h 1291051"/>
              <a:gd name="connsiteX6" fmla="*/ 0 w 2479417"/>
              <a:gd name="connsiteY6" fmla="*/ 1253352 h 1291051"/>
              <a:gd name="connsiteX7" fmla="*/ 0 w 2479417"/>
              <a:gd name="connsiteY7" fmla="*/ 37699 h 1291051"/>
              <a:gd name="connsiteX8" fmla="*/ 37699 w 2479417"/>
              <a:gd name="connsiteY8" fmla="*/ 0 h 1291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79417" h="1291051">
                <a:moveTo>
                  <a:pt x="37699" y="0"/>
                </a:moveTo>
                <a:lnTo>
                  <a:pt x="2441718" y="0"/>
                </a:lnTo>
                <a:cubicBezTo>
                  <a:pt x="2462539" y="0"/>
                  <a:pt x="2479417" y="16878"/>
                  <a:pt x="2479417" y="37699"/>
                </a:cubicBezTo>
                <a:lnTo>
                  <a:pt x="2479417" y="1253352"/>
                </a:lnTo>
                <a:cubicBezTo>
                  <a:pt x="2479417" y="1274173"/>
                  <a:pt x="2462539" y="1291051"/>
                  <a:pt x="2441718" y="1291051"/>
                </a:cubicBezTo>
                <a:lnTo>
                  <a:pt x="37699" y="1291051"/>
                </a:lnTo>
                <a:cubicBezTo>
                  <a:pt x="16878" y="1291051"/>
                  <a:pt x="0" y="1274173"/>
                  <a:pt x="0" y="1253352"/>
                </a:cubicBezTo>
                <a:lnTo>
                  <a:pt x="0" y="37699"/>
                </a:lnTo>
                <a:cubicBezTo>
                  <a:pt x="0" y="16878"/>
                  <a:pt x="16878" y="0"/>
                  <a:pt x="37699" y="0"/>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PL"/>
          </a:p>
        </p:txBody>
      </p:sp>
      <p:sp>
        <p:nvSpPr>
          <p:cNvPr id="25" name="Text Placeholder 6">
            <a:extLst>
              <a:ext uri="{FF2B5EF4-FFF2-40B4-BE49-F238E27FC236}">
                <a16:creationId xmlns:a16="http://schemas.microsoft.com/office/drawing/2014/main" id="{72836B13-C131-73E8-6139-B105B0CE593B}"/>
              </a:ext>
            </a:extLst>
          </p:cNvPr>
          <p:cNvSpPr>
            <a:spLocks noGrp="1"/>
          </p:cNvSpPr>
          <p:nvPr>
            <p:ph idx="16"/>
          </p:nvPr>
        </p:nvSpPr>
        <p:spPr>
          <a:xfrm>
            <a:off x="3421148" y="3898956"/>
            <a:ext cx="2479418" cy="2409769"/>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26" name="Text Placeholder 7">
            <a:extLst>
              <a:ext uri="{FF2B5EF4-FFF2-40B4-BE49-F238E27FC236}">
                <a16:creationId xmlns:a16="http://schemas.microsoft.com/office/drawing/2014/main" id="{E21BA4D1-9D27-ACD1-776A-E09669531EFA}"/>
              </a:ext>
            </a:extLst>
          </p:cNvPr>
          <p:cNvSpPr>
            <a:spLocks noGrp="1"/>
          </p:cNvSpPr>
          <p:nvPr>
            <p:ph type="body" sz="quarter" idx="17"/>
          </p:nvPr>
        </p:nvSpPr>
        <p:spPr>
          <a:xfrm>
            <a:off x="3431553" y="3269642"/>
            <a:ext cx="2479418" cy="444507"/>
          </a:xfrm>
        </p:spPr>
        <p:txBody>
          <a:bodyPr/>
          <a:lstStyle>
            <a:lvl1pPr marL="0" indent="0">
              <a:buNone/>
              <a:defRPr b="1">
                <a:solidFill>
                  <a:schemeClr val="tx2"/>
                </a:solidFill>
              </a:defRPr>
            </a:lvl1pPr>
          </a:lstStyle>
          <a:p>
            <a:pPr lvl="0"/>
            <a:r>
              <a:rPr lang="en-US"/>
              <a:t>Click to edit Master text styles</a:t>
            </a:r>
          </a:p>
        </p:txBody>
      </p:sp>
      <p:sp>
        <p:nvSpPr>
          <p:cNvPr id="27" name="Picture Placeholder 26">
            <a:extLst>
              <a:ext uri="{FF2B5EF4-FFF2-40B4-BE49-F238E27FC236}">
                <a16:creationId xmlns:a16="http://schemas.microsoft.com/office/drawing/2014/main" id="{746EE493-5E35-C1E3-E4F8-37EF950BC35A}"/>
              </a:ext>
            </a:extLst>
          </p:cNvPr>
          <p:cNvSpPr>
            <a:spLocks noGrp="1"/>
          </p:cNvSpPr>
          <p:nvPr>
            <p:ph type="pic" sz="quarter" idx="18"/>
          </p:nvPr>
        </p:nvSpPr>
        <p:spPr>
          <a:xfrm>
            <a:off x="3431554" y="1691856"/>
            <a:ext cx="2479417" cy="1291051"/>
          </a:xfrm>
          <a:custGeom>
            <a:avLst/>
            <a:gdLst>
              <a:gd name="connsiteX0" fmla="*/ 37699 w 2479417"/>
              <a:gd name="connsiteY0" fmla="*/ 0 h 1291051"/>
              <a:gd name="connsiteX1" fmla="*/ 2441718 w 2479417"/>
              <a:gd name="connsiteY1" fmla="*/ 0 h 1291051"/>
              <a:gd name="connsiteX2" fmla="*/ 2479417 w 2479417"/>
              <a:gd name="connsiteY2" fmla="*/ 37699 h 1291051"/>
              <a:gd name="connsiteX3" fmla="*/ 2479417 w 2479417"/>
              <a:gd name="connsiteY3" fmla="*/ 1253352 h 1291051"/>
              <a:gd name="connsiteX4" fmla="*/ 2441718 w 2479417"/>
              <a:gd name="connsiteY4" fmla="*/ 1291051 h 1291051"/>
              <a:gd name="connsiteX5" fmla="*/ 37699 w 2479417"/>
              <a:gd name="connsiteY5" fmla="*/ 1291051 h 1291051"/>
              <a:gd name="connsiteX6" fmla="*/ 0 w 2479417"/>
              <a:gd name="connsiteY6" fmla="*/ 1253352 h 1291051"/>
              <a:gd name="connsiteX7" fmla="*/ 0 w 2479417"/>
              <a:gd name="connsiteY7" fmla="*/ 37699 h 1291051"/>
              <a:gd name="connsiteX8" fmla="*/ 37699 w 2479417"/>
              <a:gd name="connsiteY8" fmla="*/ 0 h 1291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79417" h="1291051">
                <a:moveTo>
                  <a:pt x="37699" y="0"/>
                </a:moveTo>
                <a:lnTo>
                  <a:pt x="2441718" y="0"/>
                </a:lnTo>
                <a:cubicBezTo>
                  <a:pt x="2462539" y="0"/>
                  <a:pt x="2479417" y="16878"/>
                  <a:pt x="2479417" y="37699"/>
                </a:cubicBezTo>
                <a:lnTo>
                  <a:pt x="2479417" y="1253352"/>
                </a:lnTo>
                <a:cubicBezTo>
                  <a:pt x="2479417" y="1274173"/>
                  <a:pt x="2462539" y="1291051"/>
                  <a:pt x="2441718" y="1291051"/>
                </a:cubicBezTo>
                <a:lnTo>
                  <a:pt x="37699" y="1291051"/>
                </a:lnTo>
                <a:cubicBezTo>
                  <a:pt x="16878" y="1291051"/>
                  <a:pt x="0" y="1274173"/>
                  <a:pt x="0" y="1253352"/>
                </a:cubicBezTo>
                <a:lnTo>
                  <a:pt x="0" y="37699"/>
                </a:lnTo>
                <a:cubicBezTo>
                  <a:pt x="0" y="16878"/>
                  <a:pt x="16878" y="0"/>
                  <a:pt x="37699" y="0"/>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PL"/>
          </a:p>
        </p:txBody>
      </p:sp>
      <p:sp>
        <p:nvSpPr>
          <p:cNvPr id="28" name="Text Placeholder 6">
            <a:extLst>
              <a:ext uri="{FF2B5EF4-FFF2-40B4-BE49-F238E27FC236}">
                <a16:creationId xmlns:a16="http://schemas.microsoft.com/office/drawing/2014/main" id="{64C5363D-C6AA-409B-3D71-76FA8D45079A}"/>
              </a:ext>
            </a:extLst>
          </p:cNvPr>
          <p:cNvSpPr>
            <a:spLocks noGrp="1"/>
          </p:cNvSpPr>
          <p:nvPr>
            <p:ph idx="19"/>
          </p:nvPr>
        </p:nvSpPr>
        <p:spPr>
          <a:xfrm>
            <a:off x="6291434" y="3898956"/>
            <a:ext cx="2479418" cy="2409769"/>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29" name="Text Placeholder 7">
            <a:extLst>
              <a:ext uri="{FF2B5EF4-FFF2-40B4-BE49-F238E27FC236}">
                <a16:creationId xmlns:a16="http://schemas.microsoft.com/office/drawing/2014/main" id="{619863E9-9025-8CFC-7208-A307ED9B3E2B}"/>
              </a:ext>
            </a:extLst>
          </p:cNvPr>
          <p:cNvSpPr>
            <a:spLocks noGrp="1"/>
          </p:cNvSpPr>
          <p:nvPr>
            <p:ph type="body" sz="quarter" idx="20"/>
          </p:nvPr>
        </p:nvSpPr>
        <p:spPr>
          <a:xfrm>
            <a:off x="6281029" y="3269642"/>
            <a:ext cx="2479418" cy="444507"/>
          </a:xfrm>
        </p:spPr>
        <p:txBody>
          <a:bodyPr/>
          <a:lstStyle>
            <a:lvl1pPr marL="0" indent="0">
              <a:buNone/>
              <a:defRPr b="1">
                <a:solidFill>
                  <a:schemeClr val="tx2"/>
                </a:solidFill>
              </a:defRPr>
            </a:lvl1pPr>
          </a:lstStyle>
          <a:p>
            <a:pPr lvl="0"/>
            <a:r>
              <a:rPr lang="en-US"/>
              <a:t>Click to edit Master text styles</a:t>
            </a:r>
          </a:p>
        </p:txBody>
      </p:sp>
      <p:sp>
        <p:nvSpPr>
          <p:cNvPr id="30" name="Picture Placeholder 29">
            <a:extLst>
              <a:ext uri="{FF2B5EF4-FFF2-40B4-BE49-F238E27FC236}">
                <a16:creationId xmlns:a16="http://schemas.microsoft.com/office/drawing/2014/main" id="{795FDC0D-8635-F688-00AD-1CCF19561BFE}"/>
              </a:ext>
            </a:extLst>
          </p:cNvPr>
          <p:cNvSpPr>
            <a:spLocks noGrp="1"/>
          </p:cNvSpPr>
          <p:nvPr>
            <p:ph type="pic" sz="quarter" idx="21"/>
          </p:nvPr>
        </p:nvSpPr>
        <p:spPr>
          <a:xfrm>
            <a:off x="6281030" y="1688681"/>
            <a:ext cx="2479417" cy="1291051"/>
          </a:xfrm>
          <a:custGeom>
            <a:avLst/>
            <a:gdLst>
              <a:gd name="connsiteX0" fmla="*/ 37699 w 2479417"/>
              <a:gd name="connsiteY0" fmla="*/ 0 h 1291051"/>
              <a:gd name="connsiteX1" fmla="*/ 2441718 w 2479417"/>
              <a:gd name="connsiteY1" fmla="*/ 0 h 1291051"/>
              <a:gd name="connsiteX2" fmla="*/ 2479417 w 2479417"/>
              <a:gd name="connsiteY2" fmla="*/ 37699 h 1291051"/>
              <a:gd name="connsiteX3" fmla="*/ 2479417 w 2479417"/>
              <a:gd name="connsiteY3" fmla="*/ 1253352 h 1291051"/>
              <a:gd name="connsiteX4" fmla="*/ 2441718 w 2479417"/>
              <a:gd name="connsiteY4" fmla="*/ 1291051 h 1291051"/>
              <a:gd name="connsiteX5" fmla="*/ 37699 w 2479417"/>
              <a:gd name="connsiteY5" fmla="*/ 1291051 h 1291051"/>
              <a:gd name="connsiteX6" fmla="*/ 0 w 2479417"/>
              <a:gd name="connsiteY6" fmla="*/ 1253352 h 1291051"/>
              <a:gd name="connsiteX7" fmla="*/ 0 w 2479417"/>
              <a:gd name="connsiteY7" fmla="*/ 37699 h 1291051"/>
              <a:gd name="connsiteX8" fmla="*/ 37699 w 2479417"/>
              <a:gd name="connsiteY8" fmla="*/ 0 h 1291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79417" h="1291051">
                <a:moveTo>
                  <a:pt x="37699" y="0"/>
                </a:moveTo>
                <a:lnTo>
                  <a:pt x="2441718" y="0"/>
                </a:lnTo>
                <a:cubicBezTo>
                  <a:pt x="2462539" y="0"/>
                  <a:pt x="2479417" y="16878"/>
                  <a:pt x="2479417" y="37699"/>
                </a:cubicBezTo>
                <a:lnTo>
                  <a:pt x="2479417" y="1253352"/>
                </a:lnTo>
                <a:cubicBezTo>
                  <a:pt x="2479417" y="1274173"/>
                  <a:pt x="2462539" y="1291051"/>
                  <a:pt x="2441718" y="1291051"/>
                </a:cubicBezTo>
                <a:lnTo>
                  <a:pt x="37699" y="1291051"/>
                </a:lnTo>
                <a:cubicBezTo>
                  <a:pt x="16878" y="1291051"/>
                  <a:pt x="0" y="1274173"/>
                  <a:pt x="0" y="1253352"/>
                </a:cubicBezTo>
                <a:lnTo>
                  <a:pt x="0" y="37699"/>
                </a:lnTo>
                <a:cubicBezTo>
                  <a:pt x="0" y="16878"/>
                  <a:pt x="16878" y="0"/>
                  <a:pt x="37699" y="0"/>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PL"/>
          </a:p>
        </p:txBody>
      </p:sp>
      <p:sp>
        <p:nvSpPr>
          <p:cNvPr id="4" name="Rectangle 6">
            <a:extLst>
              <a:ext uri="{FF2B5EF4-FFF2-40B4-BE49-F238E27FC236}">
                <a16:creationId xmlns:a16="http://schemas.microsoft.com/office/drawing/2014/main" id="{26EC0BE0-BD10-C993-B79D-23517752162A}"/>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4023544356"/>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Content_Photo_right">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B4D4C034-320B-6DDD-5EA0-66E4226329A7}"/>
              </a:ext>
            </a:extLst>
          </p:cNvPr>
          <p:cNvSpPr/>
          <p:nvPr userDrawn="1"/>
        </p:nvSpPr>
        <p:spPr>
          <a:xfrm>
            <a:off x="0" y="3985009"/>
            <a:ext cx="3548627" cy="2877132"/>
          </a:xfrm>
          <a:custGeom>
            <a:avLst/>
            <a:gdLst>
              <a:gd name="connsiteX0" fmla="*/ 0 w 3548627"/>
              <a:gd name="connsiteY0" fmla="*/ 0 h 2877132"/>
              <a:gd name="connsiteX1" fmla="*/ 17180 w 3548627"/>
              <a:gd name="connsiteY1" fmla="*/ 2773 h 2877132"/>
              <a:gd name="connsiteX2" fmla="*/ 259491 w 3548627"/>
              <a:gd name="connsiteY2" fmla="*/ 60188 h 2877132"/>
              <a:gd name="connsiteX3" fmla="*/ 3514069 w 3548627"/>
              <a:gd name="connsiteY3" fmla="*/ 2844543 h 2877132"/>
              <a:gd name="connsiteX4" fmla="*/ 3548627 w 3548627"/>
              <a:gd name="connsiteY4" fmla="*/ 2877132 h 2877132"/>
              <a:gd name="connsiteX5" fmla="*/ 0 w 3548627"/>
              <a:gd name="connsiteY5" fmla="*/ 2877132 h 2877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48627" h="2877132">
                <a:moveTo>
                  <a:pt x="0" y="0"/>
                </a:moveTo>
                <a:lnTo>
                  <a:pt x="17180" y="2773"/>
                </a:lnTo>
                <a:cubicBezTo>
                  <a:pt x="98749" y="18969"/>
                  <a:pt x="179570" y="38093"/>
                  <a:pt x="259491" y="60188"/>
                </a:cubicBezTo>
                <a:cubicBezTo>
                  <a:pt x="2497293" y="678866"/>
                  <a:pt x="2569908" y="1912490"/>
                  <a:pt x="3514069" y="2844543"/>
                </a:cubicBezTo>
                <a:lnTo>
                  <a:pt x="3548627" y="2877132"/>
                </a:lnTo>
                <a:lnTo>
                  <a:pt x="0" y="2877132"/>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038" y="552651"/>
            <a:ext cx="11090275"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9" name="Text Placeholder 6">
            <a:extLst>
              <a:ext uri="{FF2B5EF4-FFF2-40B4-BE49-F238E27FC236}">
                <a16:creationId xmlns:a16="http://schemas.microsoft.com/office/drawing/2014/main" id="{32318783-F912-367F-A0F9-62F27F691C6D}"/>
              </a:ext>
            </a:extLst>
          </p:cNvPr>
          <p:cNvSpPr>
            <a:spLocks noGrp="1"/>
          </p:cNvSpPr>
          <p:nvPr>
            <p:ph idx="1"/>
          </p:nvPr>
        </p:nvSpPr>
        <p:spPr>
          <a:xfrm>
            <a:off x="554037" y="2723948"/>
            <a:ext cx="5545138" cy="3584777"/>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11" name="Text Placeholder 7">
            <a:extLst>
              <a:ext uri="{FF2B5EF4-FFF2-40B4-BE49-F238E27FC236}">
                <a16:creationId xmlns:a16="http://schemas.microsoft.com/office/drawing/2014/main" id="{89B4F3B9-1C89-E951-4C68-F8F9879046BB}"/>
              </a:ext>
            </a:extLst>
          </p:cNvPr>
          <p:cNvSpPr>
            <a:spLocks noGrp="1"/>
          </p:cNvSpPr>
          <p:nvPr>
            <p:ph type="body" sz="quarter" idx="11"/>
          </p:nvPr>
        </p:nvSpPr>
        <p:spPr>
          <a:xfrm>
            <a:off x="554037" y="2119540"/>
            <a:ext cx="5545138" cy="444507"/>
          </a:xfrm>
        </p:spPr>
        <p:txBody>
          <a:bodyPr/>
          <a:lstStyle>
            <a:lvl1pPr marL="0" indent="0">
              <a:buNone/>
              <a:defRPr b="1">
                <a:solidFill>
                  <a:schemeClr val="tx2"/>
                </a:solidFill>
              </a:defRPr>
            </a:lvl1pPr>
          </a:lstStyle>
          <a:p>
            <a:pPr lvl="0"/>
            <a:r>
              <a:rPr lang="en-US"/>
              <a:t>Click to edit Master text styles</a:t>
            </a:r>
          </a:p>
        </p:txBody>
      </p:sp>
      <p:sp>
        <p:nvSpPr>
          <p:cNvPr id="4" name="Graphic 8">
            <a:extLst>
              <a:ext uri="{FF2B5EF4-FFF2-40B4-BE49-F238E27FC236}">
                <a16:creationId xmlns:a16="http://schemas.microsoft.com/office/drawing/2014/main" id="{6B5F20A3-472A-3CB2-E046-8EDD9712E221}"/>
              </a:ext>
            </a:extLst>
          </p:cNvPr>
          <p:cNvSpPr/>
          <p:nvPr userDrawn="1"/>
        </p:nvSpPr>
        <p:spPr>
          <a:xfrm rot="1079142">
            <a:off x="7446735" y="2111281"/>
            <a:ext cx="3943210" cy="4241562"/>
          </a:xfrm>
          <a:custGeom>
            <a:avLst/>
            <a:gdLst>
              <a:gd name="connsiteX0" fmla="*/ 1401949 w 1616853"/>
              <a:gd name="connsiteY0" fmla="*/ 422108 h 1739188"/>
              <a:gd name="connsiteX1" fmla="*/ 1615215 w 1616853"/>
              <a:gd name="connsiteY1" fmla="*/ 994174 h 1739188"/>
              <a:gd name="connsiteX2" fmla="*/ 1251001 w 1616853"/>
              <a:gd name="connsiteY2" fmla="*/ 1543821 h 1739188"/>
              <a:gd name="connsiteX3" fmla="*/ 480868 w 1616853"/>
              <a:gd name="connsiteY3" fmla="*/ 1705884 h 1739188"/>
              <a:gd name="connsiteX4" fmla="*/ 2563 w 1616853"/>
              <a:gd name="connsiteY4" fmla="*/ 1071596 h 1739188"/>
              <a:gd name="connsiteX5" fmla="*/ 319850 w 1616853"/>
              <a:gd name="connsiteY5" fmla="*/ 332242 h 1739188"/>
              <a:gd name="connsiteX6" fmla="*/ 922695 w 1616853"/>
              <a:gd name="connsiteY6" fmla="*/ 2891 h 1739188"/>
              <a:gd name="connsiteX7" fmla="*/ 1401949 w 1616853"/>
              <a:gd name="connsiteY7" fmla="*/ 422013 h 1739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6853" h="1739188">
                <a:moveTo>
                  <a:pt x="1401949" y="422108"/>
                </a:moveTo>
                <a:cubicBezTo>
                  <a:pt x="1530859" y="614760"/>
                  <a:pt x="1630985" y="799718"/>
                  <a:pt x="1615215" y="994174"/>
                </a:cubicBezTo>
                <a:cubicBezTo>
                  <a:pt x="1599446" y="1188726"/>
                  <a:pt x="1467592" y="1392303"/>
                  <a:pt x="1251001" y="1543821"/>
                </a:cubicBezTo>
                <a:cubicBezTo>
                  <a:pt x="1034410" y="1695340"/>
                  <a:pt x="732988" y="1794231"/>
                  <a:pt x="480868" y="1705884"/>
                </a:cubicBezTo>
                <a:cubicBezTo>
                  <a:pt x="229319" y="1617443"/>
                  <a:pt x="27072" y="1341670"/>
                  <a:pt x="2563" y="1071596"/>
                </a:cubicBezTo>
                <a:cubicBezTo>
                  <a:pt x="-21851" y="801997"/>
                  <a:pt x="131473" y="538194"/>
                  <a:pt x="319850" y="332242"/>
                </a:cubicBezTo>
                <a:cubicBezTo>
                  <a:pt x="508227" y="126291"/>
                  <a:pt x="732038" y="-22853"/>
                  <a:pt x="922695" y="2891"/>
                </a:cubicBezTo>
                <a:cubicBezTo>
                  <a:pt x="1113922" y="28730"/>
                  <a:pt x="1272565" y="229457"/>
                  <a:pt x="1401949" y="422013"/>
                </a:cubicBezTo>
                <a:close/>
              </a:path>
            </a:pathLst>
          </a:custGeom>
          <a:solidFill>
            <a:schemeClr val="tx2"/>
          </a:solidFill>
          <a:ln w="9487" cap="flat">
            <a:noFill/>
            <a:prstDash val="solid"/>
            <a:miter/>
          </a:ln>
        </p:spPr>
        <p:txBody>
          <a:bodyPr rtlCol="0" anchor="ctr"/>
          <a:lstStyle/>
          <a:p>
            <a:endParaRPr lang="en-PL"/>
          </a:p>
        </p:txBody>
      </p:sp>
      <p:sp>
        <p:nvSpPr>
          <p:cNvPr id="7" name="Picture Placeholder 16">
            <a:extLst>
              <a:ext uri="{FF2B5EF4-FFF2-40B4-BE49-F238E27FC236}">
                <a16:creationId xmlns:a16="http://schemas.microsoft.com/office/drawing/2014/main" id="{8E00BA19-5C35-CDE1-774D-9BBD0B7B5956}"/>
              </a:ext>
            </a:extLst>
          </p:cNvPr>
          <p:cNvSpPr>
            <a:spLocks noGrp="1"/>
          </p:cNvSpPr>
          <p:nvPr>
            <p:ph type="pic" sz="quarter" idx="12"/>
          </p:nvPr>
        </p:nvSpPr>
        <p:spPr>
          <a:xfrm>
            <a:off x="6832769" y="2003126"/>
            <a:ext cx="4217369" cy="4320742"/>
          </a:xfrm>
          <a:custGeom>
            <a:avLst/>
            <a:gdLst>
              <a:gd name="connsiteX0" fmla="*/ 2172219 w 4643466"/>
              <a:gd name="connsiteY0" fmla="*/ 4 h 4757283"/>
              <a:gd name="connsiteX1" fmla="*/ 3682662 w 4643466"/>
              <a:gd name="connsiteY1" fmla="*/ 791177 h 4757283"/>
              <a:gd name="connsiteX2" fmla="*/ 3682719 w 4643466"/>
              <a:gd name="connsiteY2" fmla="*/ 791425 h 4757283"/>
              <a:gd name="connsiteX3" fmla="*/ 4631723 w 4643466"/>
              <a:gd name="connsiteY3" fmla="*/ 2150645 h 4757283"/>
              <a:gd name="connsiteX4" fmla="*/ 3921972 w 4643466"/>
              <a:gd name="connsiteY4" fmla="*/ 3826185 h 4757283"/>
              <a:gd name="connsiteX5" fmla="*/ 1824385 w 4643466"/>
              <a:gd name="connsiteY5" fmla="*/ 4750602 h 4757283"/>
              <a:gd name="connsiteX6" fmla="*/ 83093 w 4643466"/>
              <a:gd name="connsiteY6" fmla="*/ 3400595 h 4757283"/>
              <a:gd name="connsiteX7" fmla="*/ 545938 w 4643466"/>
              <a:gd name="connsiteY7" fmla="*/ 1258862 h 4757283"/>
              <a:gd name="connsiteX8" fmla="*/ 2067058 w 4643466"/>
              <a:gd name="connsiteY8" fmla="*/ 5108 h 4757283"/>
              <a:gd name="connsiteX9" fmla="*/ 2172219 w 4643466"/>
              <a:gd name="connsiteY9" fmla="*/ 4 h 47572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643466" h="4757283">
                <a:moveTo>
                  <a:pt x="2172219" y="4"/>
                </a:moveTo>
                <a:cubicBezTo>
                  <a:pt x="2698457" y="1377"/>
                  <a:pt x="3229338" y="397328"/>
                  <a:pt x="3682662" y="791177"/>
                </a:cubicBezTo>
                <a:lnTo>
                  <a:pt x="3682719" y="791425"/>
                </a:lnTo>
                <a:cubicBezTo>
                  <a:pt x="4164971" y="1212090"/>
                  <a:pt x="4560621" y="1631303"/>
                  <a:pt x="4631723" y="2150645"/>
                </a:cubicBezTo>
                <a:cubicBezTo>
                  <a:pt x="4702885" y="2670238"/>
                  <a:pt x="4448678" y="3288845"/>
                  <a:pt x="3921972" y="3826185"/>
                </a:cubicBezTo>
                <a:cubicBezTo>
                  <a:pt x="3395266" y="4363528"/>
                  <a:pt x="2595453" y="4818175"/>
                  <a:pt x="1824385" y="4750602"/>
                </a:cubicBezTo>
                <a:cubicBezTo>
                  <a:pt x="1054889" y="4682411"/>
                  <a:pt x="314082" y="4091754"/>
                  <a:pt x="83093" y="3400595"/>
                </a:cubicBezTo>
                <a:cubicBezTo>
                  <a:pt x="-147341" y="2710618"/>
                  <a:pt x="132101" y="1920392"/>
                  <a:pt x="545938" y="1258862"/>
                </a:cubicBezTo>
                <a:cubicBezTo>
                  <a:pt x="959775" y="597334"/>
                  <a:pt x="1508470" y="61520"/>
                  <a:pt x="2067058" y="5108"/>
                </a:cubicBezTo>
                <a:cubicBezTo>
                  <a:pt x="2102075" y="1575"/>
                  <a:pt x="2137137" y="-87"/>
                  <a:pt x="2172219" y="4"/>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PL"/>
          </a:p>
        </p:txBody>
      </p:sp>
      <p:sp>
        <p:nvSpPr>
          <p:cNvPr id="8" name="Rectangle 6">
            <a:extLst>
              <a:ext uri="{FF2B5EF4-FFF2-40B4-BE49-F238E27FC236}">
                <a16:creationId xmlns:a16="http://schemas.microsoft.com/office/drawing/2014/main" id="{B981A08C-E4C2-3E97-A30E-88871BBAB11F}"/>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3352474576"/>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Content_Photo_left">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B4D4C034-320B-6DDD-5EA0-66E4226329A7}"/>
              </a:ext>
            </a:extLst>
          </p:cNvPr>
          <p:cNvSpPr/>
          <p:nvPr userDrawn="1"/>
        </p:nvSpPr>
        <p:spPr>
          <a:xfrm>
            <a:off x="0" y="3985009"/>
            <a:ext cx="3548627" cy="2877132"/>
          </a:xfrm>
          <a:custGeom>
            <a:avLst/>
            <a:gdLst>
              <a:gd name="connsiteX0" fmla="*/ 0 w 3548627"/>
              <a:gd name="connsiteY0" fmla="*/ 0 h 2877132"/>
              <a:gd name="connsiteX1" fmla="*/ 17180 w 3548627"/>
              <a:gd name="connsiteY1" fmla="*/ 2773 h 2877132"/>
              <a:gd name="connsiteX2" fmla="*/ 259491 w 3548627"/>
              <a:gd name="connsiteY2" fmla="*/ 60188 h 2877132"/>
              <a:gd name="connsiteX3" fmla="*/ 3514069 w 3548627"/>
              <a:gd name="connsiteY3" fmla="*/ 2844543 h 2877132"/>
              <a:gd name="connsiteX4" fmla="*/ 3548627 w 3548627"/>
              <a:gd name="connsiteY4" fmla="*/ 2877132 h 2877132"/>
              <a:gd name="connsiteX5" fmla="*/ 0 w 3548627"/>
              <a:gd name="connsiteY5" fmla="*/ 2877132 h 2877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48627" h="2877132">
                <a:moveTo>
                  <a:pt x="0" y="0"/>
                </a:moveTo>
                <a:lnTo>
                  <a:pt x="17180" y="2773"/>
                </a:lnTo>
                <a:cubicBezTo>
                  <a:pt x="98749" y="18969"/>
                  <a:pt x="179570" y="38093"/>
                  <a:pt x="259491" y="60188"/>
                </a:cubicBezTo>
                <a:cubicBezTo>
                  <a:pt x="2497293" y="678866"/>
                  <a:pt x="2569908" y="1912490"/>
                  <a:pt x="3514069" y="2844543"/>
                </a:cubicBezTo>
                <a:lnTo>
                  <a:pt x="3548627" y="2877132"/>
                </a:lnTo>
                <a:lnTo>
                  <a:pt x="0" y="2877132"/>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039" y="549476"/>
            <a:ext cx="11087100"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9" name="Text Placeholder 6">
            <a:extLst>
              <a:ext uri="{FF2B5EF4-FFF2-40B4-BE49-F238E27FC236}">
                <a16:creationId xmlns:a16="http://schemas.microsoft.com/office/drawing/2014/main" id="{32318783-F912-367F-A0F9-62F27F691C6D}"/>
              </a:ext>
            </a:extLst>
          </p:cNvPr>
          <p:cNvSpPr>
            <a:spLocks noGrp="1"/>
          </p:cNvSpPr>
          <p:nvPr>
            <p:ph idx="1"/>
          </p:nvPr>
        </p:nvSpPr>
        <p:spPr>
          <a:xfrm>
            <a:off x="6096000" y="2723948"/>
            <a:ext cx="5545138" cy="3584576"/>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11" name="Text Placeholder 7">
            <a:extLst>
              <a:ext uri="{FF2B5EF4-FFF2-40B4-BE49-F238E27FC236}">
                <a16:creationId xmlns:a16="http://schemas.microsoft.com/office/drawing/2014/main" id="{89B4F3B9-1C89-E951-4C68-F8F9879046BB}"/>
              </a:ext>
            </a:extLst>
          </p:cNvPr>
          <p:cNvSpPr>
            <a:spLocks noGrp="1"/>
          </p:cNvSpPr>
          <p:nvPr>
            <p:ph type="body" sz="quarter" idx="11"/>
          </p:nvPr>
        </p:nvSpPr>
        <p:spPr>
          <a:xfrm>
            <a:off x="6096000" y="2119540"/>
            <a:ext cx="5545138" cy="444507"/>
          </a:xfrm>
        </p:spPr>
        <p:txBody>
          <a:bodyPr/>
          <a:lstStyle>
            <a:lvl1pPr marL="0" indent="0">
              <a:buNone/>
              <a:defRPr b="1">
                <a:solidFill>
                  <a:schemeClr val="tx2"/>
                </a:solidFill>
              </a:defRPr>
            </a:lvl1pPr>
          </a:lstStyle>
          <a:p>
            <a:pPr lvl="0"/>
            <a:r>
              <a:rPr lang="en-US"/>
              <a:t>Click to edit Master text styles</a:t>
            </a:r>
          </a:p>
        </p:txBody>
      </p:sp>
      <p:sp>
        <p:nvSpPr>
          <p:cNvPr id="4" name="Graphic 8">
            <a:extLst>
              <a:ext uri="{FF2B5EF4-FFF2-40B4-BE49-F238E27FC236}">
                <a16:creationId xmlns:a16="http://schemas.microsoft.com/office/drawing/2014/main" id="{6B5F20A3-472A-3CB2-E046-8EDD9712E221}"/>
              </a:ext>
            </a:extLst>
          </p:cNvPr>
          <p:cNvSpPr/>
          <p:nvPr userDrawn="1"/>
        </p:nvSpPr>
        <p:spPr>
          <a:xfrm rot="1079142">
            <a:off x="1576799" y="2111281"/>
            <a:ext cx="3943210" cy="4241562"/>
          </a:xfrm>
          <a:custGeom>
            <a:avLst/>
            <a:gdLst>
              <a:gd name="connsiteX0" fmla="*/ 1401949 w 1616853"/>
              <a:gd name="connsiteY0" fmla="*/ 422108 h 1739188"/>
              <a:gd name="connsiteX1" fmla="*/ 1615215 w 1616853"/>
              <a:gd name="connsiteY1" fmla="*/ 994174 h 1739188"/>
              <a:gd name="connsiteX2" fmla="*/ 1251001 w 1616853"/>
              <a:gd name="connsiteY2" fmla="*/ 1543821 h 1739188"/>
              <a:gd name="connsiteX3" fmla="*/ 480868 w 1616853"/>
              <a:gd name="connsiteY3" fmla="*/ 1705884 h 1739188"/>
              <a:gd name="connsiteX4" fmla="*/ 2563 w 1616853"/>
              <a:gd name="connsiteY4" fmla="*/ 1071596 h 1739188"/>
              <a:gd name="connsiteX5" fmla="*/ 319850 w 1616853"/>
              <a:gd name="connsiteY5" fmla="*/ 332242 h 1739188"/>
              <a:gd name="connsiteX6" fmla="*/ 922695 w 1616853"/>
              <a:gd name="connsiteY6" fmla="*/ 2891 h 1739188"/>
              <a:gd name="connsiteX7" fmla="*/ 1401949 w 1616853"/>
              <a:gd name="connsiteY7" fmla="*/ 422013 h 1739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6853" h="1739188">
                <a:moveTo>
                  <a:pt x="1401949" y="422108"/>
                </a:moveTo>
                <a:cubicBezTo>
                  <a:pt x="1530859" y="614760"/>
                  <a:pt x="1630985" y="799718"/>
                  <a:pt x="1615215" y="994174"/>
                </a:cubicBezTo>
                <a:cubicBezTo>
                  <a:pt x="1599446" y="1188726"/>
                  <a:pt x="1467592" y="1392303"/>
                  <a:pt x="1251001" y="1543821"/>
                </a:cubicBezTo>
                <a:cubicBezTo>
                  <a:pt x="1034410" y="1695340"/>
                  <a:pt x="732988" y="1794231"/>
                  <a:pt x="480868" y="1705884"/>
                </a:cubicBezTo>
                <a:cubicBezTo>
                  <a:pt x="229319" y="1617443"/>
                  <a:pt x="27072" y="1341670"/>
                  <a:pt x="2563" y="1071596"/>
                </a:cubicBezTo>
                <a:cubicBezTo>
                  <a:pt x="-21851" y="801997"/>
                  <a:pt x="131473" y="538194"/>
                  <a:pt x="319850" y="332242"/>
                </a:cubicBezTo>
                <a:cubicBezTo>
                  <a:pt x="508227" y="126291"/>
                  <a:pt x="732038" y="-22853"/>
                  <a:pt x="922695" y="2891"/>
                </a:cubicBezTo>
                <a:cubicBezTo>
                  <a:pt x="1113922" y="28730"/>
                  <a:pt x="1272565" y="229457"/>
                  <a:pt x="1401949" y="422013"/>
                </a:cubicBezTo>
                <a:close/>
              </a:path>
            </a:pathLst>
          </a:custGeom>
          <a:solidFill>
            <a:schemeClr val="tx2"/>
          </a:solidFill>
          <a:ln w="9487" cap="flat">
            <a:noFill/>
            <a:prstDash val="solid"/>
            <a:miter/>
          </a:ln>
        </p:spPr>
        <p:txBody>
          <a:bodyPr rtlCol="0" anchor="ctr"/>
          <a:lstStyle/>
          <a:p>
            <a:endParaRPr lang="en-GB" noProof="0"/>
          </a:p>
        </p:txBody>
      </p:sp>
      <p:sp>
        <p:nvSpPr>
          <p:cNvPr id="7" name="Picture Placeholder 16">
            <a:extLst>
              <a:ext uri="{FF2B5EF4-FFF2-40B4-BE49-F238E27FC236}">
                <a16:creationId xmlns:a16="http://schemas.microsoft.com/office/drawing/2014/main" id="{8E00BA19-5C35-CDE1-774D-9BBD0B7B5956}"/>
              </a:ext>
            </a:extLst>
          </p:cNvPr>
          <p:cNvSpPr>
            <a:spLocks noGrp="1"/>
          </p:cNvSpPr>
          <p:nvPr>
            <p:ph type="pic" sz="quarter" idx="12"/>
          </p:nvPr>
        </p:nvSpPr>
        <p:spPr>
          <a:xfrm>
            <a:off x="962833" y="2003126"/>
            <a:ext cx="4217369" cy="4320742"/>
          </a:xfrm>
          <a:custGeom>
            <a:avLst/>
            <a:gdLst>
              <a:gd name="connsiteX0" fmla="*/ 2172219 w 4643466"/>
              <a:gd name="connsiteY0" fmla="*/ 4 h 4757283"/>
              <a:gd name="connsiteX1" fmla="*/ 3682662 w 4643466"/>
              <a:gd name="connsiteY1" fmla="*/ 791177 h 4757283"/>
              <a:gd name="connsiteX2" fmla="*/ 3682719 w 4643466"/>
              <a:gd name="connsiteY2" fmla="*/ 791425 h 4757283"/>
              <a:gd name="connsiteX3" fmla="*/ 4631723 w 4643466"/>
              <a:gd name="connsiteY3" fmla="*/ 2150645 h 4757283"/>
              <a:gd name="connsiteX4" fmla="*/ 3921972 w 4643466"/>
              <a:gd name="connsiteY4" fmla="*/ 3826185 h 4757283"/>
              <a:gd name="connsiteX5" fmla="*/ 1824385 w 4643466"/>
              <a:gd name="connsiteY5" fmla="*/ 4750602 h 4757283"/>
              <a:gd name="connsiteX6" fmla="*/ 83093 w 4643466"/>
              <a:gd name="connsiteY6" fmla="*/ 3400595 h 4757283"/>
              <a:gd name="connsiteX7" fmla="*/ 545938 w 4643466"/>
              <a:gd name="connsiteY7" fmla="*/ 1258862 h 4757283"/>
              <a:gd name="connsiteX8" fmla="*/ 2067058 w 4643466"/>
              <a:gd name="connsiteY8" fmla="*/ 5108 h 4757283"/>
              <a:gd name="connsiteX9" fmla="*/ 2172219 w 4643466"/>
              <a:gd name="connsiteY9" fmla="*/ 4 h 47572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643466" h="4757283">
                <a:moveTo>
                  <a:pt x="2172219" y="4"/>
                </a:moveTo>
                <a:cubicBezTo>
                  <a:pt x="2698457" y="1377"/>
                  <a:pt x="3229338" y="397328"/>
                  <a:pt x="3682662" y="791177"/>
                </a:cubicBezTo>
                <a:lnTo>
                  <a:pt x="3682719" y="791425"/>
                </a:lnTo>
                <a:cubicBezTo>
                  <a:pt x="4164971" y="1212090"/>
                  <a:pt x="4560621" y="1631303"/>
                  <a:pt x="4631723" y="2150645"/>
                </a:cubicBezTo>
                <a:cubicBezTo>
                  <a:pt x="4702885" y="2670238"/>
                  <a:pt x="4448678" y="3288845"/>
                  <a:pt x="3921972" y="3826185"/>
                </a:cubicBezTo>
                <a:cubicBezTo>
                  <a:pt x="3395266" y="4363528"/>
                  <a:pt x="2595453" y="4818175"/>
                  <a:pt x="1824385" y="4750602"/>
                </a:cubicBezTo>
                <a:cubicBezTo>
                  <a:pt x="1054889" y="4682411"/>
                  <a:pt x="314082" y="4091754"/>
                  <a:pt x="83093" y="3400595"/>
                </a:cubicBezTo>
                <a:cubicBezTo>
                  <a:pt x="-147341" y="2710618"/>
                  <a:pt x="132101" y="1920392"/>
                  <a:pt x="545938" y="1258862"/>
                </a:cubicBezTo>
                <a:cubicBezTo>
                  <a:pt x="959775" y="597334"/>
                  <a:pt x="1508470" y="61520"/>
                  <a:pt x="2067058" y="5108"/>
                </a:cubicBezTo>
                <a:cubicBezTo>
                  <a:pt x="2102075" y="1575"/>
                  <a:pt x="2137137" y="-87"/>
                  <a:pt x="2172219" y="4"/>
                </a:cubicBezTo>
                <a:close/>
              </a:path>
            </a:pathLst>
          </a:custGeom>
          <a:solidFill>
            <a:schemeClr val="bg2"/>
          </a:solidFill>
        </p:spPr>
        <p:txBody>
          <a:bodyPr wrap="square" anchor="ctr">
            <a:noAutofit/>
          </a:bodyPr>
          <a:lstStyle>
            <a:lvl1pPr marL="0" indent="0" algn="ctr">
              <a:buNone/>
              <a:defRPr/>
            </a:lvl1pPr>
          </a:lstStyle>
          <a:p>
            <a:r>
              <a:rPr lang="en-US" noProof="0"/>
              <a:t>Click icon to add picture</a:t>
            </a:r>
            <a:endParaRPr lang="en-GB" noProof="0"/>
          </a:p>
        </p:txBody>
      </p:sp>
      <p:sp>
        <p:nvSpPr>
          <p:cNvPr id="8" name="Rectangle 6">
            <a:extLst>
              <a:ext uri="{FF2B5EF4-FFF2-40B4-BE49-F238E27FC236}">
                <a16:creationId xmlns:a16="http://schemas.microsoft.com/office/drawing/2014/main" id="{91EE9C37-7807-0EAE-B8FC-2EC38AFA118F}"/>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1891822776"/>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Content_Photo-Big_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071" y="549476"/>
            <a:ext cx="5541929"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9" name="Text Placeholder 6">
            <a:extLst>
              <a:ext uri="{FF2B5EF4-FFF2-40B4-BE49-F238E27FC236}">
                <a16:creationId xmlns:a16="http://schemas.microsoft.com/office/drawing/2014/main" id="{32318783-F912-367F-A0F9-62F27F691C6D}"/>
              </a:ext>
            </a:extLst>
          </p:cNvPr>
          <p:cNvSpPr>
            <a:spLocks noGrp="1"/>
          </p:cNvSpPr>
          <p:nvPr>
            <p:ph idx="1"/>
          </p:nvPr>
        </p:nvSpPr>
        <p:spPr>
          <a:xfrm>
            <a:off x="554071" y="2723948"/>
            <a:ext cx="5541929" cy="3587148"/>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11" name="Text Placeholder 7">
            <a:extLst>
              <a:ext uri="{FF2B5EF4-FFF2-40B4-BE49-F238E27FC236}">
                <a16:creationId xmlns:a16="http://schemas.microsoft.com/office/drawing/2014/main" id="{89B4F3B9-1C89-E951-4C68-F8F9879046BB}"/>
              </a:ext>
            </a:extLst>
          </p:cNvPr>
          <p:cNvSpPr>
            <a:spLocks noGrp="1"/>
          </p:cNvSpPr>
          <p:nvPr>
            <p:ph type="body" sz="quarter" idx="11"/>
          </p:nvPr>
        </p:nvSpPr>
        <p:spPr>
          <a:xfrm>
            <a:off x="554071" y="2119540"/>
            <a:ext cx="5541929" cy="444507"/>
          </a:xfrm>
        </p:spPr>
        <p:txBody>
          <a:bodyPr/>
          <a:lstStyle>
            <a:lvl1pPr marL="0" indent="0">
              <a:buNone/>
              <a:defRPr b="1">
                <a:solidFill>
                  <a:schemeClr val="tx2"/>
                </a:solidFill>
              </a:defRPr>
            </a:lvl1pPr>
          </a:lstStyle>
          <a:p>
            <a:pPr lvl="0"/>
            <a:r>
              <a:rPr lang="en-US"/>
              <a:t>Click to edit Master text styles</a:t>
            </a:r>
          </a:p>
        </p:txBody>
      </p:sp>
      <p:sp>
        <p:nvSpPr>
          <p:cNvPr id="29" name="Freeform 28">
            <a:extLst>
              <a:ext uri="{FF2B5EF4-FFF2-40B4-BE49-F238E27FC236}">
                <a16:creationId xmlns:a16="http://schemas.microsoft.com/office/drawing/2014/main" id="{0A243FFF-8D05-DB6D-9184-BB0FF22C1C35}"/>
              </a:ext>
            </a:extLst>
          </p:cNvPr>
          <p:cNvSpPr/>
          <p:nvPr userDrawn="1"/>
        </p:nvSpPr>
        <p:spPr>
          <a:xfrm>
            <a:off x="6893260" y="0"/>
            <a:ext cx="1174594" cy="6858000"/>
          </a:xfrm>
          <a:custGeom>
            <a:avLst/>
            <a:gdLst>
              <a:gd name="connsiteX0" fmla="*/ 771494 w 1174594"/>
              <a:gd name="connsiteY0" fmla="*/ 0 h 6858000"/>
              <a:gd name="connsiteX1" fmla="*/ 1174594 w 1174594"/>
              <a:gd name="connsiteY1" fmla="*/ 0 h 6858000"/>
              <a:gd name="connsiteX2" fmla="*/ 1161444 w 1174594"/>
              <a:gd name="connsiteY2" fmla="*/ 144397 h 6858000"/>
              <a:gd name="connsiteX3" fmla="*/ 472003 w 1174594"/>
              <a:gd name="connsiteY3" fmla="*/ 3402712 h 6858000"/>
              <a:gd name="connsiteX4" fmla="*/ 748093 w 1174594"/>
              <a:gd name="connsiteY4" fmla="*/ 6824530 h 6858000"/>
              <a:gd name="connsiteX5" fmla="*/ 750748 w 1174594"/>
              <a:gd name="connsiteY5" fmla="*/ 6858000 h 6858000"/>
              <a:gd name="connsiteX6" fmla="*/ 217344 w 1174594"/>
              <a:gd name="connsiteY6" fmla="*/ 6858000 h 6858000"/>
              <a:gd name="connsiteX7" fmla="*/ 214865 w 1174594"/>
              <a:gd name="connsiteY7" fmla="*/ 6843618 h 6858000"/>
              <a:gd name="connsiteX8" fmla="*/ 64995 w 1174594"/>
              <a:gd name="connsiteY8" fmla="*/ 4241454 h 6858000"/>
              <a:gd name="connsiteX9" fmla="*/ 783146 w 1174594"/>
              <a:gd name="connsiteY9" fmla="*/ 10468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74594" h="6858000">
                <a:moveTo>
                  <a:pt x="771494" y="0"/>
                </a:moveTo>
                <a:lnTo>
                  <a:pt x="1174594" y="0"/>
                </a:lnTo>
                <a:lnTo>
                  <a:pt x="1161444" y="144397"/>
                </a:lnTo>
                <a:cubicBezTo>
                  <a:pt x="1033733" y="1250609"/>
                  <a:pt x="617322" y="2446286"/>
                  <a:pt x="472003" y="3402712"/>
                </a:cubicBezTo>
                <a:cubicBezTo>
                  <a:pt x="260630" y="4793885"/>
                  <a:pt x="621619" y="5685263"/>
                  <a:pt x="748093" y="6824530"/>
                </a:cubicBezTo>
                <a:lnTo>
                  <a:pt x="750748" y="6858000"/>
                </a:lnTo>
                <a:lnTo>
                  <a:pt x="217344" y="6858000"/>
                </a:lnTo>
                <a:lnTo>
                  <a:pt x="214865" y="6843618"/>
                </a:lnTo>
                <a:cubicBezTo>
                  <a:pt x="69890" y="6047077"/>
                  <a:pt x="-93534" y="5284828"/>
                  <a:pt x="64995" y="4241454"/>
                </a:cubicBezTo>
                <a:cubicBezTo>
                  <a:pt x="249947" y="3024186"/>
                  <a:pt x="874015" y="1419367"/>
                  <a:pt x="783146" y="104685"/>
                </a:cubicBez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33" name="Freeform 32">
            <a:extLst>
              <a:ext uri="{FF2B5EF4-FFF2-40B4-BE49-F238E27FC236}">
                <a16:creationId xmlns:a16="http://schemas.microsoft.com/office/drawing/2014/main" id="{7ABAEECC-CEEE-7426-95F0-433CD5D0628E}"/>
              </a:ext>
            </a:extLst>
          </p:cNvPr>
          <p:cNvSpPr/>
          <p:nvPr userDrawn="1"/>
        </p:nvSpPr>
        <p:spPr>
          <a:xfrm>
            <a:off x="7288693" y="0"/>
            <a:ext cx="1022358" cy="6858000"/>
          </a:xfrm>
          <a:custGeom>
            <a:avLst/>
            <a:gdLst>
              <a:gd name="connsiteX0" fmla="*/ 768834 w 1022358"/>
              <a:gd name="connsiteY0" fmla="*/ 0 h 6858000"/>
              <a:gd name="connsiteX1" fmla="*/ 1005982 w 1022358"/>
              <a:gd name="connsiteY1" fmla="*/ 0 h 6858000"/>
              <a:gd name="connsiteX2" fmla="*/ 1009847 w 1022358"/>
              <a:gd name="connsiteY2" fmla="*/ 31316 h 6858000"/>
              <a:gd name="connsiteX3" fmla="*/ 341247 w 1022358"/>
              <a:gd name="connsiteY3" fmla="*/ 4176390 h 6858000"/>
              <a:gd name="connsiteX4" fmla="*/ 522246 w 1022358"/>
              <a:gd name="connsiteY4" fmla="*/ 6776573 h 6858000"/>
              <a:gd name="connsiteX5" fmla="*/ 537283 w 1022358"/>
              <a:gd name="connsiteY5" fmla="*/ 6858000 h 6858000"/>
              <a:gd name="connsiteX6" fmla="*/ 343740 w 1022358"/>
              <a:gd name="connsiteY6" fmla="*/ 6858000 h 6858000"/>
              <a:gd name="connsiteX7" fmla="*/ 341085 w 1022358"/>
              <a:gd name="connsiteY7" fmla="*/ 6824530 h 6858000"/>
              <a:gd name="connsiteX8" fmla="*/ 64995 w 1022358"/>
              <a:gd name="connsiteY8" fmla="*/ 3402712 h 6858000"/>
              <a:gd name="connsiteX9" fmla="*/ 766468 w 1022358"/>
              <a:gd name="connsiteY9" fmla="*/ 3158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22358" h="6858000">
                <a:moveTo>
                  <a:pt x="768834" y="0"/>
                </a:moveTo>
                <a:lnTo>
                  <a:pt x="1005982" y="0"/>
                </a:lnTo>
                <a:lnTo>
                  <a:pt x="1009847" y="31316"/>
                </a:lnTo>
                <a:cubicBezTo>
                  <a:pt x="1116447" y="1344814"/>
                  <a:pt x="511620" y="2956996"/>
                  <a:pt x="341247" y="4176390"/>
                </a:cubicBezTo>
                <a:cubicBezTo>
                  <a:pt x="195220" y="5221592"/>
                  <a:pt x="367751" y="5981827"/>
                  <a:pt x="522246" y="6776573"/>
                </a:cubicBezTo>
                <a:lnTo>
                  <a:pt x="537283" y="6858000"/>
                </a:lnTo>
                <a:lnTo>
                  <a:pt x="343740" y="6858000"/>
                </a:lnTo>
                <a:lnTo>
                  <a:pt x="341085" y="6824530"/>
                </a:lnTo>
                <a:cubicBezTo>
                  <a:pt x="214611" y="5685264"/>
                  <a:pt x="-146378" y="4793885"/>
                  <a:pt x="64995" y="3402712"/>
                </a:cubicBezTo>
                <a:cubicBezTo>
                  <a:pt x="215268" y="2413681"/>
                  <a:pt x="655432" y="1168808"/>
                  <a:pt x="766468" y="31586"/>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36" name="Picture Placeholder 35">
            <a:extLst>
              <a:ext uri="{FF2B5EF4-FFF2-40B4-BE49-F238E27FC236}">
                <a16:creationId xmlns:a16="http://schemas.microsoft.com/office/drawing/2014/main" id="{95AB918B-2E59-DAB9-A333-D1C66DCE70E5}"/>
              </a:ext>
            </a:extLst>
          </p:cNvPr>
          <p:cNvSpPr>
            <a:spLocks noGrp="1"/>
          </p:cNvSpPr>
          <p:nvPr>
            <p:ph type="pic" sz="quarter" idx="12"/>
          </p:nvPr>
        </p:nvSpPr>
        <p:spPr>
          <a:xfrm>
            <a:off x="7574694" y="0"/>
            <a:ext cx="4617306" cy="6858000"/>
          </a:xfrm>
          <a:custGeom>
            <a:avLst/>
            <a:gdLst>
              <a:gd name="connsiteX0" fmla="*/ 719981 w 4617306"/>
              <a:gd name="connsiteY0" fmla="*/ 0 h 6858000"/>
              <a:gd name="connsiteX1" fmla="*/ 4617306 w 4617306"/>
              <a:gd name="connsiteY1" fmla="*/ 0 h 6858000"/>
              <a:gd name="connsiteX2" fmla="*/ 4617306 w 4617306"/>
              <a:gd name="connsiteY2" fmla="*/ 6858000 h 6858000"/>
              <a:gd name="connsiteX3" fmla="*/ 251282 w 4617306"/>
              <a:gd name="connsiteY3" fmla="*/ 6858000 h 6858000"/>
              <a:gd name="connsiteX4" fmla="*/ 236245 w 4617306"/>
              <a:gd name="connsiteY4" fmla="*/ 6776573 h 6858000"/>
              <a:gd name="connsiteX5" fmla="*/ 55246 w 4617306"/>
              <a:gd name="connsiteY5" fmla="*/ 4176390 h 6858000"/>
              <a:gd name="connsiteX6" fmla="*/ 723846 w 4617306"/>
              <a:gd name="connsiteY6" fmla="*/ 313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17306" h="6858000">
                <a:moveTo>
                  <a:pt x="719981" y="0"/>
                </a:moveTo>
                <a:lnTo>
                  <a:pt x="4617306" y="0"/>
                </a:lnTo>
                <a:lnTo>
                  <a:pt x="4617306" y="6858000"/>
                </a:lnTo>
                <a:lnTo>
                  <a:pt x="251282" y="6858000"/>
                </a:lnTo>
                <a:lnTo>
                  <a:pt x="236245" y="6776573"/>
                </a:lnTo>
                <a:cubicBezTo>
                  <a:pt x="81750" y="5981827"/>
                  <a:pt x="-90781" y="5221592"/>
                  <a:pt x="55246" y="4176390"/>
                </a:cubicBezTo>
                <a:cubicBezTo>
                  <a:pt x="225619" y="2956996"/>
                  <a:pt x="830446" y="1344814"/>
                  <a:pt x="723846" y="31316"/>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GB"/>
          </a:p>
        </p:txBody>
      </p:sp>
    </p:spTree>
    <p:extLst>
      <p:ext uri="{BB962C8B-B14F-4D97-AF65-F5344CB8AC3E}">
        <p14:creationId xmlns:p14="http://schemas.microsoft.com/office/powerpoint/2010/main" val="1485990700"/>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Content_Photo-Big_lef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6096000" y="549476"/>
            <a:ext cx="5545138"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9" name="Text Placeholder 6">
            <a:extLst>
              <a:ext uri="{FF2B5EF4-FFF2-40B4-BE49-F238E27FC236}">
                <a16:creationId xmlns:a16="http://schemas.microsoft.com/office/drawing/2014/main" id="{32318783-F912-367F-A0F9-62F27F691C6D}"/>
              </a:ext>
            </a:extLst>
          </p:cNvPr>
          <p:cNvSpPr>
            <a:spLocks noGrp="1"/>
          </p:cNvSpPr>
          <p:nvPr>
            <p:ph idx="1"/>
          </p:nvPr>
        </p:nvSpPr>
        <p:spPr>
          <a:xfrm>
            <a:off x="6096000" y="2723948"/>
            <a:ext cx="5545138" cy="3584777"/>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n-US"/>
              <a:t>Click to edit Master text styles</a:t>
            </a:r>
          </a:p>
        </p:txBody>
      </p:sp>
      <p:sp>
        <p:nvSpPr>
          <p:cNvPr id="11" name="Text Placeholder 7">
            <a:extLst>
              <a:ext uri="{FF2B5EF4-FFF2-40B4-BE49-F238E27FC236}">
                <a16:creationId xmlns:a16="http://schemas.microsoft.com/office/drawing/2014/main" id="{89B4F3B9-1C89-E951-4C68-F8F9879046BB}"/>
              </a:ext>
            </a:extLst>
          </p:cNvPr>
          <p:cNvSpPr>
            <a:spLocks noGrp="1"/>
          </p:cNvSpPr>
          <p:nvPr>
            <p:ph type="body" sz="quarter" idx="11"/>
          </p:nvPr>
        </p:nvSpPr>
        <p:spPr>
          <a:xfrm>
            <a:off x="6096000" y="2119540"/>
            <a:ext cx="5545138" cy="444507"/>
          </a:xfrm>
        </p:spPr>
        <p:txBody>
          <a:bodyPr/>
          <a:lstStyle>
            <a:lvl1pPr marL="0" indent="0">
              <a:buNone/>
              <a:defRPr b="1">
                <a:solidFill>
                  <a:schemeClr val="tx2"/>
                </a:solidFill>
              </a:defRPr>
            </a:lvl1pPr>
          </a:lstStyle>
          <a:p>
            <a:pPr lvl="0"/>
            <a:r>
              <a:rPr lang="en-US"/>
              <a:t>Click to edit Master text styles</a:t>
            </a:r>
          </a:p>
        </p:txBody>
      </p:sp>
      <p:sp>
        <p:nvSpPr>
          <p:cNvPr id="29" name="Freeform 28">
            <a:extLst>
              <a:ext uri="{FF2B5EF4-FFF2-40B4-BE49-F238E27FC236}">
                <a16:creationId xmlns:a16="http://schemas.microsoft.com/office/drawing/2014/main" id="{0A243FFF-8D05-DB6D-9184-BB0FF22C1C35}"/>
              </a:ext>
            </a:extLst>
          </p:cNvPr>
          <p:cNvSpPr/>
          <p:nvPr userDrawn="1"/>
        </p:nvSpPr>
        <p:spPr>
          <a:xfrm flipH="1">
            <a:off x="4130148" y="0"/>
            <a:ext cx="1174594" cy="6858000"/>
          </a:xfrm>
          <a:custGeom>
            <a:avLst/>
            <a:gdLst>
              <a:gd name="connsiteX0" fmla="*/ 771494 w 1174594"/>
              <a:gd name="connsiteY0" fmla="*/ 0 h 6858000"/>
              <a:gd name="connsiteX1" fmla="*/ 1174594 w 1174594"/>
              <a:gd name="connsiteY1" fmla="*/ 0 h 6858000"/>
              <a:gd name="connsiteX2" fmla="*/ 1161444 w 1174594"/>
              <a:gd name="connsiteY2" fmla="*/ 144397 h 6858000"/>
              <a:gd name="connsiteX3" fmla="*/ 472003 w 1174594"/>
              <a:gd name="connsiteY3" fmla="*/ 3402712 h 6858000"/>
              <a:gd name="connsiteX4" fmla="*/ 748093 w 1174594"/>
              <a:gd name="connsiteY4" fmla="*/ 6824530 h 6858000"/>
              <a:gd name="connsiteX5" fmla="*/ 750748 w 1174594"/>
              <a:gd name="connsiteY5" fmla="*/ 6858000 h 6858000"/>
              <a:gd name="connsiteX6" fmla="*/ 217344 w 1174594"/>
              <a:gd name="connsiteY6" fmla="*/ 6858000 h 6858000"/>
              <a:gd name="connsiteX7" fmla="*/ 214865 w 1174594"/>
              <a:gd name="connsiteY7" fmla="*/ 6843618 h 6858000"/>
              <a:gd name="connsiteX8" fmla="*/ 64995 w 1174594"/>
              <a:gd name="connsiteY8" fmla="*/ 4241454 h 6858000"/>
              <a:gd name="connsiteX9" fmla="*/ 783146 w 1174594"/>
              <a:gd name="connsiteY9" fmla="*/ 10468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74594" h="6858000">
                <a:moveTo>
                  <a:pt x="771494" y="0"/>
                </a:moveTo>
                <a:lnTo>
                  <a:pt x="1174594" y="0"/>
                </a:lnTo>
                <a:lnTo>
                  <a:pt x="1161444" y="144397"/>
                </a:lnTo>
                <a:cubicBezTo>
                  <a:pt x="1033733" y="1250609"/>
                  <a:pt x="617322" y="2446286"/>
                  <a:pt x="472003" y="3402712"/>
                </a:cubicBezTo>
                <a:cubicBezTo>
                  <a:pt x="260630" y="4793885"/>
                  <a:pt x="621619" y="5685263"/>
                  <a:pt x="748093" y="6824530"/>
                </a:cubicBezTo>
                <a:lnTo>
                  <a:pt x="750748" y="6858000"/>
                </a:lnTo>
                <a:lnTo>
                  <a:pt x="217344" y="6858000"/>
                </a:lnTo>
                <a:lnTo>
                  <a:pt x="214865" y="6843618"/>
                </a:lnTo>
                <a:cubicBezTo>
                  <a:pt x="69890" y="6047077"/>
                  <a:pt x="-93534" y="5284828"/>
                  <a:pt x="64995" y="4241454"/>
                </a:cubicBezTo>
                <a:cubicBezTo>
                  <a:pt x="249947" y="3024186"/>
                  <a:pt x="874015" y="1419367"/>
                  <a:pt x="783146" y="104685"/>
                </a:cubicBez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7" name="Freeform 6">
            <a:extLst>
              <a:ext uri="{FF2B5EF4-FFF2-40B4-BE49-F238E27FC236}">
                <a16:creationId xmlns:a16="http://schemas.microsoft.com/office/drawing/2014/main" id="{C40030E4-B36C-592E-E057-414B265596F4}"/>
              </a:ext>
            </a:extLst>
          </p:cNvPr>
          <p:cNvSpPr/>
          <p:nvPr userDrawn="1"/>
        </p:nvSpPr>
        <p:spPr>
          <a:xfrm flipH="1">
            <a:off x="3880422" y="0"/>
            <a:ext cx="1022358" cy="6858000"/>
          </a:xfrm>
          <a:custGeom>
            <a:avLst/>
            <a:gdLst>
              <a:gd name="connsiteX0" fmla="*/ 768834 w 1022358"/>
              <a:gd name="connsiteY0" fmla="*/ 0 h 6858000"/>
              <a:gd name="connsiteX1" fmla="*/ 1005982 w 1022358"/>
              <a:gd name="connsiteY1" fmla="*/ 0 h 6858000"/>
              <a:gd name="connsiteX2" fmla="*/ 1009847 w 1022358"/>
              <a:gd name="connsiteY2" fmla="*/ 31316 h 6858000"/>
              <a:gd name="connsiteX3" fmla="*/ 341247 w 1022358"/>
              <a:gd name="connsiteY3" fmla="*/ 4176390 h 6858000"/>
              <a:gd name="connsiteX4" fmla="*/ 522246 w 1022358"/>
              <a:gd name="connsiteY4" fmla="*/ 6776573 h 6858000"/>
              <a:gd name="connsiteX5" fmla="*/ 537283 w 1022358"/>
              <a:gd name="connsiteY5" fmla="*/ 6858000 h 6858000"/>
              <a:gd name="connsiteX6" fmla="*/ 343740 w 1022358"/>
              <a:gd name="connsiteY6" fmla="*/ 6858000 h 6858000"/>
              <a:gd name="connsiteX7" fmla="*/ 341085 w 1022358"/>
              <a:gd name="connsiteY7" fmla="*/ 6824530 h 6858000"/>
              <a:gd name="connsiteX8" fmla="*/ 64995 w 1022358"/>
              <a:gd name="connsiteY8" fmla="*/ 3402712 h 6858000"/>
              <a:gd name="connsiteX9" fmla="*/ 766468 w 1022358"/>
              <a:gd name="connsiteY9" fmla="*/ 3158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22358" h="6858000">
                <a:moveTo>
                  <a:pt x="768834" y="0"/>
                </a:moveTo>
                <a:lnTo>
                  <a:pt x="1005982" y="0"/>
                </a:lnTo>
                <a:lnTo>
                  <a:pt x="1009847" y="31316"/>
                </a:lnTo>
                <a:cubicBezTo>
                  <a:pt x="1116447" y="1344814"/>
                  <a:pt x="511620" y="2956996"/>
                  <a:pt x="341247" y="4176390"/>
                </a:cubicBezTo>
                <a:cubicBezTo>
                  <a:pt x="195220" y="5221592"/>
                  <a:pt x="367751" y="5981827"/>
                  <a:pt x="522246" y="6776573"/>
                </a:cubicBezTo>
                <a:lnTo>
                  <a:pt x="537283" y="6858000"/>
                </a:lnTo>
                <a:lnTo>
                  <a:pt x="343740" y="6858000"/>
                </a:lnTo>
                <a:lnTo>
                  <a:pt x="341085" y="6824530"/>
                </a:lnTo>
                <a:cubicBezTo>
                  <a:pt x="214611" y="5685264"/>
                  <a:pt x="-146378" y="4793885"/>
                  <a:pt x="64995" y="3402712"/>
                </a:cubicBezTo>
                <a:cubicBezTo>
                  <a:pt x="215268" y="2413681"/>
                  <a:pt x="655432" y="1168808"/>
                  <a:pt x="766468" y="31586"/>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12" name="Picture Placeholder 11">
            <a:extLst>
              <a:ext uri="{FF2B5EF4-FFF2-40B4-BE49-F238E27FC236}">
                <a16:creationId xmlns:a16="http://schemas.microsoft.com/office/drawing/2014/main" id="{6BD9DE43-31F4-89E5-CCA5-DB3D1A80476F}"/>
              </a:ext>
            </a:extLst>
          </p:cNvPr>
          <p:cNvSpPr>
            <a:spLocks noGrp="1"/>
          </p:cNvSpPr>
          <p:nvPr>
            <p:ph type="pic" sz="quarter" idx="12"/>
          </p:nvPr>
        </p:nvSpPr>
        <p:spPr>
          <a:xfrm>
            <a:off x="0" y="0"/>
            <a:ext cx="4626938" cy="6858000"/>
          </a:xfrm>
          <a:custGeom>
            <a:avLst/>
            <a:gdLst>
              <a:gd name="connsiteX0" fmla="*/ 0 w 4626938"/>
              <a:gd name="connsiteY0" fmla="*/ 0 h 6858000"/>
              <a:gd name="connsiteX1" fmla="*/ 3906958 w 4626938"/>
              <a:gd name="connsiteY1" fmla="*/ 0 h 6858000"/>
              <a:gd name="connsiteX2" fmla="*/ 3903093 w 4626938"/>
              <a:gd name="connsiteY2" fmla="*/ 31316 h 6858000"/>
              <a:gd name="connsiteX3" fmla="*/ 4571693 w 4626938"/>
              <a:gd name="connsiteY3" fmla="*/ 4176390 h 6858000"/>
              <a:gd name="connsiteX4" fmla="*/ 4390694 w 4626938"/>
              <a:gd name="connsiteY4" fmla="*/ 6776573 h 6858000"/>
              <a:gd name="connsiteX5" fmla="*/ 4375657 w 4626938"/>
              <a:gd name="connsiteY5" fmla="*/ 6858000 h 6858000"/>
              <a:gd name="connsiteX6" fmla="*/ 0 w 4626938"/>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26938" h="6858000">
                <a:moveTo>
                  <a:pt x="0" y="0"/>
                </a:moveTo>
                <a:lnTo>
                  <a:pt x="3906958" y="0"/>
                </a:lnTo>
                <a:lnTo>
                  <a:pt x="3903093" y="31316"/>
                </a:lnTo>
                <a:cubicBezTo>
                  <a:pt x="3796493" y="1344814"/>
                  <a:pt x="4401320" y="2956996"/>
                  <a:pt x="4571693" y="4176390"/>
                </a:cubicBezTo>
                <a:cubicBezTo>
                  <a:pt x="4717720" y="5221592"/>
                  <a:pt x="4545189" y="5981827"/>
                  <a:pt x="4390694" y="6776573"/>
                </a:cubicBezTo>
                <a:lnTo>
                  <a:pt x="4375657" y="6858000"/>
                </a:lnTo>
                <a:lnTo>
                  <a:pt x="0" y="6858000"/>
                </a:ln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GB"/>
          </a:p>
        </p:txBody>
      </p:sp>
    </p:spTree>
    <p:extLst>
      <p:ext uri="{BB962C8B-B14F-4D97-AF65-F5344CB8AC3E}">
        <p14:creationId xmlns:p14="http://schemas.microsoft.com/office/powerpoint/2010/main" val="609449477"/>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Content_Photo-Big_right_dark">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071" y="549476"/>
            <a:ext cx="5541929" cy="1131687"/>
          </a:xfrm>
        </p:spPr>
        <p:txBody>
          <a:bodyPr/>
          <a:lstStyle>
            <a:lvl1pPr>
              <a:defRPr>
                <a:solidFill>
                  <a:schemeClr val="bg2"/>
                </a:solidFill>
              </a:defRPr>
            </a:lvl1p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9" name="Text Placeholder 6">
            <a:extLst>
              <a:ext uri="{FF2B5EF4-FFF2-40B4-BE49-F238E27FC236}">
                <a16:creationId xmlns:a16="http://schemas.microsoft.com/office/drawing/2014/main" id="{32318783-F912-367F-A0F9-62F27F691C6D}"/>
              </a:ext>
            </a:extLst>
          </p:cNvPr>
          <p:cNvSpPr>
            <a:spLocks noGrp="1"/>
          </p:cNvSpPr>
          <p:nvPr>
            <p:ph idx="1"/>
          </p:nvPr>
        </p:nvSpPr>
        <p:spPr>
          <a:xfrm>
            <a:off x="554071" y="2723948"/>
            <a:ext cx="5541929" cy="3584777"/>
          </a:xfrm>
          <a:prstGeom prst="rect">
            <a:avLst/>
          </a:prstGeom>
        </p:spPr>
        <p:txBody>
          <a:bodyPr vert="horz" lIns="0" tIns="0" rIns="0" bIns="0" rtlCol="0">
            <a:normAutofit/>
          </a:bodyPr>
          <a:lstStyle>
            <a:lvl1pPr marL="0" indent="0">
              <a:buNone/>
              <a:defRPr sz="1200">
                <a:solidFill>
                  <a:schemeClr val="bg2"/>
                </a:solidFill>
              </a:defRPr>
            </a:lvl1pPr>
            <a:lvl2pPr marL="457200" indent="0">
              <a:buNone/>
              <a:defRPr/>
            </a:lvl2pPr>
            <a:lvl3pPr marL="914400" indent="0">
              <a:buNone/>
              <a:defRPr/>
            </a:lvl3pPr>
          </a:lstStyle>
          <a:p>
            <a:pPr lvl="0"/>
            <a:r>
              <a:rPr lang="en-US"/>
              <a:t>Click to edit Master text styles</a:t>
            </a:r>
          </a:p>
        </p:txBody>
      </p:sp>
      <p:sp>
        <p:nvSpPr>
          <p:cNvPr id="11" name="Text Placeholder 7">
            <a:extLst>
              <a:ext uri="{FF2B5EF4-FFF2-40B4-BE49-F238E27FC236}">
                <a16:creationId xmlns:a16="http://schemas.microsoft.com/office/drawing/2014/main" id="{89B4F3B9-1C89-E951-4C68-F8F9879046BB}"/>
              </a:ext>
            </a:extLst>
          </p:cNvPr>
          <p:cNvSpPr>
            <a:spLocks noGrp="1"/>
          </p:cNvSpPr>
          <p:nvPr>
            <p:ph type="body" sz="quarter" idx="11"/>
          </p:nvPr>
        </p:nvSpPr>
        <p:spPr>
          <a:xfrm>
            <a:off x="554071" y="2119540"/>
            <a:ext cx="5541929" cy="444507"/>
          </a:xfrm>
        </p:spPr>
        <p:txBody>
          <a:bodyPr/>
          <a:lstStyle>
            <a:lvl1pPr marL="0" indent="0">
              <a:buNone/>
              <a:defRPr b="1">
                <a:solidFill>
                  <a:schemeClr val="bg2"/>
                </a:solidFill>
              </a:defRPr>
            </a:lvl1pPr>
          </a:lstStyle>
          <a:p>
            <a:pPr lvl="0"/>
            <a:r>
              <a:rPr lang="en-US"/>
              <a:t>Click to edit Master text styles</a:t>
            </a:r>
          </a:p>
        </p:txBody>
      </p:sp>
      <p:sp>
        <p:nvSpPr>
          <p:cNvPr id="29" name="Freeform 28">
            <a:extLst>
              <a:ext uri="{FF2B5EF4-FFF2-40B4-BE49-F238E27FC236}">
                <a16:creationId xmlns:a16="http://schemas.microsoft.com/office/drawing/2014/main" id="{0A243FFF-8D05-DB6D-9184-BB0FF22C1C35}"/>
              </a:ext>
            </a:extLst>
          </p:cNvPr>
          <p:cNvSpPr/>
          <p:nvPr userDrawn="1"/>
        </p:nvSpPr>
        <p:spPr>
          <a:xfrm>
            <a:off x="6881685" y="0"/>
            <a:ext cx="1174594" cy="6858000"/>
          </a:xfrm>
          <a:custGeom>
            <a:avLst/>
            <a:gdLst>
              <a:gd name="connsiteX0" fmla="*/ 771494 w 1174594"/>
              <a:gd name="connsiteY0" fmla="*/ 0 h 6858000"/>
              <a:gd name="connsiteX1" fmla="*/ 1174594 w 1174594"/>
              <a:gd name="connsiteY1" fmla="*/ 0 h 6858000"/>
              <a:gd name="connsiteX2" fmla="*/ 1161444 w 1174594"/>
              <a:gd name="connsiteY2" fmla="*/ 144397 h 6858000"/>
              <a:gd name="connsiteX3" fmla="*/ 472003 w 1174594"/>
              <a:gd name="connsiteY3" fmla="*/ 3402712 h 6858000"/>
              <a:gd name="connsiteX4" fmla="*/ 748093 w 1174594"/>
              <a:gd name="connsiteY4" fmla="*/ 6824530 h 6858000"/>
              <a:gd name="connsiteX5" fmla="*/ 750748 w 1174594"/>
              <a:gd name="connsiteY5" fmla="*/ 6858000 h 6858000"/>
              <a:gd name="connsiteX6" fmla="*/ 217344 w 1174594"/>
              <a:gd name="connsiteY6" fmla="*/ 6858000 h 6858000"/>
              <a:gd name="connsiteX7" fmla="*/ 214865 w 1174594"/>
              <a:gd name="connsiteY7" fmla="*/ 6843618 h 6858000"/>
              <a:gd name="connsiteX8" fmla="*/ 64995 w 1174594"/>
              <a:gd name="connsiteY8" fmla="*/ 4241454 h 6858000"/>
              <a:gd name="connsiteX9" fmla="*/ 783146 w 1174594"/>
              <a:gd name="connsiteY9" fmla="*/ 10468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74594" h="6858000">
                <a:moveTo>
                  <a:pt x="771494" y="0"/>
                </a:moveTo>
                <a:lnTo>
                  <a:pt x="1174594" y="0"/>
                </a:lnTo>
                <a:lnTo>
                  <a:pt x="1161444" y="144397"/>
                </a:lnTo>
                <a:cubicBezTo>
                  <a:pt x="1033733" y="1250609"/>
                  <a:pt x="617322" y="2446286"/>
                  <a:pt x="472003" y="3402712"/>
                </a:cubicBezTo>
                <a:cubicBezTo>
                  <a:pt x="260630" y="4793885"/>
                  <a:pt x="621619" y="5685263"/>
                  <a:pt x="748093" y="6824530"/>
                </a:cubicBezTo>
                <a:lnTo>
                  <a:pt x="750748" y="6858000"/>
                </a:lnTo>
                <a:lnTo>
                  <a:pt x="217344" y="6858000"/>
                </a:lnTo>
                <a:lnTo>
                  <a:pt x="214865" y="6843618"/>
                </a:lnTo>
                <a:cubicBezTo>
                  <a:pt x="69890" y="6047077"/>
                  <a:pt x="-93534" y="5284828"/>
                  <a:pt x="64995" y="4241454"/>
                </a:cubicBezTo>
                <a:cubicBezTo>
                  <a:pt x="249947" y="3024186"/>
                  <a:pt x="874015" y="1419367"/>
                  <a:pt x="783146" y="104685"/>
                </a:cubicBezTo>
                <a:close/>
              </a:path>
            </a:pathLst>
          </a:custGeom>
          <a:solidFill>
            <a:srgbClr val="5B1E5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33" name="Freeform 32">
            <a:extLst>
              <a:ext uri="{FF2B5EF4-FFF2-40B4-BE49-F238E27FC236}">
                <a16:creationId xmlns:a16="http://schemas.microsoft.com/office/drawing/2014/main" id="{7ABAEECC-CEEE-7426-95F0-433CD5D0628E}"/>
              </a:ext>
            </a:extLst>
          </p:cNvPr>
          <p:cNvSpPr/>
          <p:nvPr userDrawn="1"/>
        </p:nvSpPr>
        <p:spPr>
          <a:xfrm>
            <a:off x="7288693" y="0"/>
            <a:ext cx="1022358" cy="6858000"/>
          </a:xfrm>
          <a:custGeom>
            <a:avLst/>
            <a:gdLst>
              <a:gd name="connsiteX0" fmla="*/ 768834 w 1022358"/>
              <a:gd name="connsiteY0" fmla="*/ 0 h 6858000"/>
              <a:gd name="connsiteX1" fmla="*/ 1005982 w 1022358"/>
              <a:gd name="connsiteY1" fmla="*/ 0 h 6858000"/>
              <a:gd name="connsiteX2" fmla="*/ 1009847 w 1022358"/>
              <a:gd name="connsiteY2" fmla="*/ 31316 h 6858000"/>
              <a:gd name="connsiteX3" fmla="*/ 341247 w 1022358"/>
              <a:gd name="connsiteY3" fmla="*/ 4176390 h 6858000"/>
              <a:gd name="connsiteX4" fmla="*/ 522246 w 1022358"/>
              <a:gd name="connsiteY4" fmla="*/ 6776573 h 6858000"/>
              <a:gd name="connsiteX5" fmla="*/ 537283 w 1022358"/>
              <a:gd name="connsiteY5" fmla="*/ 6858000 h 6858000"/>
              <a:gd name="connsiteX6" fmla="*/ 343740 w 1022358"/>
              <a:gd name="connsiteY6" fmla="*/ 6858000 h 6858000"/>
              <a:gd name="connsiteX7" fmla="*/ 341085 w 1022358"/>
              <a:gd name="connsiteY7" fmla="*/ 6824530 h 6858000"/>
              <a:gd name="connsiteX8" fmla="*/ 64995 w 1022358"/>
              <a:gd name="connsiteY8" fmla="*/ 3402712 h 6858000"/>
              <a:gd name="connsiteX9" fmla="*/ 766468 w 1022358"/>
              <a:gd name="connsiteY9" fmla="*/ 3158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22358" h="6858000">
                <a:moveTo>
                  <a:pt x="768834" y="0"/>
                </a:moveTo>
                <a:lnTo>
                  <a:pt x="1005982" y="0"/>
                </a:lnTo>
                <a:lnTo>
                  <a:pt x="1009847" y="31316"/>
                </a:lnTo>
                <a:cubicBezTo>
                  <a:pt x="1116447" y="1344814"/>
                  <a:pt x="511620" y="2956996"/>
                  <a:pt x="341247" y="4176390"/>
                </a:cubicBezTo>
                <a:cubicBezTo>
                  <a:pt x="195220" y="5221592"/>
                  <a:pt x="367751" y="5981827"/>
                  <a:pt x="522246" y="6776573"/>
                </a:cubicBezTo>
                <a:lnTo>
                  <a:pt x="537283" y="6858000"/>
                </a:lnTo>
                <a:lnTo>
                  <a:pt x="343740" y="6858000"/>
                </a:lnTo>
                <a:lnTo>
                  <a:pt x="341085" y="6824530"/>
                </a:lnTo>
                <a:cubicBezTo>
                  <a:pt x="214611" y="5685264"/>
                  <a:pt x="-146378" y="4793885"/>
                  <a:pt x="64995" y="3402712"/>
                </a:cubicBezTo>
                <a:cubicBezTo>
                  <a:pt x="215268" y="2413681"/>
                  <a:pt x="655432" y="1168808"/>
                  <a:pt x="766468" y="31586"/>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36" name="Picture Placeholder 35">
            <a:extLst>
              <a:ext uri="{FF2B5EF4-FFF2-40B4-BE49-F238E27FC236}">
                <a16:creationId xmlns:a16="http://schemas.microsoft.com/office/drawing/2014/main" id="{95AB918B-2E59-DAB9-A333-D1C66DCE70E5}"/>
              </a:ext>
            </a:extLst>
          </p:cNvPr>
          <p:cNvSpPr>
            <a:spLocks noGrp="1"/>
          </p:cNvSpPr>
          <p:nvPr>
            <p:ph type="pic" sz="quarter" idx="12"/>
          </p:nvPr>
        </p:nvSpPr>
        <p:spPr>
          <a:xfrm>
            <a:off x="7574694" y="0"/>
            <a:ext cx="4617306" cy="6858000"/>
          </a:xfrm>
          <a:custGeom>
            <a:avLst/>
            <a:gdLst>
              <a:gd name="connsiteX0" fmla="*/ 719981 w 4617306"/>
              <a:gd name="connsiteY0" fmla="*/ 0 h 6858000"/>
              <a:gd name="connsiteX1" fmla="*/ 4617306 w 4617306"/>
              <a:gd name="connsiteY1" fmla="*/ 0 h 6858000"/>
              <a:gd name="connsiteX2" fmla="*/ 4617306 w 4617306"/>
              <a:gd name="connsiteY2" fmla="*/ 6858000 h 6858000"/>
              <a:gd name="connsiteX3" fmla="*/ 251282 w 4617306"/>
              <a:gd name="connsiteY3" fmla="*/ 6858000 h 6858000"/>
              <a:gd name="connsiteX4" fmla="*/ 236245 w 4617306"/>
              <a:gd name="connsiteY4" fmla="*/ 6776573 h 6858000"/>
              <a:gd name="connsiteX5" fmla="*/ 55246 w 4617306"/>
              <a:gd name="connsiteY5" fmla="*/ 4176390 h 6858000"/>
              <a:gd name="connsiteX6" fmla="*/ 723846 w 4617306"/>
              <a:gd name="connsiteY6" fmla="*/ 313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17306" h="6858000">
                <a:moveTo>
                  <a:pt x="719981" y="0"/>
                </a:moveTo>
                <a:lnTo>
                  <a:pt x="4617306" y="0"/>
                </a:lnTo>
                <a:lnTo>
                  <a:pt x="4617306" y="6858000"/>
                </a:lnTo>
                <a:lnTo>
                  <a:pt x="251282" y="6858000"/>
                </a:lnTo>
                <a:lnTo>
                  <a:pt x="236245" y="6776573"/>
                </a:lnTo>
                <a:cubicBezTo>
                  <a:pt x="81750" y="5981827"/>
                  <a:pt x="-90781" y="5221592"/>
                  <a:pt x="55246" y="4176390"/>
                </a:cubicBezTo>
                <a:cubicBezTo>
                  <a:pt x="225619" y="2956996"/>
                  <a:pt x="830446" y="1344814"/>
                  <a:pt x="723846" y="31316"/>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GB"/>
          </a:p>
        </p:txBody>
      </p:sp>
    </p:spTree>
    <p:extLst>
      <p:ext uri="{BB962C8B-B14F-4D97-AF65-F5344CB8AC3E}">
        <p14:creationId xmlns:p14="http://schemas.microsoft.com/office/powerpoint/2010/main" val="2401284938"/>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Content_Photo-Big_left_dark">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6096000" y="549476"/>
            <a:ext cx="5545138" cy="1131687"/>
          </a:xfrm>
        </p:spPr>
        <p:txBody>
          <a:bodyPr/>
          <a:lstStyle>
            <a:lvl1pPr>
              <a:defRPr>
                <a:solidFill>
                  <a:schemeClr val="bg2"/>
                </a:solidFill>
              </a:defRPr>
            </a:lvl1p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9" name="Text Placeholder 6">
            <a:extLst>
              <a:ext uri="{FF2B5EF4-FFF2-40B4-BE49-F238E27FC236}">
                <a16:creationId xmlns:a16="http://schemas.microsoft.com/office/drawing/2014/main" id="{32318783-F912-367F-A0F9-62F27F691C6D}"/>
              </a:ext>
            </a:extLst>
          </p:cNvPr>
          <p:cNvSpPr>
            <a:spLocks noGrp="1"/>
          </p:cNvSpPr>
          <p:nvPr>
            <p:ph idx="1"/>
          </p:nvPr>
        </p:nvSpPr>
        <p:spPr>
          <a:xfrm>
            <a:off x="6096000" y="2723948"/>
            <a:ext cx="5545138" cy="3584576"/>
          </a:xfrm>
          <a:prstGeom prst="rect">
            <a:avLst/>
          </a:prstGeom>
        </p:spPr>
        <p:txBody>
          <a:bodyPr vert="horz" lIns="0" tIns="0" rIns="0" bIns="0" rtlCol="0">
            <a:normAutofit/>
          </a:bodyPr>
          <a:lstStyle>
            <a:lvl1pPr marL="0" indent="0">
              <a:buNone/>
              <a:defRPr sz="1200">
                <a:solidFill>
                  <a:schemeClr val="bg2"/>
                </a:solidFill>
              </a:defRPr>
            </a:lvl1pPr>
            <a:lvl2pPr marL="457200" indent="0">
              <a:buNone/>
              <a:defRPr/>
            </a:lvl2pPr>
            <a:lvl3pPr marL="914400" indent="0">
              <a:buNone/>
              <a:defRPr/>
            </a:lvl3pPr>
          </a:lstStyle>
          <a:p>
            <a:pPr lvl="0"/>
            <a:r>
              <a:rPr lang="en-US"/>
              <a:t>Click to edit Master text styles</a:t>
            </a:r>
          </a:p>
        </p:txBody>
      </p:sp>
      <p:sp>
        <p:nvSpPr>
          <p:cNvPr id="11" name="Text Placeholder 7">
            <a:extLst>
              <a:ext uri="{FF2B5EF4-FFF2-40B4-BE49-F238E27FC236}">
                <a16:creationId xmlns:a16="http://schemas.microsoft.com/office/drawing/2014/main" id="{89B4F3B9-1C89-E951-4C68-F8F9879046BB}"/>
              </a:ext>
            </a:extLst>
          </p:cNvPr>
          <p:cNvSpPr>
            <a:spLocks noGrp="1"/>
          </p:cNvSpPr>
          <p:nvPr>
            <p:ph type="body" sz="quarter" idx="11"/>
          </p:nvPr>
        </p:nvSpPr>
        <p:spPr>
          <a:xfrm>
            <a:off x="6096000" y="2119540"/>
            <a:ext cx="5545138" cy="444507"/>
          </a:xfrm>
        </p:spPr>
        <p:txBody>
          <a:bodyPr/>
          <a:lstStyle>
            <a:lvl1pPr marL="0" indent="0">
              <a:buNone/>
              <a:defRPr b="1">
                <a:solidFill>
                  <a:schemeClr val="bg2"/>
                </a:solidFill>
              </a:defRPr>
            </a:lvl1pPr>
          </a:lstStyle>
          <a:p>
            <a:pPr lvl="0"/>
            <a:r>
              <a:rPr lang="en-US"/>
              <a:t>Click to edit Master text styles</a:t>
            </a:r>
          </a:p>
        </p:txBody>
      </p:sp>
      <p:sp>
        <p:nvSpPr>
          <p:cNvPr id="29" name="Freeform 28">
            <a:extLst>
              <a:ext uri="{FF2B5EF4-FFF2-40B4-BE49-F238E27FC236}">
                <a16:creationId xmlns:a16="http://schemas.microsoft.com/office/drawing/2014/main" id="{0A243FFF-8D05-DB6D-9184-BB0FF22C1C35}"/>
              </a:ext>
            </a:extLst>
          </p:cNvPr>
          <p:cNvSpPr/>
          <p:nvPr userDrawn="1"/>
        </p:nvSpPr>
        <p:spPr>
          <a:xfrm flipH="1">
            <a:off x="4130148" y="0"/>
            <a:ext cx="1174594" cy="6858000"/>
          </a:xfrm>
          <a:custGeom>
            <a:avLst/>
            <a:gdLst>
              <a:gd name="connsiteX0" fmla="*/ 771494 w 1174594"/>
              <a:gd name="connsiteY0" fmla="*/ 0 h 6858000"/>
              <a:gd name="connsiteX1" fmla="*/ 1174594 w 1174594"/>
              <a:gd name="connsiteY1" fmla="*/ 0 h 6858000"/>
              <a:gd name="connsiteX2" fmla="*/ 1161444 w 1174594"/>
              <a:gd name="connsiteY2" fmla="*/ 144397 h 6858000"/>
              <a:gd name="connsiteX3" fmla="*/ 472003 w 1174594"/>
              <a:gd name="connsiteY3" fmla="*/ 3402712 h 6858000"/>
              <a:gd name="connsiteX4" fmla="*/ 748093 w 1174594"/>
              <a:gd name="connsiteY4" fmla="*/ 6824530 h 6858000"/>
              <a:gd name="connsiteX5" fmla="*/ 750748 w 1174594"/>
              <a:gd name="connsiteY5" fmla="*/ 6858000 h 6858000"/>
              <a:gd name="connsiteX6" fmla="*/ 217344 w 1174594"/>
              <a:gd name="connsiteY6" fmla="*/ 6858000 h 6858000"/>
              <a:gd name="connsiteX7" fmla="*/ 214865 w 1174594"/>
              <a:gd name="connsiteY7" fmla="*/ 6843618 h 6858000"/>
              <a:gd name="connsiteX8" fmla="*/ 64995 w 1174594"/>
              <a:gd name="connsiteY8" fmla="*/ 4241454 h 6858000"/>
              <a:gd name="connsiteX9" fmla="*/ 783146 w 1174594"/>
              <a:gd name="connsiteY9" fmla="*/ 10468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74594" h="6858000">
                <a:moveTo>
                  <a:pt x="771494" y="0"/>
                </a:moveTo>
                <a:lnTo>
                  <a:pt x="1174594" y="0"/>
                </a:lnTo>
                <a:lnTo>
                  <a:pt x="1161444" y="144397"/>
                </a:lnTo>
                <a:cubicBezTo>
                  <a:pt x="1033733" y="1250609"/>
                  <a:pt x="617322" y="2446286"/>
                  <a:pt x="472003" y="3402712"/>
                </a:cubicBezTo>
                <a:cubicBezTo>
                  <a:pt x="260630" y="4793885"/>
                  <a:pt x="621619" y="5685263"/>
                  <a:pt x="748093" y="6824530"/>
                </a:cubicBezTo>
                <a:lnTo>
                  <a:pt x="750748" y="6858000"/>
                </a:lnTo>
                <a:lnTo>
                  <a:pt x="217344" y="6858000"/>
                </a:lnTo>
                <a:lnTo>
                  <a:pt x="214865" y="6843618"/>
                </a:lnTo>
                <a:cubicBezTo>
                  <a:pt x="69890" y="6047077"/>
                  <a:pt x="-93534" y="5284828"/>
                  <a:pt x="64995" y="4241454"/>
                </a:cubicBezTo>
                <a:cubicBezTo>
                  <a:pt x="249947" y="3024186"/>
                  <a:pt x="874015" y="1419367"/>
                  <a:pt x="783146" y="104685"/>
                </a:cubicBezTo>
                <a:close/>
              </a:path>
            </a:pathLst>
          </a:custGeom>
          <a:solidFill>
            <a:srgbClr val="5B1E5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7" name="Freeform 6">
            <a:extLst>
              <a:ext uri="{FF2B5EF4-FFF2-40B4-BE49-F238E27FC236}">
                <a16:creationId xmlns:a16="http://schemas.microsoft.com/office/drawing/2014/main" id="{C40030E4-B36C-592E-E057-414B265596F4}"/>
              </a:ext>
            </a:extLst>
          </p:cNvPr>
          <p:cNvSpPr/>
          <p:nvPr userDrawn="1"/>
        </p:nvSpPr>
        <p:spPr>
          <a:xfrm flipH="1">
            <a:off x="3880422" y="0"/>
            <a:ext cx="1022358" cy="6858000"/>
          </a:xfrm>
          <a:custGeom>
            <a:avLst/>
            <a:gdLst>
              <a:gd name="connsiteX0" fmla="*/ 768834 w 1022358"/>
              <a:gd name="connsiteY0" fmla="*/ 0 h 6858000"/>
              <a:gd name="connsiteX1" fmla="*/ 1005982 w 1022358"/>
              <a:gd name="connsiteY1" fmla="*/ 0 h 6858000"/>
              <a:gd name="connsiteX2" fmla="*/ 1009847 w 1022358"/>
              <a:gd name="connsiteY2" fmla="*/ 31316 h 6858000"/>
              <a:gd name="connsiteX3" fmla="*/ 341247 w 1022358"/>
              <a:gd name="connsiteY3" fmla="*/ 4176390 h 6858000"/>
              <a:gd name="connsiteX4" fmla="*/ 522246 w 1022358"/>
              <a:gd name="connsiteY4" fmla="*/ 6776573 h 6858000"/>
              <a:gd name="connsiteX5" fmla="*/ 537283 w 1022358"/>
              <a:gd name="connsiteY5" fmla="*/ 6858000 h 6858000"/>
              <a:gd name="connsiteX6" fmla="*/ 343740 w 1022358"/>
              <a:gd name="connsiteY6" fmla="*/ 6858000 h 6858000"/>
              <a:gd name="connsiteX7" fmla="*/ 341085 w 1022358"/>
              <a:gd name="connsiteY7" fmla="*/ 6824530 h 6858000"/>
              <a:gd name="connsiteX8" fmla="*/ 64995 w 1022358"/>
              <a:gd name="connsiteY8" fmla="*/ 3402712 h 6858000"/>
              <a:gd name="connsiteX9" fmla="*/ 766468 w 1022358"/>
              <a:gd name="connsiteY9" fmla="*/ 3158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22358" h="6858000">
                <a:moveTo>
                  <a:pt x="768834" y="0"/>
                </a:moveTo>
                <a:lnTo>
                  <a:pt x="1005982" y="0"/>
                </a:lnTo>
                <a:lnTo>
                  <a:pt x="1009847" y="31316"/>
                </a:lnTo>
                <a:cubicBezTo>
                  <a:pt x="1116447" y="1344814"/>
                  <a:pt x="511620" y="2956996"/>
                  <a:pt x="341247" y="4176390"/>
                </a:cubicBezTo>
                <a:cubicBezTo>
                  <a:pt x="195220" y="5221592"/>
                  <a:pt x="367751" y="5981827"/>
                  <a:pt x="522246" y="6776573"/>
                </a:cubicBezTo>
                <a:lnTo>
                  <a:pt x="537283" y="6858000"/>
                </a:lnTo>
                <a:lnTo>
                  <a:pt x="343740" y="6858000"/>
                </a:lnTo>
                <a:lnTo>
                  <a:pt x="341085" y="6824530"/>
                </a:lnTo>
                <a:cubicBezTo>
                  <a:pt x="214611" y="5685264"/>
                  <a:pt x="-146378" y="4793885"/>
                  <a:pt x="64995" y="3402712"/>
                </a:cubicBezTo>
                <a:cubicBezTo>
                  <a:pt x="215268" y="2413681"/>
                  <a:pt x="655432" y="1168808"/>
                  <a:pt x="766468" y="31586"/>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12" name="Picture Placeholder 11">
            <a:extLst>
              <a:ext uri="{FF2B5EF4-FFF2-40B4-BE49-F238E27FC236}">
                <a16:creationId xmlns:a16="http://schemas.microsoft.com/office/drawing/2014/main" id="{6BD9DE43-31F4-89E5-CCA5-DB3D1A80476F}"/>
              </a:ext>
            </a:extLst>
          </p:cNvPr>
          <p:cNvSpPr>
            <a:spLocks noGrp="1"/>
          </p:cNvSpPr>
          <p:nvPr>
            <p:ph type="pic" sz="quarter" idx="12"/>
          </p:nvPr>
        </p:nvSpPr>
        <p:spPr>
          <a:xfrm>
            <a:off x="0" y="0"/>
            <a:ext cx="4626938" cy="6858000"/>
          </a:xfrm>
          <a:custGeom>
            <a:avLst/>
            <a:gdLst>
              <a:gd name="connsiteX0" fmla="*/ 0 w 4626938"/>
              <a:gd name="connsiteY0" fmla="*/ 0 h 6858000"/>
              <a:gd name="connsiteX1" fmla="*/ 3906958 w 4626938"/>
              <a:gd name="connsiteY1" fmla="*/ 0 h 6858000"/>
              <a:gd name="connsiteX2" fmla="*/ 3903093 w 4626938"/>
              <a:gd name="connsiteY2" fmla="*/ 31316 h 6858000"/>
              <a:gd name="connsiteX3" fmla="*/ 4571693 w 4626938"/>
              <a:gd name="connsiteY3" fmla="*/ 4176390 h 6858000"/>
              <a:gd name="connsiteX4" fmla="*/ 4390694 w 4626938"/>
              <a:gd name="connsiteY4" fmla="*/ 6776573 h 6858000"/>
              <a:gd name="connsiteX5" fmla="*/ 4375657 w 4626938"/>
              <a:gd name="connsiteY5" fmla="*/ 6858000 h 6858000"/>
              <a:gd name="connsiteX6" fmla="*/ 0 w 4626938"/>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26938" h="6858000">
                <a:moveTo>
                  <a:pt x="0" y="0"/>
                </a:moveTo>
                <a:lnTo>
                  <a:pt x="3906958" y="0"/>
                </a:lnTo>
                <a:lnTo>
                  <a:pt x="3903093" y="31316"/>
                </a:lnTo>
                <a:cubicBezTo>
                  <a:pt x="3796493" y="1344814"/>
                  <a:pt x="4401320" y="2956996"/>
                  <a:pt x="4571693" y="4176390"/>
                </a:cubicBezTo>
                <a:cubicBezTo>
                  <a:pt x="4717720" y="5221592"/>
                  <a:pt x="4545189" y="5981827"/>
                  <a:pt x="4390694" y="6776573"/>
                </a:cubicBezTo>
                <a:lnTo>
                  <a:pt x="4375657" y="6858000"/>
                </a:lnTo>
                <a:lnTo>
                  <a:pt x="0" y="6858000"/>
                </a:ln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GB"/>
          </a:p>
        </p:txBody>
      </p:sp>
    </p:spTree>
    <p:extLst>
      <p:ext uri="{BB962C8B-B14F-4D97-AF65-F5344CB8AC3E}">
        <p14:creationId xmlns:p14="http://schemas.microsoft.com/office/powerpoint/2010/main" val="394098683"/>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Chapter_light">
    <p:bg>
      <p:bgPr>
        <a:solidFill>
          <a:schemeClr val="accent4"/>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4" name="Graphic 8">
            <a:extLst>
              <a:ext uri="{FF2B5EF4-FFF2-40B4-BE49-F238E27FC236}">
                <a16:creationId xmlns:a16="http://schemas.microsoft.com/office/drawing/2014/main" id="{6B5F20A3-472A-3CB2-E046-8EDD9712E221}"/>
              </a:ext>
            </a:extLst>
          </p:cNvPr>
          <p:cNvSpPr/>
          <p:nvPr userDrawn="1"/>
        </p:nvSpPr>
        <p:spPr>
          <a:xfrm rot="6999517">
            <a:off x="852903" y="1204759"/>
            <a:ext cx="4758926" cy="5118997"/>
          </a:xfrm>
          <a:custGeom>
            <a:avLst/>
            <a:gdLst>
              <a:gd name="connsiteX0" fmla="*/ 1401949 w 1616853"/>
              <a:gd name="connsiteY0" fmla="*/ 422108 h 1739188"/>
              <a:gd name="connsiteX1" fmla="*/ 1615215 w 1616853"/>
              <a:gd name="connsiteY1" fmla="*/ 994174 h 1739188"/>
              <a:gd name="connsiteX2" fmla="*/ 1251001 w 1616853"/>
              <a:gd name="connsiteY2" fmla="*/ 1543821 h 1739188"/>
              <a:gd name="connsiteX3" fmla="*/ 480868 w 1616853"/>
              <a:gd name="connsiteY3" fmla="*/ 1705884 h 1739188"/>
              <a:gd name="connsiteX4" fmla="*/ 2563 w 1616853"/>
              <a:gd name="connsiteY4" fmla="*/ 1071596 h 1739188"/>
              <a:gd name="connsiteX5" fmla="*/ 319850 w 1616853"/>
              <a:gd name="connsiteY5" fmla="*/ 332242 h 1739188"/>
              <a:gd name="connsiteX6" fmla="*/ 922695 w 1616853"/>
              <a:gd name="connsiteY6" fmla="*/ 2891 h 1739188"/>
              <a:gd name="connsiteX7" fmla="*/ 1401949 w 1616853"/>
              <a:gd name="connsiteY7" fmla="*/ 422013 h 1739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6853" h="1739188">
                <a:moveTo>
                  <a:pt x="1401949" y="422108"/>
                </a:moveTo>
                <a:cubicBezTo>
                  <a:pt x="1530859" y="614760"/>
                  <a:pt x="1630985" y="799718"/>
                  <a:pt x="1615215" y="994174"/>
                </a:cubicBezTo>
                <a:cubicBezTo>
                  <a:pt x="1599446" y="1188726"/>
                  <a:pt x="1467592" y="1392303"/>
                  <a:pt x="1251001" y="1543821"/>
                </a:cubicBezTo>
                <a:cubicBezTo>
                  <a:pt x="1034410" y="1695340"/>
                  <a:pt x="732988" y="1794231"/>
                  <a:pt x="480868" y="1705884"/>
                </a:cubicBezTo>
                <a:cubicBezTo>
                  <a:pt x="229319" y="1617443"/>
                  <a:pt x="27072" y="1341670"/>
                  <a:pt x="2563" y="1071596"/>
                </a:cubicBezTo>
                <a:cubicBezTo>
                  <a:pt x="-21851" y="801997"/>
                  <a:pt x="131473" y="538194"/>
                  <a:pt x="319850" y="332242"/>
                </a:cubicBezTo>
                <a:cubicBezTo>
                  <a:pt x="508227" y="126291"/>
                  <a:pt x="732038" y="-22853"/>
                  <a:pt x="922695" y="2891"/>
                </a:cubicBezTo>
                <a:cubicBezTo>
                  <a:pt x="1113922" y="28730"/>
                  <a:pt x="1272565" y="229457"/>
                  <a:pt x="1401949" y="422013"/>
                </a:cubicBezTo>
                <a:close/>
              </a:path>
            </a:pathLst>
          </a:custGeom>
          <a:solidFill>
            <a:schemeClr val="tx2"/>
          </a:solidFill>
          <a:ln w="9487" cap="flat">
            <a:noFill/>
            <a:prstDash val="solid"/>
            <a:miter/>
          </a:ln>
        </p:spPr>
        <p:txBody>
          <a:bodyPr rtlCol="0" anchor="ctr"/>
          <a:lstStyle/>
          <a:p>
            <a:endParaRPr lang="en-GB" noProof="0"/>
          </a:p>
        </p:txBody>
      </p:sp>
      <p:sp>
        <p:nvSpPr>
          <p:cNvPr id="7" name="Picture Placeholder 16">
            <a:extLst>
              <a:ext uri="{FF2B5EF4-FFF2-40B4-BE49-F238E27FC236}">
                <a16:creationId xmlns:a16="http://schemas.microsoft.com/office/drawing/2014/main" id="{8E00BA19-5C35-CDE1-774D-9BBD0B7B5956}"/>
              </a:ext>
            </a:extLst>
          </p:cNvPr>
          <p:cNvSpPr>
            <a:spLocks noGrp="1"/>
          </p:cNvSpPr>
          <p:nvPr>
            <p:ph type="pic" sz="quarter" idx="12"/>
          </p:nvPr>
        </p:nvSpPr>
        <p:spPr>
          <a:xfrm>
            <a:off x="810433" y="1222310"/>
            <a:ext cx="4651685" cy="4765704"/>
          </a:xfrm>
          <a:custGeom>
            <a:avLst/>
            <a:gdLst>
              <a:gd name="connsiteX0" fmla="*/ 2172219 w 4643466"/>
              <a:gd name="connsiteY0" fmla="*/ 4 h 4757283"/>
              <a:gd name="connsiteX1" fmla="*/ 3682662 w 4643466"/>
              <a:gd name="connsiteY1" fmla="*/ 791177 h 4757283"/>
              <a:gd name="connsiteX2" fmla="*/ 3682719 w 4643466"/>
              <a:gd name="connsiteY2" fmla="*/ 791425 h 4757283"/>
              <a:gd name="connsiteX3" fmla="*/ 4631723 w 4643466"/>
              <a:gd name="connsiteY3" fmla="*/ 2150645 h 4757283"/>
              <a:gd name="connsiteX4" fmla="*/ 3921972 w 4643466"/>
              <a:gd name="connsiteY4" fmla="*/ 3826185 h 4757283"/>
              <a:gd name="connsiteX5" fmla="*/ 1824385 w 4643466"/>
              <a:gd name="connsiteY5" fmla="*/ 4750602 h 4757283"/>
              <a:gd name="connsiteX6" fmla="*/ 83093 w 4643466"/>
              <a:gd name="connsiteY6" fmla="*/ 3400595 h 4757283"/>
              <a:gd name="connsiteX7" fmla="*/ 545938 w 4643466"/>
              <a:gd name="connsiteY7" fmla="*/ 1258862 h 4757283"/>
              <a:gd name="connsiteX8" fmla="*/ 2067058 w 4643466"/>
              <a:gd name="connsiteY8" fmla="*/ 5108 h 4757283"/>
              <a:gd name="connsiteX9" fmla="*/ 2172219 w 4643466"/>
              <a:gd name="connsiteY9" fmla="*/ 4 h 47572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643466" h="4757283">
                <a:moveTo>
                  <a:pt x="2172219" y="4"/>
                </a:moveTo>
                <a:cubicBezTo>
                  <a:pt x="2698457" y="1377"/>
                  <a:pt x="3229338" y="397328"/>
                  <a:pt x="3682662" y="791177"/>
                </a:cubicBezTo>
                <a:lnTo>
                  <a:pt x="3682719" y="791425"/>
                </a:lnTo>
                <a:cubicBezTo>
                  <a:pt x="4164971" y="1212090"/>
                  <a:pt x="4560621" y="1631303"/>
                  <a:pt x="4631723" y="2150645"/>
                </a:cubicBezTo>
                <a:cubicBezTo>
                  <a:pt x="4702885" y="2670238"/>
                  <a:pt x="4448678" y="3288845"/>
                  <a:pt x="3921972" y="3826185"/>
                </a:cubicBezTo>
                <a:cubicBezTo>
                  <a:pt x="3395266" y="4363528"/>
                  <a:pt x="2595453" y="4818175"/>
                  <a:pt x="1824385" y="4750602"/>
                </a:cubicBezTo>
                <a:cubicBezTo>
                  <a:pt x="1054889" y="4682411"/>
                  <a:pt x="314082" y="4091754"/>
                  <a:pt x="83093" y="3400595"/>
                </a:cubicBezTo>
                <a:cubicBezTo>
                  <a:pt x="-147341" y="2710618"/>
                  <a:pt x="132101" y="1920392"/>
                  <a:pt x="545938" y="1258862"/>
                </a:cubicBezTo>
                <a:cubicBezTo>
                  <a:pt x="959775" y="597334"/>
                  <a:pt x="1508470" y="61520"/>
                  <a:pt x="2067058" y="5108"/>
                </a:cubicBezTo>
                <a:cubicBezTo>
                  <a:pt x="2102075" y="1575"/>
                  <a:pt x="2137137" y="-87"/>
                  <a:pt x="2172219" y="4"/>
                </a:cubicBezTo>
                <a:close/>
              </a:path>
            </a:pathLst>
          </a:custGeom>
          <a:solidFill>
            <a:schemeClr val="bg2"/>
          </a:solidFill>
        </p:spPr>
        <p:txBody>
          <a:bodyPr wrap="square" anchor="ctr">
            <a:noAutofit/>
          </a:bodyPr>
          <a:lstStyle>
            <a:lvl1pPr marL="0" indent="0" algn="ctr">
              <a:buNone/>
              <a:defRPr/>
            </a:lvl1pPr>
          </a:lstStyle>
          <a:p>
            <a:r>
              <a:rPr lang="en-US" noProof="0"/>
              <a:t>Click icon to add picture</a:t>
            </a:r>
            <a:endParaRPr lang="en-GB" noProof="0"/>
          </a:p>
        </p:txBody>
      </p:sp>
      <p:sp>
        <p:nvSpPr>
          <p:cNvPr id="15" name="Freeform 14">
            <a:extLst>
              <a:ext uri="{FF2B5EF4-FFF2-40B4-BE49-F238E27FC236}">
                <a16:creationId xmlns:a16="http://schemas.microsoft.com/office/drawing/2014/main" id="{C1FEEDD8-28AA-BE3E-02E2-170FFB40470C}"/>
              </a:ext>
            </a:extLst>
          </p:cNvPr>
          <p:cNvSpPr/>
          <p:nvPr userDrawn="1"/>
        </p:nvSpPr>
        <p:spPr>
          <a:xfrm>
            <a:off x="6296481" y="-351"/>
            <a:ext cx="5895520" cy="1951072"/>
          </a:xfrm>
          <a:custGeom>
            <a:avLst/>
            <a:gdLst>
              <a:gd name="connsiteX0" fmla="*/ 7570489 w 9855101"/>
              <a:gd name="connsiteY0" fmla="*/ 1003774 h 12126752"/>
              <a:gd name="connsiteX1" fmla="*/ 8284143 w 9855101"/>
              <a:gd name="connsiteY1" fmla="*/ 4475255 h 12126752"/>
              <a:gd name="connsiteX2" fmla="*/ 9328763 w 9855101"/>
              <a:gd name="connsiteY2" fmla="*/ 6829838 h 12126752"/>
              <a:gd name="connsiteX3" fmla="*/ 9809249 w 9855101"/>
              <a:gd name="connsiteY3" fmla="*/ 9689785 h 12126752"/>
              <a:gd name="connsiteX4" fmla="*/ 8188160 w 9855101"/>
              <a:gd name="connsiteY4" fmla="*/ 12097161 h 12126752"/>
              <a:gd name="connsiteX5" fmla="*/ 5048943 w 9855101"/>
              <a:gd name="connsiteY5" fmla="*/ 11120830 h 12126752"/>
              <a:gd name="connsiteX6" fmla="*/ 2105409 w 9855101"/>
              <a:gd name="connsiteY6" fmla="*/ 10306958 h 12126752"/>
              <a:gd name="connsiteX7" fmla="*/ 58756 w 9855101"/>
              <a:gd name="connsiteY7" fmla="*/ 8327921 h 12126752"/>
              <a:gd name="connsiteX8" fmla="*/ 592520 w 9855101"/>
              <a:gd name="connsiteY8" fmla="*/ 5251217 h 12126752"/>
              <a:gd name="connsiteX9" fmla="*/ 1635363 w 9855101"/>
              <a:gd name="connsiteY9" fmla="*/ 1999091 h 12126752"/>
              <a:gd name="connsiteX10" fmla="*/ 4494042 w 9855101"/>
              <a:gd name="connsiteY10" fmla="*/ 81983 h 12126752"/>
              <a:gd name="connsiteX11" fmla="*/ 7570489 w 9855101"/>
              <a:gd name="connsiteY11" fmla="*/ 1003774 h 12126752"/>
              <a:gd name="connsiteX0" fmla="*/ 7570489 w 9855101"/>
              <a:gd name="connsiteY0" fmla="*/ 1003774 h 12126752"/>
              <a:gd name="connsiteX1" fmla="*/ 8284143 w 9855101"/>
              <a:gd name="connsiteY1" fmla="*/ 4475255 h 12126752"/>
              <a:gd name="connsiteX2" fmla="*/ 9328763 w 9855101"/>
              <a:gd name="connsiteY2" fmla="*/ 6829838 h 12126752"/>
              <a:gd name="connsiteX3" fmla="*/ 9809249 w 9855101"/>
              <a:gd name="connsiteY3" fmla="*/ 9689785 h 12126752"/>
              <a:gd name="connsiteX4" fmla="*/ 8188160 w 9855101"/>
              <a:gd name="connsiteY4" fmla="*/ 12097161 h 12126752"/>
              <a:gd name="connsiteX5" fmla="*/ 5048943 w 9855101"/>
              <a:gd name="connsiteY5" fmla="*/ 11120830 h 12126752"/>
              <a:gd name="connsiteX6" fmla="*/ 2105409 w 9855101"/>
              <a:gd name="connsiteY6" fmla="*/ 10306958 h 12126752"/>
              <a:gd name="connsiteX7" fmla="*/ 1732972 w 9855101"/>
              <a:gd name="connsiteY7" fmla="*/ 10121772 h 12126752"/>
              <a:gd name="connsiteX8" fmla="*/ 58756 w 9855101"/>
              <a:gd name="connsiteY8" fmla="*/ 8327921 h 12126752"/>
              <a:gd name="connsiteX9" fmla="*/ 592520 w 9855101"/>
              <a:gd name="connsiteY9" fmla="*/ 5251217 h 12126752"/>
              <a:gd name="connsiteX10" fmla="*/ 1635363 w 9855101"/>
              <a:gd name="connsiteY10" fmla="*/ 1999091 h 12126752"/>
              <a:gd name="connsiteX11" fmla="*/ 4494042 w 9855101"/>
              <a:gd name="connsiteY11" fmla="*/ 81983 h 12126752"/>
              <a:gd name="connsiteX12" fmla="*/ 7570489 w 9855101"/>
              <a:gd name="connsiteY12" fmla="*/ 1003774 h 12126752"/>
              <a:gd name="connsiteX0" fmla="*/ 7570489 w 9855101"/>
              <a:gd name="connsiteY0" fmla="*/ 1003774 h 12126752"/>
              <a:gd name="connsiteX1" fmla="*/ 8284143 w 9855101"/>
              <a:gd name="connsiteY1" fmla="*/ 4475255 h 12126752"/>
              <a:gd name="connsiteX2" fmla="*/ 9328763 w 9855101"/>
              <a:gd name="connsiteY2" fmla="*/ 6829838 h 12126752"/>
              <a:gd name="connsiteX3" fmla="*/ 9809249 w 9855101"/>
              <a:gd name="connsiteY3" fmla="*/ 9689785 h 12126752"/>
              <a:gd name="connsiteX4" fmla="*/ 8188160 w 9855101"/>
              <a:gd name="connsiteY4" fmla="*/ 12097161 h 12126752"/>
              <a:gd name="connsiteX5" fmla="*/ 5048943 w 9855101"/>
              <a:gd name="connsiteY5" fmla="*/ 11120830 h 12126752"/>
              <a:gd name="connsiteX6" fmla="*/ 2105409 w 9855101"/>
              <a:gd name="connsiteY6" fmla="*/ 10306958 h 12126752"/>
              <a:gd name="connsiteX7" fmla="*/ 1732972 w 9855101"/>
              <a:gd name="connsiteY7" fmla="*/ 10121772 h 12126752"/>
              <a:gd name="connsiteX8" fmla="*/ 58756 w 9855101"/>
              <a:gd name="connsiteY8" fmla="*/ 8327921 h 12126752"/>
              <a:gd name="connsiteX9" fmla="*/ 592520 w 9855101"/>
              <a:gd name="connsiteY9" fmla="*/ 5251217 h 12126752"/>
              <a:gd name="connsiteX10" fmla="*/ 1635363 w 9855101"/>
              <a:gd name="connsiteY10" fmla="*/ 1999091 h 12126752"/>
              <a:gd name="connsiteX11" fmla="*/ 4494042 w 9855101"/>
              <a:gd name="connsiteY11" fmla="*/ 81983 h 12126752"/>
              <a:gd name="connsiteX12" fmla="*/ 7570489 w 9855101"/>
              <a:gd name="connsiteY12" fmla="*/ 1003774 h 12126752"/>
              <a:gd name="connsiteX0" fmla="*/ 1732972 w 9855101"/>
              <a:gd name="connsiteY0" fmla="*/ 10121772 h 12126752"/>
              <a:gd name="connsiteX1" fmla="*/ 58756 w 9855101"/>
              <a:gd name="connsiteY1" fmla="*/ 8327921 h 12126752"/>
              <a:gd name="connsiteX2" fmla="*/ 592520 w 9855101"/>
              <a:gd name="connsiteY2" fmla="*/ 5251217 h 12126752"/>
              <a:gd name="connsiteX3" fmla="*/ 1635363 w 9855101"/>
              <a:gd name="connsiteY3" fmla="*/ 1999091 h 12126752"/>
              <a:gd name="connsiteX4" fmla="*/ 4494042 w 9855101"/>
              <a:gd name="connsiteY4" fmla="*/ 81983 h 12126752"/>
              <a:gd name="connsiteX5" fmla="*/ 7570489 w 9855101"/>
              <a:gd name="connsiteY5" fmla="*/ 1003774 h 12126752"/>
              <a:gd name="connsiteX6" fmla="*/ 8284143 w 9855101"/>
              <a:gd name="connsiteY6" fmla="*/ 4475255 h 12126752"/>
              <a:gd name="connsiteX7" fmla="*/ 9328763 w 9855101"/>
              <a:gd name="connsiteY7" fmla="*/ 6829838 h 12126752"/>
              <a:gd name="connsiteX8" fmla="*/ 9809249 w 9855101"/>
              <a:gd name="connsiteY8" fmla="*/ 9689785 h 12126752"/>
              <a:gd name="connsiteX9" fmla="*/ 8188160 w 9855101"/>
              <a:gd name="connsiteY9" fmla="*/ 12097161 h 12126752"/>
              <a:gd name="connsiteX10" fmla="*/ 5048943 w 9855101"/>
              <a:gd name="connsiteY10" fmla="*/ 11120830 h 12126752"/>
              <a:gd name="connsiteX11" fmla="*/ 2105409 w 9855101"/>
              <a:gd name="connsiteY11" fmla="*/ 10306958 h 12126752"/>
              <a:gd name="connsiteX12" fmla="*/ 1824412 w 9855101"/>
              <a:gd name="connsiteY12" fmla="*/ 10213212 h 12126752"/>
              <a:gd name="connsiteX0" fmla="*/ 962938 w 9806427"/>
              <a:gd name="connsiteY0" fmla="*/ 10203052 h 12126752"/>
              <a:gd name="connsiteX1" fmla="*/ 10082 w 9806427"/>
              <a:gd name="connsiteY1" fmla="*/ 8327921 h 12126752"/>
              <a:gd name="connsiteX2" fmla="*/ 543846 w 9806427"/>
              <a:gd name="connsiteY2" fmla="*/ 5251217 h 12126752"/>
              <a:gd name="connsiteX3" fmla="*/ 1586689 w 9806427"/>
              <a:gd name="connsiteY3" fmla="*/ 1999091 h 12126752"/>
              <a:gd name="connsiteX4" fmla="*/ 4445368 w 9806427"/>
              <a:gd name="connsiteY4" fmla="*/ 81983 h 12126752"/>
              <a:gd name="connsiteX5" fmla="*/ 7521815 w 9806427"/>
              <a:gd name="connsiteY5" fmla="*/ 1003774 h 12126752"/>
              <a:gd name="connsiteX6" fmla="*/ 8235469 w 9806427"/>
              <a:gd name="connsiteY6" fmla="*/ 4475255 h 12126752"/>
              <a:gd name="connsiteX7" fmla="*/ 9280089 w 9806427"/>
              <a:gd name="connsiteY7" fmla="*/ 6829838 h 12126752"/>
              <a:gd name="connsiteX8" fmla="*/ 9760575 w 9806427"/>
              <a:gd name="connsiteY8" fmla="*/ 9689785 h 12126752"/>
              <a:gd name="connsiteX9" fmla="*/ 8139486 w 9806427"/>
              <a:gd name="connsiteY9" fmla="*/ 12097161 h 12126752"/>
              <a:gd name="connsiteX10" fmla="*/ 5000269 w 9806427"/>
              <a:gd name="connsiteY10" fmla="*/ 11120830 h 12126752"/>
              <a:gd name="connsiteX11" fmla="*/ 2056735 w 9806427"/>
              <a:gd name="connsiteY11" fmla="*/ 10306958 h 12126752"/>
              <a:gd name="connsiteX12" fmla="*/ 1775738 w 9806427"/>
              <a:gd name="connsiteY12" fmla="*/ 10213212 h 12126752"/>
              <a:gd name="connsiteX0" fmla="*/ 962938 w 9806427"/>
              <a:gd name="connsiteY0" fmla="*/ 10203052 h 12319912"/>
              <a:gd name="connsiteX1" fmla="*/ 10082 w 9806427"/>
              <a:gd name="connsiteY1" fmla="*/ 8327921 h 12319912"/>
              <a:gd name="connsiteX2" fmla="*/ 543846 w 9806427"/>
              <a:gd name="connsiteY2" fmla="*/ 5251217 h 12319912"/>
              <a:gd name="connsiteX3" fmla="*/ 1586689 w 9806427"/>
              <a:gd name="connsiteY3" fmla="*/ 1999091 h 12319912"/>
              <a:gd name="connsiteX4" fmla="*/ 4445368 w 9806427"/>
              <a:gd name="connsiteY4" fmla="*/ 81983 h 12319912"/>
              <a:gd name="connsiteX5" fmla="*/ 7521815 w 9806427"/>
              <a:gd name="connsiteY5" fmla="*/ 1003774 h 12319912"/>
              <a:gd name="connsiteX6" fmla="*/ 8235469 w 9806427"/>
              <a:gd name="connsiteY6" fmla="*/ 4475255 h 12319912"/>
              <a:gd name="connsiteX7" fmla="*/ 9280089 w 9806427"/>
              <a:gd name="connsiteY7" fmla="*/ 6829838 h 12319912"/>
              <a:gd name="connsiteX8" fmla="*/ 9760575 w 9806427"/>
              <a:gd name="connsiteY8" fmla="*/ 9689785 h 12319912"/>
              <a:gd name="connsiteX9" fmla="*/ 8139486 w 9806427"/>
              <a:gd name="connsiteY9" fmla="*/ 12097161 h 12319912"/>
              <a:gd name="connsiteX10" fmla="*/ 7566938 w 9806427"/>
              <a:gd name="connsiteY10" fmla="*/ 12102972 h 12319912"/>
              <a:gd name="connsiteX11" fmla="*/ 5000269 w 9806427"/>
              <a:gd name="connsiteY11" fmla="*/ 11120830 h 12319912"/>
              <a:gd name="connsiteX12" fmla="*/ 2056735 w 9806427"/>
              <a:gd name="connsiteY12" fmla="*/ 10306958 h 12319912"/>
              <a:gd name="connsiteX13" fmla="*/ 1775738 w 9806427"/>
              <a:gd name="connsiteY13" fmla="*/ 10213212 h 12319912"/>
              <a:gd name="connsiteX0" fmla="*/ 962938 w 9806427"/>
              <a:gd name="connsiteY0" fmla="*/ 10203052 h 12319912"/>
              <a:gd name="connsiteX1" fmla="*/ 10082 w 9806427"/>
              <a:gd name="connsiteY1" fmla="*/ 8327921 h 12319912"/>
              <a:gd name="connsiteX2" fmla="*/ 543846 w 9806427"/>
              <a:gd name="connsiteY2" fmla="*/ 5251217 h 12319912"/>
              <a:gd name="connsiteX3" fmla="*/ 1586689 w 9806427"/>
              <a:gd name="connsiteY3" fmla="*/ 1999091 h 12319912"/>
              <a:gd name="connsiteX4" fmla="*/ 4445368 w 9806427"/>
              <a:gd name="connsiteY4" fmla="*/ 81983 h 12319912"/>
              <a:gd name="connsiteX5" fmla="*/ 7521815 w 9806427"/>
              <a:gd name="connsiteY5" fmla="*/ 1003774 h 12319912"/>
              <a:gd name="connsiteX6" fmla="*/ 8235469 w 9806427"/>
              <a:gd name="connsiteY6" fmla="*/ 4475255 h 12319912"/>
              <a:gd name="connsiteX7" fmla="*/ 9280089 w 9806427"/>
              <a:gd name="connsiteY7" fmla="*/ 6829838 h 12319912"/>
              <a:gd name="connsiteX8" fmla="*/ 9760575 w 9806427"/>
              <a:gd name="connsiteY8" fmla="*/ 9689785 h 12319912"/>
              <a:gd name="connsiteX9" fmla="*/ 8139486 w 9806427"/>
              <a:gd name="connsiteY9" fmla="*/ 12097161 h 12319912"/>
              <a:gd name="connsiteX10" fmla="*/ 7566938 w 9806427"/>
              <a:gd name="connsiteY10" fmla="*/ 12102972 h 12319912"/>
              <a:gd name="connsiteX11" fmla="*/ 5000269 w 9806427"/>
              <a:gd name="connsiteY11" fmla="*/ 11120830 h 12319912"/>
              <a:gd name="connsiteX12" fmla="*/ 2056735 w 9806427"/>
              <a:gd name="connsiteY12" fmla="*/ 10306958 h 12319912"/>
              <a:gd name="connsiteX13" fmla="*/ 1775738 w 9806427"/>
              <a:gd name="connsiteY13" fmla="*/ 10213212 h 12319912"/>
              <a:gd name="connsiteX0" fmla="*/ 10082 w 9806427"/>
              <a:gd name="connsiteY0" fmla="*/ 8327921 h 12319912"/>
              <a:gd name="connsiteX1" fmla="*/ 543846 w 9806427"/>
              <a:gd name="connsiteY1" fmla="*/ 5251217 h 12319912"/>
              <a:gd name="connsiteX2" fmla="*/ 1586689 w 9806427"/>
              <a:gd name="connsiteY2" fmla="*/ 1999091 h 12319912"/>
              <a:gd name="connsiteX3" fmla="*/ 4445368 w 9806427"/>
              <a:gd name="connsiteY3" fmla="*/ 81983 h 12319912"/>
              <a:gd name="connsiteX4" fmla="*/ 7521815 w 9806427"/>
              <a:gd name="connsiteY4" fmla="*/ 1003774 h 12319912"/>
              <a:gd name="connsiteX5" fmla="*/ 8235469 w 9806427"/>
              <a:gd name="connsiteY5" fmla="*/ 4475255 h 12319912"/>
              <a:gd name="connsiteX6" fmla="*/ 9280089 w 9806427"/>
              <a:gd name="connsiteY6" fmla="*/ 6829838 h 12319912"/>
              <a:gd name="connsiteX7" fmla="*/ 9760575 w 9806427"/>
              <a:gd name="connsiteY7" fmla="*/ 9689785 h 12319912"/>
              <a:gd name="connsiteX8" fmla="*/ 8139486 w 9806427"/>
              <a:gd name="connsiteY8" fmla="*/ 12097161 h 12319912"/>
              <a:gd name="connsiteX9" fmla="*/ 7566938 w 9806427"/>
              <a:gd name="connsiteY9" fmla="*/ 12102972 h 12319912"/>
              <a:gd name="connsiteX10" fmla="*/ 5000269 w 9806427"/>
              <a:gd name="connsiteY10" fmla="*/ 11120830 h 12319912"/>
              <a:gd name="connsiteX11" fmla="*/ 2056735 w 9806427"/>
              <a:gd name="connsiteY11" fmla="*/ 10306958 h 12319912"/>
              <a:gd name="connsiteX12" fmla="*/ 1775738 w 9806427"/>
              <a:gd name="connsiteY12" fmla="*/ 10213212 h 12319912"/>
              <a:gd name="connsiteX0" fmla="*/ 0 w 9262581"/>
              <a:gd name="connsiteY0" fmla="*/ 5251217 h 12319912"/>
              <a:gd name="connsiteX1" fmla="*/ 1042843 w 9262581"/>
              <a:gd name="connsiteY1" fmla="*/ 1999091 h 12319912"/>
              <a:gd name="connsiteX2" fmla="*/ 3901522 w 9262581"/>
              <a:gd name="connsiteY2" fmla="*/ 81983 h 12319912"/>
              <a:gd name="connsiteX3" fmla="*/ 6977969 w 9262581"/>
              <a:gd name="connsiteY3" fmla="*/ 1003774 h 12319912"/>
              <a:gd name="connsiteX4" fmla="*/ 7691623 w 9262581"/>
              <a:gd name="connsiteY4" fmla="*/ 4475255 h 12319912"/>
              <a:gd name="connsiteX5" fmla="*/ 8736243 w 9262581"/>
              <a:gd name="connsiteY5" fmla="*/ 6829838 h 12319912"/>
              <a:gd name="connsiteX6" fmla="*/ 9216729 w 9262581"/>
              <a:gd name="connsiteY6" fmla="*/ 9689785 h 12319912"/>
              <a:gd name="connsiteX7" fmla="*/ 7595640 w 9262581"/>
              <a:gd name="connsiteY7" fmla="*/ 12097161 h 12319912"/>
              <a:gd name="connsiteX8" fmla="*/ 7023092 w 9262581"/>
              <a:gd name="connsiteY8" fmla="*/ 12102972 h 12319912"/>
              <a:gd name="connsiteX9" fmla="*/ 4456423 w 9262581"/>
              <a:gd name="connsiteY9" fmla="*/ 11120830 h 12319912"/>
              <a:gd name="connsiteX10" fmla="*/ 1512889 w 9262581"/>
              <a:gd name="connsiteY10" fmla="*/ 10306958 h 12319912"/>
              <a:gd name="connsiteX11" fmla="*/ 1231892 w 9262581"/>
              <a:gd name="connsiteY11" fmla="*/ 10213212 h 12319912"/>
              <a:gd name="connsiteX0" fmla="*/ 0 w 8219738"/>
              <a:gd name="connsiteY0" fmla="*/ 1999091 h 12319912"/>
              <a:gd name="connsiteX1" fmla="*/ 2858679 w 8219738"/>
              <a:gd name="connsiteY1" fmla="*/ 81983 h 12319912"/>
              <a:gd name="connsiteX2" fmla="*/ 5935126 w 8219738"/>
              <a:gd name="connsiteY2" fmla="*/ 1003774 h 12319912"/>
              <a:gd name="connsiteX3" fmla="*/ 6648780 w 8219738"/>
              <a:gd name="connsiteY3" fmla="*/ 4475255 h 12319912"/>
              <a:gd name="connsiteX4" fmla="*/ 7693400 w 8219738"/>
              <a:gd name="connsiteY4" fmla="*/ 6829838 h 12319912"/>
              <a:gd name="connsiteX5" fmla="*/ 8173886 w 8219738"/>
              <a:gd name="connsiteY5" fmla="*/ 9689785 h 12319912"/>
              <a:gd name="connsiteX6" fmla="*/ 6552797 w 8219738"/>
              <a:gd name="connsiteY6" fmla="*/ 12097161 h 12319912"/>
              <a:gd name="connsiteX7" fmla="*/ 5980249 w 8219738"/>
              <a:gd name="connsiteY7" fmla="*/ 12102972 h 12319912"/>
              <a:gd name="connsiteX8" fmla="*/ 3413580 w 8219738"/>
              <a:gd name="connsiteY8" fmla="*/ 11120830 h 12319912"/>
              <a:gd name="connsiteX9" fmla="*/ 470046 w 8219738"/>
              <a:gd name="connsiteY9" fmla="*/ 10306958 h 12319912"/>
              <a:gd name="connsiteX10" fmla="*/ 189049 w 8219738"/>
              <a:gd name="connsiteY10" fmla="*/ 10213212 h 12319912"/>
              <a:gd name="connsiteX0" fmla="*/ 2773950 w 8135009"/>
              <a:gd name="connsiteY0" fmla="*/ 81983 h 12319912"/>
              <a:gd name="connsiteX1" fmla="*/ 5850397 w 8135009"/>
              <a:gd name="connsiteY1" fmla="*/ 1003774 h 12319912"/>
              <a:gd name="connsiteX2" fmla="*/ 6564051 w 8135009"/>
              <a:gd name="connsiteY2" fmla="*/ 4475255 h 12319912"/>
              <a:gd name="connsiteX3" fmla="*/ 7608671 w 8135009"/>
              <a:gd name="connsiteY3" fmla="*/ 6829838 h 12319912"/>
              <a:gd name="connsiteX4" fmla="*/ 8089157 w 8135009"/>
              <a:gd name="connsiteY4" fmla="*/ 9689785 h 12319912"/>
              <a:gd name="connsiteX5" fmla="*/ 6468068 w 8135009"/>
              <a:gd name="connsiteY5" fmla="*/ 12097161 h 12319912"/>
              <a:gd name="connsiteX6" fmla="*/ 5895520 w 8135009"/>
              <a:gd name="connsiteY6" fmla="*/ 12102972 h 12319912"/>
              <a:gd name="connsiteX7" fmla="*/ 3328851 w 8135009"/>
              <a:gd name="connsiteY7" fmla="*/ 11120830 h 12319912"/>
              <a:gd name="connsiteX8" fmla="*/ 385317 w 8135009"/>
              <a:gd name="connsiteY8" fmla="*/ 10306958 h 12319912"/>
              <a:gd name="connsiteX9" fmla="*/ 104320 w 8135009"/>
              <a:gd name="connsiteY9" fmla="*/ 10213212 h 12319912"/>
              <a:gd name="connsiteX0" fmla="*/ 2773950 w 8135323"/>
              <a:gd name="connsiteY0" fmla="*/ 81983 h 12319912"/>
              <a:gd name="connsiteX1" fmla="*/ 5850397 w 8135323"/>
              <a:gd name="connsiteY1" fmla="*/ 1003774 h 12319912"/>
              <a:gd name="connsiteX2" fmla="*/ 7608671 w 8135323"/>
              <a:gd name="connsiteY2" fmla="*/ 6829838 h 12319912"/>
              <a:gd name="connsiteX3" fmla="*/ 8089157 w 8135323"/>
              <a:gd name="connsiteY3" fmla="*/ 9689785 h 12319912"/>
              <a:gd name="connsiteX4" fmla="*/ 6468068 w 8135323"/>
              <a:gd name="connsiteY4" fmla="*/ 12097161 h 12319912"/>
              <a:gd name="connsiteX5" fmla="*/ 5895520 w 8135323"/>
              <a:gd name="connsiteY5" fmla="*/ 12102972 h 12319912"/>
              <a:gd name="connsiteX6" fmla="*/ 3328851 w 8135323"/>
              <a:gd name="connsiteY6" fmla="*/ 11120830 h 12319912"/>
              <a:gd name="connsiteX7" fmla="*/ 385317 w 8135323"/>
              <a:gd name="connsiteY7" fmla="*/ 10306958 h 12319912"/>
              <a:gd name="connsiteX8" fmla="*/ 104320 w 8135323"/>
              <a:gd name="connsiteY8" fmla="*/ 10213212 h 12319912"/>
              <a:gd name="connsiteX0" fmla="*/ 2773950 w 8089157"/>
              <a:gd name="connsiteY0" fmla="*/ 81983 h 12319912"/>
              <a:gd name="connsiteX1" fmla="*/ 5850397 w 8089157"/>
              <a:gd name="connsiteY1" fmla="*/ 1003774 h 12319912"/>
              <a:gd name="connsiteX2" fmla="*/ 8089157 w 8089157"/>
              <a:gd name="connsiteY2" fmla="*/ 9689785 h 12319912"/>
              <a:gd name="connsiteX3" fmla="*/ 6468068 w 8089157"/>
              <a:gd name="connsiteY3" fmla="*/ 12097161 h 12319912"/>
              <a:gd name="connsiteX4" fmla="*/ 5895520 w 8089157"/>
              <a:gd name="connsiteY4" fmla="*/ 12102972 h 12319912"/>
              <a:gd name="connsiteX5" fmla="*/ 3328851 w 8089157"/>
              <a:gd name="connsiteY5" fmla="*/ 11120830 h 12319912"/>
              <a:gd name="connsiteX6" fmla="*/ 385317 w 8089157"/>
              <a:gd name="connsiteY6" fmla="*/ 10306958 h 12319912"/>
              <a:gd name="connsiteX7" fmla="*/ 104320 w 8089157"/>
              <a:gd name="connsiteY7" fmla="*/ 10213212 h 12319912"/>
              <a:gd name="connsiteX0" fmla="*/ 5850397 w 8089157"/>
              <a:gd name="connsiteY0" fmla="*/ 0 h 11316138"/>
              <a:gd name="connsiteX1" fmla="*/ 8089157 w 8089157"/>
              <a:gd name="connsiteY1" fmla="*/ 8686011 h 11316138"/>
              <a:gd name="connsiteX2" fmla="*/ 6468068 w 8089157"/>
              <a:gd name="connsiteY2" fmla="*/ 11093387 h 11316138"/>
              <a:gd name="connsiteX3" fmla="*/ 5895520 w 8089157"/>
              <a:gd name="connsiteY3" fmla="*/ 11099198 h 11316138"/>
              <a:gd name="connsiteX4" fmla="*/ 3328851 w 8089157"/>
              <a:gd name="connsiteY4" fmla="*/ 10117056 h 11316138"/>
              <a:gd name="connsiteX5" fmla="*/ 385317 w 8089157"/>
              <a:gd name="connsiteY5" fmla="*/ 9303184 h 11316138"/>
              <a:gd name="connsiteX6" fmla="*/ 104320 w 8089157"/>
              <a:gd name="connsiteY6" fmla="*/ 9209438 h 11316138"/>
              <a:gd name="connsiteX0" fmla="*/ 8089157 w 8089157"/>
              <a:gd name="connsiteY0" fmla="*/ 0 h 2630127"/>
              <a:gd name="connsiteX1" fmla="*/ 6468068 w 8089157"/>
              <a:gd name="connsiteY1" fmla="*/ 2407376 h 2630127"/>
              <a:gd name="connsiteX2" fmla="*/ 5895520 w 8089157"/>
              <a:gd name="connsiteY2" fmla="*/ 2413187 h 2630127"/>
              <a:gd name="connsiteX3" fmla="*/ 3328851 w 8089157"/>
              <a:gd name="connsiteY3" fmla="*/ 1431045 h 2630127"/>
              <a:gd name="connsiteX4" fmla="*/ 385317 w 8089157"/>
              <a:gd name="connsiteY4" fmla="*/ 617173 h 2630127"/>
              <a:gd name="connsiteX5" fmla="*/ 104320 w 8089157"/>
              <a:gd name="connsiteY5" fmla="*/ 523427 h 2630127"/>
              <a:gd name="connsiteX0" fmla="*/ 6468068 w 6468068"/>
              <a:gd name="connsiteY0" fmla="*/ 1945261 h 2168012"/>
              <a:gd name="connsiteX1" fmla="*/ 5895520 w 6468068"/>
              <a:gd name="connsiteY1" fmla="*/ 1951072 h 2168012"/>
              <a:gd name="connsiteX2" fmla="*/ 3328851 w 6468068"/>
              <a:gd name="connsiteY2" fmla="*/ 968930 h 2168012"/>
              <a:gd name="connsiteX3" fmla="*/ 385317 w 6468068"/>
              <a:gd name="connsiteY3" fmla="*/ 155058 h 2168012"/>
              <a:gd name="connsiteX4" fmla="*/ 104320 w 6468068"/>
              <a:gd name="connsiteY4" fmla="*/ 61312 h 2168012"/>
              <a:gd name="connsiteX0" fmla="*/ 5895520 w 5895520"/>
              <a:gd name="connsiteY0" fmla="*/ 1951072 h 1951072"/>
              <a:gd name="connsiteX1" fmla="*/ 3328851 w 5895520"/>
              <a:gd name="connsiteY1" fmla="*/ 968930 h 1951072"/>
              <a:gd name="connsiteX2" fmla="*/ 385317 w 5895520"/>
              <a:gd name="connsiteY2" fmla="*/ 155058 h 1951072"/>
              <a:gd name="connsiteX3" fmla="*/ 104320 w 5895520"/>
              <a:gd name="connsiteY3" fmla="*/ 61312 h 1951072"/>
            </a:gdLst>
            <a:ahLst/>
            <a:cxnLst>
              <a:cxn ang="0">
                <a:pos x="connsiteX0" y="connsiteY0"/>
              </a:cxn>
              <a:cxn ang="0">
                <a:pos x="connsiteX1" y="connsiteY1"/>
              </a:cxn>
              <a:cxn ang="0">
                <a:pos x="connsiteX2" y="connsiteY2"/>
              </a:cxn>
              <a:cxn ang="0">
                <a:pos x="connsiteX3" y="connsiteY3"/>
              </a:cxn>
            </a:cxnLst>
            <a:rect l="l" t="t" r="r" b="b"/>
            <a:pathLst>
              <a:path w="5895520" h="1951072">
                <a:moveTo>
                  <a:pt x="5895520" y="1951072"/>
                </a:moveTo>
                <a:cubicBezTo>
                  <a:pt x="5138637" y="1828990"/>
                  <a:pt x="4247218" y="1268266"/>
                  <a:pt x="3328851" y="968930"/>
                </a:cubicBezTo>
                <a:cubicBezTo>
                  <a:pt x="2260922" y="568539"/>
                  <a:pt x="1310983" y="530558"/>
                  <a:pt x="385317" y="155058"/>
                </a:cubicBezTo>
                <a:cubicBezTo>
                  <a:pt x="-167345" y="-11452"/>
                  <a:pt x="8549" y="-45729"/>
                  <a:pt x="104320" y="61312"/>
                </a:cubicBezTo>
              </a:path>
            </a:pathLst>
          </a:custGeom>
          <a:noFill/>
          <a:ln w="19110" cap="flat">
            <a:solidFill>
              <a:srgbClr val="6C1D5F"/>
            </a:solidFill>
            <a:prstDash val="solid"/>
            <a:miter/>
          </a:ln>
        </p:spPr>
        <p:txBody>
          <a:bodyPr rtlCol="0" anchor="ctr"/>
          <a:lstStyle/>
          <a:p>
            <a:endParaRPr lang="en-GB"/>
          </a:p>
        </p:txBody>
      </p:sp>
      <p:sp>
        <p:nvSpPr>
          <p:cNvPr id="18" name="Freeform 17">
            <a:extLst>
              <a:ext uri="{FF2B5EF4-FFF2-40B4-BE49-F238E27FC236}">
                <a16:creationId xmlns:a16="http://schemas.microsoft.com/office/drawing/2014/main" id="{8E1DB3D8-9AE0-A93F-1CB2-11A243F896F9}"/>
              </a:ext>
            </a:extLst>
          </p:cNvPr>
          <p:cNvSpPr/>
          <p:nvPr userDrawn="1"/>
        </p:nvSpPr>
        <p:spPr>
          <a:xfrm>
            <a:off x="8539686" y="0"/>
            <a:ext cx="3652315" cy="1538876"/>
          </a:xfrm>
          <a:custGeom>
            <a:avLst/>
            <a:gdLst>
              <a:gd name="connsiteX0" fmla="*/ 0 w 3652315"/>
              <a:gd name="connsiteY0" fmla="*/ 0 h 1538876"/>
              <a:gd name="connsiteX1" fmla="*/ 3652315 w 3652315"/>
              <a:gd name="connsiteY1" fmla="*/ 0 h 1538876"/>
              <a:gd name="connsiteX2" fmla="*/ 3652315 w 3652315"/>
              <a:gd name="connsiteY2" fmla="*/ 1537398 h 1538876"/>
              <a:gd name="connsiteX3" fmla="*/ 3596909 w 3652315"/>
              <a:gd name="connsiteY3" fmla="*/ 1538876 h 1538876"/>
              <a:gd name="connsiteX4" fmla="*/ 2266115 w 3652315"/>
              <a:gd name="connsiteY4" fmla="*/ 1064401 h 1538876"/>
              <a:gd name="connsiteX5" fmla="*/ 864418 w 3652315"/>
              <a:gd name="connsiteY5" fmla="*/ 681134 h 1538876"/>
              <a:gd name="connsiteX6" fmla="*/ 23705 w 3652315"/>
              <a:gd name="connsiteY6" fmla="*/ 42529 h 1538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652315" h="1538876">
                <a:moveTo>
                  <a:pt x="0" y="0"/>
                </a:moveTo>
                <a:lnTo>
                  <a:pt x="3652315" y="0"/>
                </a:lnTo>
                <a:lnTo>
                  <a:pt x="3652315" y="1537398"/>
                </a:lnTo>
                <a:lnTo>
                  <a:pt x="3596909" y="1538876"/>
                </a:lnTo>
                <a:cubicBezTo>
                  <a:pt x="3199795" y="1528044"/>
                  <a:pt x="2711216" y="1229830"/>
                  <a:pt x="2266115" y="1064401"/>
                </a:cubicBezTo>
                <a:cubicBezTo>
                  <a:pt x="1757427" y="875333"/>
                  <a:pt x="1305335" y="858549"/>
                  <a:pt x="864418" y="681134"/>
                </a:cubicBezTo>
                <a:cubicBezTo>
                  <a:pt x="534562" y="547937"/>
                  <a:pt x="210299" y="324487"/>
                  <a:pt x="23705" y="42529"/>
                </a:cubicBezTo>
                <a:close/>
              </a:path>
            </a:pathLst>
          </a:custGeom>
          <a:solidFill>
            <a:schemeClr val="tx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23" name="Freeform 22">
            <a:extLst>
              <a:ext uri="{FF2B5EF4-FFF2-40B4-BE49-F238E27FC236}">
                <a16:creationId xmlns:a16="http://schemas.microsoft.com/office/drawing/2014/main" id="{5913EB00-D2E9-21B0-3E3E-92D27834CFA0}"/>
              </a:ext>
            </a:extLst>
          </p:cNvPr>
          <p:cNvSpPr/>
          <p:nvPr userDrawn="1"/>
        </p:nvSpPr>
        <p:spPr>
          <a:xfrm>
            <a:off x="6128485" y="5340478"/>
            <a:ext cx="6063515" cy="1517522"/>
          </a:xfrm>
          <a:custGeom>
            <a:avLst/>
            <a:gdLst>
              <a:gd name="connsiteX0" fmla="*/ 2791805 w 6063515"/>
              <a:gd name="connsiteY0" fmla="*/ 1179 h 1517522"/>
              <a:gd name="connsiteX1" fmla="*/ 5921767 w 6063515"/>
              <a:gd name="connsiteY1" fmla="*/ 743898 h 1517522"/>
              <a:gd name="connsiteX2" fmla="*/ 6063515 w 6063515"/>
              <a:gd name="connsiteY2" fmla="*/ 814265 h 1517522"/>
              <a:gd name="connsiteX3" fmla="*/ 6063515 w 6063515"/>
              <a:gd name="connsiteY3" fmla="*/ 1517522 h 1517522"/>
              <a:gd name="connsiteX4" fmla="*/ 0 w 6063515"/>
              <a:gd name="connsiteY4" fmla="*/ 1517522 h 1517522"/>
              <a:gd name="connsiteX5" fmla="*/ 186263 w 6063515"/>
              <a:gd name="connsiteY5" fmla="*/ 1335076 h 1517522"/>
              <a:gd name="connsiteX6" fmla="*/ 2063296 w 6063515"/>
              <a:gd name="connsiteY6" fmla="*/ 98044 h 1517522"/>
              <a:gd name="connsiteX7" fmla="*/ 2791805 w 6063515"/>
              <a:gd name="connsiteY7" fmla="*/ 1179 h 1517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63515" h="1517522">
                <a:moveTo>
                  <a:pt x="2791805" y="1179"/>
                </a:moveTo>
                <a:cubicBezTo>
                  <a:pt x="3678329" y="-19512"/>
                  <a:pt x="4843583" y="232300"/>
                  <a:pt x="5921767" y="743898"/>
                </a:cubicBezTo>
                <a:lnTo>
                  <a:pt x="6063515" y="814265"/>
                </a:lnTo>
                <a:lnTo>
                  <a:pt x="6063515" y="1517522"/>
                </a:lnTo>
                <a:lnTo>
                  <a:pt x="0" y="1517522"/>
                </a:lnTo>
                <a:lnTo>
                  <a:pt x="186263" y="1335076"/>
                </a:lnTo>
                <a:cubicBezTo>
                  <a:pt x="702354" y="824474"/>
                  <a:pt x="1225941" y="331388"/>
                  <a:pt x="2063296" y="98044"/>
                </a:cubicBezTo>
                <a:cubicBezTo>
                  <a:pt x="2272640" y="39710"/>
                  <a:pt x="2519028" y="7545"/>
                  <a:pt x="2791805" y="1179"/>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5" name="Title 1">
            <a:extLst>
              <a:ext uri="{FF2B5EF4-FFF2-40B4-BE49-F238E27FC236}">
                <a16:creationId xmlns:a16="http://schemas.microsoft.com/office/drawing/2014/main" id="{9EBD63F1-7387-8016-1A7E-B60E66B407E2}"/>
              </a:ext>
            </a:extLst>
          </p:cNvPr>
          <p:cNvSpPr>
            <a:spLocks noGrp="1"/>
          </p:cNvSpPr>
          <p:nvPr>
            <p:ph type="title" hasCustomPrompt="1"/>
          </p:nvPr>
        </p:nvSpPr>
        <p:spPr>
          <a:xfrm>
            <a:off x="6096000" y="3435242"/>
            <a:ext cx="5540400" cy="798091"/>
          </a:xfrm>
        </p:spPr>
        <p:txBody>
          <a:bodyPr/>
          <a:lstStyle>
            <a:lvl1pPr>
              <a:defRPr>
                <a:solidFill>
                  <a:schemeClr val="tx2"/>
                </a:solidFill>
              </a:defRPr>
            </a:lvl1pPr>
          </a:lstStyle>
          <a:p>
            <a:r>
              <a:rPr lang="en-GB"/>
              <a:t>Title of contents</a:t>
            </a:r>
            <a:br>
              <a:rPr lang="en-GB"/>
            </a:br>
            <a:r>
              <a:rPr lang="en-GB"/>
              <a:t>max. 2 lines</a:t>
            </a:r>
            <a:endParaRPr lang="en-PL"/>
          </a:p>
        </p:txBody>
      </p:sp>
      <p:sp>
        <p:nvSpPr>
          <p:cNvPr id="6" name="Text Placeholder 6">
            <a:extLst>
              <a:ext uri="{FF2B5EF4-FFF2-40B4-BE49-F238E27FC236}">
                <a16:creationId xmlns:a16="http://schemas.microsoft.com/office/drawing/2014/main" id="{06DC2B1A-1B13-5F1D-A951-E71FF2869ABE}"/>
              </a:ext>
            </a:extLst>
          </p:cNvPr>
          <p:cNvSpPr>
            <a:spLocks noGrp="1"/>
          </p:cNvSpPr>
          <p:nvPr>
            <p:ph idx="1" hasCustomPrompt="1"/>
          </p:nvPr>
        </p:nvSpPr>
        <p:spPr>
          <a:xfrm>
            <a:off x="6096000" y="2723948"/>
            <a:ext cx="5540400" cy="268951"/>
          </a:xfrm>
          <a:prstGeom prst="rect">
            <a:avLst/>
          </a:prstGeom>
        </p:spPr>
        <p:txBody>
          <a:bodyPr vert="horz" lIns="0" tIns="0" rIns="0" bIns="0" rtlCol="0">
            <a:normAutofit/>
          </a:bodyPr>
          <a:lstStyle>
            <a:lvl1pPr marL="0" indent="0">
              <a:buNone/>
              <a:defRPr sz="1200">
                <a:solidFill>
                  <a:schemeClr val="tx1"/>
                </a:solidFill>
              </a:defRPr>
            </a:lvl1pPr>
            <a:lvl2pPr marL="457200" indent="0">
              <a:buNone/>
              <a:defRPr/>
            </a:lvl2pPr>
            <a:lvl3pPr marL="914400" indent="0">
              <a:buNone/>
              <a:defRPr/>
            </a:lvl3pPr>
          </a:lstStyle>
          <a:p>
            <a:pPr lvl="0"/>
            <a:r>
              <a:rPr lang="en-GB"/>
              <a:t>Chapter number</a:t>
            </a:r>
          </a:p>
        </p:txBody>
      </p:sp>
    </p:spTree>
    <p:extLst>
      <p:ext uri="{BB962C8B-B14F-4D97-AF65-F5344CB8AC3E}">
        <p14:creationId xmlns:p14="http://schemas.microsoft.com/office/powerpoint/2010/main" val="999571007"/>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Chapter_dark">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6096000" y="3435242"/>
            <a:ext cx="5540400" cy="798091"/>
          </a:xfrm>
        </p:spPr>
        <p:txBody>
          <a:bodyPr/>
          <a:lstStyle>
            <a:lvl1pPr>
              <a:defRPr>
                <a:solidFill>
                  <a:schemeClr val="bg1"/>
                </a:solidFill>
              </a:defRPr>
            </a:lvl1p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9" name="Text Placeholder 6">
            <a:extLst>
              <a:ext uri="{FF2B5EF4-FFF2-40B4-BE49-F238E27FC236}">
                <a16:creationId xmlns:a16="http://schemas.microsoft.com/office/drawing/2014/main" id="{32318783-F912-367F-A0F9-62F27F691C6D}"/>
              </a:ext>
            </a:extLst>
          </p:cNvPr>
          <p:cNvSpPr>
            <a:spLocks noGrp="1"/>
          </p:cNvSpPr>
          <p:nvPr>
            <p:ph idx="1" hasCustomPrompt="1"/>
          </p:nvPr>
        </p:nvSpPr>
        <p:spPr>
          <a:xfrm>
            <a:off x="6096000" y="2723948"/>
            <a:ext cx="5540400" cy="268951"/>
          </a:xfrm>
          <a:prstGeom prst="rect">
            <a:avLst/>
          </a:prstGeom>
        </p:spPr>
        <p:txBody>
          <a:bodyPr vert="horz" lIns="0" tIns="0" rIns="0" bIns="0" rtlCol="0">
            <a:normAutofit/>
          </a:bodyPr>
          <a:lstStyle>
            <a:lvl1pPr marL="0" indent="0">
              <a:buNone/>
              <a:defRPr sz="1200">
                <a:solidFill>
                  <a:schemeClr val="bg1"/>
                </a:solidFill>
              </a:defRPr>
            </a:lvl1pPr>
            <a:lvl2pPr marL="457200" indent="0">
              <a:buNone/>
              <a:defRPr/>
            </a:lvl2pPr>
            <a:lvl3pPr marL="914400" indent="0">
              <a:buNone/>
              <a:defRPr/>
            </a:lvl3pPr>
          </a:lstStyle>
          <a:p>
            <a:pPr lvl="0"/>
            <a:r>
              <a:rPr lang="en-GB"/>
              <a:t>Chapter number</a:t>
            </a:r>
          </a:p>
        </p:txBody>
      </p:sp>
      <p:sp>
        <p:nvSpPr>
          <p:cNvPr id="4" name="Graphic 8">
            <a:extLst>
              <a:ext uri="{FF2B5EF4-FFF2-40B4-BE49-F238E27FC236}">
                <a16:creationId xmlns:a16="http://schemas.microsoft.com/office/drawing/2014/main" id="{6B5F20A3-472A-3CB2-E046-8EDD9712E221}"/>
              </a:ext>
            </a:extLst>
          </p:cNvPr>
          <p:cNvSpPr/>
          <p:nvPr userDrawn="1"/>
        </p:nvSpPr>
        <p:spPr>
          <a:xfrm rot="6999517">
            <a:off x="852903" y="1204759"/>
            <a:ext cx="4758926" cy="5118997"/>
          </a:xfrm>
          <a:custGeom>
            <a:avLst/>
            <a:gdLst>
              <a:gd name="connsiteX0" fmla="*/ 1401949 w 1616853"/>
              <a:gd name="connsiteY0" fmla="*/ 422108 h 1739188"/>
              <a:gd name="connsiteX1" fmla="*/ 1615215 w 1616853"/>
              <a:gd name="connsiteY1" fmla="*/ 994174 h 1739188"/>
              <a:gd name="connsiteX2" fmla="*/ 1251001 w 1616853"/>
              <a:gd name="connsiteY2" fmla="*/ 1543821 h 1739188"/>
              <a:gd name="connsiteX3" fmla="*/ 480868 w 1616853"/>
              <a:gd name="connsiteY3" fmla="*/ 1705884 h 1739188"/>
              <a:gd name="connsiteX4" fmla="*/ 2563 w 1616853"/>
              <a:gd name="connsiteY4" fmla="*/ 1071596 h 1739188"/>
              <a:gd name="connsiteX5" fmla="*/ 319850 w 1616853"/>
              <a:gd name="connsiteY5" fmla="*/ 332242 h 1739188"/>
              <a:gd name="connsiteX6" fmla="*/ 922695 w 1616853"/>
              <a:gd name="connsiteY6" fmla="*/ 2891 h 1739188"/>
              <a:gd name="connsiteX7" fmla="*/ 1401949 w 1616853"/>
              <a:gd name="connsiteY7" fmla="*/ 422013 h 1739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6853" h="1739188">
                <a:moveTo>
                  <a:pt x="1401949" y="422108"/>
                </a:moveTo>
                <a:cubicBezTo>
                  <a:pt x="1530859" y="614760"/>
                  <a:pt x="1630985" y="799718"/>
                  <a:pt x="1615215" y="994174"/>
                </a:cubicBezTo>
                <a:cubicBezTo>
                  <a:pt x="1599446" y="1188726"/>
                  <a:pt x="1467592" y="1392303"/>
                  <a:pt x="1251001" y="1543821"/>
                </a:cubicBezTo>
                <a:cubicBezTo>
                  <a:pt x="1034410" y="1695340"/>
                  <a:pt x="732988" y="1794231"/>
                  <a:pt x="480868" y="1705884"/>
                </a:cubicBezTo>
                <a:cubicBezTo>
                  <a:pt x="229319" y="1617443"/>
                  <a:pt x="27072" y="1341670"/>
                  <a:pt x="2563" y="1071596"/>
                </a:cubicBezTo>
                <a:cubicBezTo>
                  <a:pt x="-21851" y="801997"/>
                  <a:pt x="131473" y="538194"/>
                  <a:pt x="319850" y="332242"/>
                </a:cubicBezTo>
                <a:cubicBezTo>
                  <a:pt x="508227" y="126291"/>
                  <a:pt x="732038" y="-22853"/>
                  <a:pt x="922695" y="2891"/>
                </a:cubicBezTo>
                <a:cubicBezTo>
                  <a:pt x="1113922" y="28730"/>
                  <a:pt x="1272565" y="229457"/>
                  <a:pt x="1401949" y="422013"/>
                </a:cubicBezTo>
                <a:close/>
              </a:path>
            </a:pathLst>
          </a:custGeom>
          <a:solidFill>
            <a:schemeClr val="accent1"/>
          </a:solidFill>
          <a:ln w="9487" cap="flat">
            <a:noFill/>
            <a:prstDash val="solid"/>
            <a:miter/>
          </a:ln>
        </p:spPr>
        <p:txBody>
          <a:bodyPr rtlCol="0" anchor="ctr"/>
          <a:lstStyle/>
          <a:p>
            <a:endParaRPr lang="en-GB" noProof="0"/>
          </a:p>
        </p:txBody>
      </p:sp>
      <p:sp>
        <p:nvSpPr>
          <p:cNvPr id="7" name="Picture Placeholder 16">
            <a:extLst>
              <a:ext uri="{FF2B5EF4-FFF2-40B4-BE49-F238E27FC236}">
                <a16:creationId xmlns:a16="http://schemas.microsoft.com/office/drawing/2014/main" id="{8E00BA19-5C35-CDE1-774D-9BBD0B7B5956}"/>
              </a:ext>
            </a:extLst>
          </p:cNvPr>
          <p:cNvSpPr>
            <a:spLocks noGrp="1"/>
          </p:cNvSpPr>
          <p:nvPr>
            <p:ph type="pic" sz="quarter" idx="12"/>
          </p:nvPr>
        </p:nvSpPr>
        <p:spPr>
          <a:xfrm>
            <a:off x="810433" y="1222310"/>
            <a:ext cx="4651685" cy="4765704"/>
          </a:xfrm>
          <a:custGeom>
            <a:avLst/>
            <a:gdLst>
              <a:gd name="connsiteX0" fmla="*/ 2172219 w 4643466"/>
              <a:gd name="connsiteY0" fmla="*/ 4 h 4757283"/>
              <a:gd name="connsiteX1" fmla="*/ 3682662 w 4643466"/>
              <a:gd name="connsiteY1" fmla="*/ 791177 h 4757283"/>
              <a:gd name="connsiteX2" fmla="*/ 3682719 w 4643466"/>
              <a:gd name="connsiteY2" fmla="*/ 791425 h 4757283"/>
              <a:gd name="connsiteX3" fmla="*/ 4631723 w 4643466"/>
              <a:gd name="connsiteY3" fmla="*/ 2150645 h 4757283"/>
              <a:gd name="connsiteX4" fmla="*/ 3921972 w 4643466"/>
              <a:gd name="connsiteY4" fmla="*/ 3826185 h 4757283"/>
              <a:gd name="connsiteX5" fmla="*/ 1824385 w 4643466"/>
              <a:gd name="connsiteY5" fmla="*/ 4750602 h 4757283"/>
              <a:gd name="connsiteX6" fmla="*/ 83093 w 4643466"/>
              <a:gd name="connsiteY6" fmla="*/ 3400595 h 4757283"/>
              <a:gd name="connsiteX7" fmla="*/ 545938 w 4643466"/>
              <a:gd name="connsiteY7" fmla="*/ 1258862 h 4757283"/>
              <a:gd name="connsiteX8" fmla="*/ 2067058 w 4643466"/>
              <a:gd name="connsiteY8" fmla="*/ 5108 h 4757283"/>
              <a:gd name="connsiteX9" fmla="*/ 2172219 w 4643466"/>
              <a:gd name="connsiteY9" fmla="*/ 4 h 47572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643466" h="4757283">
                <a:moveTo>
                  <a:pt x="2172219" y="4"/>
                </a:moveTo>
                <a:cubicBezTo>
                  <a:pt x="2698457" y="1377"/>
                  <a:pt x="3229338" y="397328"/>
                  <a:pt x="3682662" y="791177"/>
                </a:cubicBezTo>
                <a:lnTo>
                  <a:pt x="3682719" y="791425"/>
                </a:lnTo>
                <a:cubicBezTo>
                  <a:pt x="4164971" y="1212090"/>
                  <a:pt x="4560621" y="1631303"/>
                  <a:pt x="4631723" y="2150645"/>
                </a:cubicBezTo>
                <a:cubicBezTo>
                  <a:pt x="4702885" y="2670238"/>
                  <a:pt x="4448678" y="3288845"/>
                  <a:pt x="3921972" y="3826185"/>
                </a:cubicBezTo>
                <a:cubicBezTo>
                  <a:pt x="3395266" y="4363528"/>
                  <a:pt x="2595453" y="4818175"/>
                  <a:pt x="1824385" y="4750602"/>
                </a:cubicBezTo>
                <a:cubicBezTo>
                  <a:pt x="1054889" y="4682411"/>
                  <a:pt x="314082" y="4091754"/>
                  <a:pt x="83093" y="3400595"/>
                </a:cubicBezTo>
                <a:cubicBezTo>
                  <a:pt x="-147341" y="2710618"/>
                  <a:pt x="132101" y="1920392"/>
                  <a:pt x="545938" y="1258862"/>
                </a:cubicBezTo>
                <a:cubicBezTo>
                  <a:pt x="959775" y="597334"/>
                  <a:pt x="1508470" y="61520"/>
                  <a:pt x="2067058" y="5108"/>
                </a:cubicBezTo>
                <a:cubicBezTo>
                  <a:pt x="2102075" y="1575"/>
                  <a:pt x="2137137" y="-87"/>
                  <a:pt x="2172219" y="4"/>
                </a:cubicBezTo>
                <a:close/>
              </a:path>
            </a:pathLst>
          </a:custGeom>
          <a:solidFill>
            <a:schemeClr val="bg2"/>
          </a:solidFill>
        </p:spPr>
        <p:txBody>
          <a:bodyPr wrap="square" anchor="ctr">
            <a:noAutofit/>
          </a:bodyPr>
          <a:lstStyle>
            <a:lvl1pPr marL="0" indent="0" algn="ctr">
              <a:buNone/>
              <a:defRPr/>
            </a:lvl1pPr>
          </a:lstStyle>
          <a:p>
            <a:r>
              <a:rPr lang="en-US" noProof="0"/>
              <a:t>Click icon to add picture</a:t>
            </a:r>
            <a:endParaRPr lang="en-GB" noProof="0"/>
          </a:p>
        </p:txBody>
      </p:sp>
      <p:sp>
        <p:nvSpPr>
          <p:cNvPr id="15" name="Freeform 14">
            <a:extLst>
              <a:ext uri="{FF2B5EF4-FFF2-40B4-BE49-F238E27FC236}">
                <a16:creationId xmlns:a16="http://schemas.microsoft.com/office/drawing/2014/main" id="{C1FEEDD8-28AA-BE3E-02E2-170FFB40470C}"/>
              </a:ext>
            </a:extLst>
          </p:cNvPr>
          <p:cNvSpPr/>
          <p:nvPr userDrawn="1"/>
        </p:nvSpPr>
        <p:spPr>
          <a:xfrm>
            <a:off x="6296481" y="-351"/>
            <a:ext cx="5895520" cy="1951072"/>
          </a:xfrm>
          <a:custGeom>
            <a:avLst/>
            <a:gdLst>
              <a:gd name="connsiteX0" fmla="*/ 7570489 w 9855101"/>
              <a:gd name="connsiteY0" fmla="*/ 1003774 h 12126752"/>
              <a:gd name="connsiteX1" fmla="*/ 8284143 w 9855101"/>
              <a:gd name="connsiteY1" fmla="*/ 4475255 h 12126752"/>
              <a:gd name="connsiteX2" fmla="*/ 9328763 w 9855101"/>
              <a:gd name="connsiteY2" fmla="*/ 6829838 h 12126752"/>
              <a:gd name="connsiteX3" fmla="*/ 9809249 w 9855101"/>
              <a:gd name="connsiteY3" fmla="*/ 9689785 h 12126752"/>
              <a:gd name="connsiteX4" fmla="*/ 8188160 w 9855101"/>
              <a:gd name="connsiteY4" fmla="*/ 12097161 h 12126752"/>
              <a:gd name="connsiteX5" fmla="*/ 5048943 w 9855101"/>
              <a:gd name="connsiteY5" fmla="*/ 11120830 h 12126752"/>
              <a:gd name="connsiteX6" fmla="*/ 2105409 w 9855101"/>
              <a:gd name="connsiteY6" fmla="*/ 10306958 h 12126752"/>
              <a:gd name="connsiteX7" fmla="*/ 58756 w 9855101"/>
              <a:gd name="connsiteY7" fmla="*/ 8327921 h 12126752"/>
              <a:gd name="connsiteX8" fmla="*/ 592520 w 9855101"/>
              <a:gd name="connsiteY8" fmla="*/ 5251217 h 12126752"/>
              <a:gd name="connsiteX9" fmla="*/ 1635363 w 9855101"/>
              <a:gd name="connsiteY9" fmla="*/ 1999091 h 12126752"/>
              <a:gd name="connsiteX10" fmla="*/ 4494042 w 9855101"/>
              <a:gd name="connsiteY10" fmla="*/ 81983 h 12126752"/>
              <a:gd name="connsiteX11" fmla="*/ 7570489 w 9855101"/>
              <a:gd name="connsiteY11" fmla="*/ 1003774 h 12126752"/>
              <a:gd name="connsiteX0" fmla="*/ 7570489 w 9855101"/>
              <a:gd name="connsiteY0" fmla="*/ 1003774 h 12126752"/>
              <a:gd name="connsiteX1" fmla="*/ 8284143 w 9855101"/>
              <a:gd name="connsiteY1" fmla="*/ 4475255 h 12126752"/>
              <a:gd name="connsiteX2" fmla="*/ 9328763 w 9855101"/>
              <a:gd name="connsiteY2" fmla="*/ 6829838 h 12126752"/>
              <a:gd name="connsiteX3" fmla="*/ 9809249 w 9855101"/>
              <a:gd name="connsiteY3" fmla="*/ 9689785 h 12126752"/>
              <a:gd name="connsiteX4" fmla="*/ 8188160 w 9855101"/>
              <a:gd name="connsiteY4" fmla="*/ 12097161 h 12126752"/>
              <a:gd name="connsiteX5" fmla="*/ 5048943 w 9855101"/>
              <a:gd name="connsiteY5" fmla="*/ 11120830 h 12126752"/>
              <a:gd name="connsiteX6" fmla="*/ 2105409 w 9855101"/>
              <a:gd name="connsiteY6" fmla="*/ 10306958 h 12126752"/>
              <a:gd name="connsiteX7" fmla="*/ 1732972 w 9855101"/>
              <a:gd name="connsiteY7" fmla="*/ 10121772 h 12126752"/>
              <a:gd name="connsiteX8" fmla="*/ 58756 w 9855101"/>
              <a:gd name="connsiteY8" fmla="*/ 8327921 h 12126752"/>
              <a:gd name="connsiteX9" fmla="*/ 592520 w 9855101"/>
              <a:gd name="connsiteY9" fmla="*/ 5251217 h 12126752"/>
              <a:gd name="connsiteX10" fmla="*/ 1635363 w 9855101"/>
              <a:gd name="connsiteY10" fmla="*/ 1999091 h 12126752"/>
              <a:gd name="connsiteX11" fmla="*/ 4494042 w 9855101"/>
              <a:gd name="connsiteY11" fmla="*/ 81983 h 12126752"/>
              <a:gd name="connsiteX12" fmla="*/ 7570489 w 9855101"/>
              <a:gd name="connsiteY12" fmla="*/ 1003774 h 12126752"/>
              <a:gd name="connsiteX0" fmla="*/ 7570489 w 9855101"/>
              <a:gd name="connsiteY0" fmla="*/ 1003774 h 12126752"/>
              <a:gd name="connsiteX1" fmla="*/ 8284143 w 9855101"/>
              <a:gd name="connsiteY1" fmla="*/ 4475255 h 12126752"/>
              <a:gd name="connsiteX2" fmla="*/ 9328763 w 9855101"/>
              <a:gd name="connsiteY2" fmla="*/ 6829838 h 12126752"/>
              <a:gd name="connsiteX3" fmla="*/ 9809249 w 9855101"/>
              <a:gd name="connsiteY3" fmla="*/ 9689785 h 12126752"/>
              <a:gd name="connsiteX4" fmla="*/ 8188160 w 9855101"/>
              <a:gd name="connsiteY4" fmla="*/ 12097161 h 12126752"/>
              <a:gd name="connsiteX5" fmla="*/ 5048943 w 9855101"/>
              <a:gd name="connsiteY5" fmla="*/ 11120830 h 12126752"/>
              <a:gd name="connsiteX6" fmla="*/ 2105409 w 9855101"/>
              <a:gd name="connsiteY6" fmla="*/ 10306958 h 12126752"/>
              <a:gd name="connsiteX7" fmla="*/ 1732972 w 9855101"/>
              <a:gd name="connsiteY7" fmla="*/ 10121772 h 12126752"/>
              <a:gd name="connsiteX8" fmla="*/ 58756 w 9855101"/>
              <a:gd name="connsiteY8" fmla="*/ 8327921 h 12126752"/>
              <a:gd name="connsiteX9" fmla="*/ 592520 w 9855101"/>
              <a:gd name="connsiteY9" fmla="*/ 5251217 h 12126752"/>
              <a:gd name="connsiteX10" fmla="*/ 1635363 w 9855101"/>
              <a:gd name="connsiteY10" fmla="*/ 1999091 h 12126752"/>
              <a:gd name="connsiteX11" fmla="*/ 4494042 w 9855101"/>
              <a:gd name="connsiteY11" fmla="*/ 81983 h 12126752"/>
              <a:gd name="connsiteX12" fmla="*/ 7570489 w 9855101"/>
              <a:gd name="connsiteY12" fmla="*/ 1003774 h 12126752"/>
              <a:gd name="connsiteX0" fmla="*/ 1732972 w 9855101"/>
              <a:gd name="connsiteY0" fmla="*/ 10121772 h 12126752"/>
              <a:gd name="connsiteX1" fmla="*/ 58756 w 9855101"/>
              <a:gd name="connsiteY1" fmla="*/ 8327921 h 12126752"/>
              <a:gd name="connsiteX2" fmla="*/ 592520 w 9855101"/>
              <a:gd name="connsiteY2" fmla="*/ 5251217 h 12126752"/>
              <a:gd name="connsiteX3" fmla="*/ 1635363 w 9855101"/>
              <a:gd name="connsiteY3" fmla="*/ 1999091 h 12126752"/>
              <a:gd name="connsiteX4" fmla="*/ 4494042 w 9855101"/>
              <a:gd name="connsiteY4" fmla="*/ 81983 h 12126752"/>
              <a:gd name="connsiteX5" fmla="*/ 7570489 w 9855101"/>
              <a:gd name="connsiteY5" fmla="*/ 1003774 h 12126752"/>
              <a:gd name="connsiteX6" fmla="*/ 8284143 w 9855101"/>
              <a:gd name="connsiteY6" fmla="*/ 4475255 h 12126752"/>
              <a:gd name="connsiteX7" fmla="*/ 9328763 w 9855101"/>
              <a:gd name="connsiteY7" fmla="*/ 6829838 h 12126752"/>
              <a:gd name="connsiteX8" fmla="*/ 9809249 w 9855101"/>
              <a:gd name="connsiteY8" fmla="*/ 9689785 h 12126752"/>
              <a:gd name="connsiteX9" fmla="*/ 8188160 w 9855101"/>
              <a:gd name="connsiteY9" fmla="*/ 12097161 h 12126752"/>
              <a:gd name="connsiteX10" fmla="*/ 5048943 w 9855101"/>
              <a:gd name="connsiteY10" fmla="*/ 11120830 h 12126752"/>
              <a:gd name="connsiteX11" fmla="*/ 2105409 w 9855101"/>
              <a:gd name="connsiteY11" fmla="*/ 10306958 h 12126752"/>
              <a:gd name="connsiteX12" fmla="*/ 1824412 w 9855101"/>
              <a:gd name="connsiteY12" fmla="*/ 10213212 h 12126752"/>
              <a:gd name="connsiteX0" fmla="*/ 962938 w 9806427"/>
              <a:gd name="connsiteY0" fmla="*/ 10203052 h 12126752"/>
              <a:gd name="connsiteX1" fmla="*/ 10082 w 9806427"/>
              <a:gd name="connsiteY1" fmla="*/ 8327921 h 12126752"/>
              <a:gd name="connsiteX2" fmla="*/ 543846 w 9806427"/>
              <a:gd name="connsiteY2" fmla="*/ 5251217 h 12126752"/>
              <a:gd name="connsiteX3" fmla="*/ 1586689 w 9806427"/>
              <a:gd name="connsiteY3" fmla="*/ 1999091 h 12126752"/>
              <a:gd name="connsiteX4" fmla="*/ 4445368 w 9806427"/>
              <a:gd name="connsiteY4" fmla="*/ 81983 h 12126752"/>
              <a:gd name="connsiteX5" fmla="*/ 7521815 w 9806427"/>
              <a:gd name="connsiteY5" fmla="*/ 1003774 h 12126752"/>
              <a:gd name="connsiteX6" fmla="*/ 8235469 w 9806427"/>
              <a:gd name="connsiteY6" fmla="*/ 4475255 h 12126752"/>
              <a:gd name="connsiteX7" fmla="*/ 9280089 w 9806427"/>
              <a:gd name="connsiteY7" fmla="*/ 6829838 h 12126752"/>
              <a:gd name="connsiteX8" fmla="*/ 9760575 w 9806427"/>
              <a:gd name="connsiteY8" fmla="*/ 9689785 h 12126752"/>
              <a:gd name="connsiteX9" fmla="*/ 8139486 w 9806427"/>
              <a:gd name="connsiteY9" fmla="*/ 12097161 h 12126752"/>
              <a:gd name="connsiteX10" fmla="*/ 5000269 w 9806427"/>
              <a:gd name="connsiteY10" fmla="*/ 11120830 h 12126752"/>
              <a:gd name="connsiteX11" fmla="*/ 2056735 w 9806427"/>
              <a:gd name="connsiteY11" fmla="*/ 10306958 h 12126752"/>
              <a:gd name="connsiteX12" fmla="*/ 1775738 w 9806427"/>
              <a:gd name="connsiteY12" fmla="*/ 10213212 h 12126752"/>
              <a:gd name="connsiteX0" fmla="*/ 962938 w 9806427"/>
              <a:gd name="connsiteY0" fmla="*/ 10203052 h 12319912"/>
              <a:gd name="connsiteX1" fmla="*/ 10082 w 9806427"/>
              <a:gd name="connsiteY1" fmla="*/ 8327921 h 12319912"/>
              <a:gd name="connsiteX2" fmla="*/ 543846 w 9806427"/>
              <a:gd name="connsiteY2" fmla="*/ 5251217 h 12319912"/>
              <a:gd name="connsiteX3" fmla="*/ 1586689 w 9806427"/>
              <a:gd name="connsiteY3" fmla="*/ 1999091 h 12319912"/>
              <a:gd name="connsiteX4" fmla="*/ 4445368 w 9806427"/>
              <a:gd name="connsiteY4" fmla="*/ 81983 h 12319912"/>
              <a:gd name="connsiteX5" fmla="*/ 7521815 w 9806427"/>
              <a:gd name="connsiteY5" fmla="*/ 1003774 h 12319912"/>
              <a:gd name="connsiteX6" fmla="*/ 8235469 w 9806427"/>
              <a:gd name="connsiteY6" fmla="*/ 4475255 h 12319912"/>
              <a:gd name="connsiteX7" fmla="*/ 9280089 w 9806427"/>
              <a:gd name="connsiteY7" fmla="*/ 6829838 h 12319912"/>
              <a:gd name="connsiteX8" fmla="*/ 9760575 w 9806427"/>
              <a:gd name="connsiteY8" fmla="*/ 9689785 h 12319912"/>
              <a:gd name="connsiteX9" fmla="*/ 8139486 w 9806427"/>
              <a:gd name="connsiteY9" fmla="*/ 12097161 h 12319912"/>
              <a:gd name="connsiteX10" fmla="*/ 7566938 w 9806427"/>
              <a:gd name="connsiteY10" fmla="*/ 12102972 h 12319912"/>
              <a:gd name="connsiteX11" fmla="*/ 5000269 w 9806427"/>
              <a:gd name="connsiteY11" fmla="*/ 11120830 h 12319912"/>
              <a:gd name="connsiteX12" fmla="*/ 2056735 w 9806427"/>
              <a:gd name="connsiteY12" fmla="*/ 10306958 h 12319912"/>
              <a:gd name="connsiteX13" fmla="*/ 1775738 w 9806427"/>
              <a:gd name="connsiteY13" fmla="*/ 10213212 h 12319912"/>
              <a:gd name="connsiteX0" fmla="*/ 962938 w 9806427"/>
              <a:gd name="connsiteY0" fmla="*/ 10203052 h 12319912"/>
              <a:gd name="connsiteX1" fmla="*/ 10082 w 9806427"/>
              <a:gd name="connsiteY1" fmla="*/ 8327921 h 12319912"/>
              <a:gd name="connsiteX2" fmla="*/ 543846 w 9806427"/>
              <a:gd name="connsiteY2" fmla="*/ 5251217 h 12319912"/>
              <a:gd name="connsiteX3" fmla="*/ 1586689 w 9806427"/>
              <a:gd name="connsiteY3" fmla="*/ 1999091 h 12319912"/>
              <a:gd name="connsiteX4" fmla="*/ 4445368 w 9806427"/>
              <a:gd name="connsiteY4" fmla="*/ 81983 h 12319912"/>
              <a:gd name="connsiteX5" fmla="*/ 7521815 w 9806427"/>
              <a:gd name="connsiteY5" fmla="*/ 1003774 h 12319912"/>
              <a:gd name="connsiteX6" fmla="*/ 8235469 w 9806427"/>
              <a:gd name="connsiteY6" fmla="*/ 4475255 h 12319912"/>
              <a:gd name="connsiteX7" fmla="*/ 9280089 w 9806427"/>
              <a:gd name="connsiteY7" fmla="*/ 6829838 h 12319912"/>
              <a:gd name="connsiteX8" fmla="*/ 9760575 w 9806427"/>
              <a:gd name="connsiteY8" fmla="*/ 9689785 h 12319912"/>
              <a:gd name="connsiteX9" fmla="*/ 8139486 w 9806427"/>
              <a:gd name="connsiteY9" fmla="*/ 12097161 h 12319912"/>
              <a:gd name="connsiteX10" fmla="*/ 7566938 w 9806427"/>
              <a:gd name="connsiteY10" fmla="*/ 12102972 h 12319912"/>
              <a:gd name="connsiteX11" fmla="*/ 5000269 w 9806427"/>
              <a:gd name="connsiteY11" fmla="*/ 11120830 h 12319912"/>
              <a:gd name="connsiteX12" fmla="*/ 2056735 w 9806427"/>
              <a:gd name="connsiteY12" fmla="*/ 10306958 h 12319912"/>
              <a:gd name="connsiteX13" fmla="*/ 1775738 w 9806427"/>
              <a:gd name="connsiteY13" fmla="*/ 10213212 h 12319912"/>
              <a:gd name="connsiteX0" fmla="*/ 10082 w 9806427"/>
              <a:gd name="connsiteY0" fmla="*/ 8327921 h 12319912"/>
              <a:gd name="connsiteX1" fmla="*/ 543846 w 9806427"/>
              <a:gd name="connsiteY1" fmla="*/ 5251217 h 12319912"/>
              <a:gd name="connsiteX2" fmla="*/ 1586689 w 9806427"/>
              <a:gd name="connsiteY2" fmla="*/ 1999091 h 12319912"/>
              <a:gd name="connsiteX3" fmla="*/ 4445368 w 9806427"/>
              <a:gd name="connsiteY3" fmla="*/ 81983 h 12319912"/>
              <a:gd name="connsiteX4" fmla="*/ 7521815 w 9806427"/>
              <a:gd name="connsiteY4" fmla="*/ 1003774 h 12319912"/>
              <a:gd name="connsiteX5" fmla="*/ 8235469 w 9806427"/>
              <a:gd name="connsiteY5" fmla="*/ 4475255 h 12319912"/>
              <a:gd name="connsiteX6" fmla="*/ 9280089 w 9806427"/>
              <a:gd name="connsiteY6" fmla="*/ 6829838 h 12319912"/>
              <a:gd name="connsiteX7" fmla="*/ 9760575 w 9806427"/>
              <a:gd name="connsiteY7" fmla="*/ 9689785 h 12319912"/>
              <a:gd name="connsiteX8" fmla="*/ 8139486 w 9806427"/>
              <a:gd name="connsiteY8" fmla="*/ 12097161 h 12319912"/>
              <a:gd name="connsiteX9" fmla="*/ 7566938 w 9806427"/>
              <a:gd name="connsiteY9" fmla="*/ 12102972 h 12319912"/>
              <a:gd name="connsiteX10" fmla="*/ 5000269 w 9806427"/>
              <a:gd name="connsiteY10" fmla="*/ 11120830 h 12319912"/>
              <a:gd name="connsiteX11" fmla="*/ 2056735 w 9806427"/>
              <a:gd name="connsiteY11" fmla="*/ 10306958 h 12319912"/>
              <a:gd name="connsiteX12" fmla="*/ 1775738 w 9806427"/>
              <a:gd name="connsiteY12" fmla="*/ 10213212 h 12319912"/>
              <a:gd name="connsiteX0" fmla="*/ 0 w 9262581"/>
              <a:gd name="connsiteY0" fmla="*/ 5251217 h 12319912"/>
              <a:gd name="connsiteX1" fmla="*/ 1042843 w 9262581"/>
              <a:gd name="connsiteY1" fmla="*/ 1999091 h 12319912"/>
              <a:gd name="connsiteX2" fmla="*/ 3901522 w 9262581"/>
              <a:gd name="connsiteY2" fmla="*/ 81983 h 12319912"/>
              <a:gd name="connsiteX3" fmla="*/ 6977969 w 9262581"/>
              <a:gd name="connsiteY3" fmla="*/ 1003774 h 12319912"/>
              <a:gd name="connsiteX4" fmla="*/ 7691623 w 9262581"/>
              <a:gd name="connsiteY4" fmla="*/ 4475255 h 12319912"/>
              <a:gd name="connsiteX5" fmla="*/ 8736243 w 9262581"/>
              <a:gd name="connsiteY5" fmla="*/ 6829838 h 12319912"/>
              <a:gd name="connsiteX6" fmla="*/ 9216729 w 9262581"/>
              <a:gd name="connsiteY6" fmla="*/ 9689785 h 12319912"/>
              <a:gd name="connsiteX7" fmla="*/ 7595640 w 9262581"/>
              <a:gd name="connsiteY7" fmla="*/ 12097161 h 12319912"/>
              <a:gd name="connsiteX8" fmla="*/ 7023092 w 9262581"/>
              <a:gd name="connsiteY8" fmla="*/ 12102972 h 12319912"/>
              <a:gd name="connsiteX9" fmla="*/ 4456423 w 9262581"/>
              <a:gd name="connsiteY9" fmla="*/ 11120830 h 12319912"/>
              <a:gd name="connsiteX10" fmla="*/ 1512889 w 9262581"/>
              <a:gd name="connsiteY10" fmla="*/ 10306958 h 12319912"/>
              <a:gd name="connsiteX11" fmla="*/ 1231892 w 9262581"/>
              <a:gd name="connsiteY11" fmla="*/ 10213212 h 12319912"/>
              <a:gd name="connsiteX0" fmla="*/ 0 w 8219738"/>
              <a:gd name="connsiteY0" fmla="*/ 1999091 h 12319912"/>
              <a:gd name="connsiteX1" fmla="*/ 2858679 w 8219738"/>
              <a:gd name="connsiteY1" fmla="*/ 81983 h 12319912"/>
              <a:gd name="connsiteX2" fmla="*/ 5935126 w 8219738"/>
              <a:gd name="connsiteY2" fmla="*/ 1003774 h 12319912"/>
              <a:gd name="connsiteX3" fmla="*/ 6648780 w 8219738"/>
              <a:gd name="connsiteY3" fmla="*/ 4475255 h 12319912"/>
              <a:gd name="connsiteX4" fmla="*/ 7693400 w 8219738"/>
              <a:gd name="connsiteY4" fmla="*/ 6829838 h 12319912"/>
              <a:gd name="connsiteX5" fmla="*/ 8173886 w 8219738"/>
              <a:gd name="connsiteY5" fmla="*/ 9689785 h 12319912"/>
              <a:gd name="connsiteX6" fmla="*/ 6552797 w 8219738"/>
              <a:gd name="connsiteY6" fmla="*/ 12097161 h 12319912"/>
              <a:gd name="connsiteX7" fmla="*/ 5980249 w 8219738"/>
              <a:gd name="connsiteY7" fmla="*/ 12102972 h 12319912"/>
              <a:gd name="connsiteX8" fmla="*/ 3413580 w 8219738"/>
              <a:gd name="connsiteY8" fmla="*/ 11120830 h 12319912"/>
              <a:gd name="connsiteX9" fmla="*/ 470046 w 8219738"/>
              <a:gd name="connsiteY9" fmla="*/ 10306958 h 12319912"/>
              <a:gd name="connsiteX10" fmla="*/ 189049 w 8219738"/>
              <a:gd name="connsiteY10" fmla="*/ 10213212 h 12319912"/>
              <a:gd name="connsiteX0" fmla="*/ 2773950 w 8135009"/>
              <a:gd name="connsiteY0" fmla="*/ 81983 h 12319912"/>
              <a:gd name="connsiteX1" fmla="*/ 5850397 w 8135009"/>
              <a:gd name="connsiteY1" fmla="*/ 1003774 h 12319912"/>
              <a:gd name="connsiteX2" fmla="*/ 6564051 w 8135009"/>
              <a:gd name="connsiteY2" fmla="*/ 4475255 h 12319912"/>
              <a:gd name="connsiteX3" fmla="*/ 7608671 w 8135009"/>
              <a:gd name="connsiteY3" fmla="*/ 6829838 h 12319912"/>
              <a:gd name="connsiteX4" fmla="*/ 8089157 w 8135009"/>
              <a:gd name="connsiteY4" fmla="*/ 9689785 h 12319912"/>
              <a:gd name="connsiteX5" fmla="*/ 6468068 w 8135009"/>
              <a:gd name="connsiteY5" fmla="*/ 12097161 h 12319912"/>
              <a:gd name="connsiteX6" fmla="*/ 5895520 w 8135009"/>
              <a:gd name="connsiteY6" fmla="*/ 12102972 h 12319912"/>
              <a:gd name="connsiteX7" fmla="*/ 3328851 w 8135009"/>
              <a:gd name="connsiteY7" fmla="*/ 11120830 h 12319912"/>
              <a:gd name="connsiteX8" fmla="*/ 385317 w 8135009"/>
              <a:gd name="connsiteY8" fmla="*/ 10306958 h 12319912"/>
              <a:gd name="connsiteX9" fmla="*/ 104320 w 8135009"/>
              <a:gd name="connsiteY9" fmla="*/ 10213212 h 12319912"/>
              <a:gd name="connsiteX0" fmla="*/ 2773950 w 8135323"/>
              <a:gd name="connsiteY0" fmla="*/ 81983 h 12319912"/>
              <a:gd name="connsiteX1" fmla="*/ 5850397 w 8135323"/>
              <a:gd name="connsiteY1" fmla="*/ 1003774 h 12319912"/>
              <a:gd name="connsiteX2" fmla="*/ 7608671 w 8135323"/>
              <a:gd name="connsiteY2" fmla="*/ 6829838 h 12319912"/>
              <a:gd name="connsiteX3" fmla="*/ 8089157 w 8135323"/>
              <a:gd name="connsiteY3" fmla="*/ 9689785 h 12319912"/>
              <a:gd name="connsiteX4" fmla="*/ 6468068 w 8135323"/>
              <a:gd name="connsiteY4" fmla="*/ 12097161 h 12319912"/>
              <a:gd name="connsiteX5" fmla="*/ 5895520 w 8135323"/>
              <a:gd name="connsiteY5" fmla="*/ 12102972 h 12319912"/>
              <a:gd name="connsiteX6" fmla="*/ 3328851 w 8135323"/>
              <a:gd name="connsiteY6" fmla="*/ 11120830 h 12319912"/>
              <a:gd name="connsiteX7" fmla="*/ 385317 w 8135323"/>
              <a:gd name="connsiteY7" fmla="*/ 10306958 h 12319912"/>
              <a:gd name="connsiteX8" fmla="*/ 104320 w 8135323"/>
              <a:gd name="connsiteY8" fmla="*/ 10213212 h 12319912"/>
              <a:gd name="connsiteX0" fmla="*/ 2773950 w 8089157"/>
              <a:gd name="connsiteY0" fmla="*/ 81983 h 12319912"/>
              <a:gd name="connsiteX1" fmla="*/ 5850397 w 8089157"/>
              <a:gd name="connsiteY1" fmla="*/ 1003774 h 12319912"/>
              <a:gd name="connsiteX2" fmla="*/ 8089157 w 8089157"/>
              <a:gd name="connsiteY2" fmla="*/ 9689785 h 12319912"/>
              <a:gd name="connsiteX3" fmla="*/ 6468068 w 8089157"/>
              <a:gd name="connsiteY3" fmla="*/ 12097161 h 12319912"/>
              <a:gd name="connsiteX4" fmla="*/ 5895520 w 8089157"/>
              <a:gd name="connsiteY4" fmla="*/ 12102972 h 12319912"/>
              <a:gd name="connsiteX5" fmla="*/ 3328851 w 8089157"/>
              <a:gd name="connsiteY5" fmla="*/ 11120830 h 12319912"/>
              <a:gd name="connsiteX6" fmla="*/ 385317 w 8089157"/>
              <a:gd name="connsiteY6" fmla="*/ 10306958 h 12319912"/>
              <a:gd name="connsiteX7" fmla="*/ 104320 w 8089157"/>
              <a:gd name="connsiteY7" fmla="*/ 10213212 h 12319912"/>
              <a:gd name="connsiteX0" fmla="*/ 5850397 w 8089157"/>
              <a:gd name="connsiteY0" fmla="*/ 0 h 11316138"/>
              <a:gd name="connsiteX1" fmla="*/ 8089157 w 8089157"/>
              <a:gd name="connsiteY1" fmla="*/ 8686011 h 11316138"/>
              <a:gd name="connsiteX2" fmla="*/ 6468068 w 8089157"/>
              <a:gd name="connsiteY2" fmla="*/ 11093387 h 11316138"/>
              <a:gd name="connsiteX3" fmla="*/ 5895520 w 8089157"/>
              <a:gd name="connsiteY3" fmla="*/ 11099198 h 11316138"/>
              <a:gd name="connsiteX4" fmla="*/ 3328851 w 8089157"/>
              <a:gd name="connsiteY4" fmla="*/ 10117056 h 11316138"/>
              <a:gd name="connsiteX5" fmla="*/ 385317 w 8089157"/>
              <a:gd name="connsiteY5" fmla="*/ 9303184 h 11316138"/>
              <a:gd name="connsiteX6" fmla="*/ 104320 w 8089157"/>
              <a:gd name="connsiteY6" fmla="*/ 9209438 h 11316138"/>
              <a:gd name="connsiteX0" fmla="*/ 8089157 w 8089157"/>
              <a:gd name="connsiteY0" fmla="*/ 0 h 2630127"/>
              <a:gd name="connsiteX1" fmla="*/ 6468068 w 8089157"/>
              <a:gd name="connsiteY1" fmla="*/ 2407376 h 2630127"/>
              <a:gd name="connsiteX2" fmla="*/ 5895520 w 8089157"/>
              <a:gd name="connsiteY2" fmla="*/ 2413187 h 2630127"/>
              <a:gd name="connsiteX3" fmla="*/ 3328851 w 8089157"/>
              <a:gd name="connsiteY3" fmla="*/ 1431045 h 2630127"/>
              <a:gd name="connsiteX4" fmla="*/ 385317 w 8089157"/>
              <a:gd name="connsiteY4" fmla="*/ 617173 h 2630127"/>
              <a:gd name="connsiteX5" fmla="*/ 104320 w 8089157"/>
              <a:gd name="connsiteY5" fmla="*/ 523427 h 2630127"/>
              <a:gd name="connsiteX0" fmla="*/ 6468068 w 6468068"/>
              <a:gd name="connsiteY0" fmla="*/ 1945261 h 2168012"/>
              <a:gd name="connsiteX1" fmla="*/ 5895520 w 6468068"/>
              <a:gd name="connsiteY1" fmla="*/ 1951072 h 2168012"/>
              <a:gd name="connsiteX2" fmla="*/ 3328851 w 6468068"/>
              <a:gd name="connsiteY2" fmla="*/ 968930 h 2168012"/>
              <a:gd name="connsiteX3" fmla="*/ 385317 w 6468068"/>
              <a:gd name="connsiteY3" fmla="*/ 155058 h 2168012"/>
              <a:gd name="connsiteX4" fmla="*/ 104320 w 6468068"/>
              <a:gd name="connsiteY4" fmla="*/ 61312 h 2168012"/>
              <a:gd name="connsiteX0" fmla="*/ 5895520 w 5895520"/>
              <a:gd name="connsiteY0" fmla="*/ 1951072 h 1951072"/>
              <a:gd name="connsiteX1" fmla="*/ 3328851 w 5895520"/>
              <a:gd name="connsiteY1" fmla="*/ 968930 h 1951072"/>
              <a:gd name="connsiteX2" fmla="*/ 385317 w 5895520"/>
              <a:gd name="connsiteY2" fmla="*/ 155058 h 1951072"/>
              <a:gd name="connsiteX3" fmla="*/ 104320 w 5895520"/>
              <a:gd name="connsiteY3" fmla="*/ 61312 h 1951072"/>
            </a:gdLst>
            <a:ahLst/>
            <a:cxnLst>
              <a:cxn ang="0">
                <a:pos x="connsiteX0" y="connsiteY0"/>
              </a:cxn>
              <a:cxn ang="0">
                <a:pos x="connsiteX1" y="connsiteY1"/>
              </a:cxn>
              <a:cxn ang="0">
                <a:pos x="connsiteX2" y="connsiteY2"/>
              </a:cxn>
              <a:cxn ang="0">
                <a:pos x="connsiteX3" y="connsiteY3"/>
              </a:cxn>
            </a:cxnLst>
            <a:rect l="l" t="t" r="r" b="b"/>
            <a:pathLst>
              <a:path w="5895520" h="1951072">
                <a:moveTo>
                  <a:pt x="5895520" y="1951072"/>
                </a:moveTo>
                <a:cubicBezTo>
                  <a:pt x="5138637" y="1828990"/>
                  <a:pt x="4247218" y="1268266"/>
                  <a:pt x="3328851" y="968930"/>
                </a:cubicBezTo>
                <a:cubicBezTo>
                  <a:pt x="2260922" y="568539"/>
                  <a:pt x="1310983" y="530558"/>
                  <a:pt x="385317" y="155058"/>
                </a:cubicBezTo>
                <a:cubicBezTo>
                  <a:pt x="-167345" y="-11452"/>
                  <a:pt x="8549" y="-45729"/>
                  <a:pt x="104320" y="61312"/>
                </a:cubicBezTo>
              </a:path>
            </a:pathLst>
          </a:custGeom>
          <a:noFill/>
          <a:ln w="19110" cap="flat">
            <a:solidFill>
              <a:schemeClr val="bg2"/>
            </a:solidFill>
            <a:prstDash val="solid"/>
            <a:miter/>
          </a:ln>
        </p:spPr>
        <p:txBody>
          <a:bodyPr rtlCol="0" anchor="ctr"/>
          <a:lstStyle/>
          <a:p>
            <a:endParaRPr lang="en-GB"/>
          </a:p>
        </p:txBody>
      </p:sp>
      <p:sp>
        <p:nvSpPr>
          <p:cNvPr id="23" name="Freeform 22">
            <a:extLst>
              <a:ext uri="{FF2B5EF4-FFF2-40B4-BE49-F238E27FC236}">
                <a16:creationId xmlns:a16="http://schemas.microsoft.com/office/drawing/2014/main" id="{5913EB00-D2E9-21B0-3E3E-92D27834CFA0}"/>
              </a:ext>
            </a:extLst>
          </p:cNvPr>
          <p:cNvSpPr/>
          <p:nvPr userDrawn="1"/>
        </p:nvSpPr>
        <p:spPr>
          <a:xfrm>
            <a:off x="6128485" y="5340478"/>
            <a:ext cx="6063515" cy="1517522"/>
          </a:xfrm>
          <a:custGeom>
            <a:avLst/>
            <a:gdLst>
              <a:gd name="connsiteX0" fmla="*/ 2791805 w 6063515"/>
              <a:gd name="connsiteY0" fmla="*/ 1179 h 1517522"/>
              <a:gd name="connsiteX1" fmla="*/ 5921767 w 6063515"/>
              <a:gd name="connsiteY1" fmla="*/ 743898 h 1517522"/>
              <a:gd name="connsiteX2" fmla="*/ 6063515 w 6063515"/>
              <a:gd name="connsiteY2" fmla="*/ 814265 h 1517522"/>
              <a:gd name="connsiteX3" fmla="*/ 6063515 w 6063515"/>
              <a:gd name="connsiteY3" fmla="*/ 1517522 h 1517522"/>
              <a:gd name="connsiteX4" fmla="*/ 0 w 6063515"/>
              <a:gd name="connsiteY4" fmla="*/ 1517522 h 1517522"/>
              <a:gd name="connsiteX5" fmla="*/ 186263 w 6063515"/>
              <a:gd name="connsiteY5" fmla="*/ 1335076 h 1517522"/>
              <a:gd name="connsiteX6" fmla="*/ 2063296 w 6063515"/>
              <a:gd name="connsiteY6" fmla="*/ 98044 h 1517522"/>
              <a:gd name="connsiteX7" fmla="*/ 2791805 w 6063515"/>
              <a:gd name="connsiteY7" fmla="*/ 1179 h 1517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63515" h="1517522">
                <a:moveTo>
                  <a:pt x="2791805" y="1179"/>
                </a:moveTo>
                <a:cubicBezTo>
                  <a:pt x="3678329" y="-19512"/>
                  <a:pt x="4843583" y="232300"/>
                  <a:pt x="5921767" y="743898"/>
                </a:cubicBezTo>
                <a:lnTo>
                  <a:pt x="6063515" y="814265"/>
                </a:lnTo>
                <a:lnTo>
                  <a:pt x="6063515" y="1517522"/>
                </a:lnTo>
                <a:lnTo>
                  <a:pt x="0" y="1517522"/>
                </a:lnTo>
                <a:lnTo>
                  <a:pt x="186263" y="1335076"/>
                </a:lnTo>
                <a:cubicBezTo>
                  <a:pt x="702354" y="824474"/>
                  <a:pt x="1225941" y="331388"/>
                  <a:pt x="2063296" y="98044"/>
                </a:cubicBezTo>
                <a:cubicBezTo>
                  <a:pt x="2272640" y="39710"/>
                  <a:pt x="2519028" y="7545"/>
                  <a:pt x="2791805" y="1179"/>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5" name="Freeform 4">
            <a:extLst>
              <a:ext uri="{FF2B5EF4-FFF2-40B4-BE49-F238E27FC236}">
                <a16:creationId xmlns:a16="http://schemas.microsoft.com/office/drawing/2014/main" id="{F0C03FA6-F573-5B32-84D9-EA5B6229F780}"/>
              </a:ext>
            </a:extLst>
          </p:cNvPr>
          <p:cNvSpPr/>
          <p:nvPr userDrawn="1"/>
        </p:nvSpPr>
        <p:spPr>
          <a:xfrm>
            <a:off x="8539686" y="0"/>
            <a:ext cx="3652315" cy="1538876"/>
          </a:xfrm>
          <a:custGeom>
            <a:avLst/>
            <a:gdLst>
              <a:gd name="connsiteX0" fmla="*/ 0 w 3652315"/>
              <a:gd name="connsiteY0" fmla="*/ 0 h 1538876"/>
              <a:gd name="connsiteX1" fmla="*/ 3652315 w 3652315"/>
              <a:gd name="connsiteY1" fmla="*/ 0 h 1538876"/>
              <a:gd name="connsiteX2" fmla="*/ 3652315 w 3652315"/>
              <a:gd name="connsiteY2" fmla="*/ 1537398 h 1538876"/>
              <a:gd name="connsiteX3" fmla="*/ 3596909 w 3652315"/>
              <a:gd name="connsiteY3" fmla="*/ 1538876 h 1538876"/>
              <a:gd name="connsiteX4" fmla="*/ 2266115 w 3652315"/>
              <a:gd name="connsiteY4" fmla="*/ 1064401 h 1538876"/>
              <a:gd name="connsiteX5" fmla="*/ 864418 w 3652315"/>
              <a:gd name="connsiteY5" fmla="*/ 681134 h 1538876"/>
              <a:gd name="connsiteX6" fmla="*/ 23705 w 3652315"/>
              <a:gd name="connsiteY6" fmla="*/ 42529 h 1538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652315" h="1538876">
                <a:moveTo>
                  <a:pt x="0" y="0"/>
                </a:moveTo>
                <a:lnTo>
                  <a:pt x="3652315" y="0"/>
                </a:lnTo>
                <a:lnTo>
                  <a:pt x="3652315" y="1537398"/>
                </a:lnTo>
                <a:lnTo>
                  <a:pt x="3596909" y="1538876"/>
                </a:lnTo>
                <a:cubicBezTo>
                  <a:pt x="3199795" y="1528044"/>
                  <a:pt x="2711216" y="1229830"/>
                  <a:pt x="2266115" y="1064401"/>
                </a:cubicBezTo>
                <a:cubicBezTo>
                  <a:pt x="1757427" y="875333"/>
                  <a:pt x="1305335" y="858549"/>
                  <a:pt x="864418" y="681134"/>
                </a:cubicBezTo>
                <a:cubicBezTo>
                  <a:pt x="534562" y="547937"/>
                  <a:pt x="210299" y="324487"/>
                  <a:pt x="23705" y="42529"/>
                </a:cubicBezTo>
                <a:close/>
              </a:path>
            </a:pathLst>
          </a:custGeom>
          <a:solidFill>
            <a:schemeClr val="accent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Tree>
    <p:extLst>
      <p:ext uri="{BB962C8B-B14F-4D97-AF65-F5344CB8AC3E}">
        <p14:creationId xmlns:p14="http://schemas.microsoft.com/office/powerpoint/2010/main" val="502472132"/>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People-contact_light">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3946270-C3AA-4994-9449-4F2D9BB8B541}"/>
              </a:ext>
            </a:extLst>
          </p:cNvPr>
          <p:cNvSpPr>
            <a:spLocks noGrp="1"/>
          </p:cNvSpPr>
          <p:nvPr>
            <p:ph type="sldNum" sz="quarter" idx="10"/>
          </p:nvPr>
        </p:nvSpPr>
        <p:spPr/>
        <p:txBody>
          <a:bodyPr/>
          <a:lstStyle/>
          <a:p>
            <a:fld id="{B55D9570-D3FC-6D43-AC32-D988B1849109}" type="slidenum">
              <a:rPr lang="en-PL" smtClean="0"/>
              <a:pPr/>
              <a:t>‹#›</a:t>
            </a:fld>
            <a:endParaRPr lang="en-PL"/>
          </a:p>
        </p:txBody>
      </p:sp>
      <p:sp>
        <p:nvSpPr>
          <p:cNvPr id="32" name="Freeform 31">
            <a:extLst>
              <a:ext uri="{FF2B5EF4-FFF2-40B4-BE49-F238E27FC236}">
                <a16:creationId xmlns:a16="http://schemas.microsoft.com/office/drawing/2014/main" id="{04A8B277-D638-318B-92A8-028D67937AC2}"/>
              </a:ext>
            </a:extLst>
          </p:cNvPr>
          <p:cNvSpPr/>
          <p:nvPr userDrawn="1"/>
        </p:nvSpPr>
        <p:spPr>
          <a:xfrm>
            <a:off x="4737315" y="0"/>
            <a:ext cx="2195750" cy="6858000"/>
          </a:xfrm>
          <a:custGeom>
            <a:avLst/>
            <a:gdLst>
              <a:gd name="connsiteX0" fmla="*/ 1969084 w 2195750"/>
              <a:gd name="connsiteY0" fmla="*/ 0 h 6858000"/>
              <a:gd name="connsiteX1" fmla="*/ 2195750 w 2195750"/>
              <a:gd name="connsiteY1" fmla="*/ 0 h 6858000"/>
              <a:gd name="connsiteX2" fmla="*/ 2161525 w 2195750"/>
              <a:gd name="connsiteY2" fmla="*/ 65203 h 6858000"/>
              <a:gd name="connsiteX3" fmla="*/ 1923048 w 2195750"/>
              <a:gd name="connsiteY3" fmla="*/ 564173 h 6858000"/>
              <a:gd name="connsiteX4" fmla="*/ 1313940 w 2195750"/>
              <a:gd name="connsiteY4" fmla="*/ 3942588 h 6858000"/>
              <a:gd name="connsiteX5" fmla="*/ 201511 w 2195750"/>
              <a:gd name="connsiteY5" fmla="*/ 6832245 h 6858000"/>
              <a:gd name="connsiteX6" fmla="*/ 182865 w 2195750"/>
              <a:gd name="connsiteY6" fmla="*/ 6858000 h 6858000"/>
              <a:gd name="connsiteX7" fmla="*/ 0 w 2195750"/>
              <a:gd name="connsiteY7" fmla="*/ 6858000 h 6858000"/>
              <a:gd name="connsiteX8" fmla="*/ 18654 w 2195750"/>
              <a:gd name="connsiteY8" fmla="*/ 6824101 h 6858000"/>
              <a:gd name="connsiteX9" fmla="*/ 705793 w 2195750"/>
              <a:gd name="connsiteY9" fmla="*/ 4649039 h 6858000"/>
              <a:gd name="connsiteX10" fmla="*/ 1314901 w 2195750"/>
              <a:gd name="connsiteY10" fmla="*/ 1270626 h 6858000"/>
              <a:gd name="connsiteX11" fmla="*/ 1833431 w 2195750"/>
              <a:gd name="connsiteY11" fmla="*/ 24687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95750" h="6858000">
                <a:moveTo>
                  <a:pt x="1969084" y="0"/>
                </a:moveTo>
                <a:lnTo>
                  <a:pt x="2195750" y="0"/>
                </a:lnTo>
                <a:lnTo>
                  <a:pt x="2161525" y="65203"/>
                </a:lnTo>
                <a:cubicBezTo>
                  <a:pt x="2073851" y="236177"/>
                  <a:pt x="1993106" y="402849"/>
                  <a:pt x="1923048" y="564173"/>
                </a:cubicBezTo>
                <a:cubicBezTo>
                  <a:pt x="1362597" y="1854765"/>
                  <a:pt x="1483348" y="2808922"/>
                  <a:pt x="1313940" y="3942588"/>
                </a:cubicBezTo>
                <a:cubicBezTo>
                  <a:pt x="1173913" y="4862569"/>
                  <a:pt x="844277" y="5901971"/>
                  <a:pt x="201511" y="6832245"/>
                </a:cubicBezTo>
                <a:lnTo>
                  <a:pt x="182865" y="6858000"/>
                </a:lnTo>
                <a:lnTo>
                  <a:pt x="0" y="6858000"/>
                </a:lnTo>
                <a:lnTo>
                  <a:pt x="18654" y="6824101"/>
                </a:lnTo>
                <a:cubicBezTo>
                  <a:pt x="389098" y="6096186"/>
                  <a:pt x="600773" y="5339025"/>
                  <a:pt x="705793" y="4649039"/>
                </a:cubicBezTo>
                <a:cubicBezTo>
                  <a:pt x="875192" y="3515373"/>
                  <a:pt x="754440" y="2561216"/>
                  <a:pt x="1314901" y="1270626"/>
                </a:cubicBezTo>
                <a:cubicBezTo>
                  <a:pt x="1455017" y="947978"/>
                  <a:pt x="1637882" y="603935"/>
                  <a:pt x="1833431" y="246878"/>
                </a:cubicBez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41" name="Freeform 40">
            <a:extLst>
              <a:ext uri="{FF2B5EF4-FFF2-40B4-BE49-F238E27FC236}">
                <a16:creationId xmlns:a16="http://schemas.microsoft.com/office/drawing/2014/main" id="{37278615-7553-2C74-7514-E58F0F9C319C}"/>
              </a:ext>
            </a:extLst>
          </p:cNvPr>
          <p:cNvSpPr/>
          <p:nvPr userDrawn="1"/>
        </p:nvSpPr>
        <p:spPr>
          <a:xfrm>
            <a:off x="4908605" y="0"/>
            <a:ext cx="2503877" cy="6858000"/>
          </a:xfrm>
          <a:custGeom>
            <a:avLst/>
            <a:gdLst>
              <a:gd name="connsiteX0" fmla="*/ 2012930 w 2503877"/>
              <a:gd name="connsiteY0" fmla="*/ 0 h 6858000"/>
              <a:gd name="connsiteX1" fmla="*/ 2503877 w 2503877"/>
              <a:gd name="connsiteY1" fmla="*/ 0 h 6858000"/>
              <a:gd name="connsiteX2" fmla="*/ 2315406 w 2503877"/>
              <a:gd name="connsiteY2" fmla="*/ 352946 h 6858000"/>
              <a:gd name="connsiteX3" fmla="*/ 1809165 w 2503877"/>
              <a:gd name="connsiteY3" fmla="*/ 1382831 h 6858000"/>
              <a:gd name="connsiteX4" fmla="*/ 1240526 w 2503877"/>
              <a:gd name="connsiteY4" fmla="*/ 4768301 h 6858000"/>
              <a:gd name="connsiteX5" fmla="*/ 660130 w 2503877"/>
              <a:gd name="connsiteY5" fmla="*/ 6782002 h 6858000"/>
              <a:gd name="connsiteX6" fmla="*/ 623493 w 2503877"/>
              <a:gd name="connsiteY6" fmla="*/ 6858000 h 6858000"/>
              <a:gd name="connsiteX7" fmla="*/ 0 w 2503877"/>
              <a:gd name="connsiteY7" fmla="*/ 6858000 h 6858000"/>
              <a:gd name="connsiteX8" fmla="*/ 18646 w 2503877"/>
              <a:gd name="connsiteY8" fmla="*/ 6832245 h 6858000"/>
              <a:gd name="connsiteX9" fmla="*/ 1131075 w 2503877"/>
              <a:gd name="connsiteY9" fmla="*/ 3942588 h 6858000"/>
              <a:gd name="connsiteX10" fmla="*/ 1740183 w 2503877"/>
              <a:gd name="connsiteY10" fmla="*/ 564173 h 6858000"/>
              <a:gd name="connsiteX11" fmla="*/ 1946115 w 2503877"/>
              <a:gd name="connsiteY11" fmla="*/ 1291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503877" h="6858000">
                <a:moveTo>
                  <a:pt x="2012930" y="0"/>
                </a:moveTo>
                <a:lnTo>
                  <a:pt x="2503877" y="0"/>
                </a:lnTo>
                <a:lnTo>
                  <a:pt x="2315406" y="352946"/>
                </a:lnTo>
                <a:cubicBezTo>
                  <a:pt x="2124143" y="712320"/>
                  <a:pt x="1945409" y="1058528"/>
                  <a:pt x="1809165" y="1382831"/>
                </a:cubicBezTo>
                <a:cubicBezTo>
                  <a:pt x="1264183" y="2680040"/>
                  <a:pt x="1396349" y="3632683"/>
                  <a:pt x="1240526" y="4768301"/>
                </a:cubicBezTo>
                <a:cubicBezTo>
                  <a:pt x="1151210" y="5406326"/>
                  <a:pt x="971709" y="6102673"/>
                  <a:pt x="660130" y="6782002"/>
                </a:cubicBezTo>
                <a:lnTo>
                  <a:pt x="623493" y="6858000"/>
                </a:lnTo>
                <a:lnTo>
                  <a:pt x="0" y="6858000"/>
                </a:lnTo>
                <a:lnTo>
                  <a:pt x="18646" y="6832245"/>
                </a:lnTo>
                <a:cubicBezTo>
                  <a:pt x="661412" y="5901971"/>
                  <a:pt x="991048" y="4862569"/>
                  <a:pt x="1131075" y="3942588"/>
                </a:cubicBezTo>
                <a:cubicBezTo>
                  <a:pt x="1300483" y="2808922"/>
                  <a:pt x="1179732" y="1854765"/>
                  <a:pt x="1740183" y="564173"/>
                </a:cubicBezTo>
                <a:cubicBezTo>
                  <a:pt x="1801484" y="423015"/>
                  <a:pt x="1870967" y="277761"/>
                  <a:pt x="1946115" y="129115"/>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44" name="Picture Placeholder 43">
            <a:extLst>
              <a:ext uri="{FF2B5EF4-FFF2-40B4-BE49-F238E27FC236}">
                <a16:creationId xmlns:a16="http://schemas.microsoft.com/office/drawing/2014/main" id="{CF3E8D10-1FC1-0D74-F938-96FDB84FC281}"/>
              </a:ext>
            </a:extLst>
          </p:cNvPr>
          <p:cNvSpPr>
            <a:spLocks noGrp="1"/>
          </p:cNvSpPr>
          <p:nvPr>
            <p:ph type="pic" sz="quarter" idx="20"/>
          </p:nvPr>
        </p:nvSpPr>
        <p:spPr>
          <a:xfrm>
            <a:off x="5520523" y="0"/>
            <a:ext cx="6671477" cy="6858000"/>
          </a:xfrm>
          <a:custGeom>
            <a:avLst/>
            <a:gdLst>
              <a:gd name="connsiteX0" fmla="*/ 1880384 w 6671477"/>
              <a:gd name="connsiteY0" fmla="*/ 0 h 6858000"/>
              <a:gd name="connsiteX1" fmla="*/ 6671477 w 6671477"/>
              <a:gd name="connsiteY1" fmla="*/ 0 h 6858000"/>
              <a:gd name="connsiteX2" fmla="*/ 6671477 w 6671477"/>
              <a:gd name="connsiteY2" fmla="*/ 6858000 h 6858000"/>
              <a:gd name="connsiteX3" fmla="*/ 0 w 6671477"/>
              <a:gd name="connsiteY3" fmla="*/ 6858000 h 6858000"/>
              <a:gd name="connsiteX4" fmla="*/ 36637 w 6671477"/>
              <a:gd name="connsiteY4" fmla="*/ 6782002 h 6858000"/>
              <a:gd name="connsiteX5" fmla="*/ 617033 w 6671477"/>
              <a:gd name="connsiteY5" fmla="*/ 4768301 h 6858000"/>
              <a:gd name="connsiteX6" fmla="*/ 1185672 w 6671477"/>
              <a:gd name="connsiteY6" fmla="*/ 1382831 h 6858000"/>
              <a:gd name="connsiteX7" fmla="*/ 1691913 w 6671477"/>
              <a:gd name="connsiteY7" fmla="*/ 35294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671477" h="6858000">
                <a:moveTo>
                  <a:pt x="1880384" y="0"/>
                </a:moveTo>
                <a:lnTo>
                  <a:pt x="6671477" y="0"/>
                </a:lnTo>
                <a:lnTo>
                  <a:pt x="6671477" y="6858000"/>
                </a:lnTo>
                <a:lnTo>
                  <a:pt x="0" y="6858000"/>
                </a:lnTo>
                <a:lnTo>
                  <a:pt x="36637" y="6782002"/>
                </a:lnTo>
                <a:cubicBezTo>
                  <a:pt x="348216" y="6102673"/>
                  <a:pt x="527717" y="5406326"/>
                  <a:pt x="617033" y="4768301"/>
                </a:cubicBezTo>
                <a:cubicBezTo>
                  <a:pt x="772856" y="3632683"/>
                  <a:pt x="640690" y="2680040"/>
                  <a:pt x="1185672" y="1382831"/>
                </a:cubicBezTo>
                <a:cubicBezTo>
                  <a:pt x="1321916" y="1058528"/>
                  <a:pt x="1500650" y="712320"/>
                  <a:pt x="1691913" y="352946"/>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GB"/>
          </a:p>
        </p:txBody>
      </p:sp>
      <p:sp>
        <p:nvSpPr>
          <p:cNvPr id="45" name="Title 1">
            <a:extLst>
              <a:ext uri="{FF2B5EF4-FFF2-40B4-BE49-F238E27FC236}">
                <a16:creationId xmlns:a16="http://schemas.microsoft.com/office/drawing/2014/main" id="{2E535BBA-2598-39AE-4E7D-44C2A1A397F3}"/>
              </a:ext>
            </a:extLst>
          </p:cNvPr>
          <p:cNvSpPr>
            <a:spLocks noGrp="1"/>
          </p:cNvSpPr>
          <p:nvPr>
            <p:ph type="title" hasCustomPrompt="1"/>
          </p:nvPr>
        </p:nvSpPr>
        <p:spPr>
          <a:xfrm>
            <a:off x="554038" y="549476"/>
            <a:ext cx="4546709" cy="637427"/>
          </a:xfrm>
        </p:spPr>
        <p:txBody>
          <a:bodyPr/>
          <a:lstStyle>
            <a:lvl1pPr>
              <a:defRPr>
                <a:solidFill>
                  <a:schemeClr val="tx2"/>
                </a:solidFill>
              </a:defRPr>
            </a:lvl1pPr>
          </a:lstStyle>
          <a:p>
            <a:r>
              <a:rPr lang="en-GB"/>
              <a:t>Title of contents</a:t>
            </a:r>
          </a:p>
        </p:txBody>
      </p:sp>
      <p:sp>
        <p:nvSpPr>
          <p:cNvPr id="46" name="Text Placeholder 6">
            <a:extLst>
              <a:ext uri="{FF2B5EF4-FFF2-40B4-BE49-F238E27FC236}">
                <a16:creationId xmlns:a16="http://schemas.microsoft.com/office/drawing/2014/main" id="{AB880D4A-6A89-A7D6-31B7-F532E7C6AE05}"/>
              </a:ext>
            </a:extLst>
          </p:cNvPr>
          <p:cNvSpPr>
            <a:spLocks noGrp="1"/>
          </p:cNvSpPr>
          <p:nvPr>
            <p:ph idx="1" hasCustomPrompt="1"/>
          </p:nvPr>
        </p:nvSpPr>
        <p:spPr>
          <a:xfrm>
            <a:off x="2069437" y="2714758"/>
            <a:ext cx="3028136" cy="341809"/>
          </a:xfrm>
          <a:prstGeom prst="rect">
            <a:avLst/>
          </a:prstGeom>
        </p:spPr>
        <p:txBody>
          <a:bodyPr vert="horz" lIns="0" tIns="0" rIns="0" bIns="0" rtlCol="0">
            <a:normAutofit/>
          </a:bodyPr>
          <a:lstStyle>
            <a:lvl1pPr marL="12700" indent="0" algn="l">
              <a:buNone/>
              <a:tabLst/>
              <a:defRPr b="1">
                <a:solidFill>
                  <a:schemeClr val="tx2"/>
                </a:solidFill>
              </a:defRPr>
            </a:lvl1pPr>
            <a:lvl2pPr marL="184150" indent="-171450" algn="l">
              <a:buFont typeface="Arial" panose="020B0604020202020204" pitchFamily="34" charset="0"/>
              <a:buChar char="•"/>
              <a:tabLst/>
              <a:defRPr>
                <a:solidFill>
                  <a:schemeClr val="accent3"/>
                </a:solidFill>
              </a:defRPr>
            </a:lvl2pPr>
            <a:lvl3pPr marL="12700" indent="0">
              <a:buNone/>
              <a:tabLst/>
              <a:defRPr/>
            </a:lvl3pPr>
          </a:lstStyle>
          <a:p>
            <a:pPr lvl="0"/>
            <a:r>
              <a:rPr lang="en-GB"/>
              <a:t>Name and Surname</a:t>
            </a:r>
          </a:p>
        </p:txBody>
      </p:sp>
      <p:sp>
        <p:nvSpPr>
          <p:cNvPr id="47" name="Text Placeholder 10">
            <a:extLst>
              <a:ext uri="{FF2B5EF4-FFF2-40B4-BE49-F238E27FC236}">
                <a16:creationId xmlns:a16="http://schemas.microsoft.com/office/drawing/2014/main" id="{0A006DDE-B64B-8B19-DFF3-E607D57AB875}"/>
              </a:ext>
            </a:extLst>
          </p:cNvPr>
          <p:cNvSpPr>
            <a:spLocks noGrp="1"/>
          </p:cNvSpPr>
          <p:nvPr>
            <p:ph type="body" sz="quarter" idx="11"/>
          </p:nvPr>
        </p:nvSpPr>
        <p:spPr>
          <a:xfrm>
            <a:off x="2069437" y="3059440"/>
            <a:ext cx="3028137" cy="617795"/>
          </a:xfrm>
        </p:spPr>
        <p:txBody>
          <a:bodyPr>
            <a:normAutofit/>
          </a:bodyPr>
          <a:lstStyle>
            <a:lvl1pPr algn="l">
              <a:defRPr sz="1200">
                <a:solidFill>
                  <a:schemeClr val="tx1"/>
                </a:solidFill>
              </a:defRPr>
            </a:lvl1pPr>
            <a:lvl2pPr marL="179388" indent="-171450" algn="ctr">
              <a:buFont typeface="Arial" panose="020B0604020202020204" pitchFamily="34" charset="0"/>
              <a:buChar char="•"/>
              <a:tabLst/>
              <a:defRPr/>
            </a:lvl2pPr>
          </a:lstStyle>
          <a:p>
            <a:pPr lvl="0"/>
            <a:r>
              <a:rPr lang="en-US"/>
              <a:t>Click to edit Master text styles</a:t>
            </a:r>
          </a:p>
        </p:txBody>
      </p:sp>
      <p:sp>
        <p:nvSpPr>
          <p:cNvPr id="48" name="Picture Placeholder 16">
            <a:extLst>
              <a:ext uri="{FF2B5EF4-FFF2-40B4-BE49-F238E27FC236}">
                <a16:creationId xmlns:a16="http://schemas.microsoft.com/office/drawing/2014/main" id="{73C3C1F6-F992-417D-143B-7E77D670A9F0}"/>
              </a:ext>
            </a:extLst>
          </p:cNvPr>
          <p:cNvSpPr>
            <a:spLocks noGrp="1"/>
          </p:cNvSpPr>
          <p:nvPr>
            <p:ph type="pic" sz="quarter" idx="12"/>
          </p:nvPr>
        </p:nvSpPr>
        <p:spPr>
          <a:xfrm>
            <a:off x="550863" y="2488602"/>
            <a:ext cx="1241348" cy="1309086"/>
          </a:xfrm>
          <a:custGeom>
            <a:avLst/>
            <a:gdLst>
              <a:gd name="connsiteX0" fmla="*/ 577388 w 1407298"/>
              <a:gd name="connsiteY0" fmla="*/ 294 h 1484092"/>
              <a:gd name="connsiteX1" fmla="*/ 1228905 w 1407298"/>
              <a:gd name="connsiteY1" fmla="*/ 346913 h 1484092"/>
              <a:gd name="connsiteX2" fmla="*/ 1228836 w 1407298"/>
              <a:gd name="connsiteY2" fmla="*/ 346983 h 1484092"/>
              <a:gd name="connsiteX3" fmla="*/ 1372072 w 1407298"/>
              <a:gd name="connsiteY3" fmla="*/ 1018872 h 1484092"/>
              <a:gd name="connsiteX4" fmla="*/ 845991 w 1407298"/>
              <a:gd name="connsiteY4" fmla="*/ 1395599 h 1484092"/>
              <a:gd name="connsiteX5" fmla="*/ 317059 w 1407298"/>
              <a:gd name="connsiteY5" fmla="*/ 1447400 h 1484092"/>
              <a:gd name="connsiteX6" fmla="*/ 98867 w 1407298"/>
              <a:gd name="connsiteY6" fmla="*/ 973329 h 1484092"/>
              <a:gd name="connsiteX7" fmla="*/ 29544 w 1407298"/>
              <a:gd name="connsiteY7" fmla="*/ 358108 h 1484092"/>
              <a:gd name="connsiteX8" fmla="*/ 577388 w 1407298"/>
              <a:gd name="connsiteY8" fmla="*/ 294 h 1484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07298" h="1484092">
                <a:moveTo>
                  <a:pt x="577388" y="294"/>
                </a:moveTo>
                <a:cubicBezTo>
                  <a:pt x="819082" y="-7424"/>
                  <a:pt x="1069885" y="137898"/>
                  <a:pt x="1228905" y="346913"/>
                </a:cubicBezTo>
                <a:lnTo>
                  <a:pt x="1228836" y="346983"/>
                </a:lnTo>
                <a:cubicBezTo>
                  <a:pt x="1387508" y="555996"/>
                  <a:pt x="1454051" y="828424"/>
                  <a:pt x="1372072" y="1018872"/>
                </a:cubicBezTo>
                <a:cubicBezTo>
                  <a:pt x="1290094" y="1209321"/>
                  <a:pt x="1059664" y="1317931"/>
                  <a:pt x="845991" y="1395599"/>
                </a:cubicBezTo>
                <a:cubicBezTo>
                  <a:pt x="632319" y="1473683"/>
                  <a:pt x="435125" y="1520965"/>
                  <a:pt x="317059" y="1447400"/>
                </a:cubicBezTo>
                <a:cubicBezTo>
                  <a:pt x="198993" y="1374183"/>
                  <a:pt x="159777" y="1179910"/>
                  <a:pt x="98867" y="973329"/>
                </a:cubicBezTo>
                <a:cubicBezTo>
                  <a:pt x="37957" y="766748"/>
                  <a:pt x="-45065" y="547931"/>
                  <a:pt x="29544" y="358108"/>
                </a:cubicBezTo>
                <a:cubicBezTo>
                  <a:pt x="104152" y="168702"/>
                  <a:pt x="336042" y="7944"/>
                  <a:pt x="577388" y="294"/>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PL"/>
          </a:p>
        </p:txBody>
      </p:sp>
      <p:sp>
        <p:nvSpPr>
          <p:cNvPr id="49" name="Text Placeholder 13">
            <a:extLst>
              <a:ext uri="{FF2B5EF4-FFF2-40B4-BE49-F238E27FC236}">
                <a16:creationId xmlns:a16="http://schemas.microsoft.com/office/drawing/2014/main" id="{D76AAECC-C78F-4EAB-C71D-EAF920E50017}"/>
              </a:ext>
            </a:extLst>
          </p:cNvPr>
          <p:cNvSpPr>
            <a:spLocks noGrp="1"/>
          </p:cNvSpPr>
          <p:nvPr>
            <p:ph type="body" sz="quarter" idx="16"/>
          </p:nvPr>
        </p:nvSpPr>
        <p:spPr>
          <a:xfrm>
            <a:off x="554038" y="1340835"/>
            <a:ext cx="4546709" cy="1030288"/>
          </a:xfrm>
        </p:spPr>
        <p:txBody>
          <a:bodyPr/>
          <a:lstStyle>
            <a:lvl1pPr>
              <a:defRPr>
                <a:solidFill>
                  <a:schemeClr val="tx1"/>
                </a:solidFill>
              </a:defRPr>
            </a:lvl1pPr>
          </a:lstStyle>
          <a:p>
            <a:pPr lvl="0"/>
            <a:r>
              <a:rPr lang="en-US"/>
              <a:t>Click to edit Master text styles</a:t>
            </a:r>
          </a:p>
        </p:txBody>
      </p:sp>
      <p:sp>
        <p:nvSpPr>
          <p:cNvPr id="50" name="Text Placeholder 6">
            <a:extLst>
              <a:ext uri="{FF2B5EF4-FFF2-40B4-BE49-F238E27FC236}">
                <a16:creationId xmlns:a16="http://schemas.microsoft.com/office/drawing/2014/main" id="{C4F833B2-80F2-8B5E-74E6-4DE0B2BE1688}"/>
              </a:ext>
            </a:extLst>
          </p:cNvPr>
          <p:cNvSpPr>
            <a:spLocks noGrp="1"/>
          </p:cNvSpPr>
          <p:nvPr>
            <p:ph idx="17" hasCustomPrompt="1"/>
          </p:nvPr>
        </p:nvSpPr>
        <p:spPr>
          <a:xfrm>
            <a:off x="2069436" y="4229976"/>
            <a:ext cx="3028136" cy="341809"/>
          </a:xfrm>
          <a:prstGeom prst="rect">
            <a:avLst/>
          </a:prstGeom>
        </p:spPr>
        <p:txBody>
          <a:bodyPr vert="horz" lIns="0" tIns="0" rIns="0" bIns="0" rtlCol="0">
            <a:normAutofit/>
          </a:bodyPr>
          <a:lstStyle>
            <a:lvl1pPr marL="12700" indent="0" algn="l">
              <a:buNone/>
              <a:tabLst/>
              <a:defRPr b="1">
                <a:solidFill>
                  <a:schemeClr val="tx2"/>
                </a:solidFill>
              </a:defRPr>
            </a:lvl1pPr>
            <a:lvl2pPr marL="184150" indent="-171450" algn="l">
              <a:buFont typeface="Arial" panose="020B0604020202020204" pitchFamily="34" charset="0"/>
              <a:buChar char="•"/>
              <a:tabLst/>
              <a:defRPr>
                <a:solidFill>
                  <a:schemeClr val="accent3"/>
                </a:solidFill>
              </a:defRPr>
            </a:lvl2pPr>
            <a:lvl3pPr marL="12700" indent="0">
              <a:buNone/>
              <a:tabLst/>
              <a:defRPr/>
            </a:lvl3pPr>
          </a:lstStyle>
          <a:p>
            <a:pPr lvl="0"/>
            <a:r>
              <a:rPr lang="en-GB"/>
              <a:t>Name and Surname</a:t>
            </a:r>
          </a:p>
        </p:txBody>
      </p:sp>
      <p:sp>
        <p:nvSpPr>
          <p:cNvPr id="51" name="Text Placeholder 10">
            <a:extLst>
              <a:ext uri="{FF2B5EF4-FFF2-40B4-BE49-F238E27FC236}">
                <a16:creationId xmlns:a16="http://schemas.microsoft.com/office/drawing/2014/main" id="{385C593F-0148-B961-F8EA-3B4EAE6883F3}"/>
              </a:ext>
            </a:extLst>
          </p:cNvPr>
          <p:cNvSpPr>
            <a:spLocks noGrp="1"/>
          </p:cNvSpPr>
          <p:nvPr>
            <p:ph type="body" sz="quarter" idx="18"/>
          </p:nvPr>
        </p:nvSpPr>
        <p:spPr>
          <a:xfrm>
            <a:off x="2069436" y="4574658"/>
            <a:ext cx="3028137" cy="617795"/>
          </a:xfrm>
        </p:spPr>
        <p:txBody>
          <a:bodyPr>
            <a:normAutofit/>
          </a:bodyPr>
          <a:lstStyle>
            <a:lvl1pPr algn="l">
              <a:defRPr sz="1200">
                <a:solidFill>
                  <a:schemeClr val="tx1"/>
                </a:solidFill>
              </a:defRPr>
            </a:lvl1pPr>
            <a:lvl2pPr marL="179388" indent="-171450" algn="ctr">
              <a:buFont typeface="Arial" panose="020B0604020202020204" pitchFamily="34" charset="0"/>
              <a:buChar char="•"/>
              <a:tabLst/>
              <a:defRPr/>
            </a:lvl2pPr>
          </a:lstStyle>
          <a:p>
            <a:pPr lvl="0"/>
            <a:r>
              <a:rPr lang="en-US"/>
              <a:t>Click to edit Master text styles</a:t>
            </a:r>
          </a:p>
        </p:txBody>
      </p:sp>
      <p:sp>
        <p:nvSpPr>
          <p:cNvPr id="52" name="Picture Placeholder 16">
            <a:extLst>
              <a:ext uri="{FF2B5EF4-FFF2-40B4-BE49-F238E27FC236}">
                <a16:creationId xmlns:a16="http://schemas.microsoft.com/office/drawing/2014/main" id="{2AAE7C54-897F-3CD6-EBFA-79FA853D2845}"/>
              </a:ext>
            </a:extLst>
          </p:cNvPr>
          <p:cNvSpPr>
            <a:spLocks noGrp="1"/>
          </p:cNvSpPr>
          <p:nvPr>
            <p:ph type="pic" sz="quarter" idx="19"/>
          </p:nvPr>
        </p:nvSpPr>
        <p:spPr>
          <a:xfrm>
            <a:off x="550862" y="4003820"/>
            <a:ext cx="1241348" cy="1309086"/>
          </a:xfrm>
          <a:custGeom>
            <a:avLst/>
            <a:gdLst>
              <a:gd name="connsiteX0" fmla="*/ 577388 w 1407298"/>
              <a:gd name="connsiteY0" fmla="*/ 294 h 1484092"/>
              <a:gd name="connsiteX1" fmla="*/ 1228905 w 1407298"/>
              <a:gd name="connsiteY1" fmla="*/ 346913 h 1484092"/>
              <a:gd name="connsiteX2" fmla="*/ 1228836 w 1407298"/>
              <a:gd name="connsiteY2" fmla="*/ 346983 h 1484092"/>
              <a:gd name="connsiteX3" fmla="*/ 1372072 w 1407298"/>
              <a:gd name="connsiteY3" fmla="*/ 1018872 h 1484092"/>
              <a:gd name="connsiteX4" fmla="*/ 845991 w 1407298"/>
              <a:gd name="connsiteY4" fmla="*/ 1395599 h 1484092"/>
              <a:gd name="connsiteX5" fmla="*/ 317059 w 1407298"/>
              <a:gd name="connsiteY5" fmla="*/ 1447400 h 1484092"/>
              <a:gd name="connsiteX6" fmla="*/ 98867 w 1407298"/>
              <a:gd name="connsiteY6" fmla="*/ 973329 h 1484092"/>
              <a:gd name="connsiteX7" fmla="*/ 29544 w 1407298"/>
              <a:gd name="connsiteY7" fmla="*/ 358108 h 1484092"/>
              <a:gd name="connsiteX8" fmla="*/ 577388 w 1407298"/>
              <a:gd name="connsiteY8" fmla="*/ 294 h 1484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07298" h="1484092">
                <a:moveTo>
                  <a:pt x="577388" y="294"/>
                </a:moveTo>
                <a:cubicBezTo>
                  <a:pt x="819082" y="-7424"/>
                  <a:pt x="1069885" y="137898"/>
                  <a:pt x="1228905" y="346913"/>
                </a:cubicBezTo>
                <a:lnTo>
                  <a:pt x="1228836" y="346983"/>
                </a:lnTo>
                <a:cubicBezTo>
                  <a:pt x="1387508" y="555996"/>
                  <a:pt x="1454051" y="828424"/>
                  <a:pt x="1372072" y="1018872"/>
                </a:cubicBezTo>
                <a:cubicBezTo>
                  <a:pt x="1290094" y="1209321"/>
                  <a:pt x="1059664" y="1317931"/>
                  <a:pt x="845991" y="1395599"/>
                </a:cubicBezTo>
                <a:cubicBezTo>
                  <a:pt x="632319" y="1473683"/>
                  <a:pt x="435125" y="1520965"/>
                  <a:pt x="317059" y="1447400"/>
                </a:cubicBezTo>
                <a:cubicBezTo>
                  <a:pt x="198993" y="1374183"/>
                  <a:pt x="159777" y="1179910"/>
                  <a:pt x="98867" y="973329"/>
                </a:cubicBezTo>
                <a:cubicBezTo>
                  <a:pt x="37957" y="766748"/>
                  <a:pt x="-45065" y="547931"/>
                  <a:pt x="29544" y="358108"/>
                </a:cubicBezTo>
                <a:cubicBezTo>
                  <a:pt x="104152" y="168702"/>
                  <a:pt x="336042" y="7944"/>
                  <a:pt x="577388" y="294"/>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PL"/>
          </a:p>
        </p:txBody>
      </p:sp>
    </p:spTree>
    <p:extLst>
      <p:ext uri="{BB962C8B-B14F-4D97-AF65-F5344CB8AC3E}">
        <p14:creationId xmlns:p14="http://schemas.microsoft.com/office/powerpoint/2010/main" val="274348677"/>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People-contact_dark">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B0AEEF-C972-07E1-F031-12D8A00256B2}"/>
              </a:ext>
            </a:extLst>
          </p:cNvPr>
          <p:cNvSpPr>
            <a:spLocks noGrp="1"/>
          </p:cNvSpPr>
          <p:nvPr>
            <p:ph type="title" hasCustomPrompt="1"/>
          </p:nvPr>
        </p:nvSpPr>
        <p:spPr>
          <a:xfrm>
            <a:off x="554038" y="549476"/>
            <a:ext cx="4546709" cy="637427"/>
          </a:xfrm>
        </p:spPr>
        <p:txBody>
          <a:bodyPr/>
          <a:lstStyle>
            <a:lvl1pPr>
              <a:defRPr>
                <a:solidFill>
                  <a:schemeClr val="bg1"/>
                </a:solidFill>
              </a:defRPr>
            </a:lvl1pPr>
          </a:lstStyle>
          <a:p>
            <a:r>
              <a:rPr lang="en-GB"/>
              <a:t>Title of contents</a:t>
            </a:r>
          </a:p>
        </p:txBody>
      </p:sp>
      <p:sp>
        <p:nvSpPr>
          <p:cNvPr id="3" name="Slide Number Placeholder 2">
            <a:extLst>
              <a:ext uri="{FF2B5EF4-FFF2-40B4-BE49-F238E27FC236}">
                <a16:creationId xmlns:a16="http://schemas.microsoft.com/office/drawing/2014/main" id="{43946270-C3AA-4994-9449-4F2D9BB8B541}"/>
              </a:ext>
            </a:extLst>
          </p:cNvPr>
          <p:cNvSpPr>
            <a:spLocks noGrp="1"/>
          </p:cNvSpPr>
          <p:nvPr>
            <p:ph type="sldNum" sz="quarter" idx="10"/>
          </p:nvPr>
        </p:nvSpPr>
        <p:spPr/>
        <p:txBody>
          <a:bodyPr/>
          <a:lstStyle/>
          <a:p>
            <a:fld id="{B55D9570-D3FC-6D43-AC32-D988B1849109}" type="slidenum">
              <a:rPr lang="en-PL" smtClean="0"/>
              <a:pPr/>
              <a:t>‹#›</a:t>
            </a:fld>
            <a:endParaRPr lang="en-PL"/>
          </a:p>
        </p:txBody>
      </p:sp>
      <p:sp>
        <p:nvSpPr>
          <p:cNvPr id="4" name="Text Placeholder 6">
            <a:extLst>
              <a:ext uri="{FF2B5EF4-FFF2-40B4-BE49-F238E27FC236}">
                <a16:creationId xmlns:a16="http://schemas.microsoft.com/office/drawing/2014/main" id="{12FF3968-7AE7-99D2-FA96-EEF9B47DDC9A}"/>
              </a:ext>
            </a:extLst>
          </p:cNvPr>
          <p:cNvSpPr>
            <a:spLocks noGrp="1"/>
          </p:cNvSpPr>
          <p:nvPr>
            <p:ph idx="1" hasCustomPrompt="1"/>
          </p:nvPr>
        </p:nvSpPr>
        <p:spPr>
          <a:xfrm>
            <a:off x="2069437" y="2714758"/>
            <a:ext cx="3028136" cy="341809"/>
          </a:xfrm>
          <a:prstGeom prst="rect">
            <a:avLst/>
          </a:prstGeom>
        </p:spPr>
        <p:txBody>
          <a:bodyPr vert="horz" lIns="0" tIns="0" rIns="0" bIns="0" rtlCol="0">
            <a:normAutofit/>
          </a:bodyPr>
          <a:lstStyle>
            <a:lvl1pPr marL="12700" indent="0" algn="l">
              <a:buNone/>
              <a:tabLst/>
              <a:defRPr b="1">
                <a:solidFill>
                  <a:schemeClr val="bg1"/>
                </a:solidFill>
              </a:defRPr>
            </a:lvl1pPr>
            <a:lvl2pPr marL="184150" indent="-171450" algn="l">
              <a:buFont typeface="Arial" panose="020B0604020202020204" pitchFamily="34" charset="0"/>
              <a:buChar char="•"/>
              <a:tabLst/>
              <a:defRPr>
                <a:solidFill>
                  <a:schemeClr val="accent3"/>
                </a:solidFill>
              </a:defRPr>
            </a:lvl2pPr>
            <a:lvl3pPr marL="12700" indent="0">
              <a:buNone/>
              <a:tabLst/>
              <a:defRPr/>
            </a:lvl3pPr>
          </a:lstStyle>
          <a:p>
            <a:pPr lvl="0"/>
            <a:r>
              <a:rPr lang="en-GB"/>
              <a:t>Name and Surname</a:t>
            </a:r>
          </a:p>
        </p:txBody>
      </p:sp>
      <p:sp>
        <p:nvSpPr>
          <p:cNvPr id="5" name="Text Placeholder 10">
            <a:extLst>
              <a:ext uri="{FF2B5EF4-FFF2-40B4-BE49-F238E27FC236}">
                <a16:creationId xmlns:a16="http://schemas.microsoft.com/office/drawing/2014/main" id="{F5DC0C73-3BEF-3DE0-F265-C0E2374CFAE8}"/>
              </a:ext>
            </a:extLst>
          </p:cNvPr>
          <p:cNvSpPr>
            <a:spLocks noGrp="1"/>
          </p:cNvSpPr>
          <p:nvPr>
            <p:ph type="body" sz="quarter" idx="11"/>
          </p:nvPr>
        </p:nvSpPr>
        <p:spPr>
          <a:xfrm>
            <a:off x="2069437" y="3059440"/>
            <a:ext cx="3028137" cy="617795"/>
          </a:xfrm>
        </p:spPr>
        <p:txBody>
          <a:bodyPr>
            <a:normAutofit/>
          </a:bodyPr>
          <a:lstStyle>
            <a:lvl1pPr algn="l">
              <a:defRPr sz="1200">
                <a:solidFill>
                  <a:schemeClr val="bg1"/>
                </a:solidFill>
              </a:defRPr>
            </a:lvl1pPr>
            <a:lvl2pPr marL="179388" indent="-171450" algn="ctr">
              <a:buFont typeface="Arial" panose="020B0604020202020204" pitchFamily="34" charset="0"/>
              <a:buChar char="•"/>
              <a:tabLst/>
              <a:defRPr/>
            </a:lvl2pPr>
          </a:lstStyle>
          <a:p>
            <a:pPr lvl="0"/>
            <a:r>
              <a:rPr lang="en-US"/>
              <a:t>Click to edit Master text styles</a:t>
            </a:r>
          </a:p>
        </p:txBody>
      </p:sp>
      <p:sp>
        <p:nvSpPr>
          <p:cNvPr id="6" name="Picture Placeholder 16">
            <a:extLst>
              <a:ext uri="{FF2B5EF4-FFF2-40B4-BE49-F238E27FC236}">
                <a16:creationId xmlns:a16="http://schemas.microsoft.com/office/drawing/2014/main" id="{300CF974-0906-8F0C-2D3F-ADA25BB8DCCF}"/>
              </a:ext>
            </a:extLst>
          </p:cNvPr>
          <p:cNvSpPr>
            <a:spLocks noGrp="1"/>
          </p:cNvSpPr>
          <p:nvPr>
            <p:ph type="pic" sz="quarter" idx="12"/>
          </p:nvPr>
        </p:nvSpPr>
        <p:spPr>
          <a:xfrm>
            <a:off x="550863" y="2488602"/>
            <a:ext cx="1241348" cy="1309086"/>
          </a:xfrm>
          <a:custGeom>
            <a:avLst/>
            <a:gdLst>
              <a:gd name="connsiteX0" fmla="*/ 577388 w 1407298"/>
              <a:gd name="connsiteY0" fmla="*/ 294 h 1484092"/>
              <a:gd name="connsiteX1" fmla="*/ 1228905 w 1407298"/>
              <a:gd name="connsiteY1" fmla="*/ 346913 h 1484092"/>
              <a:gd name="connsiteX2" fmla="*/ 1228836 w 1407298"/>
              <a:gd name="connsiteY2" fmla="*/ 346983 h 1484092"/>
              <a:gd name="connsiteX3" fmla="*/ 1372072 w 1407298"/>
              <a:gd name="connsiteY3" fmla="*/ 1018872 h 1484092"/>
              <a:gd name="connsiteX4" fmla="*/ 845991 w 1407298"/>
              <a:gd name="connsiteY4" fmla="*/ 1395599 h 1484092"/>
              <a:gd name="connsiteX5" fmla="*/ 317059 w 1407298"/>
              <a:gd name="connsiteY5" fmla="*/ 1447400 h 1484092"/>
              <a:gd name="connsiteX6" fmla="*/ 98867 w 1407298"/>
              <a:gd name="connsiteY6" fmla="*/ 973329 h 1484092"/>
              <a:gd name="connsiteX7" fmla="*/ 29544 w 1407298"/>
              <a:gd name="connsiteY7" fmla="*/ 358108 h 1484092"/>
              <a:gd name="connsiteX8" fmla="*/ 577388 w 1407298"/>
              <a:gd name="connsiteY8" fmla="*/ 294 h 1484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07298" h="1484092">
                <a:moveTo>
                  <a:pt x="577388" y="294"/>
                </a:moveTo>
                <a:cubicBezTo>
                  <a:pt x="819082" y="-7424"/>
                  <a:pt x="1069885" y="137898"/>
                  <a:pt x="1228905" y="346913"/>
                </a:cubicBezTo>
                <a:lnTo>
                  <a:pt x="1228836" y="346983"/>
                </a:lnTo>
                <a:cubicBezTo>
                  <a:pt x="1387508" y="555996"/>
                  <a:pt x="1454051" y="828424"/>
                  <a:pt x="1372072" y="1018872"/>
                </a:cubicBezTo>
                <a:cubicBezTo>
                  <a:pt x="1290094" y="1209321"/>
                  <a:pt x="1059664" y="1317931"/>
                  <a:pt x="845991" y="1395599"/>
                </a:cubicBezTo>
                <a:cubicBezTo>
                  <a:pt x="632319" y="1473683"/>
                  <a:pt x="435125" y="1520965"/>
                  <a:pt x="317059" y="1447400"/>
                </a:cubicBezTo>
                <a:cubicBezTo>
                  <a:pt x="198993" y="1374183"/>
                  <a:pt x="159777" y="1179910"/>
                  <a:pt x="98867" y="973329"/>
                </a:cubicBezTo>
                <a:cubicBezTo>
                  <a:pt x="37957" y="766748"/>
                  <a:pt x="-45065" y="547931"/>
                  <a:pt x="29544" y="358108"/>
                </a:cubicBezTo>
                <a:cubicBezTo>
                  <a:pt x="104152" y="168702"/>
                  <a:pt x="336042" y="7944"/>
                  <a:pt x="577388" y="294"/>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PL"/>
          </a:p>
        </p:txBody>
      </p:sp>
      <p:sp>
        <p:nvSpPr>
          <p:cNvPr id="14" name="Text Placeholder 13">
            <a:extLst>
              <a:ext uri="{FF2B5EF4-FFF2-40B4-BE49-F238E27FC236}">
                <a16:creationId xmlns:a16="http://schemas.microsoft.com/office/drawing/2014/main" id="{6654C358-1D39-8F4B-5097-87722769D5C0}"/>
              </a:ext>
            </a:extLst>
          </p:cNvPr>
          <p:cNvSpPr>
            <a:spLocks noGrp="1"/>
          </p:cNvSpPr>
          <p:nvPr>
            <p:ph type="body" sz="quarter" idx="16"/>
          </p:nvPr>
        </p:nvSpPr>
        <p:spPr>
          <a:xfrm>
            <a:off x="554038" y="1340835"/>
            <a:ext cx="4546709" cy="1030288"/>
          </a:xfrm>
        </p:spPr>
        <p:txBody>
          <a:bodyPr/>
          <a:lstStyle>
            <a:lvl1pPr>
              <a:defRPr>
                <a:solidFill>
                  <a:schemeClr val="bg1"/>
                </a:solidFill>
              </a:defRPr>
            </a:lvl1pPr>
          </a:lstStyle>
          <a:p>
            <a:pPr lvl="0"/>
            <a:r>
              <a:rPr lang="en-US"/>
              <a:t>Click to edit Master text styles</a:t>
            </a:r>
          </a:p>
        </p:txBody>
      </p:sp>
      <p:sp>
        <p:nvSpPr>
          <p:cNvPr id="32" name="Freeform 31">
            <a:extLst>
              <a:ext uri="{FF2B5EF4-FFF2-40B4-BE49-F238E27FC236}">
                <a16:creationId xmlns:a16="http://schemas.microsoft.com/office/drawing/2014/main" id="{04A8B277-D638-318B-92A8-028D67937AC2}"/>
              </a:ext>
            </a:extLst>
          </p:cNvPr>
          <p:cNvSpPr/>
          <p:nvPr userDrawn="1"/>
        </p:nvSpPr>
        <p:spPr>
          <a:xfrm>
            <a:off x="4737315" y="0"/>
            <a:ext cx="2195750" cy="6858000"/>
          </a:xfrm>
          <a:custGeom>
            <a:avLst/>
            <a:gdLst>
              <a:gd name="connsiteX0" fmla="*/ 1969084 w 2195750"/>
              <a:gd name="connsiteY0" fmla="*/ 0 h 6858000"/>
              <a:gd name="connsiteX1" fmla="*/ 2195750 w 2195750"/>
              <a:gd name="connsiteY1" fmla="*/ 0 h 6858000"/>
              <a:gd name="connsiteX2" fmla="*/ 2161525 w 2195750"/>
              <a:gd name="connsiteY2" fmla="*/ 65203 h 6858000"/>
              <a:gd name="connsiteX3" fmla="*/ 1923048 w 2195750"/>
              <a:gd name="connsiteY3" fmla="*/ 564173 h 6858000"/>
              <a:gd name="connsiteX4" fmla="*/ 1313940 w 2195750"/>
              <a:gd name="connsiteY4" fmla="*/ 3942588 h 6858000"/>
              <a:gd name="connsiteX5" fmla="*/ 201511 w 2195750"/>
              <a:gd name="connsiteY5" fmla="*/ 6832245 h 6858000"/>
              <a:gd name="connsiteX6" fmla="*/ 182865 w 2195750"/>
              <a:gd name="connsiteY6" fmla="*/ 6858000 h 6858000"/>
              <a:gd name="connsiteX7" fmla="*/ 0 w 2195750"/>
              <a:gd name="connsiteY7" fmla="*/ 6858000 h 6858000"/>
              <a:gd name="connsiteX8" fmla="*/ 18654 w 2195750"/>
              <a:gd name="connsiteY8" fmla="*/ 6824101 h 6858000"/>
              <a:gd name="connsiteX9" fmla="*/ 705793 w 2195750"/>
              <a:gd name="connsiteY9" fmla="*/ 4649039 h 6858000"/>
              <a:gd name="connsiteX10" fmla="*/ 1314901 w 2195750"/>
              <a:gd name="connsiteY10" fmla="*/ 1270626 h 6858000"/>
              <a:gd name="connsiteX11" fmla="*/ 1833431 w 2195750"/>
              <a:gd name="connsiteY11" fmla="*/ 24687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95750" h="6858000">
                <a:moveTo>
                  <a:pt x="1969084" y="0"/>
                </a:moveTo>
                <a:lnTo>
                  <a:pt x="2195750" y="0"/>
                </a:lnTo>
                <a:lnTo>
                  <a:pt x="2161525" y="65203"/>
                </a:lnTo>
                <a:cubicBezTo>
                  <a:pt x="2073851" y="236177"/>
                  <a:pt x="1993106" y="402849"/>
                  <a:pt x="1923048" y="564173"/>
                </a:cubicBezTo>
                <a:cubicBezTo>
                  <a:pt x="1362597" y="1854765"/>
                  <a:pt x="1483348" y="2808922"/>
                  <a:pt x="1313940" y="3942588"/>
                </a:cubicBezTo>
                <a:cubicBezTo>
                  <a:pt x="1173913" y="4862569"/>
                  <a:pt x="844277" y="5901971"/>
                  <a:pt x="201511" y="6832245"/>
                </a:cubicBezTo>
                <a:lnTo>
                  <a:pt x="182865" y="6858000"/>
                </a:lnTo>
                <a:lnTo>
                  <a:pt x="0" y="6858000"/>
                </a:lnTo>
                <a:lnTo>
                  <a:pt x="18654" y="6824101"/>
                </a:lnTo>
                <a:cubicBezTo>
                  <a:pt x="389098" y="6096186"/>
                  <a:pt x="600773" y="5339025"/>
                  <a:pt x="705793" y="4649039"/>
                </a:cubicBezTo>
                <a:cubicBezTo>
                  <a:pt x="875192" y="3515373"/>
                  <a:pt x="754440" y="2561216"/>
                  <a:pt x="1314901" y="1270626"/>
                </a:cubicBezTo>
                <a:cubicBezTo>
                  <a:pt x="1455017" y="947978"/>
                  <a:pt x="1637882" y="603935"/>
                  <a:pt x="1833431" y="246878"/>
                </a:cubicBezTo>
                <a:close/>
              </a:path>
            </a:pathLst>
          </a:custGeom>
          <a:solidFill>
            <a:srgbClr val="5B1E5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33" name="Text Placeholder 6">
            <a:extLst>
              <a:ext uri="{FF2B5EF4-FFF2-40B4-BE49-F238E27FC236}">
                <a16:creationId xmlns:a16="http://schemas.microsoft.com/office/drawing/2014/main" id="{084FE5AE-1FB1-89DD-A40C-59B25366566E}"/>
              </a:ext>
            </a:extLst>
          </p:cNvPr>
          <p:cNvSpPr>
            <a:spLocks noGrp="1"/>
          </p:cNvSpPr>
          <p:nvPr>
            <p:ph idx="17" hasCustomPrompt="1"/>
          </p:nvPr>
        </p:nvSpPr>
        <p:spPr>
          <a:xfrm>
            <a:off x="2069436" y="4229976"/>
            <a:ext cx="3028136" cy="341809"/>
          </a:xfrm>
          <a:prstGeom prst="rect">
            <a:avLst/>
          </a:prstGeom>
        </p:spPr>
        <p:txBody>
          <a:bodyPr vert="horz" lIns="0" tIns="0" rIns="0" bIns="0" rtlCol="0">
            <a:normAutofit/>
          </a:bodyPr>
          <a:lstStyle>
            <a:lvl1pPr marL="12700" indent="0" algn="l">
              <a:buNone/>
              <a:tabLst/>
              <a:defRPr b="1">
                <a:solidFill>
                  <a:schemeClr val="bg1"/>
                </a:solidFill>
              </a:defRPr>
            </a:lvl1pPr>
            <a:lvl2pPr marL="184150" indent="-171450" algn="l">
              <a:buFont typeface="Arial" panose="020B0604020202020204" pitchFamily="34" charset="0"/>
              <a:buChar char="•"/>
              <a:tabLst/>
              <a:defRPr>
                <a:solidFill>
                  <a:schemeClr val="accent3"/>
                </a:solidFill>
              </a:defRPr>
            </a:lvl2pPr>
            <a:lvl3pPr marL="12700" indent="0">
              <a:buNone/>
              <a:tabLst/>
              <a:defRPr/>
            </a:lvl3pPr>
          </a:lstStyle>
          <a:p>
            <a:pPr lvl="0"/>
            <a:r>
              <a:rPr lang="en-GB"/>
              <a:t>Name and Surname</a:t>
            </a:r>
          </a:p>
        </p:txBody>
      </p:sp>
      <p:sp>
        <p:nvSpPr>
          <p:cNvPr id="34" name="Text Placeholder 10">
            <a:extLst>
              <a:ext uri="{FF2B5EF4-FFF2-40B4-BE49-F238E27FC236}">
                <a16:creationId xmlns:a16="http://schemas.microsoft.com/office/drawing/2014/main" id="{291C4C70-0E17-5D48-03A1-9D3740F8BBBE}"/>
              </a:ext>
            </a:extLst>
          </p:cNvPr>
          <p:cNvSpPr>
            <a:spLocks noGrp="1"/>
          </p:cNvSpPr>
          <p:nvPr>
            <p:ph type="body" sz="quarter" idx="18"/>
          </p:nvPr>
        </p:nvSpPr>
        <p:spPr>
          <a:xfrm>
            <a:off x="2069436" y="4574658"/>
            <a:ext cx="3028137" cy="617795"/>
          </a:xfrm>
        </p:spPr>
        <p:txBody>
          <a:bodyPr>
            <a:normAutofit/>
          </a:bodyPr>
          <a:lstStyle>
            <a:lvl1pPr algn="l">
              <a:defRPr sz="1200">
                <a:solidFill>
                  <a:schemeClr val="bg1"/>
                </a:solidFill>
              </a:defRPr>
            </a:lvl1pPr>
            <a:lvl2pPr marL="179388" indent="-171450" algn="ctr">
              <a:buFont typeface="Arial" panose="020B0604020202020204" pitchFamily="34" charset="0"/>
              <a:buChar char="•"/>
              <a:tabLst/>
              <a:defRPr/>
            </a:lvl2pPr>
          </a:lstStyle>
          <a:p>
            <a:pPr lvl="0"/>
            <a:r>
              <a:rPr lang="en-US"/>
              <a:t>Click to edit Master text styles</a:t>
            </a:r>
          </a:p>
        </p:txBody>
      </p:sp>
      <p:sp>
        <p:nvSpPr>
          <p:cNvPr id="35" name="Picture Placeholder 16">
            <a:extLst>
              <a:ext uri="{FF2B5EF4-FFF2-40B4-BE49-F238E27FC236}">
                <a16:creationId xmlns:a16="http://schemas.microsoft.com/office/drawing/2014/main" id="{CD1C416C-0F6B-DFA1-4B7B-70B455EFD9BD}"/>
              </a:ext>
            </a:extLst>
          </p:cNvPr>
          <p:cNvSpPr>
            <a:spLocks noGrp="1"/>
          </p:cNvSpPr>
          <p:nvPr>
            <p:ph type="pic" sz="quarter" idx="19"/>
          </p:nvPr>
        </p:nvSpPr>
        <p:spPr>
          <a:xfrm>
            <a:off x="550862" y="4003820"/>
            <a:ext cx="1241348" cy="1309086"/>
          </a:xfrm>
          <a:custGeom>
            <a:avLst/>
            <a:gdLst>
              <a:gd name="connsiteX0" fmla="*/ 577388 w 1407298"/>
              <a:gd name="connsiteY0" fmla="*/ 294 h 1484092"/>
              <a:gd name="connsiteX1" fmla="*/ 1228905 w 1407298"/>
              <a:gd name="connsiteY1" fmla="*/ 346913 h 1484092"/>
              <a:gd name="connsiteX2" fmla="*/ 1228836 w 1407298"/>
              <a:gd name="connsiteY2" fmla="*/ 346983 h 1484092"/>
              <a:gd name="connsiteX3" fmla="*/ 1372072 w 1407298"/>
              <a:gd name="connsiteY3" fmla="*/ 1018872 h 1484092"/>
              <a:gd name="connsiteX4" fmla="*/ 845991 w 1407298"/>
              <a:gd name="connsiteY4" fmla="*/ 1395599 h 1484092"/>
              <a:gd name="connsiteX5" fmla="*/ 317059 w 1407298"/>
              <a:gd name="connsiteY5" fmla="*/ 1447400 h 1484092"/>
              <a:gd name="connsiteX6" fmla="*/ 98867 w 1407298"/>
              <a:gd name="connsiteY6" fmla="*/ 973329 h 1484092"/>
              <a:gd name="connsiteX7" fmla="*/ 29544 w 1407298"/>
              <a:gd name="connsiteY7" fmla="*/ 358108 h 1484092"/>
              <a:gd name="connsiteX8" fmla="*/ 577388 w 1407298"/>
              <a:gd name="connsiteY8" fmla="*/ 294 h 1484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07298" h="1484092">
                <a:moveTo>
                  <a:pt x="577388" y="294"/>
                </a:moveTo>
                <a:cubicBezTo>
                  <a:pt x="819082" y="-7424"/>
                  <a:pt x="1069885" y="137898"/>
                  <a:pt x="1228905" y="346913"/>
                </a:cubicBezTo>
                <a:lnTo>
                  <a:pt x="1228836" y="346983"/>
                </a:lnTo>
                <a:cubicBezTo>
                  <a:pt x="1387508" y="555996"/>
                  <a:pt x="1454051" y="828424"/>
                  <a:pt x="1372072" y="1018872"/>
                </a:cubicBezTo>
                <a:cubicBezTo>
                  <a:pt x="1290094" y="1209321"/>
                  <a:pt x="1059664" y="1317931"/>
                  <a:pt x="845991" y="1395599"/>
                </a:cubicBezTo>
                <a:cubicBezTo>
                  <a:pt x="632319" y="1473683"/>
                  <a:pt x="435125" y="1520965"/>
                  <a:pt x="317059" y="1447400"/>
                </a:cubicBezTo>
                <a:cubicBezTo>
                  <a:pt x="198993" y="1374183"/>
                  <a:pt x="159777" y="1179910"/>
                  <a:pt x="98867" y="973329"/>
                </a:cubicBezTo>
                <a:cubicBezTo>
                  <a:pt x="37957" y="766748"/>
                  <a:pt x="-45065" y="547931"/>
                  <a:pt x="29544" y="358108"/>
                </a:cubicBezTo>
                <a:cubicBezTo>
                  <a:pt x="104152" y="168702"/>
                  <a:pt x="336042" y="7944"/>
                  <a:pt x="577388" y="294"/>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PL"/>
          </a:p>
        </p:txBody>
      </p:sp>
      <p:sp>
        <p:nvSpPr>
          <p:cNvPr id="41" name="Freeform 40">
            <a:extLst>
              <a:ext uri="{FF2B5EF4-FFF2-40B4-BE49-F238E27FC236}">
                <a16:creationId xmlns:a16="http://schemas.microsoft.com/office/drawing/2014/main" id="{37278615-7553-2C74-7514-E58F0F9C319C}"/>
              </a:ext>
            </a:extLst>
          </p:cNvPr>
          <p:cNvSpPr/>
          <p:nvPr userDrawn="1"/>
        </p:nvSpPr>
        <p:spPr>
          <a:xfrm>
            <a:off x="4908605" y="0"/>
            <a:ext cx="2503877" cy="6858000"/>
          </a:xfrm>
          <a:custGeom>
            <a:avLst/>
            <a:gdLst>
              <a:gd name="connsiteX0" fmla="*/ 2012930 w 2503877"/>
              <a:gd name="connsiteY0" fmla="*/ 0 h 6858000"/>
              <a:gd name="connsiteX1" fmla="*/ 2503877 w 2503877"/>
              <a:gd name="connsiteY1" fmla="*/ 0 h 6858000"/>
              <a:gd name="connsiteX2" fmla="*/ 2315406 w 2503877"/>
              <a:gd name="connsiteY2" fmla="*/ 352946 h 6858000"/>
              <a:gd name="connsiteX3" fmla="*/ 1809165 w 2503877"/>
              <a:gd name="connsiteY3" fmla="*/ 1382831 h 6858000"/>
              <a:gd name="connsiteX4" fmla="*/ 1240526 w 2503877"/>
              <a:gd name="connsiteY4" fmla="*/ 4768301 h 6858000"/>
              <a:gd name="connsiteX5" fmla="*/ 660130 w 2503877"/>
              <a:gd name="connsiteY5" fmla="*/ 6782002 h 6858000"/>
              <a:gd name="connsiteX6" fmla="*/ 623493 w 2503877"/>
              <a:gd name="connsiteY6" fmla="*/ 6858000 h 6858000"/>
              <a:gd name="connsiteX7" fmla="*/ 0 w 2503877"/>
              <a:gd name="connsiteY7" fmla="*/ 6858000 h 6858000"/>
              <a:gd name="connsiteX8" fmla="*/ 18646 w 2503877"/>
              <a:gd name="connsiteY8" fmla="*/ 6832245 h 6858000"/>
              <a:gd name="connsiteX9" fmla="*/ 1131075 w 2503877"/>
              <a:gd name="connsiteY9" fmla="*/ 3942588 h 6858000"/>
              <a:gd name="connsiteX10" fmla="*/ 1740183 w 2503877"/>
              <a:gd name="connsiteY10" fmla="*/ 564173 h 6858000"/>
              <a:gd name="connsiteX11" fmla="*/ 1946115 w 2503877"/>
              <a:gd name="connsiteY11" fmla="*/ 1291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503877" h="6858000">
                <a:moveTo>
                  <a:pt x="2012930" y="0"/>
                </a:moveTo>
                <a:lnTo>
                  <a:pt x="2503877" y="0"/>
                </a:lnTo>
                <a:lnTo>
                  <a:pt x="2315406" y="352946"/>
                </a:lnTo>
                <a:cubicBezTo>
                  <a:pt x="2124143" y="712320"/>
                  <a:pt x="1945409" y="1058528"/>
                  <a:pt x="1809165" y="1382831"/>
                </a:cubicBezTo>
                <a:cubicBezTo>
                  <a:pt x="1264183" y="2680040"/>
                  <a:pt x="1396349" y="3632683"/>
                  <a:pt x="1240526" y="4768301"/>
                </a:cubicBezTo>
                <a:cubicBezTo>
                  <a:pt x="1151210" y="5406326"/>
                  <a:pt x="971709" y="6102673"/>
                  <a:pt x="660130" y="6782002"/>
                </a:cubicBezTo>
                <a:lnTo>
                  <a:pt x="623493" y="6858000"/>
                </a:lnTo>
                <a:lnTo>
                  <a:pt x="0" y="6858000"/>
                </a:lnTo>
                <a:lnTo>
                  <a:pt x="18646" y="6832245"/>
                </a:lnTo>
                <a:cubicBezTo>
                  <a:pt x="661412" y="5901971"/>
                  <a:pt x="991048" y="4862569"/>
                  <a:pt x="1131075" y="3942588"/>
                </a:cubicBezTo>
                <a:cubicBezTo>
                  <a:pt x="1300483" y="2808922"/>
                  <a:pt x="1179732" y="1854765"/>
                  <a:pt x="1740183" y="564173"/>
                </a:cubicBezTo>
                <a:cubicBezTo>
                  <a:pt x="1801484" y="423015"/>
                  <a:pt x="1870967" y="277761"/>
                  <a:pt x="1946115" y="129115"/>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sp>
        <p:nvSpPr>
          <p:cNvPr id="44" name="Picture Placeholder 43">
            <a:extLst>
              <a:ext uri="{FF2B5EF4-FFF2-40B4-BE49-F238E27FC236}">
                <a16:creationId xmlns:a16="http://schemas.microsoft.com/office/drawing/2014/main" id="{CF3E8D10-1FC1-0D74-F938-96FDB84FC281}"/>
              </a:ext>
            </a:extLst>
          </p:cNvPr>
          <p:cNvSpPr>
            <a:spLocks noGrp="1"/>
          </p:cNvSpPr>
          <p:nvPr>
            <p:ph type="pic" sz="quarter" idx="20"/>
          </p:nvPr>
        </p:nvSpPr>
        <p:spPr>
          <a:xfrm>
            <a:off x="5520523" y="0"/>
            <a:ext cx="6671477" cy="6858000"/>
          </a:xfrm>
          <a:custGeom>
            <a:avLst/>
            <a:gdLst>
              <a:gd name="connsiteX0" fmla="*/ 1880384 w 6671477"/>
              <a:gd name="connsiteY0" fmla="*/ 0 h 6858000"/>
              <a:gd name="connsiteX1" fmla="*/ 6671477 w 6671477"/>
              <a:gd name="connsiteY1" fmla="*/ 0 h 6858000"/>
              <a:gd name="connsiteX2" fmla="*/ 6671477 w 6671477"/>
              <a:gd name="connsiteY2" fmla="*/ 6858000 h 6858000"/>
              <a:gd name="connsiteX3" fmla="*/ 0 w 6671477"/>
              <a:gd name="connsiteY3" fmla="*/ 6858000 h 6858000"/>
              <a:gd name="connsiteX4" fmla="*/ 36637 w 6671477"/>
              <a:gd name="connsiteY4" fmla="*/ 6782002 h 6858000"/>
              <a:gd name="connsiteX5" fmla="*/ 617033 w 6671477"/>
              <a:gd name="connsiteY5" fmla="*/ 4768301 h 6858000"/>
              <a:gd name="connsiteX6" fmla="*/ 1185672 w 6671477"/>
              <a:gd name="connsiteY6" fmla="*/ 1382831 h 6858000"/>
              <a:gd name="connsiteX7" fmla="*/ 1691913 w 6671477"/>
              <a:gd name="connsiteY7" fmla="*/ 35294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671477" h="6858000">
                <a:moveTo>
                  <a:pt x="1880384" y="0"/>
                </a:moveTo>
                <a:lnTo>
                  <a:pt x="6671477" y="0"/>
                </a:lnTo>
                <a:lnTo>
                  <a:pt x="6671477" y="6858000"/>
                </a:lnTo>
                <a:lnTo>
                  <a:pt x="0" y="6858000"/>
                </a:lnTo>
                <a:lnTo>
                  <a:pt x="36637" y="6782002"/>
                </a:lnTo>
                <a:cubicBezTo>
                  <a:pt x="348216" y="6102673"/>
                  <a:pt x="527717" y="5406326"/>
                  <a:pt x="617033" y="4768301"/>
                </a:cubicBezTo>
                <a:cubicBezTo>
                  <a:pt x="772856" y="3632683"/>
                  <a:pt x="640690" y="2680040"/>
                  <a:pt x="1185672" y="1382831"/>
                </a:cubicBezTo>
                <a:cubicBezTo>
                  <a:pt x="1321916" y="1058528"/>
                  <a:pt x="1500650" y="712320"/>
                  <a:pt x="1691913" y="352946"/>
                </a:cubicBezTo>
                <a:close/>
              </a:path>
            </a:pathLst>
          </a:custGeom>
          <a:solidFill>
            <a:schemeClr val="bg2"/>
          </a:solidFill>
        </p:spPr>
        <p:txBody>
          <a:bodyPr wrap="square" anchor="ctr">
            <a:noAutofit/>
          </a:bodyPr>
          <a:lstStyle>
            <a:lvl1pPr marL="0" indent="0" algn="ctr">
              <a:buNone/>
              <a:defRPr/>
            </a:lvl1pPr>
          </a:lstStyle>
          <a:p>
            <a:r>
              <a:rPr lang="en-US"/>
              <a:t>Click icon to add picture</a:t>
            </a:r>
            <a:endParaRPr lang="en-GB"/>
          </a:p>
        </p:txBody>
      </p:sp>
    </p:spTree>
    <p:extLst>
      <p:ext uri="{BB962C8B-B14F-4D97-AF65-F5344CB8AC3E}">
        <p14:creationId xmlns:p14="http://schemas.microsoft.com/office/powerpoint/2010/main" val="74497879"/>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End-cover_light">
    <p:bg>
      <p:bgPr>
        <a:solidFill>
          <a:schemeClr val="bg1"/>
        </a:solidFill>
        <a:effectLst/>
      </p:bgPr>
    </p:bg>
    <p:spTree>
      <p:nvGrpSpPr>
        <p:cNvPr id="1" name=""/>
        <p:cNvGrpSpPr/>
        <p:nvPr/>
      </p:nvGrpSpPr>
      <p:grpSpPr>
        <a:xfrm>
          <a:off x="0" y="0"/>
          <a:ext cx="0" cy="0"/>
          <a:chOff x="0" y="0"/>
          <a:chExt cx="0" cy="0"/>
        </a:xfrm>
      </p:grpSpPr>
      <p:sp>
        <p:nvSpPr>
          <p:cNvPr id="46" name="Rectangle 45">
            <a:extLst>
              <a:ext uri="{FF2B5EF4-FFF2-40B4-BE49-F238E27FC236}">
                <a16:creationId xmlns:a16="http://schemas.microsoft.com/office/drawing/2014/main" id="{0D52A9A4-97F2-7F53-0D44-94858DC3118F}"/>
              </a:ext>
            </a:extLst>
          </p:cNvPr>
          <p:cNvSpPr/>
          <p:nvPr userDrawn="1"/>
        </p:nvSpPr>
        <p:spPr>
          <a:xfrm>
            <a:off x="2575367" y="-1"/>
            <a:ext cx="6967960" cy="6867819"/>
          </a:xfrm>
          <a:custGeom>
            <a:avLst/>
            <a:gdLst>
              <a:gd name="connsiteX0" fmla="*/ 0 w 7089494"/>
              <a:gd name="connsiteY0" fmla="*/ 0 h 6858001"/>
              <a:gd name="connsiteX1" fmla="*/ 7089494 w 7089494"/>
              <a:gd name="connsiteY1" fmla="*/ 0 h 6858001"/>
              <a:gd name="connsiteX2" fmla="*/ 7089494 w 7089494"/>
              <a:gd name="connsiteY2" fmla="*/ 6858001 h 6858001"/>
              <a:gd name="connsiteX3" fmla="*/ 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6013048 w 7089494"/>
              <a:gd name="connsiteY3" fmla="*/ 668438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131951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131951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6967960"/>
              <a:gd name="connsiteY0" fmla="*/ 0 h 6863789"/>
              <a:gd name="connsiteX1" fmla="*/ 1319514 w 6967960"/>
              <a:gd name="connsiteY1" fmla="*/ 0 h 6863789"/>
              <a:gd name="connsiteX2" fmla="*/ 6967960 w 6967960"/>
              <a:gd name="connsiteY2" fmla="*/ 6863789 h 6863789"/>
              <a:gd name="connsiteX3" fmla="*/ 5202820 w 6967960"/>
              <a:gd name="connsiteY3" fmla="*/ 6858001 h 6863789"/>
              <a:gd name="connsiteX4" fmla="*/ 0 w 6967960"/>
              <a:gd name="connsiteY4" fmla="*/ 0 h 68637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67960" h="6863789">
                <a:moveTo>
                  <a:pt x="0" y="0"/>
                </a:moveTo>
                <a:lnTo>
                  <a:pt x="1319514" y="0"/>
                </a:lnTo>
                <a:cubicBezTo>
                  <a:pt x="2322654" y="4375230"/>
                  <a:pt x="5044633" y="4577789"/>
                  <a:pt x="6967960" y="6863789"/>
                </a:cubicBezTo>
                <a:lnTo>
                  <a:pt x="5202820" y="6858001"/>
                </a:lnTo>
                <a:cubicBezTo>
                  <a:pt x="3624805" y="4299996"/>
                  <a:pt x="1196049" y="2708476"/>
                  <a:pt x="0" y="0"/>
                </a:cubicBez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
        <p:nvSpPr>
          <p:cNvPr id="7" name="Text Placeholder 6">
            <a:extLst>
              <a:ext uri="{FF2B5EF4-FFF2-40B4-BE49-F238E27FC236}">
                <a16:creationId xmlns:a16="http://schemas.microsoft.com/office/drawing/2014/main" id="{E826FE26-AFDB-F07C-663E-7C33DA765794}"/>
              </a:ext>
            </a:extLst>
          </p:cNvPr>
          <p:cNvSpPr>
            <a:spLocks noGrp="1"/>
          </p:cNvSpPr>
          <p:nvPr>
            <p:ph idx="1" hasCustomPrompt="1"/>
          </p:nvPr>
        </p:nvSpPr>
        <p:spPr>
          <a:xfrm>
            <a:off x="554037" y="4016436"/>
            <a:ext cx="4252632" cy="995423"/>
          </a:xfrm>
          <a:prstGeom prst="rect">
            <a:avLst/>
          </a:prstGeom>
        </p:spPr>
        <p:txBody>
          <a:bodyPr vert="horz" lIns="0" tIns="0" rIns="0" bIns="0" rtlCol="0">
            <a:normAutofit/>
          </a:bodyPr>
          <a:lstStyle>
            <a:lvl1pPr marL="0" indent="0">
              <a:buNone/>
              <a:defRPr/>
            </a:lvl1pPr>
            <a:lvl2pPr marL="457200" indent="0">
              <a:buNone/>
              <a:defRPr/>
            </a:lvl2pPr>
            <a:lvl3pPr marL="914400" indent="0">
              <a:buNone/>
              <a:defRPr/>
            </a:lvl3pPr>
          </a:lstStyle>
          <a:p>
            <a:pPr lvl="0"/>
            <a:r>
              <a:rPr lang="en-GB"/>
              <a:t>Click to edit Master text styles</a:t>
            </a:r>
          </a:p>
        </p:txBody>
      </p:sp>
      <p:sp>
        <p:nvSpPr>
          <p:cNvPr id="8" name="Title Placeholder 10">
            <a:extLst>
              <a:ext uri="{FF2B5EF4-FFF2-40B4-BE49-F238E27FC236}">
                <a16:creationId xmlns:a16="http://schemas.microsoft.com/office/drawing/2014/main" id="{D0396193-2776-6A62-7DE8-4E7F9141097E}"/>
              </a:ext>
            </a:extLst>
          </p:cNvPr>
          <p:cNvSpPr>
            <a:spLocks noGrp="1"/>
          </p:cNvSpPr>
          <p:nvPr>
            <p:ph type="title" hasCustomPrompt="1"/>
          </p:nvPr>
        </p:nvSpPr>
        <p:spPr>
          <a:xfrm>
            <a:off x="554038" y="3429000"/>
            <a:ext cx="4252632" cy="584261"/>
          </a:xfrm>
          <a:prstGeom prst="rect">
            <a:avLst/>
          </a:prstGeom>
        </p:spPr>
        <p:txBody>
          <a:bodyPr vert="horz" lIns="0" tIns="0" rIns="0" bIns="0" rtlCol="0" anchor="t">
            <a:normAutofit/>
          </a:bodyPr>
          <a:lstStyle>
            <a:lvl1pPr>
              <a:defRPr>
                <a:solidFill>
                  <a:schemeClr val="tx2"/>
                </a:solidFill>
              </a:defRPr>
            </a:lvl1pPr>
          </a:lstStyle>
          <a:p>
            <a:r>
              <a:rPr lang="en-GB"/>
              <a:t>Thanks!</a:t>
            </a:r>
            <a:endParaRPr lang="en-PL"/>
          </a:p>
        </p:txBody>
      </p:sp>
      <p:sp>
        <p:nvSpPr>
          <p:cNvPr id="24" name="Picture Placeholder 23">
            <a:extLst>
              <a:ext uri="{FF2B5EF4-FFF2-40B4-BE49-F238E27FC236}">
                <a16:creationId xmlns:a16="http://schemas.microsoft.com/office/drawing/2014/main" id="{EE48DFFF-E338-09B9-2477-E5D55A4DD2B9}"/>
              </a:ext>
            </a:extLst>
          </p:cNvPr>
          <p:cNvSpPr>
            <a:spLocks noGrp="1"/>
          </p:cNvSpPr>
          <p:nvPr>
            <p:ph type="pic" sz="quarter" idx="10" hasCustomPrompt="1"/>
          </p:nvPr>
        </p:nvSpPr>
        <p:spPr>
          <a:xfrm>
            <a:off x="3958542" y="1"/>
            <a:ext cx="8233458" cy="6858000"/>
          </a:xfrm>
          <a:custGeom>
            <a:avLst/>
            <a:gdLst>
              <a:gd name="connsiteX0" fmla="*/ 0 w 8233458"/>
              <a:gd name="connsiteY0" fmla="*/ 0 h 6858000"/>
              <a:gd name="connsiteX1" fmla="*/ 8233458 w 8233458"/>
              <a:gd name="connsiteY1" fmla="*/ 0 h 6858000"/>
              <a:gd name="connsiteX2" fmla="*/ 8233458 w 8233458"/>
              <a:gd name="connsiteY2" fmla="*/ 6858000 h 6858000"/>
              <a:gd name="connsiteX3" fmla="*/ 5776855 w 8233458"/>
              <a:gd name="connsiteY3" fmla="*/ 6858000 h 6858000"/>
              <a:gd name="connsiteX4" fmla="*/ 2226297 w 8233458"/>
              <a:gd name="connsiteY4" fmla="*/ 3819525 h 6858000"/>
              <a:gd name="connsiteX5" fmla="*/ 0 w 8233458"/>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233458" h="6858000">
                <a:moveTo>
                  <a:pt x="0" y="0"/>
                </a:moveTo>
                <a:lnTo>
                  <a:pt x="8233458" y="0"/>
                </a:lnTo>
                <a:lnTo>
                  <a:pt x="8233458" y="6858000"/>
                </a:lnTo>
                <a:lnTo>
                  <a:pt x="5776855" y="6858000"/>
                </a:lnTo>
                <a:cubicBezTo>
                  <a:pt x="5776855" y="6858000"/>
                  <a:pt x="3771270" y="5153026"/>
                  <a:pt x="2226297" y="3819525"/>
                </a:cubicBezTo>
                <a:cubicBezTo>
                  <a:pt x="681323" y="2486025"/>
                  <a:pt x="0" y="0"/>
                  <a:pt x="0" y="0"/>
                </a:cubicBezTo>
                <a:close/>
              </a:path>
            </a:pathLst>
          </a:custGeom>
          <a:solidFill>
            <a:schemeClr val="bg2"/>
          </a:solidFill>
        </p:spPr>
        <p:txBody>
          <a:bodyPr wrap="square" lIns="2520000" rIns="2520000" anchor="ctr">
            <a:noAutofit/>
          </a:bodyPr>
          <a:lstStyle>
            <a:lvl1pPr marL="0" indent="0" algn="ctr">
              <a:buNone/>
              <a:defRPr sz="1600"/>
            </a:lvl1pPr>
          </a:lstStyle>
          <a:p>
            <a:r>
              <a:rPr lang="en-GB"/>
              <a:t>You can add a photo</a:t>
            </a:r>
          </a:p>
        </p:txBody>
      </p:sp>
      <p:sp>
        <p:nvSpPr>
          <p:cNvPr id="36" name="Freeform 35">
            <a:extLst>
              <a:ext uri="{FF2B5EF4-FFF2-40B4-BE49-F238E27FC236}">
                <a16:creationId xmlns:a16="http://schemas.microsoft.com/office/drawing/2014/main" id="{65547924-9C4A-ECA1-A5C7-F0DEF0CA22FA}"/>
              </a:ext>
            </a:extLst>
          </p:cNvPr>
          <p:cNvSpPr/>
          <p:nvPr userDrawn="1"/>
        </p:nvSpPr>
        <p:spPr>
          <a:xfrm>
            <a:off x="3003630" y="-1"/>
            <a:ext cx="6769849" cy="6867819"/>
          </a:xfrm>
          <a:custGeom>
            <a:avLst/>
            <a:gdLst>
              <a:gd name="connsiteX0" fmla="*/ 0 w 6765403"/>
              <a:gd name="connsiteY0" fmla="*/ 0 h 6858000"/>
              <a:gd name="connsiteX1" fmla="*/ 1030147 w 6765403"/>
              <a:gd name="connsiteY1" fmla="*/ 0 h 6858000"/>
              <a:gd name="connsiteX2" fmla="*/ 3237665 w 6765403"/>
              <a:gd name="connsiteY2" fmla="*/ 3818547 h 6858000"/>
              <a:gd name="connsiteX3" fmla="*/ 6758275 w 6765403"/>
              <a:gd name="connsiteY3" fmla="*/ 6856244 h 6858000"/>
              <a:gd name="connsiteX4" fmla="*/ 6765403 w 6765403"/>
              <a:gd name="connsiteY4" fmla="*/ 6856244 h 6858000"/>
              <a:gd name="connsiteX5" fmla="*/ 6765403 w 6765403"/>
              <a:gd name="connsiteY5" fmla="*/ 6858000 h 6858000"/>
              <a:gd name="connsiteX6" fmla="*/ 0 w 6765403"/>
              <a:gd name="connsiteY6" fmla="*/ 6858000 h 6858000"/>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5972537 w 6765403"/>
              <a:gd name="connsiteY6" fmla="*/ 6869574 h 6869574"/>
              <a:gd name="connsiteX7" fmla="*/ 0 w 6765403"/>
              <a:gd name="connsiteY7" fmla="*/ 0 h 6869574"/>
              <a:gd name="connsiteX0" fmla="*/ 0 w 6765403"/>
              <a:gd name="connsiteY0" fmla="*/ 0 h 6858000"/>
              <a:gd name="connsiteX1" fmla="*/ 1030147 w 6765403"/>
              <a:gd name="connsiteY1" fmla="*/ 0 h 6858000"/>
              <a:gd name="connsiteX2" fmla="*/ 3237665 w 6765403"/>
              <a:gd name="connsiteY2" fmla="*/ 3818547 h 6858000"/>
              <a:gd name="connsiteX3" fmla="*/ 6758275 w 6765403"/>
              <a:gd name="connsiteY3" fmla="*/ 6856244 h 6858000"/>
              <a:gd name="connsiteX4" fmla="*/ 6765403 w 6765403"/>
              <a:gd name="connsiteY4" fmla="*/ 6856244 h 6858000"/>
              <a:gd name="connsiteX5" fmla="*/ 6765403 w 6765403"/>
              <a:gd name="connsiteY5" fmla="*/ 6858000 h 6858000"/>
              <a:gd name="connsiteX6" fmla="*/ 6400800 w 6765403"/>
              <a:gd name="connsiteY6" fmla="*/ 6834850 h 6858000"/>
              <a:gd name="connsiteX7" fmla="*/ 0 w 6765403"/>
              <a:gd name="connsiteY7" fmla="*/ 0 h 6858000"/>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6423950 w 6765403"/>
              <a:gd name="connsiteY6" fmla="*/ 6869574 h 6869574"/>
              <a:gd name="connsiteX7" fmla="*/ 0 w 6765403"/>
              <a:gd name="connsiteY7" fmla="*/ 0 h 6869574"/>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6423950 w 6765403"/>
              <a:gd name="connsiteY6" fmla="*/ 6869574 h 6869574"/>
              <a:gd name="connsiteX7" fmla="*/ 0 w 6765403"/>
              <a:gd name="connsiteY7" fmla="*/ 0 h 6869574"/>
              <a:gd name="connsiteX0" fmla="*/ 0 w 6117221"/>
              <a:gd name="connsiteY0" fmla="*/ 0 h 6875361"/>
              <a:gd name="connsiteX1" fmla="*/ 381965 w 6117221"/>
              <a:gd name="connsiteY1" fmla="*/ 5787 h 6875361"/>
              <a:gd name="connsiteX2" fmla="*/ 2589483 w 6117221"/>
              <a:gd name="connsiteY2" fmla="*/ 3824334 h 6875361"/>
              <a:gd name="connsiteX3" fmla="*/ 6110093 w 6117221"/>
              <a:gd name="connsiteY3" fmla="*/ 6862031 h 6875361"/>
              <a:gd name="connsiteX4" fmla="*/ 6117221 w 6117221"/>
              <a:gd name="connsiteY4" fmla="*/ 6862031 h 6875361"/>
              <a:gd name="connsiteX5" fmla="*/ 6117221 w 6117221"/>
              <a:gd name="connsiteY5" fmla="*/ 6863787 h 6875361"/>
              <a:gd name="connsiteX6" fmla="*/ 5775768 w 6117221"/>
              <a:gd name="connsiteY6" fmla="*/ 6875361 h 6875361"/>
              <a:gd name="connsiteX7" fmla="*/ 0 w 6117221"/>
              <a:gd name="connsiteY7" fmla="*/ 0 h 6875361"/>
              <a:gd name="connsiteX0" fmla="*/ 0 w 6701742"/>
              <a:gd name="connsiteY0" fmla="*/ 1 h 6869574"/>
              <a:gd name="connsiteX1" fmla="*/ 966486 w 6701742"/>
              <a:gd name="connsiteY1" fmla="*/ 0 h 6869574"/>
              <a:gd name="connsiteX2" fmla="*/ 3174004 w 6701742"/>
              <a:gd name="connsiteY2" fmla="*/ 3818547 h 6869574"/>
              <a:gd name="connsiteX3" fmla="*/ 6694614 w 6701742"/>
              <a:gd name="connsiteY3" fmla="*/ 6856244 h 6869574"/>
              <a:gd name="connsiteX4" fmla="*/ 6701742 w 6701742"/>
              <a:gd name="connsiteY4" fmla="*/ 6856244 h 6869574"/>
              <a:gd name="connsiteX5" fmla="*/ 6701742 w 6701742"/>
              <a:gd name="connsiteY5" fmla="*/ 6858000 h 6869574"/>
              <a:gd name="connsiteX6" fmla="*/ 6360289 w 6701742"/>
              <a:gd name="connsiteY6" fmla="*/ 6869574 h 6869574"/>
              <a:gd name="connsiteX7" fmla="*/ 0 w 6701742"/>
              <a:gd name="connsiteY7" fmla="*/ 1 h 6869574"/>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939023"/>
              <a:gd name="connsiteX1" fmla="*/ 966486 w 6701742"/>
              <a:gd name="connsiteY1" fmla="*/ 0 h 6939023"/>
              <a:gd name="connsiteX2" fmla="*/ 3174004 w 6701742"/>
              <a:gd name="connsiteY2" fmla="*/ 3818547 h 6939023"/>
              <a:gd name="connsiteX3" fmla="*/ 6694614 w 6701742"/>
              <a:gd name="connsiteY3" fmla="*/ 6856244 h 6939023"/>
              <a:gd name="connsiteX4" fmla="*/ 6701742 w 6701742"/>
              <a:gd name="connsiteY4" fmla="*/ 6856244 h 6939023"/>
              <a:gd name="connsiteX5" fmla="*/ 6643869 w 6701742"/>
              <a:gd name="connsiteY5" fmla="*/ 6939023 h 6939023"/>
              <a:gd name="connsiteX6" fmla="*/ 6354502 w 6701742"/>
              <a:gd name="connsiteY6" fmla="*/ 6863787 h 6939023"/>
              <a:gd name="connsiteX7" fmla="*/ 0 w 6701742"/>
              <a:gd name="connsiteY7" fmla="*/ 1 h 6939023"/>
              <a:gd name="connsiteX0" fmla="*/ 0 w 6776977"/>
              <a:gd name="connsiteY0" fmla="*/ 1 h 7070376"/>
              <a:gd name="connsiteX1" fmla="*/ 966486 w 6776977"/>
              <a:gd name="connsiteY1" fmla="*/ 0 h 7070376"/>
              <a:gd name="connsiteX2" fmla="*/ 3174004 w 6776977"/>
              <a:gd name="connsiteY2" fmla="*/ 3818547 h 7070376"/>
              <a:gd name="connsiteX3" fmla="*/ 6694614 w 6776977"/>
              <a:gd name="connsiteY3" fmla="*/ 6856244 h 7070376"/>
              <a:gd name="connsiteX4" fmla="*/ 6776977 w 6776977"/>
              <a:gd name="connsiteY4" fmla="*/ 7070376 h 7070376"/>
              <a:gd name="connsiteX5" fmla="*/ 6643869 w 6776977"/>
              <a:gd name="connsiteY5" fmla="*/ 6939023 h 7070376"/>
              <a:gd name="connsiteX6" fmla="*/ 6354502 w 6776977"/>
              <a:gd name="connsiteY6" fmla="*/ 6863787 h 7070376"/>
              <a:gd name="connsiteX7" fmla="*/ 0 w 6776977"/>
              <a:gd name="connsiteY7" fmla="*/ 1 h 7070376"/>
              <a:gd name="connsiteX0" fmla="*/ 0 w 6776977"/>
              <a:gd name="connsiteY0" fmla="*/ 1 h 7070376"/>
              <a:gd name="connsiteX1" fmla="*/ 966486 w 6776977"/>
              <a:gd name="connsiteY1" fmla="*/ 0 h 7070376"/>
              <a:gd name="connsiteX2" fmla="*/ 3174004 w 6776977"/>
              <a:gd name="connsiteY2" fmla="*/ 3818547 h 7070376"/>
              <a:gd name="connsiteX3" fmla="*/ 6769849 w 6776977"/>
              <a:gd name="connsiteY3" fmla="*/ 6867819 h 7070376"/>
              <a:gd name="connsiteX4" fmla="*/ 6776977 w 6776977"/>
              <a:gd name="connsiteY4" fmla="*/ 7070376 h 7070376"/>
              <a:gd name="connsiteX5" fmla="*/ 6643869 w 6776977"/>
              <a:gd name="connsiteY5" fmla="*/ 6939023 h 7070376"/>
              <a:gd name="connsiteX6" fmla="*/ 6354502 w 6776977"/>
              <a:gd name="connsiteY6" fmla="*/ 6863787 h 7070376"/>
              <a:gd name="connsiteX7" fmla="*/ 0 w 6776977"/>
              <a:gd name="connsiteY7" fmla="*/ 1 h 7070376"/>
              <a:gd name="connsiteX0" fmla="*/ 0 w 6769849"/>
              <a:gd name="connsiteY0" fmla="*/ 1 h 6939023"/>
              <a:gd name="connsiteX1" fmla="*/ 966486 w 6769849"/>
              <a:gd name="connsiteY1" fmla="*/ 0 h 6939023"/>
              <a:gd name="connsiteX2" fmla="*/ 3174004 w 6769849"/>
              <a:gd name="connsiteY2" fmla="*/ 3818547 h 6939023"/>
              <a:gd name="connsiteX3" fmla="*/ 6769849 w 6769849"/>
              <a:gd name="connsiteY3" fmla="*/ 6867819 h 6939023"/>
              <a:gd name="connsiteX4" fmla="*/ 6643869 w 6769849"/>
              <a:gd name="connsiteY4" fmla="*/ 6939023 h 6939023"/>
              <a:gd name="connsiteX5" fmla="*/ 6354502 w 6769849"/>
              <a:gd name="connsiteY5" fmla="*/ 6863787 h 6939023"/>
              <a:gd name="connsiteX6" fmla="*/ 0 w 6769849"/>
              <a:gd name="connsiteY6" fmla="*/ 1 h 6939023"/>
              <a:gd name="connsiteX0" fmla="*/ 0 w 6769849"/>
              <a:gd name="connsiteY0" fmla="*/ 1 h 6867819"/>
              <a:gd name="connsiteX1" fmla="*/ 966486 w 6769849"/>
              <a:gd name="connsiteY1" fmla="*/ 0 h 6867819"/>
              <a:gd name="connsiteX2" fmla="*/ 3174004 w 6769849"/>
              <a:gd name="connsiteY2" fmla="*/ 3818547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104557 w 6769849"/>
              <a:gd name="connsiteY2" fmla="*/ 3859058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127706 w 6769849"/>
              <a:gd name="connsiteY2" fmla="*/ 3754885 h 6867819"/>
              <a:gd name="connsiteX3" fmla="*/ 6769849 w 6769849"/>
              <a:gd name="connsiteY3" fmla="*/ 6867819 h 6867819"/>
              <a:gd name="connsiteX4" fmla="*/ 6354502 w 6769849"/>
              <a:gd name="connsiteY4" fmla="*/ 6863787 h 6867819"/>
              <a:gd name="connsiteX5" fmla="*/ 0 w 6769849"/>
              <a:gd name="connsiteY5" fmla="*/ 1 h 6867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769849" h="6867819">
                <a:moveTo>
                  <a:pt x="0" y="1"/>
                </a:moveTo>
                <a:lnTo>
                  <a:pt x="966486" y="0"/>
                </a:lnTo>
                <a:cubicBezTo>
                  <a:pt x="1135707" y="386604"/>
                  <a:pt x="1763052" y="2599757"/>
                  <a:pt x="3127706" y="3754885"/>
                </a:cubicBezTo>
                <a:cubicBezTo>
                  <a:pt x="4467217" y="4888731"/>
                  <a:pt x="6074732" y="6204424"/>
                  <a:pt x="6769849" y="6867819"/>
                </a:cubicBezTo>
                <a:lnTo>
                  <a:pt x="6354502" y="6863787"/>
                </a:lnTo>
                <a:cubicBezTo>
                  <a:pt x="3923818" y="4398380"/>
                  <a:pt x="1533646" y="3946967"/>
                  <a:pt x="0" y="1"/>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extBox 1">
            <a:extLst>
              <a:ext uri="{FF2B5EF4-FFF2-40B4-BE49-F238E27FC236}">
                <a16:creationId xmlns:a16="http://schemas.microsoft.com/office/drawing/2014/main" id="{F0C2B91E-6263-3DFE-2F5D-8D4CD3A79360}"/>
              </a:ext>
            </a:extLst>
          </p:cNvPr>
          <p:cNvSpPr txBox="1"/>
          <p:nvPr userDrawn="1"/>
        </p:nvSpPr>
        <p:spPr>
          <a:xfrm>
            <a:off x="550863" y="6086183"/>
            <a:ext cx="1051570" cy="276999"/>
          </a:xfrm>
          <a:prstGeom prst="rect">
            <a:avLst/>
          </a:prstGeom>
          <a:noFill/>
        </p:spPr>
        <p:txBody>
          <a:bodyPr wrap="none" lIns="0" tIns="0" rIns="0" bIns="0" rtlCol="0">
            <a:spAutoFit/>
          </a:bodyPr>
          <a:lstStyle/>
          <a:p>
            <a:r>
              <a:rPr lang="en-GB" sz="1800" err="1">
                <a:solidFill>
                  <a:schemeClr val="tx2"/>
                </a:solidFill>
              </a:rPr>
              <a:t>xebia.com</a:t>
            </a:r>
            <a:endParaRPr lang="en-GB" sz="1800">
              <a:solidFill>
                <a:schemeClr val="tx2"/>
              </a:solidFill>
            </a:endParaRPr>
          </a:p>
        </p:txBody>
      </p:sp>
      <p:pic>
        <p:nvPicPr>
          <p:cNvPr id="3" name="Graphic 2">
            <a:extLst>
              <a:ext uri="{FF2B5EF4-FFF2-40B4-BE49-F238E27FC236}">
                <a16:creationId xmlns:a16="http://schemas.microsoft.com/office/drawing/2014/main" id="{FFFF42E6-A456-BD1D-C4C7-A3ADF1EF6685}"/>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47125" y="533282"/>
            <a:ext cx="1255744" cy="442730"/>
          </a:xfrm>
          <a:prstGeom prst="rect">
            <a:avLst/>
          </a:prstGeom>
        </p:spPr>
      </p:pic>
    </p:spTree>
    <p:extLst>
      <p:ext uri="{BB962C8B-B14F-4D97-AF65-F5344CB8AC3E}">
        <p14:creationId xmlns:p14="http://schemas.microsoft.com/office/powerpoint/2010/main" val="2804103834"/>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userDrawn="1">
  <p:cSld name="End-cover_dark">
    <p:bg>
      <p:bgPr>
        <a:solidFill>
          <a:schemeClr val="tx2"/>
        </a:solidFill>
        <a:effectLst/>
      </p:bgPr>
    </p:bg>
    <p:spTree>
      <p:nvGrpSpPr>
        <p:cNvPr id="1" name=""/>
        <p:cNvGrpSpPr/>
        <p:nvPr/>
      </p:nvGrpSpPr>
      <p:grpSpPr>
        <a:xfrm>
          <a:off x="0" y="0"/>
          <a:ext cx="0" cy="0"/>
          <a:chOff x="0" y="0"/>
          <a:chExt cx="0" cy="0"/>
        </a:xfrm>
      </p:grpSpPr>
      <p:sp>
        <p:nvSpPr>
          <p:cNvPr id="46" name="Rectangle 45">
            <a:extLst>
              <a:ext uri="{FF2B5EF4-FFF2-40B4-BE49-F238E27FC236}">
                <a16:creationId xmlns:a16="http://schemas.microsoft.com/office/drawing/2014/main" id="{0D52A9A4-97F2-7F53-0D44-94858DC3118F}"/>
              </a:ext>
            </a:extLst>
          </p:cNvPr>
          <p:cNvSpPr/>
          <p:nvPr userDrawn="1"/>
        </p:nvSpPr>
        <p:spPr>
          <a:xfrm>
            <a:off x="2575367" y="-1"/>
            <a:ext cx="6967960" cy="6867819"/>
          </a:xfrm>
          <a:custGeom>
            <a:avLst/>
            <a:gdLst>
              <a:gd name="connsiteX0" fmla="*/ 0 w 7089494"/>
              <a:gd name="connsiteY0" fmla="*/ 0 h 6858001"/>
              <a:gd name="connsiteX1" fmla="*/ 7089494 w 7089494"/>
              <a:gd name="connsiteY1" fmla="*/ 0 h 6858001"/>
              <a:gd name="connsiteX2" fmla="*/ 7089494 w 7089494"/>
              <a:gd name="connsiteY2" fmla="*/ 6858001 h 6858001"/>
              <a:gd name="connsiteX3" fmla="*/ 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6013048 w 7089494"/>
              <a:gd name="connsiteY3" fmla="*/ 668438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131951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131951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6967960"/>
              <a:gd name="connsiteY0" fmla="*/ 0 h 6863789"/>
              <a:gd name="connsiteX1" fmla="*/ 1319514 w 6967960"/>
              <a:gd name="connsiteY1" fmla="*/ 0 h 6863789"/>
              <a:gd name="connsiteX2" fmla="*/ 6967960 w 6967960"/>
              <a:gd name="connsiteY2" fmla="*/ 6863789 h 6863789"/>
              <a:gd name="connsiteX3" fmla="*/ 5202820 w 6967960"/>
              <a:gd name="connsiteY3" fmla="*/ 6858001 h 6863789"/>
              <a:gd name="connsiteX4" fmla="*/ 0 w 6967960"/>
              <a:gd name="connsiteY4" fmla="*/ 0 h 68637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67960" h="6863789">
                <a:moveTo>
                  <a:pt x="0" y="0"/>
                </a:moveTo>
                <a:lnTo>
                  <a:pt x="1319514" y="0"/>
                </a:lnTo>
                <a:cubicBezTo>
                  <a:pt x="2322654" y="4375230"/>
                  <a:pt x="5044633" y="4577789"/>
                  <a:pt x="6967960" y="6863789"/>
                </a:cubicBezTo>
                <a:lnTo>
                  <a:pt x="5202820" y="6858001"/>
                </a:lnTo>
                <a:cubicBezTo>
                  <a:pt x="3624805" y="4299996"/>
                  <a:pt x="1196049" y="2708476"/>
                  <a:pt x="0" y="0"/>
                </a:cubicBezTo>
                <a:close/>
              </a:path>
            </a:pathLst>
          </a:custGeom>
          <a:solidFill>
            <a:srgbClr val="5B1E5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
        <p:nvSpPr>
          <p:cNvPr id="7" name="Text Placeholder 6">
            <a:extLst>
              <a:ext uri="{FF2B5EF4-FFF2-40B4-BE49-F238E27FC236}">
                <a16:creationId xmlns:a16="http://schemas.microsoft.com/office/drawing/2014/main" id="{E826FE26-AFDB-F07C-663E-7C33DA765794}"/>
              </a:ext>
            </a:extLst>
          </p:cNvPr>
          <p:cNvSpPr>
            <a:spLocks noGrp="1"/>
          </p:cNvSpPr>
          <p:nvPr>
            <p:ph idx="1" hasCustomPrompt="1"/>
          </p:nvPr>
        </p:nvSpPr>
        <p:spPr>
          <a:xfrm>
            <a:off x="554037" y="4016436"/>
            <a:ext cx="4252632" cy="995423"/>
          </a:xfrm>
          <a:prstGeom prst="rect">
            <a:avLst/>
          </a:prstGeom>
        </p:spPr>
        <p:txBody>
          <a:bodyPr vert="horz" lIns="0" tIns="0" rIns="0" bIns="0" rtlCol="0">
            <a:normAutofit/>
          </a:bodyPr>
          <a:lstStyle>
            <a:lvl1pPr marL="0" indent="0">
              <a:buNone/>
              <a:defRPr>
                <a:solidFill>
                  <a:schemeClr val="bg1"/>
                </a:solidFill>
              </a:defRPr>
            </a:lvl1pPr>
            <a:lvl2pPr marL="457200" indent="0">
              <a:buNone/>
              <a:defRPr/>
            </a:lvl2pPr>
            <a:lvl3pPr marL="914400" indent="0">
              <a:buNone/>
              <a:defRPr/>
            </a:lvl3pPr>
          </a:lstStyle>
          <a:p>
            <a:pPr lvl="0"/>
            <a:r>
              <a:rPr lang="en-GB"/>
              <a:t>Click to edit Master text styles</a:t>
            </a:r>
          </a:p>
        </p:txBody>
      </p:sp>
      <p:sp>
        <p:nvSpPr>
          <p:cNvPr id="8" name="Title Placeholder 10">
            <a:extLst>
              <a:ext uri="{FF2B5EF4-FFF2-40B4-BE49-F238E27FC236}">
                <a16:creationId xmlns:a16="http://schemas.microsoft.com/office/drawing/2014/main" id="{D0396193-2776-6A62-7DE8-4E7F9141097E}"/>
              </a:ext>
            </a:extLst>
          </p:cNvPr>
          <p:cNvSpPr>
            <a:spLocks noGrp="1"/>
          </p:cNvSpPr>
          <p:nvPr>
            <p:ph type="title" hasCustomPrompt="1"/>
          </p:nvPr>
        </p:nvSpPr>
        <p:spPr>
          <a:xfrm>
            <a:off x="554038" y="3429000"/>
            <a:ext cx="4252632" cy="584261"/>
          </a:xfrm>
          <a:prstGeom prst="rect">
            <a:avLst/>
          </a:prstGeom>
        </p:spPr>
        <p:txBody>
          <a:bodyPr vert="horz" lIns="0" tIns="0" rIns="0" bIns="0" rtlCol="0" anchor="t">
            <a:normAutofit/>
          </a:bodyPr>
          <a:lstStyle>
            <a:lvl1pPr>
              <a:defRPr>
                <a:solidFill>
                  <a:schemeClr val="bg1"/>
                </a:solidFill>
              </a:defRPr>
            </a:lvl1pPr>
          </a:lstStyle>
          <a:p>
            <a:r>
              <a:rPr lang="en-GB"/>
              <a:t>Thanks!</a:t>
            </a:r>
            <a:endParaRPr lang="en-PL"/>
          </a:p>
        </p:txBody>
      </p:sp>
      <p:sp>
        <p:nvSpPr>
          <p:cNvPr id="24" name="Picture Placeholder 23">
            <a:extLst>
              <a:ext uri="{FF2B5EF4-FFF2-40B4-BE49-F238E27FC236}">
                <a16:creationId xmlns:a16="http://schemas.microsoft.com/office/drawing/2014/main" id="{EE48DFFF-E338-09B9-2477-E5D55A4DD2B9}"/>
              </a:ext>
            </a:extLst>
          </p:cNvPr>
          <p:cNvSpPr>
            <a:spLocks noGrp="1"/>
          </p:cNvSpPr>
          <p:nvPr>
            <p:ph type="pic" sz="quarter" idx="10" hasCustomPrompt="1"/>
          </p:nvPr>
        </p:nvSpPr>
        <p:spPr>
          <a:xfrm>
            <a:off x="3958542" y="1"/>
            <a:ext cx="8233458" cy="6858000"/>
          </a:xfrm>
          <a:custGeom>
            <a:avLst/>
            <a:gdLst>
              <a:gd name="connsiteX0" fmla="*/ 0 w 8233458"/>
              <a:gd name="connsiteY0" fmla="*/ 0 h 6858000"/>
              <a:gd name="connsiteX1" fmla="*/ 8233458 w 8233458"/>
              <a:gd name="connsiteY1" fmla="*/ 0 h 6858000"/>
              <a:gd name="connsiteX2" fmla="*/ 8233458 w 8233458"/>
              <a:gd name="connsiteY2" fmla="*/ 6858000 h 6858000"/>
              <a:gd name="connsiteX3" fmla="*/ 5776855 w 8233458"/>
              <a:gd name="connsiteY3" fmla="*/ 6858000 h 6858000"/>
              <a:gd name="connsiteX4" fmla="*/ 2226297 w 8233458"/>
              <a:gd name="connsiteY4" fmla="*/ 3819525 h 6858000"/>
              <a:gd name="connsiteX5" fmla="*/ 0 w 8233458"/>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233458" h="6858000">
                <a:moveTo>
                  <a:pt x="0" y="0"/>
                </a:moveTo>
                <a:lnTo>
                  <a:pt x="8233458" y="0"/>
                </a:lnTo>
                <a:lnTo>
                  <a:pt x="8233458" y="6858000"/>
                </a:lnTo>
                <a:lnTo>
                  <a:pt x="5776855" y="6858000"/>
                </a:lnTo>
                <a:cubicBezTo>
                  <a:pt x="5776855" y="6858000"/>
                  <a:pt x="3771270" y="5153026"/>
                  <a:pt x="2226297" y="3819525"/>
                </a:cubicBezTo>
                <a:cubicBezTo>
                  <a:pt x="681323" y="2486025"/>
                  <a:pt x="0" y="0"/>
                  <a:pt x="0" y="0"/>
                </a:cubicBezTo>
                <a:close/>
              </a:path>
            </a:pathLst>
          </a:custGeom>
          <a:solidFill>
            <a:schemeClr val="bg2"/>
          </a:solidFill>
        </p:spPr>
        <p:txBody>
          <a:bodyPr wrap="square" lIns="2520000" rIns="2520000" anchor="ctr">
            <a:noAutofit/>
          </a:bodyPr>
          <a:lstStyle>
            <a:lvl1pPr marL="0" indent="0" algn="ctr">
              <a:buNone/>
              <a:defRPr sz="1600"/>
            </a:lvl1pPr>
          </a:lstStyle>
          <a:p>
            <a:r>
              <a:rPr lang="en-GB"/>
              <a:t>You can add a photo</a:t>
            </a:r>
          </a:p>
        </p:txBody>
      </p:sp>
      <p:sp>
        <p:nvSpPr>
          <p:cNvPr id="36" name="Freeform 35">
            <a:extLst>
              <a:ext uri="{FF2B5EF4-FFF2-40B4-BE49-F238E27FC236}">
                <a16:creationId xmlns:a16="http://schemas.microsoft.com/office/drawing/2014/main" id="{65547924-9C4A-ECA1-A5C7-F0DEF0CA22FA}"/>
              </a:ext>
            </a:extLst>
          </p:cNvPr>
          <p:cNvSpPr/>
          <p:nvPr userDrawn="1"/>
        </p:nvSpPr>
        <p:spPr>
          <a:xfrm>
            <a:off x="3003630" y="-1"/>
            <a:ext cx="6769849" cy="6867819"/>
          </a:xfrm>
          <a:custGeom>
            <a:avLst/>
            <a:gdLst>
              <a:gd name="connsiteX0" fmla="*/ 0 w 6765403"/>
              <a:gd name="connsiteY0" fmla="*/ 0 h 6858000"/>
              <a:gd name="connsiteX1" fmla="*/ 1030147 w 6765403"/>
              <a:gd name="connsiteY1" fmla="*/ 0 h 6858000"/>
              <a:gd name="connsiteX2" fmla="*/ 3237665 w 6765403"/>
              <a:gd name="connsiteY2" fmla="*/ 3818547 h 6858000"/>
              <a:gd name="connsiteX3" fmla="*/ 6758275 w 6765403"/>
              <a:gd name="connsiteY3" fmla="*/ 6856244 h 6858000"/>
              <a:gd name="connsiteX4" fmla="*/ 6765403 w 6765403"/>
              <a:gd name="connsiteY4" fmla="*/ 6856244 h 6858000"/>
              <a:gd name="connsiteX5" fmla="*/ 6765403 w 6765403"/>
              <a:gd name="connsiteY5" fmla="*/ 6858000 h 6858000"/>
              <a:gd name="connsiteX6" fmla="*/ 0 w 6765403"/>
              <a:gd name="connsiteY6" fmla="*/ 6858000 h 6858000"/>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5972537 w 6765403"/>
              <a:gd name="connsiteY6" fmla="*/ 6869574 h 6869574"/>
              <a:gd name="connsiteX7" fmla="*/ 0 w 6765403"/>
              <a:gd name="connsiteY7" fmla="*/ 0 h 6869574"/>
              <a:gd name="connsiteX0" fmla="*/ 0 w 6765403"/>
              <a:gd name="connsiteY0" fmla="*/ 0 h 6858000"/>
              <a:gd name="connsiteX1" fmla="*/ 1030147 w 6765403"/>
              <a:gd name="connsiteY1" fmla="*/ 0 h 6858000"/>
              <a:gd name="connsiteX2" fmla="*/ 3237665 w 6765403"/>
              <a:gd name="connsiteY2" fmla="*/ 3818547 h 6858000"/>
              <a:gd name="connsiteX3" fmla="*/ 6758275 w 6765403"/>
              <a:gd name="connsiteY3" fmla="*/ 6856244 h 6858000"/>
              <a:gd name="connsiteX4" fmla="*/ 6765403 w 6765403"/>
              <a:gd name="connsiteY4" fmla="*/ 6856244 h 6858000"/>
              <a:gd name="connsiteX5" fmla="*/ 6765403 w 6765403"/>
              <a:gd name="connsiteY5" fmla="*/ 6858000 h 6858000"/>
              <a:gd name="connsiteX6" fmla="*/ 6400800 w 6765403"/>
              <a:gd name="connsiteY6" fmla="*/ 6834850 h 6858000"/>
              <a:gd name="connsiteX7" fmla="*/ 0 w 6765403"/>
              <a:gd name="connsiteY7" fmla="*/ 0 h 6858000"/>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6423950 w 6765403"/>
              <a:gd name="connsiteY6" fmla="*/ 6869574 h 6869574"/>
              <a:gd name="connsiteX7" fmla="*/ 0 w 6765403"/>
              <a:gd name="connsiteY7" fmla="*/ 0 h 6869574"/>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6423950 w 6765403"/>
              <a:gd name="connsiteY6" fmla="*/ 6869574 h 6869574"/>
              <a:gd name="connsiteX7" fmla="*/ 0 w 6765403"/>
              <a:gd name="connsiteY7" fmla="*/ 0 h 6869574"/>
              <a:gd name="connsiteX0" fmla="*/ 0 w 6117221"/>
              <a:gd name="connsiteY0" fmla="*/ 0 h 6875361"/>
              <a:gd name="connsiteX1" fmla="*/ 381965 w 6117221"/>
              <a:gd name="connsiteY1" fmla="*/ 5787 h 6875361"/>
              <a:gd name="connsiteX2" fmla="*/ 2589483 w 6117221"/>
              <a:gd name="connsiteY2" fmla="*/ 3824334 h 6875361"/>
              <a:gd name="connsiteX3" fmla="*/ 6110093 w 6117221"/>
              <a:gd name="connsiteY3" fmla="*/ 6862031 h 6875361"/>
              <a:gd name="connsiteX4" fmla="*/ 6117221 w 6117221"/>
              <a:gd name="connsiteY4" fmla="*/ 6862031 h 6875361"/>
              <a:gd name="connsiteX5" fmla="*/ 6117221 w 6117221"/>
              <a:gd name="connsiteY5" fmla="*/ 6863787 h 6875361"/>
              <a:gd name="connsiteX6" fmla="*/ 5775768 w 6117221"/>
              <a:gd name="connsiteY6" fmla="*/ 6875361 h 6875361"/>
              <a:gd name="connsiteX7" fmla="*/ 0 w 6117221"/>
              <a:gd name="connsiteY7" fmla="*/ 0 h 6875361"/>
              <a:gd name="connsiteX0" fmla="*/ 0 w 6701742"/>
              <a:gd name="connsiteY0" fmla="*/ 1 h 6869574"/>
              <a:gd name="connsiteX1" fmla="*/ 966486 w 6701742"/>
              <a:gd name="connsiteY1" fmla="*/ 0 h 6869574"/>
              <a:gd name="connsiteX2" fmla="*/ 3174004 w 6701742"/>
              <a:gd name="connsiteY2" fmla="*/ 3818547 h 6869574"/>
              <a:gd name="connsiteX3" fmla="*/ 6694614 w 6701742"/>
              <a:gd name="connsiteY3" fmla="*/ 6856244 h 6869574"/>
              <a:gd name="connsiteX4" fmla="*/ 6701742 w 6701742"/>
              <a:gd name="connsiteY4" fmla="*/ 6856244 h 6869574"/>
              <a:gd name="connsiteX5" fmla="*/ 6701742 w 6701742"/>
              <a:gd name="connsiteY5" fmla="*/ 6858000 h 6869574"/>
              <a:gd name="connsiteX6" fmla="*/ 6360289 w 6701742"/>
              <a:gd name="connsiteY6" fmla="*/ 6869574 h 6869574"/>
              <a:gd name="connsiteX7" fmla="*/ 0 w 6701742"/>
              <a:gd name="connsiteY7" fmla="*/ 1 h 6869574"/>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939023"/>
              <a:gd name="connsiteX1" fmla="*/ 966486 w 6701742"/>
              <a:gd name="connsiteY1" fmla="*/ 0 h 6939023"/>
              <a:gd name="connsiteX2" fmla="*/ 3174004 w 6701742"/>
              <a:gd name="connsiteY2" fmla="*/ 3818547 h 6939023"/>
              <a:gd name="connsiteX3" fmla="*/ 6694614 w 6701742"/>
              <a:gd name="connsiteY3" fmla="*/ 6856244 h 6939023"/>
              <a:gd name="connsiteX4" fmla="*/ 6701742 w 6701742"/>
              <a:gd name="connsiteY4" fmla="*/ 6856244 h 6939023"/>
              <a:gd name="connsiteX5" fmla="*/ 6643869 w 6701742"/>
              <a:gd name="connsiteY5" fmla="*/ 6939023 h 6939023"/>
              <a:gd name="connsiteX6" fmla="*/ 6354502 w 6701742"/>
              <a:gd name="connsiteY6" fmla="*/ 6863787 h 6939023"/>
              <a:gd name="connsiteX7" fmla="*/ 0 w 6701742"/>
              <a:gd name="connsiteY7" fmla="*/ 1 h 6939023"/>
              <a:gd name="connsiteX0" fmla="*/ 0 w 6776977"/>
              <a:gd name="connsiteY0" fmla="*/ 1 h 7070376"/>
              <a:gd name="connsiteX1" fmla="*/ 966486 w 6776977"/>
              <a:gd name="connsiteY1" fmla="*/ 0 h 7070376"/>
              <a:gd name="connsiteX2" fmla="*/ 3174004 w 6776977"/>
              <a:gd name="connsiteY2" fmla="*/ 3818547 h 7070376"/>
              <a:gd name="connsiteX3" fmla="*/ 6694614 w 6776977"/>
              <a:gd name="connsiteY3" fmla="*/ 6856244 h 7070376"/>
              <a:gd name="connsiteX4" fmla="*/ 6776977 w 6776977"/>
              <a:gd name="connsiteY4" fmla="*/ 7070376 h 7070376"/>
              <a:gd name="connsiteX5" fmla="*/ 6643869 w 6776977"/>
              <a:gd name="connsiteY5" fmla="*/ 6939023 h 7070376"/>
              <a:gd name="connsiteX6" fmla="*/ 6354502 w 6776977"/>
              <a:gd name="connsiteY6" fmla="*/ 6863787 h 7070376"/>
              <a:gd name="connsiteX7" fmla="*/ 0 w 6776977"/>
              <a:gd name="connsiteY7" fmla="*/ 1 h 7070376"/>
              <a:gd name="connsiteX0" fmla="*/ 0 w 6776977"/>
              <a:gd name="connsiteY0" fmla="*/ 1 h 7070376"/>
              <a:gd name="connsiteX1" fmla="*/ 966486 w 6776977"/>
              <a:gd name="connsiteY1" fmla="*/ 0 h 7070376"/>
              <a:gd name="connsiteX2" fmla="*/ 3174004 w 6776977"/>
              <a:gd name="connsiteY2" fmla="*/ 3818547 h 7070376"/>
              <a:gd name="connsiteX3" fmla="*/ 6769849 w 6776977"/>
              <a:gd name="connsiteY3" fmla="*/ 6867819 h 7070376"/>
              <a:gd name="connsiteX4" fmla="*/ 6776977 w 6776977"/>
              <a:gd name="connsiteY4" fmla="*/ 7070376 h 7070376"/>
              <a:gd name="connsiteX5" fmla="*/ 6643869 w 6776977"/>
              <a:gd name="connsiteY5" fmla="*/ 6939023 h 7070376"/>
              <a:gd name="connsiteX6" fmla="*/ 6354502 w 6776977"/>
              <a:gd name="connsiteY6" fmla="*/ 6863787 h 7070376"/>
              <a:gd name="connsiteX7" fmla="*/ 0 w 6776977"/>
              <a:gd name="connsiteY7" fmla="*/ 1 h 7070376"/>
              <a:gd name="connsiteX0" fmla="*/ 0 w 6769849"/>
              <a:gd name="connsiteY0" fmla="*/ 1 h 6939023"/>
              <a:gd name="connsiteX1" fmla="*/ 966486 w 6769849"/>
              <a:gd name="connsiteY1" fmla="*/ 0 h 6939023"/>
              <a:gd name="connsiteX2" fmla="*/ 3174004 w 6769849"/>
              <a:gd name="connsiteY2" fmla="*/ 3818547 h 6939023"/>
              <a:gd name="connsiteX3" fmla="*/ 6769849 w 6769849"/>
              <a:gd name="connsiteY3" fmla="*/ 6867819 h 6939023"/>
              <a:gd name="connsiteX4" fmla="*/ 6643869 w 6769849"/>
              <a:gd name="connsiteY4" fmla="*/ 6939023 h 6939023"/>
              <a:gd name="connsiteX5" fmla="*/ 6354502 w 6769849"/>
              <a:gd name="connsiteY5" fmla="*/ 6863787 h 6939023"/>
              <a:gd name="connsiteX6" fmla="*/ 0 w 6769849"/>
              <a:gd name="connsiteY6" fmla="*/ 1 h 6939023"/>
              <a:gd name="connsiteX0" fmla="*/ 0 w 6769849"/>
              <a:gd name="connsiteY0" fmla="*/ 1 h 6867819"/>
              <a:gd name="connsiteX1" fmla="*/ 966486 w 6769849"/>
              <a:gd name="connsiteY1" fmla="*/ 0 h 6867819"/>
              <a:gd name="connsiteX2" fmla="*/ 3174004 w 6769849"/>
              <a:gd name="connsiteY2" fmla="*/ 3818547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104557 w 6769849"/>
              <a:gd name="connsiteY2" fmla="*/ 3859058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127706 w 6769849"/>
              <a:gd name="connsiteY2" fmla="*/ 3754885 h 6867819"/>
              <a:gd name="connsiteX3" fmla="*/ 6769849 w 6769849"/>
              <a:gd name="connsiteY3" fmla="*/ 6867819 h 6867819"/>
              <a:gd name="connsiteX4" fmla="*/ 6354502 w 6769849"/>
              <a:gd name="connsiteY4" fmla="*/ 6863787 h 6867819"/>
              <a:gd name="connsiteX5" fmla="*/ 0 w 6769849"/>
              <a:gd name="connsiteY5" fmla="*/ 1 h 6867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769849" h="6867819">
                <a:moveTo>
                  <a:pt x="0" y="1"/>
                </a:moveTo>
                <a:lnTo>
                  <a:pt x="966486" y="0"/>
                </a:lnTo>
                <a:cubicBezTo>
                  <a:pt x="1135707" y="386604"/>
                  <a:pt x="1763052" y="2599757"/>
                  <a:pt x="3127706" y="3754885"/>
                </a:cubicBezTo>
                <a:cubicBezTo>
                  <a:pt x="4467217" y="4888731"/>
                  <a:pt x="6074732" y="6204424"/>
                  <a:pt x="6769849" y="6867819"/>
                </a:cubicBezTo>
                <a:lnTo>
                  <a:pt x="6354502" y="6863787"/>
                </a:lnTo>
                <a:cubicBezTo>
                  <a:pt x="3923818" y="4398380"/>
                  <a:pt x="1533646" y="3946967"/>
                  <a:pt x="0" y="1"/>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extBox 1">
            <a:extLst>
              <a:ext uri="{FF2B5EF4-FFF2-40B4-BE49-F238E27FC236}">
                <a16:creationId xmlns:a16="http://schemas.microsoft.com/office/drawing/2014/main" id="{F0C2B91E-6263-3DFE-2F5D-8D4CD3A79360}"/>
              </a:ext>
            </a:extLst>
          </p:cNvPr>
          <p:cNvSpPr txBox="1"/>
          <p:nvPr userDrawn="1"/>
        </p:nvSpPr>
        <p:spPr>
          <a:xfrm>
            <a:off x="550863" y="6086183"/>
            <a:ext cx="1051570" cy="276999"/>
          </a:xfrm>
          <a:prstGeom prst="rect">
            <a:avLst/>
          </a:prstGeom>
          <a:noFill/>
        </p:spPr>
        <p:txBody>
          <a:bodyPr wrap="none" lIns="0" tIns="0" rIns="0" bIns="0" rtlCol="0">
            <a:spAutoFit/>
          </a:bodyPr>
          <a:lstStyle/>
          <a:p>
            <a:r>
              <a:rPr lang="en-GB" sz="1800" err="1">
                <a:solidFill>
                  <a:schemeClr val="accent3"/>
                </a:solidFill>
              </a:rPr>
              <a:t>xebia.com</a:t>
            </a:r>
            <a:endParaRPr lang="en-GB" sz="1800">
              <a:solidFill>
                <a:schemeClr val="accent3"/>
              </a:solidFill>
            </a:endParaRPr>
          </a:p>
        </p:txBody>
      </p:sp>
      <p:pic>
        <p:nvPicPr>
          <p:cNvPr id="3" name="Graphic 2">
            <a:extLst>
              <a:ext uri="{FF2B5EF4-FFF2-40B4-BE49-F238E27FC236}">
                <a16:creationId xmlns:a16="http://schemas.microsoft.com/office/drawing/2014/main" id="{D6B500E9-9A83-15DB-09B2-5C18BB6C1F5C}"/>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47125" y="533282"/>
            <a:ext cx="1255744" cy="442730"/>
          </a:xfrm>
          <a:prstGeom prst="rect">
            <a:avLst/>
          </a:prstGeom>
        </p:spPr>
      </p:pic>
    </p:spTree>
    <p:extLst>
      <p:ext uri="{BB962C8B-B14F-4D97-AF65-F5344CB8AC3E}">
        <p14:creationId xmlns:p14="http://schemas.microsoft.com/office/powerpoint/2010/main" val="755275263"/>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200" name="Slide Title"/>
          <p:cNvSpPr txBox="1">
            <a:spLocks noGrp="1"/>
          </p:cNvSpPr>
          <p:nvPr>
            <p:ph type="title" hasCustomPrompt="1"/>
          </p:nvPr>
        </p:nvSpPr>
        <p:spPr>
          <a:prstGeom prst="rect">
            <a:avLst/>
          </a:prstGeom>
        </p:spPr>
        <p:txBody>
          <a:bodyPr/>
          <a:lstStyle>
            <a:lvl1pPr algn="ctr">
              <a:defRPr b="0" cap="all">
                <a:solidFill>
                  <a:srgbClr val="1EB0E0"/>
                </a:solidFill>
                <a:latin typeface="Helvetica"/>
                <a:ea typeface="Helvetica"/>
                <a:cs typeface="Helvetica"/>
                <a:sym typeface="Helvetica"/>
              </a:defRPr>
            </a:lvl1pPr>
          </a:lstStyle>
          <a:p>
            <a:r>
              <a:t>Slide Title</a:t>
            </a:r>
          </a:p>
        </p:txBody>
      </p:sp>
      <p:sp>
        <p:nvSpPr>
          <p:cNvPr id="201" name="Slide Subtitle"/>
          <p:cNvSpPr txBox="1">
            <a:spLocks noGrp="1"/>
          </p:cNvSpPr>
          <p:nvPr>
            <p:ph type="body" sz="quarter" idx="21" hasCustomPrompt="1"/>
          </p:nvPr>
        </p:nvSpPr>
        <p:spPr>
          <a:xfrm>
            <a:off x="603250" y="1186481"/>
            <a:ext cx="10985500" cy="467390"/>
          </a:xfrm>
          <a:prstGeom prst="rect">
            <a:avLst/>
          </a:prstGeom>
        </p:spPr>
        <p:txBody>
          <a:bodyPr lIns="45719" tIns="45719" rIns="45719" bIns="45719"/>
          <a:lstStyle>
            <a:lvl1pPr marL="0" indent="0" defTabSz="412750">
              <a:lnSpc>
                <a:spcPts val="7050"/>
              </a:lnSpc>
              <a:spcBef>
                <a:spcPts val="0"/>
              </a:spcBef>
              <a:buClrTx/>
              <a:buSzTx/>
              <a:buNone/>
              <a:defRPr sz="2750" spc="83">
                <a:latin typeface="Helvetica"/>
                <a:ea typeface="Helvetica"/>
                <a:cs typeface="Helvetica"/>
                <a:sym typeface="Helvetica"/>
              </a:defRPr>
            </a:lvl1pPr>
          </a:lstStyle>
          <a:p>
            <a:r>
              <a:t>Slide Subtitle</a:t>
            </a:r>
          </a:p>
        </p:txBody>
      </p:sp>
      <p:sp>
        <p:nvSpPr>
          <p:cNvPr id="202" name="Body Level One…"/>
          <p:cNvSpPr txBox="1">
            <a:spLocks noGrp="1"/>
          </p:cNvSpPr>
          <p:nvPr>
            <p:ph type="body" idx="1" hasCustomPrompt="1"/>
          </p:nvPr>
        </p:nvSpPr>
        <p:spPr>
          <a:prstGeom prst="rect">
            <a:avLst/>
          </a:prstGeom>
        </p:spPr>
        <p:txBody>
          <a:bodyPr/>
          <a:lstStyle>
            <a:lvl1pPr algn="ctr">
              <a:lnSpc>
                <a:spcPct val="100000"/>
              </a:lnSpc>
              <a:defRPr spc="72">
                <a:latin typeface="Helvetica"/>
                <a:ea typeface="Helvetica"/>
                <a:cs typeface="Helvetica"/>
                <a:sym typeface="Helvetica"/>
              </a:defRPr>
            </a:lvl1pPr>
            <a:lvl2pPr algn="ctr">
              <a:lnSpc>
                <a:spcPct val="100000"/>
              </a:lnSpc>
              <a:defRPr spc="72">
                <a:latin typeface="Helvetica"/>
                <a:ea typeface="Helvetica"/>
                <a:cs typeface="Helvetica"/>
                <a:sym typeface="Helvetica"/>
              </a:defRPr>
            </a:lvl2pPr>
            <a:lvl3pPr algn="ctr">
              <a:lnSpc>
                <a:spcPct val="100000"/>
              </a:lnSpc>
              <a:defRPr spc="72">
                <a:latin typeface="Helvetica"/>
                <a:ea typeface="Helvetica"/>
                <a:cs typeface="Helvetica"/>
                <a:sym typeface="Helvetica"/>
              </a:defRPr>
            </a:lvl3pPr>
            <a:lvl4pPr algn="ctr">
              <a:lnSpc>
                <a:spcPct val="100000"/>
              </a:lnSpc>
              <a:defRPr spc="72">
                <a:latin typeface="Helvetica"/>
                <a:ea typeface="Helvetica"/>
                <a:cs typeface="Helvetica"/>
                <a:sym typeface="Helvetica"/>
              </a:defRPr>
            </a:lvl4pPr>
            <a:lvl5pPr algn="ctr">
              <a:lnSpc>
                <a:spcPct val="100000"/>
              </a:lnSpc>
              <a:defRPr spc="72">
                <a:latin typeface="Helvetica"/>
                <a:ea typeface="Helvetica"/>
                <a:cs typeface="Helvetica"/>
                <a:sym typeface="Helvetica"/>
              </a:defRPr>
            </a:lvl5pPr>
          </a:lstStyle>
          <a:p>
            <a:r>
              <a:t>Slide bullet text</a:t>
            </a:r>
          </a:p>
          <a:p>
            <a:pPr lvl="1"/>
            <a:endParaRPr/>
          </a:p>
          <a:p>
            <a:pPr lvl="2"/>
            <a:endParaRPr/>
          </a:p>
          <a:p>
            <a:pPr lvl="3"/>
            <a:endParaRPr/>
          </a:p>
          <a:p>
            <a:pPr lvl="4"/>
            <a:endParaRPr/>
          </a:p>
        </p:txBody>
      </p:sp>
      <p:sp>
        <p:nvSpPr>
          <p:cNvPr id="203" name="Slide Number"/>
          <p:cNvSpPr txBox="1">
            <a:spLocks noGrp="1"/>
          </p:cNvSpPr>
          <p:nvPr>
            <p:ph type="sldNum" sz="quarter" idx="2"/>
          </p:nvPr>
        </p:nvSpPr>
        <p:spPr>
          <a:xfrm>
            <a:off x="6000733" y="6486708"/>
            <a:ext cx="243656" cy="241092"/>
          </a:xfrm>
          <a:prstGeom prst="rect">
            <a:avLst/>
          </a:prstGeom>
        </p:spPr>
        <p:txBody>
          <a:bodyPr/>
          <a:lstStyle>
            <a:lvl1pPr>
              <a:defRPr>
                <a:latin typeface="Helvetica"/>
                <a:ea typeface="Helvetica"/>
                <a:cs typeface="Helvetica"/>
                <a:sym typeface="Helvetica"/>
              </a:defRPr>
            </a:lvl1pPr>
          </a:lstStyle>
          <a:p>
            <a:fld id="{86CB4B4D-7CA3-9044-876B-883B54F8677D}" type="slidenum">
              <a:t>‹#›</a:t>
            </a:fld>
            <a:endParaRPr/>
          </a:p>
        </p:txBody>
      </p:sp>
    </p:spTree>
    <p:extLst>
      <p:ext uri="{BB962C8B-B14F-4D97-AF65-F5344CB8AC3E}">
        <p14:creationId xmlns:p14="http://schemas.microsoft.com/office/powerpoint/2010/main" val="4033301427"/>
      </p:ext>
    </p:extLst>
  </p:cSld>
  <p:clrMapOvr>
    <a:masterClrMapping/>
  </p:clrMapOvr>
  <p:transition spd="med"/>
</p:sldLayout>
</file>

<file path=ppt/slideLayouts/slideLayout93.xml><?xml version="1.0" encoding="utf-8"?>
<p:sldLayout xmlns:a="http://schemas.openxmlformats.org/drawingml/2006/main" xmlns:r="http://schemas.openxmlformats.org/officeDocument/2006/relationships" xmlns:p="http://schemas.openxmlformats.org/presentationml/2006/main" userDrawn="1">
  <p:cSld name="Title Only #4">
    <p:spTree>
      <p:nvGrpSpPr>
        <p:cNvPr id="1" name=""/>
        <p:cNvGrpSpPr/>
        <p:nvPr/>
      </p:nvGrpSpPr>
      <p:grpSpPr>
        <a:xfrm>
          <a:off x="0" y="0"/>
          <a:ext cx="0" cy="0"/>
          <a:chOff x="0" y="0"/>
          <a:chExt cx="0" cy="0"/>
        </a:xfrm>
      </p:grpSpPr>
      <p:sp>
        <p:nvSpPr>
          <p:cNvPr id="5" name="Tekstvak 4"/>
          <p:cNvSpPr txBox="1"/>
          <p:nvPr userDrawn="1"/>
        </p:nvSpPr>
        <p:spPr>
          <a:xfrm>
            <a:off x="-10750" y="-662296"/>
            <a:ext cx="12192000" cy="461665"/>
          </a:xfrm>
          <a:prstGeom prst="rect">
            <a:avLst/>
          </a:prstGeom>
          <a:noFill/>
        </p:spPr>
        <p:txBody>
          <a:bodyPr wrap="square" rtlCol="0">
            <a:spAutoFit/>
          </a:bodyPr>
          <a:lstStyle/>
          <a:p>
            <a:pPr algn="ctr"/>
            <a:r>
              <a:rPr lang="en-US" sz="2400" b="0" spc="50" baseline="0" err="1">
                <a:solidFill>
                  <a:schemeClr val="accent2"/>
                </a:solidFill>
                <a:latin typeface="+mj-lt"/>
                <a:cs typeface="Calibri" panose="020F0502020204030204" pitchFamily="34" charset="0"/>
              </a:rPr>
              <a:t>Title</a:t>
            </a:r>
            <a:r>
              <a:rPr lang="en-US" sz="2400" b="0" spc="50" baseline="0">
                <a:solidFill>
                  <a:schemeClr val="accent2"/>
                </a:solidFill>
                <a:latin typeface="+mj-lt"/>
                <a:cs typeface="Calibri" panose="020F0502020204030204" pitchFamily="34" charset="0"/>
              </a:rPr>
              <a:t> </a:t>
            </a:r>
            <a:r>
              <a:rPr lang="en-US" sz="2400" b="0" spc="50" baseline="0" err="1">
                <a:solidFill>
                  <a:schemeClr val="accent2"/>
                </a:solidFill>
                <a:latin typeface="+mj-lt"/>
                <a:cs typeface="Calibri" panose="020F0502020204030204" pitchFamily="34" charset="0"/>
              </a:rPr>
              <a:t>Only</a:t>
            </a:r>
            <a:r>
              <a:rPr lang="en-US" sz="2400" b="0" spc="50" baseline="0">
                <a:solidFill>
                  <a:schemeClr val="accent2"/>
                </a:solidFill>
                <a:latin typeface="+mj-lt"/>
                <a:cs typeface="Calibri" panose="020F0502020204030204" pitchFamily="34" charset="0"/>
              </a:rPr>
              <a:t> #4</a:t>
            </a:r>
          </a:p>
        </p:txBody>
      </p:sp>
      <p:sp>
        <p:nvSpPr>
          <p:cNvPr id="2" name="Titel 1">
            <a:extLst>
              <a:ext uri="{FF2B5EF4-FFF2-40B4-BE49-F238E27FC236}">
                <a16:creationId xmlns:a16="http://schemas.microsoft.com/office/drawing/2014/main" id="{1997AB69-A4AD-471C-B0B2-35F97CE2E572}"/>
              </a:ext>
            </a:extLst>
          </p:cNvPr>
          <p:cNvSpPr>
            <a:spLocks noGrp="1"/>
          </p:cNvSpPr>
          <p:nvPr>
            <p:ph type="title" hasCustomPrompt="1"/>
          </p:nvPr>
        </p:nvSpPr>
        <p:spPr/>
        <p:txBody>
          <a:bodyPr/>
          <a:lstStyle/>
          <a:p>
            <a:r>
              <a:rPr lang="en-US" err="1"/>
              <a:t>Place</a:t>
            </a:r>
            <a:r>
              <a:rPr lang="en-US"/>
              <a:t> a </a:t>
            </a:r>
            <a:r>
              <a:rPr lang="en-US" err="1"/>
              <a:t>title</a:t>
            </a:r>
            <a:r>
              <a:rPr lang="en-US"/>
              <a:t> </a:t>
            </a:r>
            <a:r>
              <a:rPr lang="en-US" err="1"/>
              <a:t>here</a:t>
            </a:r>
            <a:br>
              <a:rPr lang="en-US"/>
            </a:br>
            <a:r>
              <a:rPr lang="en-US"/>
              <a:t>max. 2 </a:t>
            </a:r>
            <a:r>
              <a:rPr lang="en-US" err="1"/>
              <a:t>lines</a:t>
            </a:r>
            <a:endParaRPr lang="en-US"/>
          </a:p>
        </p:txBody>
      </p:sp>
      <p:sp>
        <p:nvSpPr>
          <p:cNvPr id="7" name="Vrije vorm 6">
            <a:extLst>
              <a:ext uri="{FF2B5EF4-FFF2-40B4-BE49-F238E27FC236}">
                <a16:creationId xmlns:a16="http://schemas.microsoft.com/office/drawing/2014/main" id="{5282EDBF-2B30-07CF-0BC6-126E3C6116F5}"/>
              </a:ext>
            </a:extLst>
          </p:cNvPr>
          <p:cNvSpPr/>
          <p:nvPr userDrawn="1"/>
        </p:nvSpPr>
        <p:spPr>
          <a:xfrm>
            <a:off x="8671237" y="-38420"/>
            <a:ext cx="3559183" cy="2681934"/>
          </a:xfrm>
          <a:custGeom>
            <a:avLst/>
            <a:gdLst>
              <a:gd name="connsiteX0" fmla="*/ 0 w 3559183"/>
              <a:gd name="connsiteY0" fmla="*/ 0 h 2681934"/>
              <a:gd name="connsiteX1" fmla="*/ 1142936 w 3559183"/>
              <a:gd name="connsiteY1" fmla="*/ 676430 h 2681934"/>
              <a:gd name="connsiteX2" fmla="*/ 2559947 w 3559183"/>
              <a:gd name="connsiteY2" fmla="*/ 1600218 h 2681934"/>
              <a:gd name="connsiteX3" fmla="*/ 3559183 w 3559183"/>
              <a:gd name="connsiteY3" fmla="*/ 2681935 h 2681934"/>
            </a:gdLst>
            <a:ahLst/>
            <a:cxnLst>
              <a:cxn ang="0">
                <a:pos x="connsiteX0" y="connsiteY0"/>
              </a:cxn>
              <a:cxn ang="0">
                <a:pos x="connsiteX1" y="connsiteY1"/>
              </a:cxn>
              <a:cxn ang="0">
                <a:pos x="connsiteX2" y="connsiteY2"/>
              </a:cxn>
              <a:cxn ang="0">
                <a:pos x="connsiteX3" y="connsiteY3"/>
              </a:cxn>
            </a:cxnLst>
            <a:rect l="l" t="t" r="r" b="b"/>
            <a:pathLst>
              <a:path w="3559183" h="2681934">
                <a:moveTo>
                  <a:pt x="0" y="0"/>
                </a:moveTo>
                <a:cubicBezTo>
                  <a:pt x="0" y="0"/>
                  <a:pt x="355918" y="333934"/>
                  <a:pt x="1142936" y="676430"/>
                </a:cubicBezTo>
                <a:cubicBezTo>
                  <a:pt x="1929953" y="1018926"/>
                  <a:pt x="2142172" y="1155924"/>
                  <a:pt x="2559947" y="1600218"/>
                </a:cubicBezTo>
                <a:cubicBezTo>
                  <a:pt x="2977724" y="2045463"/>
                  <a:pt x="3559183" y="2681935"/>
                  <a:pt x="3559183" y="2681935"/>
                </a:cubicBezTo>
              </a:path>
            </a:pathLst>
          </a:custGeom>
          <a:noFill/>
          <a:ln w="50800" cap="flat">
            <a:solidFill>
              <a:srgbClr val="6C1D5F"/>
            </a:solidFill>
            <a:prstDash val="solid"/>
            <a:miter/>
          </a:ln>
        </p:spPr>
        <p:txBody>
          <a:bodyPr rtlCol="0" anchor="ctr"/>
          <a:lstStyle/>
          <a:p>
            <a:endParaRPr lang="en-US"/>
          </a:p>
        </p:txBody>
      </p:sp>
    </p:spTree>
    <p:extLst>
      <p:ext uri="{BB962C8B-B14F-4D97-AF65-F5344CB8AC3E}">
        <p14:creationId xmlns:p14="http://schemas.microsoft.com/office/powerpoint/2010/main" val="24828726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4.xml><?xml version="1.0" encoding="utf-8"?>
<p:sldLayout xmlns:a="http://schemas.openxmlformats.org/drawingml/2006/main" xmlns:r="http://schemas.openxmlformats.org/officeDocument/2006/relationships" xmlns:p="http://schemas.openxmlformats.org/presentationml/2006/main" userDrawn="1">
  <p:cSld name="Object">
    <p:bg>
      <p:bgPr>
        <a:solidFill>
          <a:schemeClr val="bg1"/>
        </a:solidFill>
        <a:effectLst/>
      </p:bgPr>
    </p:bg>
    <p:spTree>
      <p:nvGrpSpPr>
        <p:cNvPr id="1" name=""/>
        <p:cNvGrpSpPr/>
        <p:nvPr/>
      </p:nvGrpSpPr>
      <p:grpSpPr>
        <a:xfrm>
          <a:off x="0" y="0"/>
          <a:ext cx="0" cy="0"/>
          <a:chOff x="0" y="0"/>
          <a:chExt cx="0" cy="0"/>
        </a:xfrm>
      </p:grpSpPr>
      <p:sp>
        <p:nvSpPr>
          <p:cNvPr id="7" name="Vrije vorm 6">
            <a:extLst>
              <a:ext uri="{FF2B5EF4-FFF2-40B4-BE49-F238E27FC236}">
                <a16:creationId xmlns:a16="http://schemas.microsoft.com/office/drawing/2014/main" id="{B6CBB1F5-67D9-AC80-91B0-59B8ED1BF5C5}"/>
              </a:ext>
            </a:extLst>
          </p:cNvPr>
          <p:cNvSpPr/>
          <p:nvPr userDrawn="1"/>
        </p:nvSpPr>
        <p:spPr>
          <a:xfrm>
            <a:off x="8432367" y="-58430"/>
            <a:ext cx="3811727" cy="1353852"/>
          </a:xfrm>
          <a:custGeom>
            <a:avLst/>
            <a:gdLst>
              <a:gd name="connsiteX0" fmla="*/ 0 w 3811727"/>
              <a:gd name="connsiteY0" fmla="*/ 0 h 1353852"/>
              <a:gd name="connsiteX1" fmla="*/ 1770274 w 3811727"/>
              <a:gd name="connsiteY1" fmla="*/ 816368 h 1353852"/>
              <a:gd name="connsiteX2" fmla="*/ 3811728 w 3811727"/>
              <a:gd name="connsiteY2" fmla="*/ 1353853 h 1353852"/>
            </a:gdLst>
            <a:ahLst/>
            <a:cxnLst>
              <a:cxn ang="0">
                <a:pos x="connsiteX0" y="connsiteY0"/>
              </a:cxn>
              <a:cxn ang="0">
                <a:pos x="connsiteX1" y="connsiteY1"/>
              </a:cxn>
              <a:cxn ang="0">
                <a:pos x="connsiteX2" y="connsiteY2"/>
              </a:cxn>
            </a:cxnLst>
            <a:rect l="l" t="t" r="r" b="b"/>
            <a:pathLst>
              <a:path w="3811727" h="1353852">
                <a:moveTo>
                  <a:pt x="0" y="0"/>
                </a:moveTo>
                <a:cubicBezTo>
                  <a:pt x="0" y="0"/>
                  <a:pt x="684286" y="561570"/>
                  <a:pt x="1770274" y="816368"/>
                </a:cubicBezTo>
                <a:cubicBezTo>
                  <a:pt x="2856261" y="1071166"/>
                  <a:pt x="3811728" y="1353853"/>
                  <a:pt x="3811728" y="1353853"/>
                </a:cubicBezTo>
              </a:path>
            </a:pathLst>
          </a:custGeom>
          <a:noFill/>
          <a:ln w="50800" cap="flat">
            <a:solidFill>
              <a:srgbClr val="6C1D5F"/>
            </a:solidFill>
            <a:prstDash val="solid"/>
            <a:miter/>
          </a:ln>
        </p:spPr>
        <p:txBody>
          <a:bodyPr rtlCol="0" anchor="ctr"/>
          <a:lstStyle/>
          <a:p>
            <a:endParaRPr lang="en-US"/>
          </a:p>
        </p:txBody>
      </p:sp>
      <p:sp>
        <p:nvSpPr>
          <p:cNvPr id="8" name="Vrije vorm 7">
            <a:extLst>
              <a:ext uri="{FF2B5EF4-FFF2-40B4-BE49-F238E27FC236}">
                <a16:creationId xmlns:a16="http://schemas.microsoft.com/office/drawing/2014/main" id="{FC980F9D-5BF1-69F9-31BE-47E3C45025C6}"/>
              </a:ext>
            </a:extLst>
          </p:cNvPr>
          <p:cNvSpPr/>
          <p:nvPr userDrawn="1"/>
        </p:nvSpPr>
        <p:spPr>
          <a:xfrm>
            <a:off x="11673856" y="6013860"/>
            <a:ext cx="571505" cy="901301"/>
          </a:xfrm>
          <a:custGeom>
            <a:avLst/>
            <a:gdLst>
              <a:gd name="connsiteX0" fmla="*/ 571506 w 571505"/>
              <a:gd name="connsiteY0" fmla="*/ 0 h 901301"/>
              <a:gd name="connsiteX1" fmla="*/ 0 w 571505"/>
              <a:gd name="connsiteY1" fmla="*/ 901301 h 901301"/>
            </a:gdLst>
            <a:ahLst/>
            <a:cxnLst>
              <a:cxn ang="0">
                <a:pos x="connsiteX0" y="connsiteY0"/>
              </a:cxn>
              <a:cxn ang="0">
                <a:pos x="connsiteX1" y="connsiteY1"/>
              </a:cxn>
            </a:cxnLst>
            <a:rect l="l" t="t" r="r" b="b"/>
            <a:pathLst>
              <a:path w="571505" h="901301">
                <a:moveTo>
                  <a:pt x="571506" y="0"/>
                </a:moveTo>
                <a:cubicBezTo>
                  <a:pt x="571506" y="0"/>
                  <a:pt x="380159" y="404381"/>
                  <a:pt x="0" y="901301"/>
                </a:cubicBezTo>
              </a:path>
            </a:pathLst>
          </a:custGeom>
          <a:noFill/>
          <a:ln w="50800" cap="flat">
            <a:solidFill>
              <a:srgbClr val="6C1D5F"/>
            </a:solidFill>
            <a:prstDash val="solid"/>
            <a:miter/>
          </a:ln>
        </p:spPr>
        <p:txBody>
          <a:bodyPr rtlCol="0" anchor="ctr"/>
          <a:lstStyle/>
          <a:p>
            <a:endParaRPr lang="en-US"/>
          </a:p>
        </p:txBody>
      </p:sp>
      <p:sp>
        <p:nvSpPr>
          <p:cNvPr id="5" name="Tekstvak 4"/>
          <p:cNvSpPr txBox="1"/>
          <p:nvPr userDrawn="1"/>
        </p:nvSpPr>
        <p:spPr>
          <a:xfrm>
            <a:off x="-10750" y="-662296"/>
            <a:ext cx="12192000" cy="461665"/>
          </a:xfrm>
          <a:prstGeom prst="rect">
            <a:avLst/>
          </a:prstGeom>
          <a:noFill/>
        </p:spPr>
        <p:txBody>
          <a:bodyPr wrap="square" rtlCol="0">
            <a:spAutoFit/>
          </a:bodyPr>
          <a:lstStyle/>
          <a:p>
            <a:pPr algn="ctr"/>
            <a:r>
              <a:rPr lang="en-US" sz="2400" b="0" spc="50" baseline="0">
                <a:solidFill>
                  <a:schemeClr val="accent2"/>
                </a:solidFill>
                <a:latin typeface="+mj-lt"/>
                <a:cs typeface="Calibri" panose="020F0502020204030204" pitchFamily="34" charset="0"/>
              </a:rPr>
              <a:t>Content</a:t>
            </a:r>
          </a:p>
        </p:txBody>
      </p:sp>
      <p:sp>
        <p:nvSpPr>
          <p:cNvPr id="2" name="Titel 1">
            <a:extLst>
              <a:ext uri="{FF2B5EF4-FFF2-40B4-BE49-F238E27FC236}">
                <a16:creationId xmlns:a16="http://schemas.microsoft.com/office/drawing/2014/main" id="{1997AB69-A4AD-471C-B0B2-35F97CE2E572}"/>
              </a:ext>
            </a:extLst>
          </p:cNvPr>
          <p:cNvSpPr>
            <a:spLocks noGrp="1"/>
          </p:cNvSpPr>
          <p:nvPr>
            <p:ph type="title" hasCustomPrompt="1"/>
          </p:nvPr>
        </p:nvSpPr>
        <p:spPr>
          <a:xfrm>
            <a:off x="695330" y="728663"/>
            <a:ext cx="10801337" cy="578697"/>
          </a:xfrm>
        </p:spPr>
        <p:txBody>
          <a:bodyPr/>
          <a:lstStyle/>
          <a:p>
            <a:r>
              <a:rPr lang="en-US" err="1"/>
              <a:t>Place</a:t>
            </a:r>
            <a:r>
              <a:rPr lang="en-US"/>
              <a:t> a </a:t>
            </a:r>
            <a:r>
              <a:rPr lang="en-US" err="1"/>
              <a:t>title</a:t>
            </a:r>
            <a:r>
              <a:rPr lang="en-US"/>
              <a:t> </a:t>
            </a:r>
            <a:r>
              <a:rPr lang="en-US" err="1"/>
              <a:t>here</a:t>
            </a:r>
            <a:r>
              <a:rPr lang="en-US"/>
              <a:t> </a:t>
            </a:r>
          </a:p>
        </p:txBody>
      </p:sp>
      <p:sp>
        <p:nvSpPr>
          <p:cNvPr id="100" name="Tijdelijke aanduiding voor verticale tekst 2">
            <a:extLst>
              <a:ext uri="{FF2B5EF4-FFF2-40B4-BE49-F238E27FC236}">
                <a16:creationId xmlns:a16="http://schemas.microsoft.com/office/drawing/2014/main" id="{E43B49F0-C25C-3911-D692-A4035473AED6}"/>
              </a:ext>
            </a:extLst>
          </p:cNvPr>
          <p:cNvSpPr>
            <a:spLocks noGrp="1"/>
          </p:cNvSpPr>
          <p:nvPr>
            <p:ph type="body" orient="vert" idx="16" hasCustomPrompt="1"/>
          </p:nvPr>
        </p:nvSpPr>
        <p:spPr>
          <a:xfrm>
            <a:off x="695325" y="1352811"/>
            <a:ext cx="10801349" cy="275964"/>
          </a:xfrm>
        </p:spPr>
        <p:txBody>
          <a:bodyPr vert="horz" lIns="0" tIns="0" rIns="0" bIns="0" anchor="ctr"/>
          <a:lstStyle>
            <a:lvl1pPr marL="0" indent="0">
              <a:buNone/>
              <a:defRPr sz="2400">
                <a:solidFill>
                  <a:srgbClr val="5A5A5A"/>
                </a:solidFill>
              </a:defRPr>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en-US" err="1"/>
              <a:t>Subtitle</a:t>
            </a:r>
            <a:endParaRPr lang="en-US"/>
          </a:p>
        </p:txBody>
      </p:sp>
      <p:sp>
        <p:nvSpPr>
          <p:cNvPr id="10" name="Tijdelijke aanduiding voor inhoud 9">
            <a:extLst>
              <a:ext uri="{FF2B5EF4-FFF2-40B4-BE49-F238E27FC236}">
                <a16:creationId xmlns:a16="http://schemas.microsoft.com/office/drawing/2014/main" id="{42C3CE38-013C-E006-9A34-E4812CDCA962}"/>
              </a:ext>
            </a:extLst>
          </p:cNvPr>
          <p:cNvSpPr>
            <a:spLocks noGrp="1"/>
          </p:cNvSpPr>
          <p:nvPr>
            <p:ph sz="quarter" idx="17" hasCustomPrompt="1"/>
          </p:nvPr>
        </p:nvSpPr>
        <p:spPr/>
        <p:txBody>
          <a:bodyPr/>
          <a:lstStyle>
            <a:lvl4pPr>
              <a:defRPr b="1" i="0">
                <a:solidFill>
                  <a:srgbClr val="6C1D5F"/>
                </a:solidFill>
                <a:latin typeface="Proxima Nova Rg" panose="02000506030000020004" pitchFamily="2" charset="0"/>
              </a:defRPr>
            </a:lvl4pPr>
          </a:lstStyle>
          <a:p>
            <a:pPr lvl="0"/>
            <a:r>
              <a:rPr lang="en-US" err="1"/>
              <a:t>Plain</a:t>
            </a:r>
            <a:r>
              <a:rPr lang="en-US"/>
              <a:t> </a:t>
            </a:r>
            <a:r>
              <a:rPr lang="en-US" err="1"/>
              <a:t>text</a:t>
            </a:r>
            <a:endParaRPr lang="en-US"/>
          </a:p>
          <a:p>
            <a:pPr lvl="1"/>
            <a:r>
              <a:rPr lang="en-US" err="1"/>
              <a:t>Bullets</a:t>
            </a:r>
            <a:endParaRPr lang="en-US"/>
          </a:p>
          <a:p>
            <a:pPr lvl="2"/>
            <a:r>
              <a:rPr lang="en-US"/>
              <a:t>Sub-</a:t>
            </a:r>
            <a:r>
              <a:rPr lang="en-US" err="1"/>
              <a:t>bullets</a:t>
            </a:r>
            <a:endParaRPr lang="en-US"/>
          </a:p>
          <a:p>
            <a:pPr lvl="3"/>
            <a:r>
              <a:rPr lang="en-US" err="1"/>
              <a:t>Subtitle</a:t>
            </a:r>
            <a:endParaRPr lang="en-US"/>
          </a:p>
          <a:p>
            <a:pPr lvl="4"/>
            <a:r>
              <a:rPr lang="en-US" err="1"/>
              <a:t>Numeric</a:t>
            </a:r>
            <a:r>
              <a:rPr lang="en-US"/>
              <a:t> </a:t>
            </a:r>
            <a:r>
              <a:rPr lang="en-US" err="1"/>
              <a:t>bullets</a:t>
            </a:r>
            <a:endParaRPr lang="en-US"/>
          </a:p>
          <a:p>
            <a:pPr lvl="5"/>
            <a:r>
              <a:rPr lang="en-US"/>
              <a:t># Abc</a:t>
            </a:r>
          </a:p>
          <a:p>
            <a:pPr lvl="6"/>
            <a:r>
              <a:rPr lang="en-US"/>
              <a:t># </a:t>
            </a:r>
            <a:r>
              <a:rPr lang="en-US" err="1"/>
              <a:t>Bullets</a:t>
            </a:r>
            <a:endParaRPr lang="en-US"/>
          </a:p>
          <a:p>
            <a:pPr lvl="7"/>
            <a:r>
              <a:rPr lang="en-US" err="1"/>
              <a:t>Cursive</a:t>
            </a:r>
            <a:endParaRPr lang="en-US"/>
          </a:p>
          <a:p>
            <a:pPr lvl="8"/>
            <a:r>
              <a:rPr lang="en-US"/>
              <a:t>Alt. Subtitel</a:t>
            </a:r>
          </a:p>
        </p:txBody>
      </p:sp>
    </p:spTree>
    <p:extLst>
      <p:ext uri="{BB962C8B-B14F-4D97-AF65-F5344CB8AC3E}">
        <p14:creationId xmlns:p14="http://schemas.microsoft.com/office/powerpoint/2010/main" val="1021149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5.xml><?xml version="1.0" encoding="utf-8"?>
<p:sldLayout xmlns:a="http://schemas.openxmlformats.org/drawingml/2006/main" xmlns:r="http://schemas.openxmlformats.org/officeDocument/2006/relationships" xmlns:p="http://schemas.openxmlformats.org/presentationml/2006/main" userDrawn="1">
  <p:cSld name="Blank with Title">
    <p:spTree>
      <p:nvGrpSpPr>
        <p:cNvPr id="1" name=""/>
        <p:cNvGrpSpPr/>
        <p:nvPr/>
      </p:nvGrpSpPr>
      <p:grpSpPr>
        <a:xfrm>
          <a:off x="0" y="0"/>
          <a:ext cx="0" cy="0"/>
          <a:chOff x="0" y="0"/>
          <a:chExt cx="0" cy="0"/>
        </a:xfrm>
      </p:grpSpPr>
      <p:pic>
        <p:nvPicPr>
          <p:cNvPr id="2" name="Picture 1" descr="A close up of a sign&#10;&#10;Description automatically generated">
            <a:extLst>
              <a:ext uri="{FF2B5EF4-FFF2-40B4-BE49-F238E27FC236}">
                <a16:creationId xmlns:a16="http://schemas.microsoft.com/office/drawing/2014/main" id="{22971960-D58F-B343-9383-9D1A2C633CE0}"/>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0971" y="423337"/>
            <a:ext cx="833165" cy="275137"/>
          </a:xfrm>
          <a:prstGeom prst="rect">
            <a:avLst/>
          </a:prstGeom>
        </p:spPr>
      </p:pic>
      <p:sp>
        <p:nvSpPr>
          <p:cNvPr id="7" name="Title 1">
            <a:extLst>
              <a:ext uri="{FF2B5EF4-FFF2-40B4-BE49-F238E27FC236}">
                <a16:creationId xmlns:a16="http://schemas.microsoft.com/office/drawing/2014/main" id="{08FAB7C8-011A-1042-90CC-49F98D949951}"/>
              </a:ext>
            </a:extLst>
          </p:cNvPr>
          <p:cNvSpPr>
            <a:spLocks noGrp="1"/>
          </p:cNvSpPr>
          <p:nvPr>
            <p:ph type="title"/>
          </p:nvPr>
        </p:nvSpPr>
        <p:spPr>
          <a:xfrm>
            <a:off x="330545" y="326905"/>
            <a:ext cx="10515600" cy="468000"/>
          </a:xfrm>
          <a:prstGeom prst="rect">
            <a:avLst/>
          </a:prstGeom>
        </p:spPr>
        <p:txBody>
          <a:bodyPr anchor="t"/>
          <a:lstStyle>
            <a:lvl1pPr>
              <a:defRPr sz="2800" b="0" i="0">
                <a:solidFill>
                  <a:srgbClr val="6A205F"/>
                </a:solidFill>
                <a:latin typeface="Avenir Medium" panose="02000503020000020003" pitchFamily="2" charset="0"/>
              </a:defRPr>
            </a:lvl1pPr>
          </a:lstStyle>
          <a:p>
            <a:r>
              <a:rPr lang="en-US"/>
              <a:t>Click to edit Master title style</a:t>
            </a:r>
          </a:p>
        </p:txBody>
      </p:sp>
      <p:sp>
        <p:nvSpPr>
          <p:cNvPr id="9" name="Rectangle 8">
            <a:extLst>
              <a:ext uri="{FF2B5EF4-FFF2-40B4-BE49-F238E27FC236}">
                <a16:creationId xmlns:a16="http://schemas.microsoft.com/office/drawing/2014/main" id="{EA251E3B-EAED-1145-B455-990CA86067B5}"/>
              </a:ext>
            </a:extLst>
          </p:cNvPr>
          <p:cNvSpPr/>
          <p:nvPr userDrawn="1"/>
        </p:nvSpPr>
        <p:spPr>
          <a:xfrm>
            <a:off x="0" y="6821956"/>
            <a:ext cx="12192000" cy="45719"/>
          </a:xfrm>
          <a:prstGeom prst="rect">
            <a:avLst/>
          </a:prstGeom>
          <a:gradFill flip="none" rotWithShape="1">
            <a:gsLst>
              <a:gs pos="25000">
                <a:srgbClr val="FFB0A6"/>
              </a:gs>
              <a:gs pos="100000">
                <a:srgbClr val="E44F0E"/>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IN" sz="2200" b="0" i="0" u="none" strike="noStrike" kern="1200" cap="none" spc="0" normalizeH="0" baseline="0" noProof="0">
              <a:ln>
                <a:noFill/>
              </a:ln>
              <a:solidFill>
                <a:prstClr val="white"/>
              </a:solidFill>
              <a:effectLst/>
              <a:uLnTx/>
              <a:uFillTx/>
              <a:latin typeface="Calibri"/>
              <a:ea typeface="+mn-ea"/>
              <a:cs typeface="+mn-cs"/>
            </a:endParaRPr>
          </a:p>
        </p:txBody>
      </p:sp>
    </p:spTree>
    <p:extLst>
      <p:ext uri="{BB962C8B-B14F-4D97-AF65-F5344CB8AC3E}">
        <p14:creationId xmlns:p14="http://schemas.microsoft.com/office/powerpoint/2010/main" val="380743164"/>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39022606"/>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Alleen titel #1">
    <p:spTree>
      <p:nvGrpSpPr>
        <p:cNvPr id="1" name=""/>
        <p:cNvGrpSpPr/>
        <p:nvPr/>
      </p:nvGrpSpPr>
      <p:grpSpPr>
        <a:xfrm>
          <a:off x="0" y="0"/>
          <a:ext cx="0" cy="0"/>
          <a:chOff x="0" y="0"/>
          <a:chExt cx="0" cy="0"/>
        </a:xfrm>
      </p:grpSpPr>
      <p:sp>
        <p:nvSpPr>
          <p:cNvPr id="8" name="Graphic 31">
            <a:extLst>
              <a:ext uri="{FF2B5EF4-FFF2-40B4-BE49-F238E27FC236}">
                <a16:creationId xmlns:a16="http://schemas.microsoft.com/office/drawing/2014/main" id="{3D319972-9B28-4EB1-A98E-96503CC03C59}"/>
              </a:ext>
            </a:extLst>
          </p:cNvPr>
          <p:cNvSpPr>
            <a:spLocks noChangeAspect="1"/>
          </p:cNvSpPr>
          <p:nvPr userDrawn="1"/>
        </p:nvSpPr>
        <p:spPr>
          <a:xfrm rot="5400000" flipV="1">
            <a:off x="2656221" y="-2656221"/>
            <a:ext cx="6900415" cy="12212857"/>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 name="connsiteX0" fmla="*/ 892481 w 5315644"/>
              <a:gd name="connsiteY0" fmla="*/ 0 h 7563813"/>
              <a:gd name="connsiteX1" fmla="*/ 5816 w 5315644"/>
              <a:gd name="connsiteY1" fmla="*/ 3571624 h 7563813"/>
              <a:gd name="connsiteX2" fmla="*/ 747667 w 5315644"/>
              <a:gd name="connsiteY2" fmla="*/ 7563812 h 7563813"/>
              <a:gd name="connsiteX3" fmla="*/ 4552322 w 5315644"/>
              <a:gd name="connsiteY3" fmla="*/ 7563813 h 7563813"/>
              <a:gd name="connsiteX4" fmla="*/ 5315644 w 5315644"/>
              <a:gd name="connsiteY4" fmla="*/ 0 h 7563813"/>
              <a:gd name="connsiteX5" fmla="*/ 892481 w 5315644"/>
              <a:gd name="connsiteY5" fmla="*/ 0 h 7563813"/>
              <a:gd name="connsiteX0" fmla="*/ 892481 w 5315644"/>
              <a:gd name="connsiteY0" fmla="*/ 0 h 7563813"/>
              <a:gd name="connsiteX1" fmla="*/ 5816 w 5315644"/>
              <a:gd name="connsiteY1" fmla="*/ 3571624 h 7563813"/>
              <a:gd name="connsiteX2" fmla="*/ 747667 w 5315644"/>
              <a:gd name="connsiteY2" fmla="*/ 7563812 h 7563813"/>
              <a:gd name="connsiteX3" fmla="*/ 4901639 w 5315644"/>
              <a:gd name="connsiteY3" fmla="*/ 7563813 h 7563813"/>
              <a:gd name="connsiteX4" fmla="*/ 5315644 w 5315644"/>
              <a:gd name="connsiteY4" fmla="*/ 0 h 7563813"/>
              <a:gd name="connsiteX5" fmla="*/ 892481 w 5315644"/>
              <a:gd name="connsiteY5" fmla="*/ 0 h 7563813"/>
              <a:gd name="connsiteX0" fmla="*/ 892481 w 4901639"/>
              <a:gd name="connsiteY0" fmla="*/ 0 h 7563813"/>
              <a:gd name="connsiteX1" fmla="*/ 5816 w 4901639"/>
              <a:gd name="connsiteY1" fmla="*/ 3571624 h 7563813"/>
              <a:gd name="connsiteX2" fmla="*/ 747667 w 4901639"/>
              <a:gd name="connsiteY2" fmla="*/ 7563812 h 7563813"/>
              <a:gd name="connsiteX3" fmla="*/ 4901639 w 4901639"/>
              <a:gd name="connsiteY3" fmla="*/ 7563813 h 7563813"/>
              <a:gd name="connsiteX4" fmla="*/ 4565260 w 4901639"/>
              <a:gd name="connsiteY4" fmla="*/ 0 h 7563813"/>
              <a:gd name="connsiteX5" fmla="*/ 892481 w 4901639"/>
              <a:gd name="connsiteY5" fmla="*/ 0 h 7563813"/>
              <a:gd name="connsiteX0" fmla="*/ 892481 w 4901639"/>
              <a:gd name="connsiteY0" fmla="*/ 12938 h 7576751"/>
              <a:gd name="connsiteX1" fmla="*/ 5816 w 4901639"/>
              <a:gd name="connsiteY1" fmla="*/ 3584562 h 7576751"/>
              <a:gd name="connsiteX2" fmla="*/ 747667 w 4901639"/>
              <a:gd name="connsiteY2" fmla="*/ 7576750 h 7576751"/>
              <a:gd name="connsiteX3" fmla="*/ 4901639 w 4901639"/>
              <a:gd name="connsiteY3" fmla="*/ 7576751 h 7576751"/>
              <a:gd name="connsiteX4" fmla="*/ 4901639 w 4901639"/>
              <a:gd name="connsiteY4" fmla="*/ 0 h 7576751"/>
              <a:gd name="connsiteX5" fmla="*/ 892481 w 4901639"/>
              <a:gd name="connsiteY5" fmla="*/ 12938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823283 h 8379532"/>
              <a:gd name="connsiteX1" fmla="*/ 10879 w 4906702"/>
              <a:gd name="connsiteY1" fmla="*/ 4387343 h 8379532"/>
              <a:gd name="connsiteX2" fmla="*/ 752730 w 4906702"/>
              <a:gd name="connsiteY2" fmla="*/ 8379531 h 8379532"/>
              <a:gd name="connsiteX3" fmla="*/ 4906702 w 4906702"/>
              <a:gd name="connsiteY3" fmla="*/ 8379532 h 8379532"/>
              <a:gd name="connsiteX4" fmla="*/ 4906702 w 4906702"/>
              <a:gd name="connsiteY4" fmla="*/ 802781 h 8379532"/>
              <a:gd name="connsiteX5" fmla="*/ 0 w 4906702"/>
              <a:gd name="connsiteY5" fmla="*/ 823283 h 8379532"/>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147214 w 4923206"/>
              <a:gd name="connsiteY0" fmla="*/ 179342 h 7576751"/>
              <a:gd name="connsiteX1" fmla="*/ 27383 w 4923206"/>
              <a:gd name="connsiteY1" fmla="*/ 3584562 h 7576751"/>
              <a:gd name="connsiteX2" fmla="*/ 769234 w 4923206"/>
              <a:gd name="connsiteY2" fmla="*/ 7576750 h 7576751"/>
              <a:gd name="connsiteX3" fmla="*/ 4923206 w 4923206"/>
              <a:gd name="connsiteY3" fmla="*/ 7576751 h 7576751"/>
              <a:gd name="connsiteX4" fmla="*/ 4923206 w 4923206"/>
              <a:gd name="connsiteY4" fmla="*/ 0 h 7576751"/>
              <a:gd name="connsiteX5" fmla="*/ 147214 w 4923206"/>
              <a:gd name="connsiteY5" fmla="*/ 179342 h 7576751"/>
              <a:gd name="connsiteX0" fmla="*/ 42213 w 4957629"/>
              <a:gd name="connsiteY0" fmla="*/ 5373 h 7576751"/>
              <a:gd name="connsiteX1" fmla="*/ 61806 w 4957629"/>
              <a:gd name="connsiteY1" fmla="*/ 3584562 h 7576751"/>
              <a:gd name="connsiteX2" fmla="*/ 803657 w 4957629"/>
              <a:gd name="connsiteY2" fmla="*/ 7576750 h 7576751"/>
              <a:gd name="connsiteX3" fmla="*/ 4957629 w 4957629"/>
              <a:gd name="connsiteY3" fmla="*/ 7576751 h 7576751"/>
              <a:gd name="connsiteX4" fmla="*/ 4957629 w 4957629"/>
              <a:gd name="connsiteY4" fmla="*/ 0 h 7576751"/>
              <a:gd name="connsiteX5" fmla="*/ 42213 w 4957629"/>
              <a:gd name="connsiteY5" fmla="*/ 5373 h 7576751"/>
              <a:gd name="connsiteX0" fmla="*/ 19358 w 4934774"/>
              <a:gd name="connsiteY0" fmla="*/ 5373 h 7576751"/>
              <a:gd name="connsiteX1" fmla="*/ 38951 w 4934774"/>
              <a:gd name="connsiteY1" fmla="*/ 3584562 h 7576751"/>
              <a:gd name="connsiteX2" fmla="*/ 780802 w 4934774"/>
              <a:gd name="connsiteY2" fmla="*/ 7576750 h 7576751"/>
              <a:gd name="connsiteX3" fmla="*/ 4934774 w 4934774"/>
              <a:gd name="connsiteY3" fmla="*/ 7576751 h 7576751"/>
              <a:gd name="connsiteX4" fmla="*/ 4934774 w 4934774"/>
              <a:gd name="connsiteY4" fmla="*/ 0 h 7576751"/>
              <a:gd name="connsiteX5" fmla="*/ 19358 w 4934774"/>
              <a:gd name="connsiteY5" fmla="*/ 5373 h 7576751"/>
              <a:gd name="connsiteX0" fmla="*/ 0 w 4915416"/>
              <a:gd name="connsiteY0" fmla="*/ 5373 h 7576751"/>
              <a:gd name="connsiteX1" fmla="*/ 19593 w 4915416"/>
              <a:gd name="connsiteY1" fmla="*/ 3584562 h 7576751"/>
              <a:gd name="connsiteX2" fmla="*/ 761444 w 4915416"/>
              <a:gd name="connsiteY2" fmla="*/ 7576750 h 7576751"/>
              <a:gd name="connsiteX3" fmla="*/ 4915416 w 4915416"/>
              <a:gd name="connsiteY3" fmla="*/ 7576751 h 7576751"/>
              <a:gd name="connsiteX4" fmla="*/ 4915416 w 4915416"/>
              <a:gd name="connsiteY4" fmla="*/ 0 h 7576751"/>
              <a:gd name="connsiteX5" fmla="*/ 0 w 4915416"/>
              <a:gd name="connsiteY5" fmla="*/ 5373 h 7576751"/>
              <a:gd name="connsiteX0" fmla="*/ 0 w 4915416"/>
              <a:gd name="connsiteY0" fmla="*/ 5373 h 7576751"/>
              <a:gd name="connsiteX1" fmla="*/ 19593 w 4915416"/>
              <a:gd name="connsiteY1" fmla="*/ 3584562 h 7576751"/>
              <a:gd name="connsiteX2" fmla="*/ 761444 w 4915416"/>
              <a:gd name="connsiteY2" fmla="*/ 7576750 h 7576751"/>
              <a:gd name="connsiteX3" fmla="*/ 4915416 w 4915416"/>
              <a:gd name="connsiteY3" fmla="*/ 7576751 h 7576751"/>
              <a:gd name="connsiteX4" fmla="*/ 4915416 w 4915416"/>
              <a:gd name="connsiteY4" fmla="*/ 0 h 7576751"/>
              <a:gd name="connsiteX5" fmla="*/ 0 w 4915416"/>
              <a:gd name="connsiteY5" fmla="*/ 5373 h 7576751"/>
              <a:gd name="connsiteX0" fmla="*/ 369366 w 5284782"/>
              <a:gd name="connsiteY0" fmla="*/ 266522 h 7837900"/>
              <a:gd name="connsiteX1" fmla="*/ 362817 w 5284782"/>
              <a:gd name="connsiteY1" fmla="*/ 3845711 h 7837900"/>
              <a:gd name="connsiteX2" fmla="*/ 1130810 w 5284782"/>
              <a:gd name="connsiteY2" fmla="*/ 7837899 h 7837900"/>
              <a:gd name="connsiteX3" fmla="*/ 5284782 w 5284782"/>
              <a:gd name="connsiteY3" fmla="*/ 7837900 h 7837900"/>
              <a:gd name="connsiteX4" fmla="*/ 5284782 w 5284782"/>
              <a:gd name="connsiteY4" fmla="*/ 261149 h 7837900"/>
              <a:gd name="connsiteX5" fmla="*/ 369366 w 5284782"/>
              <a:gd name="connsiteY5" fmla="*/ 266522 h 7837900"/>
              <a:gd name="connsiteX0" fmla="*/ 16535 w 4931951"/>
              <a:gd name="connsiteY0" fmla="*/ 5373 h 7576751"/>
              <a:gd name="connsiteX1" fmla="*/ 9986 w 4931951"/>
              <a:gd name="connsiteY1" fmla="*/ 3584562 h 7576751"/>
              <a:gd name="connsiteX2" fmla="*/ 777979 w 4931951"/>
              <a:gd name="connsiteY2" fmla="*/ 7576750 h 7576751"/>
              <a:gd name="connsiteX3" fmla="*/ 4931951 w 4931951"/>
              <a:gd name="connsiteY3" fmla="*/ 7576751 h 7576751"/>
              <a:gd name="connsiteX4" fmla="*/ 4931951 w 4931951"/>
              <a:gd name="connsiteY4" fmla="*/ 0 h 7576751"/>
              <a:gd name="connsiteX5" fmla="*/ 16535 w 4931951"/>
              <a:gd name="connsiteY5" fmla="*/ 5373 h 7576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31951" h="7576751">
                <a:moveTo>
                  <a:pt x="16535" y="5373"/>
                </a:moveTo>
                <a:cubicBezTo>
                  <a:pt x="-5007" y="4000"/>
                  <a:pt x="-3639" y="2292410"/>
                  <a:pt x="9986" y="3584562"/>
                </a:cubicBezTo>
                <a:cubicBezTo>
                  <a:pt x="23611" y="4876714"/>
                  <a:pt x="882144" y="6160044"/>
                  <a:pt x="777979" y="7576750"/>
                </a:cubicBezTo>
                <a:lnTo>
                  <a:pt x="4931951" y="7576751"/>
                </a:lnTo>
                <a:lnTo>
                  <a:pt x="4931951" y="0"/>
                </a:lnTo>
                <a:lnTo>
                  <a:pt x="16535" y="5373"/>
                </a:lnTo>
                <a:close/>
              </a:path>
            </a:pathLst>
          </a:custGeom>
          <a:solidFill>
            <a:srgbClr val="E5DDE8">
              <a:alpha val="25354"/>
            </a:srgbClr>
          </a:solidFill>
          <a:ln w="12692" cap="flat">
            <a:noFill/>
            <a:prstDash val="solid"/>
            <a:miter/>
          </a:ln>
        </p:spPr>
        <p:txBody>
          <a:bodyPr rtlCol="0" anchor="ctr"/>
          <a:lstStyle/>
          <a:p>
            <a:endParaRPr lang="nl-NL" sz="1633"/>
          </a:p>
        </p:txBody>
      </p:sp>
      <p:sp>
        <p:nvSpPr>
          <p:cNvPr id="3" name="Titel 2">
            <a:extLst>
              <a:ext uri="{FF2B5EF4-FFF2-40B4-BE49-F238E27FC236}">
                <a16:creationId xmlns:a16="http://schemas.microsoft.com/office/drawing/2014/main" id="{9C75EC70-7F42-4BDA-A7A4-1B42B53FCE8E}"/>
              </a:ext>
            </a:extLst>
          </p:cNvPr>
          <p:cNvSpPr>
            <a:spLocks noGrp="1"/>
          </p:cNvSpPr>
          <p:nvPr>
            <p:ph type="title" hasCustomPrompt="1"/>
          </p:nvPr>
        </p:nvSpPr>
        <p:spPr>
          <a:xfrm>
            <a:off x="819066" y="728743"/>
            <a:ext cx="9683960" cy="895483"/>
          </a:xfrm>
        </p:spPr>
        <p:txBody>
          <a:bodyPr/>
          <a:lstStyle>
            <a:lvl1pPr>
              <a:defRPr kumimoji="0" lang="nl-NL" sz="2800" b="0" i="0" u="none" strike="noStrike" kern="1200" cap="none" spc="0" normalizeH="0" baseline="0" dirty="0">
                <a:ln>
                  <a:noFill/>
                </a:ln>
                <a:solidFill>
                  <a:srgbClr val="6A205F"/>
                </a:solidFill>
                <a:effectLst/>
                <a:uLnTx/>
                <a:uFillTx/>
                <a:latin typeface="Roboto" panose="02000000000000000000" pitchFamily="2" charset="0"/>
                <a:ea typeface="Roboto" panose="02000000000000000000" pitchFamily="2" charset="0"/>
                <a:cs typeface="Segoe UI" panose="020B0502040204020203" pitchFamily="34" charset="0"/>
              </a:defRPr>
            </a:lvl1pPr>
          </a:lstStyle>
          <a:p>
            <a:r>
              <a:rPr lang="nl-NL"/>
              <a:t>Plaats hier een titel</a:t>
            </a:r>
            <a:br>
              <a:rPr lang="nl-NL"/>
            </a:br>
            <a:r>
              <a:rPr lang="nl-NL"/>
              <a:t>max. 2 regels</a:t>
            </a:r>
          </a:p>
        </p:txBody>
      </p:sp>
    </p:spTree>
    <p:extLst>
      <p:ext uri="{BB962C8B-B14F-4D97-AF65-F5344CB8AC3E}">
        <p14:creationId xmlns:p14="http://schemas.microsoft.com/office/powerpoint/2010/main" val="15904312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Leeg en Tekst #2">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9C75EC70-7F42-4BDA-A7A4-1B42B53FCE8E}"/>
              </a:ext>
            </a:extLst>
          </p:cNvPr>
          <p:cNvSpPr>
            <a:spLocks noGrp="1"/>
          </p:cNvSpPr>
          <p:nvPr>
            <p:ph type="title" hasCustomPrompt="1"/>
          </p:nvPr>
        </p:nvSpPr>
        <p:spPr>
          <a:xfrm>
            <a:off x="801286" y="2167854"/>
            <a:ext cx="3981201" cy="895483"/>
          </a:xfrm>
        </p:spPr>
        <p:txBody>
          <a:bodyPr/>
          <a:lstStyle>
            <a:lvl1pPr>
              <a:defRPr/>
            </a:lvl1pPr>
          </a:lstStyle>
          <a:p>
            <a:r>
              <a:rPr lang="nl-NL"/>
              <a:t>Plaats hier een titel</a:t>
            </a:r>
            <a:br>
              <a:rPr lang="nl-NL"/>
            </a:br>
            <a:r>
              <a:rPr lang="nl-NL"/>
              <a:t>max. 2 regels</a:t>
            </a:r>
          </a:p>
        </p:txBody>
      </p:sp>
      <p:cxnSp>
        <p:nvCxnSpPr>
          <p:cNvPr id="10" name="Rechte verbindingslijn 9">
            <a:extLst>
              <a:ext uri="{FF2B5EF4-FFF2-40B4-BE49-F238E27FC236}">
                <a16:creationId xmlns:a16="http://schemas.microsoft.com/office/drawing/2014/main" id="{E8854872-3CE7-41DB-B613-807CF26CA2E7}"/>
              </a:ext>
            </a:extLst>
          </p:cNvPr>
          <p:cNvCxnSpPr>
            <a:cxnSpLocks/>
          </p:cNvCxnSpPr>
          <p:nvPr userDrawn="1"/>
        </p:nvCxnSpPr>
        <p:spPr>
          <a:xfrm>
            <a:off x="5460108" y="897467"/>
            <a:ext cx="0" cy="5063066"/>
          </a:xfrm>
          <a:prstGeom prst="line">
            <a:avLst/>
          </a:prstGeom>
          <a:ln>
            <a:solidFill>
              <a:srgbClr val="5A5A5A"/>
            </a:solidFill>
          </a:ln>
        </p:spPr>
        <p:style>
          <a:lnRef idx="1">
            <a:schemeClr val="accent1"/>
          </a:lnRef>
          <a:fillRef idx="0">
            <a:schemeClr val="accent1"/>
          </a:fillRef>
          <a:effectRef idx="0">
            <a:schemeClr val="accent1"/>
          </a:effectRef>
          <a:fontRef idx="minor">
            <a:schemeClr val="tx1"/>
          </a:fontRef>
        </p:style>
      </p:cxnSp>
      <p:sp>
        <p:nvSpPr>
          <p:cNvPr id="11" name="Tijdelijke aanduiding voor verticale tekst 2">
            <a:extLst>
              <a:ext uri="{FF2B5EF4-FFF2-40B4-BE49-F238E27FC236}">
                <a16:creationId xmlns:a16="http://schemas.microsoft.com/office/drawing/2014/main" id="{CE8AE620-2669-4529-8FE0-78AF4273828C}"/>
              </a:ext>
            </a:extLst>
          </p:cNvPr>
          <p:cNvSpPr>
            <a:spLocks noGrp="1"/>
          </p:cNvSpPr>
          <p:nvPr>
            <p:ph type="body" orient="vert" idx="1" hasCustomPrompt="1"/>
          </p:nvPr>
        </p:nvSpPr>
        <p:spPr>
          <a:xfrm>
            <a:off x="801286" y="3264526"/>
            <a:ext cx="3981195" cy="1097297"/>
          </a:xfrm>
        </p:spPr>
        <p:txBody>
          <a:bodyPr vert="horz" lIns="0" tIns="0" rIns="0" bIns="0"/>
          <a:lstStyle>
            <a:lvl1pPr marL="0" indent="0">
              <a:spcAft>
                <a:spcPts val="0"/>
              </a:spcAft>
              <a:buNone/>
              <a:defRPr sz="1400" b="0">
                <a:solidFill>
                  <a:schemeClr val="accent2"/>
                </a:solidFill>
                <a:latin typeface="+mn-lt"/>
              </a:defRPr>
            </a:lvl1pPr>
            <a:lvl2pPr>
              <a:defRPr/>
            </a:lvl2pPr>
            <a:lvl3pPr>
              <a:defRPr/>
            </a:lvl3pPr>
            <a:lvl4pPr>
              <a:defRPr/>
            </a:lvl4pPr>
            <a:lvl5pPr>
              <a:defRPr/>
            </a:lvl5pPr>
            <a:lvl6pPr>
              <a:defRPr/>
            </a:lvl6pPr>
            <a:lvl7pPr>
              <a:defRPr/>
            </a:lvl7pPr>
            <a:lvl8pPr>
              <a:defRPr/>
            </a:lvl8pPr>
            <a:lvl9pPr>
              <a:defRPr/>
            </a:lvl9pPr>
          </a:lstStyle>
          <a:p>
            <a:pPr lvl="0"/>
            <a:r>
              <a:rPr lang="nl-NL"/>
              <a:t>Subtitel</a:t>
            </a:r>
          </a:p>
        </p:txBody>
      </p:sp>
    </p:spTree>
    <p:extLst>
      <p:ext uri="{BB962C8B-B14F-4D97-AF65-F5344CB8AC3E}">
        <p14:creationId xmlns:p14="http://schemas.microsoft.com/office/powerpoint/2010/main" val="28591181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9.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5C7A4F2-58CC-3044-91C3-02377F1A9FE0}"/>
              </a:ext>
            </a:extLst>
          </p:cNvPr>
          <p:cNvSpPr>
            <a:spLocks noGrp="1"/>
          </p:cNvSpPr>
          <p:nvPr>
            <p:ph type="dt" sz="half" idx="10"/>
          </p:nvPr>
        </p:nvSpPr>
        <p:spPr/>
        <p:txBody>
          <a:bodyPr/>
          <a:lstStyle/>
          <a:p>
            <a:fld id="{ED22FE86-3580-E145-BDBD-B57971C153E8}" type="datetimeFigureOut">
              <a:rPr lang="en-NL" smtClean="0"/>
              <a:t>08/18/2026</a:t>
            </a:fld>
            <a:endParaRPr lang="en-NL"/>
          </a:p>
        </p:txBody>
      </p:sp>
      <p:sp>
        <p:nvSpPr>
          <p:cNvPr id="3" name="Footer Placeholder 2">
            <a:extLst>
              <a:ext uri="{FF2B5EF4-FFF2-40B4-BE49-F238E27FC236}">
                <a16:creationId xmlns:a16="http://schemas.microsoft.com/office/drawing/2014/main" id="{010401D2-F8E4-B34A-90E4-EE5449692CC4}"/>
              </a:ext>
            </a:extLst>
          </p:cNvPr>
          <p:cNvSpPr>
            <a:spLocks noGrp="1"/>
          </p:cNvSpPr>
          <p:nvPr>
            <p:ph type="ftr" sz="quarter" idx="11"/>
          </p:nvPr>
        </p:nvSpPr>
        <p:spPr/>
        <p:txBody>
          <a:bodyPr/>
          <a:lstStyle/>
          <a:p>
            <a:endParaRPr lang="en-NL"/>
          </a:p>
        </p:txBody>
      </p:sp>
      <p:sp>
        <p:nvSpPr>
          <p:cNvPr id="4" name="Slide Number Placeholder 3">
            <a:extLst>
              <a:ext uri="{FF2B5EF4-FFF2-40B4-BE49-F238E27FC236}">
                <a16:creationId xmlns:a16="http://schemas.microsoft.com/office/drawing/2014/main" id="{B1E429EF-F617-7745-9683-F2EBD8D0369E}"/>
              </a:ext>
            </a:extLst>
          </p:cNvPr>
          <p:cNvSpPr>
            <a:spLocks noGrp="1"/>
          </p:cNvSpPr>
          <p:nvPr>
            <p:ph type="sldNum" sz="quarter" idx="12"/>
          </p:nvPr>
        </p:nvSpPr>
        <p:spPr/>
        <p:txBody>
          <a:bodyPr/>
          <a:lstStyle/>
          <a:p>
            <a:fld id="{D6AA6ABB-4B35-6E4E-8470-77C6E6AA6813}" type="slidenum">
              <a:rPr lang="en-NL" smtClean="0"/>
              <a:t>‹#›</a:t>
            </a:fld>
            <a:endParaRPr lang="en-NL"/>
          </a:p>
        </p:txBody>
      </p:sp>
    </p:spTree>
    <p:extLst>
      <p:ext uri="{BB962C8B-B14F-4D97-AF65-F5344CB8AC3E}">
        <p14:creationId xmlns:p14="http://schemas.microsoft.com/office/powerpoint/2010/main" val="3975885617"/>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10"/>
        <p:cNvGrpSpPr/>
        <p:nvPr/>
      </p:nvGrpSpPr>
      <p:grpSpPr>
        <a:xfrm>
          <a:off x="0" y="0"/>
          <a:ext cx="0" cy="0"/>
          <a:chOff x="0" y="0"/>
          <a:chExt cx="0" cy="0"/>
        </a:xfrm>
      </p:grpSpPr>
    </p:spTree>
    <p:extLst>
      <p:ext uri="{BB962C8B-B14F-4D97-AF65-F5344CB8AC3E}">
        <p14:creationId xmlns:p14="http://schemas.microsoft.com/office/powerpoint/2010/main" val="3899950981"/>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11122999"/>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Intro">
    <p:spTree>
      <p:nvGrpSpPr>
        <p:cNvPr id="1" name=""/>
        <p:cNvGrpSpPr/>
        <p:nvPr/>
      </p:nvGrpSpPr>
      <p:grpSpPr>
        <a:xfrm>
          <a:off x="0" y="0"/>
          <a:ext cx="0" cy="0"/>
          <a:chOff x="0" y="0"/>
          <a:chExt cx="0" cy="0"/>
        </a:xfrm>
      </p:grpSpPr>
      <p:sp>
        <p:nvSpPr>
          <p:cNvPr id="77" name="Graphic 2">
            <a:extLst>
              <a:ext uri="{FF2B5EF4-FFF2-40B4-BE49-F238E27FC236}">
                <a16:creationId xmlns:a16="http://schemas.microsoft.com/office/drawing/2014/main" id="{1BA5C709-61F6-4D2F-8E2C-F6FC7489A3E2}"/>
              </a:ext>
            </a:extLst>
          </p:cNvPr>
          <p:cNvSpPr/>
          <p:nvPr userDrawn="1"/>
        </p:nvSpPr>
        <p:spPr>
          <a:xfrm>
            <a:off x="4377511" y="1"/>
            <a:ext cx="7813041" cy="6858295"/>
          </a:xfrm>
          <a:custGeom>
            <a:avLst/>
            <a:gdLst>
              <a:gd name="connsiteX0" fmla="*/ 2061598 w 6851671"/>
              <a:gd name="connsiteY0" fmla="*/ 0 h 7563486"/>
              <a:gd name="connsiteX1" fmla="*/ 0 w 6851671"/>
              <a:gd name="connsiteY1" fmla="*/ 0 h 7563486"/>
              <a:gd name="connsiteX2" fmla="*/ 772305 w 6851671"/>
              <a:gd name="connsiteY2" fmla="*/ 2495328 h 7563486"/>
              <a:gd name="connsiteX3" fmla="*/ 824385 w 6851671"/>
              <a:gd name="connsiteY3" fmla="*/ 4966516 h 7563486"/>
              <a:gd name="connsiteX4" fmla="*/ 1517936 w 6851671"/>
              <a:gd name="connsiteY4" fmla="*/ 7563487 h 7563486"/>
              <a:gd name="connsiteX5" fmla="*/ 2061598 w 6851671"/>
              <a:gd name="connsiteY5" fmla="*/ 7563487 h 7563486"/>
              <a:gd name="connsiteX6" fmla="*/ 5741482 w 6851671"/>
              <a:gd name="connsiteY6" fmla="*/ 7563487 h 7563486"/>
              <a:gd name="connsiteX7" fmla="*/ 6851671 w 6851671"/>
              <a:gd name="connsiteY7" fmla="*/ 7563487 h 7563486"/>
              <a:gd name="connsiteX8" fmla="*/ 6851671 w 6851671"/>
              <a:gd name="connsiteY8" fmla="*/ 6435253 h 7563486"/>
              <a:gd name="connsiteX9" fmla="*/ 6851671 w 6851671"/>
              <a:gd name="connsiteY9" fmla="*/ 0 h 7563486"/>
              <a:gd name="connsiteX10" fmla="*/ 2061598 w 6851671"/>
              <a:gd name="connsiteY10" fmla="*/ 0 h 7563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851671" h="7563486">
                <a:moveTo>
                  <a:pt x="2061598" y="0"/>
                </a:moveTo>
                <a:lnTo>
                  <a:pt x="0" y="0"/>
                </a:lnTo>
                <a:cubicBezTo>
                  <a:pt x="142267" y="843634"/>
                  <a:pt x="583040" y="1759689"/>
                  <a:pt x="772305" y="2495328"/>
                </a:cubicBezTo>
                <a:cubicBezTo>
                  <a:pt x="1025083" y="3476180"/>
                  <a:pt x="832007" y="4141940"/>
                  <a:pt x="824385" y="4966516"/>
                </a:cubicBezTo>
                <a:cubicBezTo>
                  <a:pt x="819304" y="5764411"/>
                  <a:pt x="986976" y="6714770"/>
                  <a:pt x="1517936" y="7563487"/>
                </a:cubicBezTo>
                <a:lnTo>
                  <a:pt x="2061598" y="7563487"/>
                </a:lnTo>
                <a:lnTo>
                  <a:pt x="5741482" y="7563487"/>
                </a:lnTo>
                <a:lnTo>
                  <a:pt x="6851671" y="7563487"/>
                </a:lnTo>
                <a:lnTo>
                  <a:pt x="6851671" y="6435253"/>
                </a:lnTo>
                <a:lnTo>
                  <a:pt x="6851671" y="0"/>
                </a:lnTo>
                <a:lnTo>
                  <a:pt x="2061598" y="0"/>
                </a:lnTo>
                <a:close/>
              </a:path>
            </a:pathLst>
          </a:custGeom>
          <a:solidFill>
            <a:srgbClr val="4A1E47"/>
          </a:solidFill>
          <a:ln w="12692" cap="flat">
            <a:noFill/>
            <a:prstDash val="solid"/>
            <a:miter/>
          </a:ln>
        </p:spPr>
        <p:txBody>
          <a:bodyPr rtlCol="0" anchor="ctr"/>
          <a:lstStyle/>
          <a:p>
            <a:endParaRPr lang="nl-NL" sz="1633"/>
          </a:p>
        </p:txBody>
      </p:sp>
      <p:sp>
        <p:nvSpPr>
          <p:cNvPr id="165" name="Titel 7">
            <a:extLst>
              <a:ext uri="{FF2B5EF4-FFF2-40B4-BE49-F238E27FC236}">
                <a16:creationId xmlns:a16="http://schemas.microsoft.com/office/drawing/2014/main" id="{B2A53DDE-76DF-4AAD-A963-4243787C9650}"/>
              </a:ext>
            </a:extLst>
          </p:cNvPr>
          <p:cNvSpPr>
            <a:spLocks noGrp="1"/>
          </p:cNvSpPr>
          <p:nvPr>
            <p:ph type="title" hasCustomPrompt="1"/>
          </p:nvPr>
        </p:nvSpPr>
        <p:spPr>
          <a:xfrm>
            <a:off x="573779" y="1781995"/>
            <a:ext cx="4468139" cy="1762357"/>
          </a:xfrm>
        </p:spPr>
        <p:txBody>
          <a:bodyPr tIns="0" anchor="t"/>
          <a:lstStyle>
            <a:lvl1pPr>
              <a:lnSpc>
                <a:spcPct val="110000"/>
              </a:lnSpc>
              <a:defRPr sz="4400">
                <a:solidFill>
                  <a:schemeClr val="accent2"/>
                </a:solidFill>
                <a:latin typeface="+mj-lt"/>
              </a:defRPr>
            </a:lvl1pPr>
          </a:lstStyle>
          <a:p>
            <a:r>
              <a:rPr lang="nl-NL"/>
              <a:t>Titel van de </a:t>
            </a:r>
            <a:br>
              <a:rPr lang="nl-NL"/>
            </a:br>
            <a:r>
              <a:rPr lang="nl-NL"/>
              <a:t>presentatie</a:t>
            </a:r>
          </a:p>
        </p:txBody>
      </p:sp>
      <p:sp>
        <p:nvSpPr>
          <p:cNvPr id="169" name="Tijdelijke aanduiding voor verticale tekst 2">
            <a:extLst>
              <a:ext uri="{FF2B5EF4-FFF2-40B4-BE49-F238E27FC236}">
                <a16:creationId xmlns:a16="http://schemas.microsoft.com/office/drawing/2014/main" id="{67E4CC62-0755-469F-BE26-4B30E66359CF}"/>
              </a:ext>
            </a:extLst>
          </p:cNvPr>
          <p:cNvSpPr>
            <a:spLocks noGrp="1"/>
          </p:cNvSpPr>
          <p:nvPr>
            <p:ph type="body" orient="vert" idx="1" hasCustomPrompt="1"/>
          </p:nvPr>
        </p:nvSpPr>
        <p:spPr>
          <a:xfrm>
            <a:off x="573780" y="3652838"/>
            <a:ext cx="4468138" cy="936291"/>
          </a:xfrm>
        </p:spPr>
        <p:txBody>
          <a:bodyPr vert="horz" lIns="0" tIns="0" rIns="0" bIns="0"/>
          <a:lstStyle>
            <a:lvl1pPr marL="0" indent="0">
              <a:spcAft>
                <a:spcPts val="0"/>
              </a:spcAft>
              <a:buNone/>
              <a:defRPr sz="2400" b="0">
                <a:solidFill>
                  <a:schemeClr val="accent2"/>
                </a:solidFill>
                <a:latin typeface="+mn-lt"/>
              </a:defRPr>
            </a:lvl1pPr>
            <a:lvl2pPr>
              <a:defRPr/>
            </a:lvl2pPr>
            <a:lvl3pPr>
              <a:defRPr/>
            </a:lvl3pPr>
            <a:lvl4pPr>
              <a:defRPr/>
            </a:lvl4pPr>
            <a:lvl5pPr>
              <a:defRPr/>
            </a:lvl5pPr>
            <a:lvl6pPr>
              <a:defRPr/>
            </a:lvl6pPr>
            <a:lvl7pPr>
              <a:defRPr/>
            </a:lvl7pPr>
            <a:lvl8pPr>
              <a:defRPr/>
            </a:lvl8pPr>
            <a:lvl9pPr>
              <a:defRPr/>
            </a:lvl9pPr>
          </a:lstStyle>
          <a:p>
            <a:pPr lvl="0"/>
            <a:r>
              <a:rPr lang="nl-NL"/>
              <a:t>Subtitel</a:t>
            </a:r>
          </a:p>
        </p:txBody>
      </p:sp>
      <p:sp>
        <p:nvSpPr>
          <p:cNvPr id="81" name="Tijdelijke aanduiding voor afbeelding 80">
            <a:extLst>
              <a:ext uri="{FF2B5EF4-FFF2-40B4-BE49-F238E27FC236}">
                <a16:creationId xmlns:a16="http://schemas.microsoft.com/office/drawing/2014/main" id="{5D9942B4-D43E-438F-B317-AC11120ED162}"/>
              </a:ext>
            </a:extLst>
          </p:cNvPr>
          <p:cNvSpPr>
            <a:spLocks noGrp="1"/>
          </p:cNvSpPr>
          <p:nvPr>
            <p:ph type="pic" sz="quarter" idx="23" hasCustomPrompt="1"/>
          </p:nvPr>
        </p:nvSpPr>
        <p:spPr>
          <a:xfrm>
            <a:off x="6104243" y="3"/>
            <a:ext cx="6086309" cy="6857998"/>
          </a:xfrm>
          <a:custGeom>
            <a:avLst/>
            <a:gdLst>
              <a:gd name="connsiteX0" fmla="*/ 17650 w 6086309"/>
              <a:gd name="connsiteY0" fmla="*/ 0 h 6857998"/>
              <a:gd name="connsiteX1" fmla="*/ 6086309 w 6086309"/>
              <a:gd name="connsiteY1" fmla="*/ 0 h 6857998"/>
              <a:gd name="connsiteX2" fmla="*/ 6086309 w 6086309"/>
              <a:gd name="connsiteY2" fmla="*/ 6857998 h 6857998"/>
              <a:gd name="connsiteX3" fmla="*/ 755881 w 6086309"/>
              <a:gd name="connsiteY3" fmla="*/ 6857998 h 6857998"/>
              <a:gd name="connsiteX4" fmla="*/ 653681 w 6086309"/>
              <a:gd name="connsiteY4" fmla="*/ 6652262 h 6857998"/>
              <a:gd name="connsiteX5" fmla="*/ 276 w 6086309"/>
              <a:gd name="connsiteY5" fmla="*/ 3635946 h 6857998"/>
              <a:gd name="connsiteX6" fmla="*/ 17650 w 6086309"/>
              <a:gd name="connsiteY6" fmla="*/ 0 h 6857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86309" h="6857998">
                <a:moveTo>
                  <a:pt x="17650" y="0"/>
                </a:moveTo>
                <a:lnTo>
                  <a:pt x="6086309" y="0"/>
                </a:lnTo>
                <a:lnTo>
                  <a:pt x="6086309" y="6857998"/>
                </a:lnTo>
                <a:lnTo>
                  <a:pt x="755881" y="6857998"/>
                </a:lnTo>
                <a:lnTo>
                  <a:pt x="653681" y="6652262"/>
                </a:lnTo>
                <a:cubicBezTo>
                  <a:pt x="163408" y="5620370"/>
                  <a:pt x="-7868" y="4565886"/>
                  <a:pt x="276" y="3635946"/>
                </a:cubicBezTo>
                <a:cubicBezTo>
                  <a:pt x="14754" y="2402074"/>
                  <a:pt x="346302" y="1384793"/>
                  <a:pt x="17650" y="0"/>
                </a:cubicBezTo>
                <a:close/>
              </a:path>
            </a:pathLst>
          </a:custGeom>
          <a:solidFill>
            <a:schemeClr val="bg1">
              <a:lumMod val="95000"/>
            </a:schemeClr>
          </a:solidFill>
          <a:ln>
            <a:noFill/>
          </a:ln>
        </p:spPr>
        <p:txBody>
          <a:bodyPr wrap="square" bIns="1620000" anchor="ctr">
            <a:noAutofit/>
          </a:bodyPr>
          <a:lstStyle>
            <a:lvl1pPr marL="0" indent="0" algn="ctr">
              <a:lnSpc>
                <a:spcPct val="90000"/>
              </a:lnSpc>
              <a:spcBef>
                <a:spcPts val="0"/>
              </a:spcBef>
              <a:spcAft>
                <a:spcPts val="0"/>
              </a:spcAft>
              <a:buNone/>
              <a:defRPr sz="1500" i="1">
                <a:solidFill>
                  <a:schemeClr val="tx1">
                    <a:lumMod val="50000"/>
                    <a:lumOff val="50000"/>
                  </a:schemeClr>
                </a:solidFill>
              </a:defRPr>
            </a:lvl1pPr>
          </a:lstStyle>
          <a:p>
            <a:r>
              <a:rPr lang="nl-NL"/>
              <a:t>Klik op het onderstaand icoon </a:t>
            </a:r>
            <a:br>
              <a:rPr lang="nl-NL"/>
            </a:br>
            <a:r>
              <a:rPr lang="nl-NL"/>
              <a:t>om een foto in te voegen.</a:t>
            </a:r>
            <a:br>
              <a:rPr lang="nl-NL"/>
            </a:br>
            <a:br>
              <a:rPr lang="nl-NL"/>
            </a:br>
            <a:r>
              <a:rPr lang="nl-NL"/>
              <a:t>Meer hulp nodig? </a:t>
            </a:r>
            <a:br>
              <a:rPr lang="nl-NL"/>
            </a:br>
            <a:r>
              <a:rPr lang="nl-NL"/>
              <a:t>Aan de zijkanten van de dia's zijn instructies </a:t>
            </a:r>
            <a:br>
              <a:rPr lang="nl-NL"/>
            </a:br>
            <a:r>
              <a:rPr lang="nl-NL"/>
              <a:t>geplaatst voor verdere informatie.</a:t>
            </a:r>
          </a:p>
        </p:txBody>
      </p:sp>
    </p:spTree>
    <p:extLst>
      <p:ext uri="{BB962C8B-B14F-4D97-AF65-F5344CB8AC3E}">
        <p14:creationId xmlns:p14="http://schemas.microsoft.com/office/powerpoint/2010/main" val="25295300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Leeg">
    <p:spTree>
      <p:nvGrpSpPr>
        <p:cNvPr id="1" name=""/>
        <p:cNvGrpSpPr/>
        <p:nvPr/>
      </p:nvGrpSpPr>
      <p:grpSpPr>
        <a:xfrm>
          <a:off x="0" y="0"/>
          <a:ext cx="0" cy="0"/>
          <a:chOff x="0" y="0"/>
          <a:chExt cx="0" cy="0"/>
        </a:xfrm>
      </p:grpSpPr>
      <p:sp>
        <p:nvSpPr>
          <p:cNvPr id="6" name="Graphic 31">
            <a:extLst>
              <a:ext uri="{FF2B5EF4-FFF2-40B4-BE49-F238E27FC236}">
                <a16:creationId xmlns:a16="http://schemas.microsoft.com/office/drawing/2014/main" id="{6F8C2140-0E3B-4526-AC26-07A2A3640BC3}"/>
              </a:ext>
            </a:extLst>
          </p:cNvPr>
          <p:cNvSpPr>
            <a:spLocks noChangeAspect="1"/>
          </p:cNvSpPr>
          <p:nvPr userDrawn="1"/>
        </p:nvSpPr>
        <p:spPr>
          <a:xfrm rot="5400000" flipH="1">
            <a:off x="2656213" y="-2656226"/>
            <a:ext cx="6900415" cy="12212857"/>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 name="connsiteX0" fmla="*/ 892481 w 5315644"/>
              <a:gd name="connsiteY0" fmla="*/ 0 h 7563813"/>
              <a:gd name="connsiteX1" fmla="*/ 5816 w 5315644"/>
              <a:gd name="connsiteY1" fmla="*/ 3571624 h 7563813"/>
              <a:gd name="connsiteX2" fmla="*/ 747667 w 5315644"/>
              <a:gd name="connsiteY2" fmla="*/ 7563812 h 7563813"/>
              <a:gd name="connsiteX3" fmla="*/ 4552322 w 5315644"/>
              <a:gd name="connsiteY3" fmla="*/ 7563813 h 7563813"/>
              <a:gd name="connsiteX4" fmla="*/ 5315644 w 5315644"/>
              <a:gd name="connsiteY4" fmla="*/ 0 h 7563813"/>
              <a:gd name="connsiteX5" fmla="*/ 892481 w 5315644"/>
              <a:gd name="connsiteY5" fmla="*/ 0 h 7563813"/>
              <a:gd name="connsiteX0" fmla="*/ 892481 w 5315644"/>
              <a:gd name="connsiteY0" fmla="*/ 0 h 7563813"/>
              <a:gd name="connsiteX1" fmla="*/ 5816 w 5315644"/>
              <a:gd name="connsiteY1" fmla="*/ 3571624 h 7563813"/>
              <a:gd name="connsiteX2" fmla="*/ 747667 w 5315644"/>
              <a:gd name="connsiteY2" fmla="*/ 7563812 h 7563813"/>
              <a:gd name="connsiteX3" fmla="*/ 4901639 w 5315644"/>
              <a:gd name="connsiteY3" fmla="*/ 7563813 h 7563813"/>
              <a:gd name="connsiteX4" fmla="*/ 5315644 w 5315644"/>
              <a:gd name="connsiteY4" fmla="*/ 0 h 7563813"/>
              <a:gd name="connsiteX5" fmla="*/ 892481 w 5315644"/>
              <a:gd name="connsiteY5" fmla="*/ 0 h 7563813"/>
              <a:gd name="connsiteX0" fmla="*/ 892481 w 4901639"/>
              <a:gd name="connsiteY0" fmla="*/ 0 h 7563813"/>
              <a:gd name="connsiteX1" fmla="*/ 5816 w 4901639"/>
              <a:gd name="connsiteY1" fmla="*/ 3571624 h 7563813"/>
              <a:gd name="connsiteX2" fmla="*/ 747667 w 4901639"/>
              <a:gd name="connsiteY2" fmla="*/ 7563812 h 7563813"/>
              <a:gd name="connsiteX3" fmla="*/ 4901639 w 4901639"/>
              <a:gd name="connsiteY3" fmla="*/ 7563813 h 7563813"/>
              <a:gd name="connsiteX4" fmla="*/ 4565260 w 4901639"/>
              <a:gd name="connsiteY4" fmla="*/ 0 h 7563813"/>
              <a:gd name="connsiteX5" fmla="*/ 892481 w 4901639"/>
              <a:gd name="connsiteY5" fmla="*/ 0 h 7563813"/>
              <a:gd name="connsiteX0" fmla="*/ 892481 w 4901639"/>
              <a:gd name="connsiteY0" fmla="*/ 12938 h 7576751"/>
              <a:gd name="connsiteX1" fmla="*/ 5816 w 4901639"/>
              <a:gd name="connsiteY1" fmla="*/ 3584562 h 7576751"/>
              <a:gd name="connsiteX2" fmla="*/ 747667 w 4901639"/>
              <a:gd name="connsiteY2" fmla="*/ 7576750 h 7576751"/>
              <a:gd name="connsiteX3" fmla="*/ 4901639 w 4901639"/>
              <a:gd name="connsiteY3" fmla="*/ 7576751 h 7576751"/>
              <a:gd name="connsiteX4" fmla="*/ 4901639 w 4901639"/>
              <a:gd name="connsiteY4" fmla="*/ 0 h 7576751"/>
              <a:gd name="connsiteX5" fmla="*/ 892481 w 4901639"/>
              <a:gd name="connsiteY5" fmla="*/ 12938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823283 h 8379532"/>
              <a:gd name="connsiteX1" fmla="*/ 10879 w 4906702"/>
              <a:gd name="connsiteY1" fmla="*/ 4387343 h 8379532"/>
              <a:gd name="connsiteX2" fmla="*/ 752730 w 4906702"/>
              <a:gd name="connsiteY2" fmla="*/ 8379531 h 8379532"/>
              <a:gd name="connsiteX3" fmla="*/ 4906702 w 4906702"/>
              <a:gd name="connsiteY3" fmla="*/ 8379532 h 8379532"/>
              <a:gd name="connsiteX4" fmla="*/ 4906702 w 4906702"/>
              <a:gd name="connsiteY4" fmla="*/ 802781 h 8379532"/>
              <a:gd name="connsiteX5" fmla="*/ 0 w 4906702"/>
              <a:gd name="connsiteY5" fmla="*/ 823283 h 8379532"/>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147214 w 4923206"/>
              <a:gd name="connsiteY0" fmla="*/ 179342 h 7576751"/>
              <a:gd name="connsiteX1" fmla="*/ 27383 w 4923206"/>
              <a:gd name="connsiteY1" fmla="*/ 3584562 h 7576751"/>
              <a:gd name="connsiteX2" fmla="*/ 769234 w 4923206"/>
              <a:gd name="connsiteY2" fmla="*/ 7576750 h 7576751"/>
              <a:gd name="connsiteX3" fmla="*/ 4923206 w 4923206"/>
              <a:gd name="connsiteY3" fmla="*/ 7576751 h 7576751"/>
              <a:gd name="connsiteX4" fmla="*/ 4923206 w 4923206"/>
              <a:gd name="connsiteY4" fmla="*/ 0 h 7576751"/>
              <a:gd name="connsiteX5" fmla="*/ 147214 w 4923206"/>
              <a:gd name="connsiteY5" fmla="*/ 179342 h 7576751"/>
              <a:gd name="connsiteX0" fmla="*/ 42213 w 4957629"/>
              <a:gd name="connsiteY0" fmla="*/ 5373 h 7576751"/>
              <a:gd name="connsiteX1" fmla="*/ 61806 w 4957629"/>
              <a:gd name="connsiteY1" fmla="*/ 3584562 h 7576751"/>
              <a:gd name="connsiteX2" fmla="*/ 803657 w 4957629"/>
              <a:gd name="connsiteY2" fmla="*/ 7576750 h 7576751"/>
              <a:gd name="connsiteX3" fmla="*/ 4957629 w 4957629"/>
              <a:gd name="connsiteY3" fmla="*/ 7576751 h 7576751"/>
              <a:gd name="connsiteX4" fmla="*/ 4957629 w 4957629"/>
              <a:gd name="connsiteY4" fmla="*/ 0 h 7576751"/>
              <a:gd name="connsiteX5" fmla="*/ 42213 w 4957629"/>
              <a:gd name="connsiteY5" fmla="*/ 5373 h 7576751"/>
              <a:gd name="connsiteX0" fmla="*/ 19358 w 4934774"/>
              <a:gd name="connsiteY0" fmla="*/ 5373 h 7576751"/>
              <a:gd name="connsiteX1" fmla="*/ 38951 w 4934774"/>
              <a:gd name="connsiteY1" fmla="*/ 3584562 h 7576751"/>
              <a:gd name="connsiteX2" fmla="*/ 780802 w 4934774"/>
              <a:gd name="connsiteY2" fmla="*/ 7576750 h 7576751"/>
              <a:gd name="connsiteX3" fmla="*/ 4934774 w 4934774"/>
              <a:gd name="connsiteY3" fmla="*/ 7576751 h 7576751"/>
              <a:gd name="connsiteX4" fmla="*/ 4934774 w 4934774"/>
              <a:gd name="connsiteY4" fmla="*/ 0 h 7576751"/>
              <a:gd name="connsiteX5" fmla="*/ 19358 w 4934774"/>
              <a:gd name="connsiteY5" fmla="*/ 5373 h 7576751"/>
              <a:gd name="connsiteX0" fmla="*/ 0 w 4915416"/>
              <a:gd name="connsiteY0" fmla="*/ 5373 h 7576751"/>
              <a:gd name="connsiteX1" fmla="*/ 19593 w 4915416"/>
              <a:gd name="connsiteY1" fmla="*/ 3584562 h 7576751"/>
              <a:gd name="connsiteX2" fmla="*/ 761444 w 4915416"/>
              <a:gd name="connsiteY2" fmla="*/ 7576750 h 7576751"/>
              <a:gd name="connsiteX3" fmla="*/ 4915416 w 4915416"/>
              <a:gd name="connsiteY3" fmla="*/ 7576751 h 7576751"/>
              <a:gd name="connsiteX4" fmla="*/ 4915416 w 4915416"/>
              <a:gd name="connsiteY4" fmla="*/ 0 h 7576751"/>
              <a:gd name="connsiteX5" fmla="*/ 0 w 4915416"/>
              <a:gd name="connsiteY5" fmla="*/ 5373 h 7576751"/>
              <a:gd name="connsiteX0" fmla="*/ 0 w 4915416"/>
              <a:gd name="connsiteY0" fmla="*/ 5373 h 7576751"/>
              <a:gd name="connsiteX1" fmla="*/ 19593 w 4915416"/>
              <a:gd name="connsiteY1" fmla="*/ 3584562 h 7576751"/>
              <a:gd name="connsiteX2" fmla="*/ 761444 w 4915416"/>
              <a:gd name="connsiteY2" fmla="*/ 7576750 h 7576751"/>
              <a:gd name="connsiteX3" fmla="*/ 4915416 w 4915416"/>
              <a:gd name="connsiteY3" fmla="*/ 7576751 h 7576751"/>
              <a:gd name="connsiteX4" fmla="*/ 4915416 w 4915416"/>
              <a:gd name="connsiteY4" fmla="*/ 0 h 7576751"/>
              <a:gd name="connsiteX5" fmla="*/ 0 w 4915416"/>
              <a:gd name="connsiteY5" fmla="*/ 5373 h 7576751"/>
              <a:gd name="connsiteX0" fmla="*/ 369366 w 5284782"/>
              <a:gd name="connsiteY0" fmla="*/ 266522 h 7837900"/>
              <a:gd name="connsiteX1" fmla="*/ 362817 w 5284782"/>
              <a:gd name="connsiteY1" fmla="*/ 3845711 h 7837900"/>
              <a:gd name="connsiteX2" fmla="*/ 1130810 w 5284782"/>
              <a:gd name="connsiteY2" fmla="*/ 7837899 h 7837900"/>
              <a:gd name="connsiteX3" fmla="*/ 5284782 w 5284782"/>
              <a:gd name="connsiteY3" fmla="*/ 7837900 h 7837900"/>
              <a:gd name="connsiteX4" fmla="*/ 5284782 w 5284782"/>
              <a:gd name="connsiteY4" fmla="*/ 261149 h 7837900"/>
              <a:gd name="connsiteX5" fmla="*/ 369366 w 5284782"/>
              <a:gd name="connsiteY5" fmla="*/ 266522 h 7837900"/>
              <a:gd name="connsiteX0" fmla="*/ 16535 w 4931951"/>
              <a:gd name="connsiteY0" fmla="*/ 5373 h 7576751"/>
              <a:gd name="connsiteX1" fmla="*/ 9986 w 4931951"/>
              <a:gd name="connsiteY1" fmla="*/ 3584562 h 7576751"/>
              <a:gd name="connsiteX2" fmla="*/ 777979 w 4931951"/>
              <a:gd name="connsiteY2" fmla="*/ 7576750 h 7576751"/>
              <a:gd name="connsiteX3" fmla="*/ 4931951 w 4931951"/>
              <a:gd name="connsiteY3" fmla="*/ 7576751 h 7576751"/>
              <a:gd name="connsiteX4" fmla="*/ 4931951 w 4931951"/>
              <a:gd name="connsiteY4" fmla="*/ 0 h 7576751"/>
              <a:gd name="connsiteX5" fmla="*/ 16535 w 4931951"/>
              <a:gd name="connsiteY5" fmla="*/ 5373 h 7576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31951" h="7576751">
                <a:moveTo>
                  <a:pt x="16535" y="5373"/>
                </a:moveTo>
                <a:cubicBezTo>
                  <a:pt x="-5007" y="4000"/>
                  <a:pt x="-3639" y="2292410"/>
                  <a:pt x="9986" y="3584562"/>
                </a:cubicBezTo>
                <a:cubicBezTo>
                  <a:pt x="23611" y="4876714"/>
                  <a:pt x="882144" y="6160044"/>
                  <a:pt x="777979" y="7576750"/>
                </a:cubicBezTo>
                <a:lnTo>
                  <a:pt x="4931951" y="7576751"/>
                </a:lnTo>
                <a:lnTo>
                  <a:pt x="4931951" y="0"/>
                </a:lnTo>
                <a:lnTo>
                  <a:pt x="16535" y="5373"/>
                </a:lnTo>
                <a:close/>
              </a:path>
            </a:pathLst>
          </a:custGeom>
          <a:solidFill>
            <a:srgbClr val="E5DDE8"/>
          </a:solidFill>
          <a:ln w="12692" cap="flat">
            <a:noFill/>
            <a:prstDash val="solid"/>
            <a:miter/>
          </a:ln>
        </p:spPr>
        <p:txBody>
          <a:bodyPr rtlCol="0" anchor="ctr"/>
          <a:lstStyle/>
          <a:p>
            <a:endParaRPr lang="nl-NL" sz="1633"/>
          </a:p>
        </p:txBody>
      </p:sp>
    </p:spTree>
    <p:extLst>
      <p:ext uri="{BB962C8B-B14F-4D97-AF65-F5344CB8AC3E}">
        <p14:creationId xmlns:p14="http://schemas.microsoft.com/office/powerpoint/2010/main" val="41425037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Alleen titel #1">
    <p:spTree>
      <p:nvGrpSpPr>
        <p:cNvPr id="1" name=""/>
        <p:cNvGrpSpPr/>
        <p:nvPr/>
      </p:nvGrpSpPr>
      <p:grpSpPr>
        <a:xfrm>
          <a:off x="0" y="0"/>
          <a:ext cx="0" cy="0"/>
          <a:chOff x="0" y="0"/>
          <a:chExt cx="0" cy="0"/>
        </a:xfrm>
      </p:grpSpPr>
      <p:sp>
        <p:nvSpPr>
          <p:cNvPr id="8" name="Graphic 31">
            <a:extLst>
              <a:ext uri="{FF2B5EF4-FFF2-40B4-BE49-F238E27FC236}">
                <a16:creationId xmlns:a16="http://schemas.microsoft.com/office/drawing/2014/main" id="{3D319972-9B28-4EB1-A98E-96503CC03C59}"/>
              </a:ext>
            </a:extLst>
          </p:cNvPr>
          <p:cNvSpPr>
            <a:spLocks noChangeAspect="1"/>
          </p:cNvSpPr>
          <p:nvPr userDrawn="1"/>
        </p:nvSpPr>
        <p:spPr>
          <a:xfrm rot="5400000" flipV="1">
            <a:off x="2656221" y="-2656221"/>
            <a:ext cx="6900415" cy="12212857"/>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 name="connsiteX0" fmla="*/ 892481 w 5315644"/>
              <a:gd name="connsiteY0" fmla="*/ 0 h 7563813"/>
              <a:gd name="connsiteX1" fmla="*/ 5816 w 5315644"/>
              <a:gd name="connsiteY1" fmla="*/ 3571624 h 7563813"/>
              <a:gd name="connsiteX2" fmla="*/ 747667 w 5315644"/>
              <a:gd name="connsiteY2" fmla="*/ 7563812 h 7563813"/>
              <a:gd name="connsiteX3" fmla="*/ 4552322 w 5315644"/>
              <a:gd name="connsiteY3" fmla="*/ 7563813 h 7563813"/>
              <a:gd name="connsiteX4" fmla="*/ 5315644 w 5315644"/>
              <a:gd name="connsiteY4" fmla="*/ 0 h 7563813"/>
              <a:gd name="connsiteX5" fmla="*/ 892481 w 5315644"/>
              <a:gd name="connsiteY5" fmla="*/ 0 h 7563813"/>
              <a:gd name="connsiteX0" fmla="*/ 892481 w 5315644"/>
              <a:gd name="connsiteY0" fmla="*/ 0 h 7563813"/>
              <a:gd name="connsiteX1" fmla="*/ 5816 w 5315644"/>
              <a:gd name="connsiteY1" fmla="*/ 3571624 h 7563813"/>
              <a:gd name="connsiteX2" fmla="*/ 747667 w 5315644"/>
              <a:gd name="connsiteY2" fmla="*/ 7563812 h 7563813"/>
              <a:gd name="connsiteX3" fmla="*/ 4901639 w 5315644"/>
              <a:gd name="connsiteY3" fmla="*/ 7563813 h 7563813"/>
              <a:gd name="connsiteX4" fmla="*/ 5315644 w 5315644"/>
              <a:gd name="connsiteY4" fmla="*/ 0 h 7563813"/>
              <a:gd name="connsiteX5" fmla="*/ 892481 w 5315644"/>
              <a:gd name="connsiteY5" fmla="*/ 0 h 7563813"/>
              <a:gd name="connsiteX0" fmla="*/ 892481 w 4901639"/>
              <a:gd name="connsiteY0" fmla="*/ 0 h 7563813"/>
              <a:gd name="connsiteX1" fmla="*/ 5816 w 4901639"/>
              <a:gd name="connsiteY1" fmla="*/ 3571624 h 7563813"/>
              <a:gd name="connsiteX2" fmla="*/ 747667 w 4901639"/>
              <a:gd name="connsiteY2" fmla="*/ 7563812 h 7563813"/>
              <a:gd name="connsiteX3" fmla="*/ 4901639 w 4901639"/>
              <a:gd name="connsiteY3" fmla="*/ 7563813 h 7563813"/>
              <a:gd name="connsiteX4" fmla="*/ 4565260 w 4901639"/>
              <a:gd name="connsiteY4" fmla="*/ 0 h 7563813"/>
              <a:gd name="connsiteX5" fmla="*/ 892481 w 4901639"/>
              <a:gd name="connsiteY5" fmla="*/ 0 h 7563813"/>
              <a:gd name="connsiteX0" fmla="*/ 892481 w 4901639"/>
              <a:gd name="connsiteY0" fmla="*/ 12938 h 7576751"/>
              <a:gd name="connsiteX1" fmla="*/ 5816 w 4901639"/>
              <a:gd name="connsiteY1" fmla="*/ 3584562 h 7576751"/>
              <a:gd name="connsiteX2" fmla="*/ 747667 w 4901639"/>
              <a:gd name="connsiteY2" fmla="*/ 7576750 h 7576751"/>
              <a:gd name="connsiteX3" fmla="*/ 4901639 w 4901639"/>
              <a:gd name="connsiteY3" fmla="*/ 7576751 h 7576751"/>
              <a:gd name="connsiteX4" fmla="*/ 4901639 w 4901639"/>
              <a:gd name="connsiteY4" fmla="*/ 0 h 7576751"/>
              <a:gd name="connsiteX5" fmla="*/ 892481 w 4901639"/>
              <a:gd name="connsiteY5" fmla="*/ 12938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823283 h 8379532"/>
              <a:gd name="connsiteX1" fmla="*/ 10879 w 4906702"/>
              <a:gd name="connsiteY1" fmla="*/ 4387343 h 8379532"/>
              <a:gd name="connsiteX2" fmla="*/ 752730 w 4906702"/>
              <a:gd name="connsiteY2" fmla="*/ 8379531 h 8379532"/>
              <a:gd name="connsiteX3" fmla="*/ 4906702 w 4906702"/>
              <a:gd name="connsiteY3" fmla="*/ 8379532 h 8379532"/>
              <a:gd name="connsiteX4" fmla="*/ 4906702 w 4906702"/>
              <a:gd name="connsiteY4" fmla="*/ 802781 h 8379532"/>
              <a:gd name="connsiteX5" fmla="*/ 0 w 4906702"/>
              <a:gd name="connsiteY5" fmla="*/ 823283 h 8379532"/>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147214 w 4923206"/>
              <a:gd name="connsiteY0" fmla="*/ 179342 h 7576751"/>
              <a:gd name="connsiteX1" fmla="*/ 27383 w 4923206"/>
              <a:gd name="connsiteY1" fmla="*/ 3584562 h 7576751"/>
              <a:gd name="connsiteX2" fmla="*/ 769234 w 4923206"/>
              <a:gd name="connsiteY2" fmla="*/ 7576750 h 7576751"/>
              <a:gd name="connsiteX3" fmla="*/ 4923206 w 4923206"/>
              <a:gd name="connsiteY3" fmla="*/ 7576751 h 7576751"/>
              <a:gd name="connsiteX4" fmla="*/ 4923206 w 4923206"/>
              <a:gd name="connsiteY4" fmla="*/ 0 h 7576751"/>
              <a:gd name="connsiteX5" fmla="*/ 147214 w 4923206"/>
              <a:gd name="connsiteY5" fmla="*/ 179342 h 7576751"/>
              <a:gd name="connsiteX0" fmla="*/ 42213 w 4957629"/>
              <a:gd name="connsiteY0" fmla="*/ 5373 h 7576751"/>
              <a:gd name="connsiteX1" fmla="*/ 61806 w 4957629"/>
              <a:gd name="connsiteY1" fmla="*/ 3584562 h 7576751"/>
              <a:gd name="connsiteX2" fmla="*/ 803657 w 4957629"/>
              <a:gd name="connsiteY2" fmla="*/ 7576750 h 7576751"/>
              <a:gd name="connsiteX3" fmla="*/ 4957629 w 4957629"/>
              <a:gd name="connsiteY3" fmla="*/ 7576751 h 7576751"/>
              <a:gd name="connsiteX4" fmla="*/ 4957629 w 4957629"/>
              <a:gd name="connsiteY4" fmla="*/ 0 h 7576751"/>
              <a:gd name="connsiteX5" fmla="*/ 42213 w 4957629"/>
              <a:gd name="connsiteY5" fmla="*/ 5373 h 7576751"/>
              <a:gd name="connsiteX0" fmla="*/ 19358 w 4934774"/>
              <a:gd name="connsiteY0" fmla="*/ 5373 h 7576751"/>
              <a:gd name="connsiteX1" fmla="*/ 38951 w 4934774"/>
              <a:gd name="connsiteY1" fmla="*/ 3584562 h 7576751"/>
              <a:gd name="connsiteX2" fmla="*/ 780802 w 4934774"/>
              <a:gd name="connsiteY2" fmla="*/ 7576750 h 7576751"/>
              <a:gd name="connsiteX3" fmla="*/ 4934774 w 4934774"/>
              <a:gd name="connsiteY3" fmla="*/ 7576751 h 7576751"/>
              <a:gd name="connsiteX4" fmla="*/ 4934774 w 4934774"/>
              <a:gd name="connsiteY4" fmla="*/ 0 h 7576751"/>
              <a:gd name="connsiteX5" fmla="*/ 19358 w 4934774"/>
              <a:gd name="connsiteY5" fmla="*/ 5373 h 7576751"/>
              <a:gd name="connsiteX0" fmla="*/ 0 w 4915416"/>
              <a:gd name="connsiteY0" fmla="*/ 5373 h 7576751"/>
              <a:gd name="connsiteX1" fmla="*/ 19593 w 4915416"/>
              <a:gd name="connsiteY1" fmla="*/ 3584562 h 7576751"/>
              <a:gd name="connsiteX2" fmla="*/ 761444 w 4915416"/>
              <a:gd name="connsiteY2" fmla="*/ 7576750 h 7576751"/>
              <a:gd name="connsiteX3" fmla="*/ 4915416 w 4915416"/>
              <a:gd name="connsiteY3" fmla="*/ 7576751 h 7576751"/>
              <a:gd name="connsiteX4" fmla="*/ 4915416 w 4915416"/>
              <a:gd name="connsiteY4" fmla="*/ 0 h 7576751"/>
              <a:gd name="connsiteX5" fmla="*/ 0 w 4915416"/>
              <a:gd name="connsiteY5" fmla="*/ 5373 h 7576751"/>
              <a:gd name="connsiteX0" fmla="*/ 0 w 4915416"/>
              <a:gd name="connsiteY0" fmla="*/ 5373 h 7576751"/>
              <a:gd name="connsiteX1" fmla="*/ 19593 w 4915416"/>
              <a:gd name="connsiteY1" fmla="*/ 3584562 h 7576751"/>
              <a:gd name="connsiteX2" fmla="*/ 761444 w 4915416"/>
              <a:gd name="connsiteY2" fmla="*/ 7576750 h 7576751"/>
              <a:gd name="connsiteX3" fmla="*/ 4915416 w 4915416"/>
              <a:gd name="connsiteY3" fmla="*/ 7576751 h 7576751"/>
              <a:gd name="connsiteX4" fmla="*/ 4915416 w 4915416"/>
              <a:gd name="connsiteY4" fmla="*/ 0 h 7576751"/>
              <a:gd name="connsiteX5" fmla="*/ 0 w 4915416"/>
              <a:gd name="connsiteY5" fmla="*/ 5373 h 7576751"/>
              <a:gd name="connsiteX0" fmla="*/ 369366 w 5284782"/>
              <a:gd name="connsiteY0" fmla="*/ 266522 h 7837900"/>
              <a:gd name="connsiteX1" fmla="*/ 362817 w 5284782"/>
              <a:gd name="connsiteY1" fmla="*/ 3845711 h 7837900"/>
              <a:gd name="connsiteX2" fmla="*/ 1130810 w 5284782"/>
              <a:gd name="connsiteY2" fmla="*/ 7837899 h 7837900"/>
              <a:gd name="connsiteX3" fmla="*/ 5284782 w 5284782"/>
              <a:gd name="connsiteY3" fmla="*/ 7837900 h 7837900"/>
              <a:gd name="connsiteX4" fmla="*/ 5284782 w 5284782"/>
              <a:gd name="connsiteY4" fmla="*/ 261149 h 7837900"/>
              <a:gd name="connsiteX5" fmla="*/ 369366 w 5284782"/>
              <a:gd name="connsiteY5" fmla="*/ 266522 h 7837900"/>
              <a:gd name="connsiteX0" fmla="*/ 16535 w 4931951"/>
              <a:gd name="connsiteY0" fmla="*/ 5373 h 7576751"/>
              <a:gd name="connsiteX1" fmla="*/ 9986 w 4931951"/>
              <a:gd name="connsiteY1" fmla="*/ 3584562 h 7576751"/>
              <a:gd name="connsiteX2" fmla="*/ 777979 w 4931951"/>
              <a:gd name="connsiteY2" fmla="*/ 7576750 h 7576751"/>
              <a:gd name="connsiteX3" fmla="*/ 4931951 w 4931951"/>
              <a:gd name="connsiteY3" fmla="*/ 7576751 h 7576751"/>
              <a:gd name="connsiteX4" fmla="*/ 4931951 w 4931951"/>
              <a:gd name="connsiteY4" fmla="*/ 0 h 7576751"/>
              <a:gd name="connsiteX5" fmla="*/ 16535 w 4931951"/>
              <a:gd name="connsiteY5" fmla="*/ 5373 h 7576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31951" h="7576751">
                <a:moveTo>
                  <a:pt x="16535" y="5373"/>
                </a:moveTo>
                <a:cubicBezTo>
                  <a:pt x="-5007" y="4000"/>
                  <a:pt x="-3639" y="2292410"/>
                  <a:pt x="9986" y="3584562"/>
                </a:cubicBezTo>
                <a:cubicBezTo>
                  <a:pt x="23611" y="4876714"/>
                  <a:pt x="882144" y="6160044"/>
                  <a:pt x="777979" y="7576750"/>
                </a:cubicBezTo>
                <a:lnTo>
                  <a:pt x="4931951" y="7576751"/>
                </a:lnTo>
                <a:lnTo>
                  <a:pt x="4931951" y="0"/>
                </a:lnTo>
                <a:lnTo>
                  <a:pt x="16535" y="5373"/>
                </a:lnTo>
                <a:close/>
              </a:path>
            </a:pathLst>
          </a:custGeom>
          <a:solidFill>
            <a:srgbClr val="E5DDE8">
              <a:alpha val="25354"/>
            </a:srgbClr>
          </a:solidFill>
          <a:ln w="12692" cap="flat">
            <a:noFill/>
            <a:prstDash val="solid"/>
            <a:miter/>
          </a:ln>
        </p:spPr>
        <p:txBody>
          <a:bodyPr rtlCol="0" anchor="ctr"/>
          <a:lstStyle/>
          <a:p>
            <a:endParaRPr lang="nl-NL" sz="1633"/>
          </a:p>
        </p:txBody>
      </p:sp>
      <p:sp>
        <p:nvSpPr>
          <p:cNvPr id="3" name="Titel 2">
            <a:extLst>
              <a:ext uri="{FF2B5EF4-FFF2-40B4-BE49-F238E27FC236}">
                <a16:creationId xmlns:a16="http://schemas.microsoft.com/office/drawing/2014/main" id="{9C75EC70-7F42-4BDA-A7A4-1B42B53FCE8E}"/>
              </a:ext>
            </a:extLst>
          </p:cNvPr>
          <p:cNvSpPr>
            <a:spLocks noGrp="1"/>
          </p:cNvSpPr>
          <p:nvPr>
            <p:ph type="title" hasCustomPrompt="1"/>
          </p:nvPr>
        </p:nvSpPr>
        <p:spPr>
          <a:xfrm>
            <a:off x="819066" y="728743"/>
            <a:ext cx="9683960" cy="895483"/>
          </a:xfrm>
        </p:spPr>
        <p:txBody>
          <a:bodyPr/>
          <a:lstStyle>
            <a:lvl1pPr>
              <a:defRPr kumimoji="0" lang="nl-NL" sz="2800" b="0" i="0" u="none" strike="noStrike" kern="1200" cap="none" spc="0" normalizeH="0" baseline="0" dirty="0">
                <a:ln>
                  <a:noFill/>
                </a:ln>
                <a:solidFill>
                  <a:srgbClr val="6A205F"/>
                </a:solidFill>
                <a:effectLst/>
                <a:uLnTx/>
                <a:uFillTx/>
                <a:latin typeface="Roboto" panose="02000000000000000000" pitchFamily="2" charset="0"/>
                <a:ea typeface="Roboto" panose="02000000000000000000" pitchFamily="2" charset="0"/>
                <a:cs typeface="Segoe UI" panose="020B0502040204020203" pitchFamily="34" charset="0"/>
              </a:defRPr>
            </a:lvl1pPr>
          </a:lstStyle>
          <a:p>
            <a:r>
              <a:rPr lang="nl-NL"/>
              <a:t>Plaats hier een titel</a:t>
            </a:r>
            <a:br>
              <a:rPr lang="nl-NL"/>
            </a:br>
            <a:r>
              <a:rPr lang="nl-NL"/>
              <a:t>max. 2 regels</a:t>
            </a:r>
          </a:p>
        </p:txBody>
      </p:sp>
    </p:spTree>
    <p:extLst>
      <p:ext uri="{BB962C8B-B14F-4D97-AF65-F5344CB8AC3E}">
        <p14:creationId xmlns:p14="http://schemas.microsoft.com/office/powerpoint/2010/main" val="10928085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Alleen titel #2">
    <p:spTree>
      <p:nvGrpSpPr>
        <p:cNvPr id="1" name=""/>
        <p:cNvGrpSpPr/>
        <p:nvPr/>
      </p:nvGrpSpPr>
      <p:grpSpPr>
        <a:xfrm>
          <a:off x="0" y="0"/>
          <a:ext cx="0" cy="0"/>
          <a:chOff x="0" y="0"/>
          <a:chExt cx="0" cy="0"/>
        </a:xfrm>
      </p:grpSpPr>
      <p:pic>
        <p:nvPicPr>
          <p:cNvPr id="19" name="Graphic 18">
            <a:extLst>
              <a:ext uri="{FF2B5EF4-FFF2-40B4-BE49-F238E27FC236}">
                <a16:creationId xmlns:a16="http://schemas.microsoft.com/office/drawing/2014/main" id="{F0312D61-53C1-4943-8AA0-6EE7A14B3B7F}"/>
              </a:ext>
            </a:extLst>
          </p:cNvPr>
          <p:cNvPicPr>
            <a:picLocks noChangeAspect="1"/>
          </p:cNvPicPr>
          <p:nvPr userDrawn="1"/>
        </p:nvPicPr>
        <p:blipFill>
          <a:blip>
            <a:extLst>
              <a:ext uri="{96DAC541-7B7A-43D3-8B79-37D633B846F1}">
                <asvg:svgBlip xmlns:asvg="http://schemas.microsoft.com/office/drawing/2016/SVG/main" r:embed="rId2"/>
              </a:ext>
            </a:extLst>
          </a:blip>
          <a:srcRect/>
          <a:stretch>
            <a:fillRect/>
          </a:stretch>
        </p:blipFill>
        <p:spPr>
          <a:xfrm rot="18190463">
            <a:off x="174304" y="-3706261"/>
            <a:ext cx="11173085" cy="11024902"/>
          </a:xfrm>
          <a:custGeom>
            <a:avLst/>
            <a:gdLst>
              <a:gd name="connsiteX0" fmla="*/ 1 w 11173085"/>
              <a:gd name="connsiteY0" fmla="*/ 10884287 h 11024902"/>
              <a:gd name="connsiteX1" fmla="*/ 91927 w 11173085"/>
              <a:gd name="connsiteY1" fmla="*/ 11024902 h 11024902"/>
              <a:gd name="connsiteX2" fmla="*/ 1 w 11173085"/>
              <a:gd name="connsiteY2" fmla="*/ 11024902 h 11024902"/>
              <a:gd name="connsiteX3" fmla="*/ 4140723 w 11173085"/>
              <a:gd name="connsiteY3" fmla="*/ 0 h 11024902"/>
              <a:gd name="connsiteX4" fmla="*/ 10620449 w 11173085"/>
              <a:gd name="connsiteY4" fmla="*/ 9911728 h 11024902"/>
              <a:gd name="connsiteX5" fmla="*/ 8917679 w 11173085"/>
              <a:gd name="connsiteY5" fmla="*/ 11024902 h 11024902"/>
              <a:gd name="connsiteX6" fmla="*/ 3154720 w 11173085"/>
              <a:gd name="connsiteY6" fmla="*/ 11024902 h 11024902"/>
              <a:gd name="connsiteX7" fmla="*/ 1 w 11173085"/>
              <a:gd name="connsiteY7" fmla="*/ 6199278 h 11024902"/>
              <a:gd name="connsiteX8" fmla="*/ 0 w 11173085"/>
              <a:gd name="connsiteY8" fmla="*/ 0 h 11024902"/>
              <a:gd name="connsiteX9" fmla="*/ 11173085 w 11173085"/>
              <a:gd name="connsiteY9" fmla="*/ 0 h 11024902"/>
              <a:gd name="connsiteX10" fmla="*/ 11173084 w 11173085"/>
              <a:gd name="connsiteY10" fmla="*/ 6072058 h 11024902"/>
              <a:gd name="connsiteX11" fmla="*/ 7203517 w 11173085"/>
              <a:gd name="connsiteY11" fmla="*/ 0 h 110249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173085" h="11024902">
                <a:moveTo>
                  <a:pt x="1" y="10884287"/>
                </a:moveTo>
                <a:lnTo>
                  <a:pt x="91927" y="11024902"/>
                </a:lnTo>
                <a:lnTo>
                  <a:pt x="1" y="11024902"/>
                </a:lnTo>
                <a:close/>
                <a:moveTo>
                  <a:pt x="4140723" y="0"/>
                </a:moveTo>
                <a:lnTo>
                  <a:pt x="10620449" y="9911728"/>
                </a:lnTo>
                <a:lnTo>
                  <a:pt x="8917679" y="11024902"/>
                </a:lnTo>
                <a:lnTo>
                  <a:pt x="3154720" y="11024902"/>
                </a:lnTo>
                <a:lnTo>
                  <a:pt x="1" y="6199278"/>
                </a:lnTo>
                <a:lnTo>
                  <a:pt x="0" y="0"/>
                </a:lnTo>
                <a:close/>
                <a:moveTo>
                  <a:pt x="11173085" y="0"/>
                </a:moveTo>
                <a:lnTo>
                  <a:pt x="11173084" y="6072058"/>
                </a:lnTo>
                <a:lnTo>
                  <a:pt x="7203517" y="0"/>
                </a:lnTo>
                <a:close/>
              </a:path>
            </a:pathLst>
          </a:custGeom>
        </p:spPr>
      </p:pic>
      <p:pic>
        <p:nvPicPr>
          <p:cNvPr id="15" name="Graphic 14">
            <a:extLst>
              <a:ext uri="{FF2B5EF4-FFF2-40B4-BE49-F238E27FC236}">
                <a16:creationId xmlns:a16="http://schemas.microsoft.com/office/drawing/2014/main" id="{C7142299-83C1-4006-A0C1-705BC71A6777}"/>
              </a:ext>
            </a:extLst>
          </p:cNvPr>
          <p:cNvPicPr>
            <a:picLocks noChangeAspect="1"/>
          </p:cNvPicPr>
          <p:nvPr userDrawn="1"/>
        </p:nvPicPr>
        <p:blipFill>
          <a:blip>
            <a:extLst>
              <a:ext uri="{96DAC541-7B7A-43D3-8B79-37D633B846F1}">
                <asvg:svgBlip xmlns:asvg="http://schemas.microsoft.com/office/drawing/2016/SVG/main" r:embed="rId3"/>
              </a:ext>
            </a:extLst>
          </a:blip>
          <a:srcRect/>
          <a:stretch>
            <a:fillRect/>
          </a:stretch>
        </p:blipFill>
        <p:spPr>
          <a:xfrm rot="1320153">
            <a:off x="3069302" y="-1358175"/>
            <a:ext cx="13751490" cy="8957732"/>
          </a:xfrm>
          <a:custGeom>
            <a:avLst/>
            <a:gdLst>
              <a:gd name="connsiteX0" fmla="*/ 12609761 w 13751490"/>
              <a:gd name="connsiteY0" fmla="*/ 8957732 h 8957732"/>
              <a:gd name="connsiteX1" fmla="*/ 13751490 w 13751490"/>
              <a:gd name="connsiteY1" fmla="*/ 8496385 h 8957732"/>
              <a:gd name="connsiteX2" fmla="*/ 13751490 w 13751490"/>
              <a:gd name="connsiteY2" fmla="*/ 8957732 h 8957732"/>
              <a:gd name="connsiteX3" fmla="*/ 0 w 13751490"/>
              <a:gd name="connsiteY3" fmla="*/ 3891370 h 8957732"/>
              <a:gd name="connsiteX4" fmla="*/ 7795059 w 13751490"/>
              <a:gd name="connsiteY4" fmla="*/ 741558 h 8957732"/>
              <a:gd name="connsiteX5" fmla="*/ 10364394 w 13751490"/>
              <a:gd name="connsiteY5" fmla="*/ 7100070 h 8957732"/>
              <a:gd name="connsiteX6" fmla="*/ 5767108 w 13751490"/>
              <a:gd name="connsiteY6" fmla="*/ 8957732 h 8957732"/>
              <a:gd name="connsiteX7" fmla="*/ 0 w 13751490"/>
              <a:gd name="connsiteY7" fmla="*/ 8957732 h 8957732"/>
              <a:gd name="connsiteX8" fmla="*/ 0 w 13751490"/>
              <a:gd name="connsiteY8" fmla="*/ 0 h 8957732"/>
              <a:gd name="connsiteX9" fmla="*/ 2787590 w 13751490"/>
              <a:gd name="connsiteY9" fmla="*/ 0 h 8957732"/>
              <a:gd name="connsiteX10" fmla="*/ 0 w 13751490"/>
              <a:gd name="connsiteY10" fmla="*/ 1126403 h 8957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751490" h="8957732">
                <a:moveTo>
                  <a:pt x="12609761" y="8957732"/>
                </a:moveTo>
                <a:lnTo>
                  <a:pt x="13751490" y="8496385"/>
                </a:lnTo>
                <a:lnTo>
                  <a:pt x="13751490" y="8957732"/>
                </a:lnTo>
                <a:close/>
                <a:moveTo>
                  <a:pt x="0" y="3891370"/>
                </a:moveTo>
                <a:lnTo>
                  <a:pt x="7795059" y="741558"/>
                </a:lnTo>
                <a:lnTo>
                  <a:pt x="10364394" y="7100070"/>
                </a:lnTo>
                <a:lnTo>
                  <a:pt x="5767108" y="8957732"/>
                </a:lnTo>
                <a:lnTo>
                  <a:pt x="0" y="8957732"/>
                </a:lnTo>
                <a:close/>
                <a:moveTo>
                  <a:pt x="0" y="0"/>
                </a:moveTo>
                <a:lnTo>
                  <a:pt x="2787590" y="0"/>
                </a:lnTo>
                <a:lnTo>
                  <a:pt x="0" y="1126403"/>
                </a:lnTo>
                <a:close/>
              </a:path>
            </a:pathLst>
          </a:custGeom>
        </p:spPr>
      </p:pic>
      <p:sp>
        <p:nvSpPr>
          <p:cNvPr id="3" name="Titel 2">
            <a:extLst>
              <a:ext uri="{FF2B5EF4-FFF2-40B4-BE49-F238E27FC236}">
                <a16:creationId xmlns:a16="http://schemas.microsoft.com/office/drawing/2014/main" id="{9C75EC70-7F42-4BDA-A7A4-1B42B53FCE8E}"/>
              </a:ext>
            </a:extLst>
          </p:cNvPr>
          <p:cNvSpPr>
            <a:spLocks noGrp="1"/>
          </p:cNvSpPr>
          <p:nvPr>
            <p:ph type="title" hasCustomPrompt="1"/>
          </p:nvPr>
        </p:nvSpPr>
        <p:spPr>
          <a:xfrm>
            <a:off x="815895" y="728743"/>
            <a:ext cx="9683960" cy="895483"/>
          </a:xfrm>
        </p:spPr>
        <p:txBody>
          <a:bodyPr/>
          <a:lstStyle>
            <a:lvl1pPr>
              <a:defRPr/>
            </a:lvl1pPr>
          </a:lstStyle>
          <a:p>
            <a:r>
              <a:rPr lang="nl-NL"/>
              <a:t>Plaats hier een titel</a:t>
            </a:r>
            <a:br>
              <a:rPr lang="nl-NL"/>
            </a:br>
            <a:r>
              <a:rPr lang="nl-NL"/>
              <a:t>max. 2 regels</a:t>
            </a:r>
          </a:p>
        </p:txBody>
      </p:sp>
    </p:spTree>
    <p:extLst>
      <p:ext uri="{BB962C8B-B14F-4D97-AF65-F5344CB8AC3E}">
        <p14:creationId xmlns:p14="http://schemas.microsoft.com/office/powerpoint/2010/main" val="2179686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Alleen titel #3">
    <p:spTree>
      <p:nvGrpSpPr>
        <p:cNvPr id="1" name=""/>
        <p:cNvGrpSpPr/>
        <p:nvPr/>
      </p:nvGrpSpPr>
      <p:grpSpPr>
        <a:xfrm>
          <a:off x="0" y="0"/>
          <a:ext cx="0" cy="0"/>
          <a:chOff x="0" y="0"/>
          <a:chExt cx="0" cy="0"/>
        </a:xfrm>
      </p:grpSpPr>
      <p:sp>
        <p:nvSpPr>
          <p:cNvPr id="165" name="Titel 2">
            <a:extLst>
              <a:ext uri="{FF2B5EF4-FFF2-40B4-BE49-F238E27FC236}">
                <a16:creationId xmlns:a16="http://schemas.microsoft.com/office/drawing/2014/main" id="{93E86168-1B16-4845-AF8F-729E1D7C9FF4}"/>
              </a:ext>
            </a:extLst>
          </p:cNvPr>
          <p:cNvSpPr>
            <a:spLocks noGrp="1"/>
          </p:cNvSpPr>
          <p:nvPr>
            <p:ph type="title" hasCustomPrompt="1"/>
          </p:nvPr>
        </p:nvSpPr>
        <p:spPr>
          <a:xfrm>
            <a:off x="4046792" y="728743"/>
            <a:ext cx="7447161" cy="895483"/>
          </a:xfrm>
        </p:spPr>
        <p:txBody>
          <a:bodyPr/>
          <a:lstStyle>
            <a:lvl1pPr>
              <a:defRPr/>
            </a:lvl1pPr>
          </a:lstStyle>
          <a:p>
            <a:r>
              <a:rPr lang="nl-NL"/>
              <a:t>Plaats hier een titel</a:t>
            </a:r>
            <a:br>
              <a:rPr lang="nl-NL"/>
            </a:br>
            <a:r>
              <a:rPr lang="nl-NL"/>
              <a:t>max. 2 regels</a:t>
            </a:r>
          </a:p>
        </p:txBody>
      </p:sp>
      <p:sp>
        <p:nvSpPr>
          <p:cNvPr id="139" name="Graphic 31">
            <a:extLst>
              <a:ext uri="{FF2B5EF4-FFF2-40B4-BE49-F238E27FC236}">
                <a16:creationId xmlns:a16="http://schemas.microsoft.com/office/drawing/2014/main" id="{C8B4A4CC-9169-4981-8402-42DDBE2666E8}"/>
              </a:ext>
            </a:extLst>
          </p:cNvPr>
          <p:cNvSpPr>
            <a:spLocks noChangeAspect="1"/>
          </p:cNvSpPr>
          <p:nvPr userDrawn="1"/>
        </p:nvSpPr>
        <p:spPr>
          <a:xfrm flipH="1" flipV="1">
            <a:off x="-2" y="-2"/>
            <a:ext cx="3623422" cy="6858295"/>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15644" h="7563811">
                <a:moveTo>
                  <a:pt x="892481" y="0"/>
                </a:moveTo>
                <a:cubicBezTo>
                  <a:pt x="1110972" y="1866494"/>
                  <a:pt x="88385" y="2171435"/>
                  <a:pt x="5816" y="3571624"/>
                </a:cubicBezTo>
                <a:cubicBezTo>
                  <a:pt x="-81834" y="5049318"/>
                  <a:pt x="851832" y="6147106"/>
                  <a:pt x="747667" y="7563812"/>
                </a:cubicBezTo>
                <a:lnTo>
                  <a:pt x="5315644" y="7563812"/>
                </a:lnTo>
                <a:lnTo>
                  <a:pt x="5315644" y="0"/>
                </a:lnTo>
                <a:lnTo>
                  <a:pt x="892481" y="0"/>
                </a:lnTo>
                <a:close/>
              </a:path>
            </a:pathLst>
          </a:custGeom>
          <a:solidFill>
            <a:srgbClr val="E7E6E6"/>
          </a:solidFill>
          <a:ln w="12692" cap="flat">
            <a:noFill/>
            <a:prstDash val="solid"/>
            <a:miter/>
          </a:ln>
        </p:spPr>
        <p:txBody>
          <a:bodyPr rtlCol="0" anchor="ctr"/>
          <a:lstStyle/>
          <a:p>
            <a:pPr marL="0" marR="0" lvl="0" indent="0" defTabSz="457200" eaLnBrk="1" fontAlgn="auto" latinLnBrk="0" hangingPunct="1">
              <a:lnSpc>
                <a:spcPct val="100000"/>
              </a:lnSpc>
              <a:spcBef>
                <a:spcPts val="0"/>
              </a:spcBef>
              <a:spcAft>
                <a:spcPts val="0"/>
              </a:spcAft>
              <a:buClrTx/>
              <a:buSzTx/>
              <a:buFontTx/>
              <a:buNone/>
              <a:tabLst/>
              <a:defRPr/>
            </a:pPr>
            <a:endParaRPr kumimoji="0" lang="nl-NL" sz="1633" b="0" i="0" u="none" strike="noStrike" kern="0" cap="none" spc="0" normalizeH="0" baseline="0" noProof="0">
              <a:ln>
                <a:noFill/>
              </a:ln>
              <a:solidFill>
                <a:prstClr val="black"/>
              </a:solidFill>
              <a:effectLst/>
              <a:uLnTx/>
              <a:uFillTx/>
              <a:latin typeface="Calibri" panose="020F0502020204030204"/>
            </a:endParaRPr>
          </a:p>
        </p:txBody>
      </p:sp>
      <p:sp>
        <p:nvSpPr>
          <p:cNvPr id="166" name="Graphic 34">
            <a:extLst>
              <a:ext uri="{FF2B5EF4-FFF2-40B4-BE49-F238E27FC236}">
                <a16:creationId xmlns:a16="http://schemas.microsoft.com/office/drawing/2014/main" id="{5B96141F-57BA-4CDA-B83E-CE0BF1C3DB41}"/>
              </a:ext>
            </a:extLst>
          </p:cNvPr>
          <p:cNvSpPr>
            <a:spLocks noChangeAspect="1"/>
          </p:cNvSpPr>
          <p:nvPr userDrawn="1"/>
        </p:nvSpPr>
        <p:spPr>
          <a:xfrm flipH="1" flipV="1">
            <a:off x="1996794" y="0"/>
            <a:ext cx="1626627" cy="6858295"/>
          </a:xfrm>
          <a:custGeom>
            <a:avLst/>
            <a:gdLst>
              <a:gd name="connsiteX0" fmla="*/ 5860 w 2434661"/>
              <a:gd name="connsiteY0" fmla="*/ 3586871 h 7563811"/>
              <a:gd name="connsiteX1" fmla="*/ 750252 w 2434661"/>
              <a:gd name="connsiteY1" fmla="*/ 7563812 h 7563811"/>
              <a:gd name="connsiteX2" fmla="*/ 2434662 w 2434661"/>
              <a:gd name="connsiteY2" fmla="*/ 7563812 h 7563811"/>
              <a:gd name="connsiteX3" fmla="*/ 2378769 w 2434661"/>
              <a:gd name="connsiteY3" fmla="*/ 7098777 h 7563811"/>
              <a:gd name="connsiteX4" fmla="*/ 1137692 w 2434661"/>
              <a:gd name="connsiteY4" fmla="*/ 3609741 h 7563811"/>
              <a:gd name="connsiteX5" fmla="*/ 1163098 w 2434661"/>
              <a:gd name="connsiteY5" fmla="*/ 0 h 7563811"/>
              <a:gd name="connsiteX6" fmla="*/ 893795 w 2434661"/>
              <a:gd name="connsiteY6" fmla="*/ 0 h 7563811"/>
              <a:gd name="connsiteX7" fmla="*/ 5860 w 2434661"/>
              <a:gd name="connsiteY7" fmla="*/ 3586871 h 756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4661" h="7563811">
                <a:moveTo>
                  <a:pt x="5860" y="3586871"/>
                </a:moveTo>
                <a:cubicBezTo>
                  <a:pt x="-81790" y="5059483"/>
                  <a:pt x="844254" y="6156000"/>
                  <a:pt x="750252" y="7563812"/>
                </a:cubicBezTo>
                <a:lnTo>
                  <a:pt x="2434662" y="7563812"/>
                </a:lnTo>
                <a:cubicBezTo>
                  <a:pt x="2427040" y="7407530"/>
                  <a:pt x="2407986" y="7251247"/>
                  <a:pt x="2378769" y="7098777"/>
                </a:cubicBezTo>
                <a:cubicBezTo>
                  <a:pt x="2156468" y="5923483"/>
                  <a:pt x="1311722" y="4928612"/>
                  <a:pt x="1137692" y="3609741"/>
                </a:cubicBezTo>
                <a:cubicBezTo>
                  <a:pt x="990338" y="2477647"/>
                  <a:pt x="1333318" y="1102871"/>
                  <a:pt x="1163098" y="0"/>
                </a:cubicBezTo>
                <a:lnTo>
                  <a:pt x="893795" y="0"/>
                </a:lnTo>
                <a:cubicBezTo>
                  <a:pt x="1117367" y="1877930"/>
                  <a:pt x="89700" y="2181600"/>
                  <a:pt x="5860" y="3586871"/>
                </a:cubicBezTo>
                <a:close/>
              </a:path>
            </a:pathLst>
          </a:custGeom>
          <a:solidFill>
            <a:srgbClr val="A5A5A5"/>
          </a:solidFill>
          <a:ln w="12692" cap="flat">
            <a:noFill/>
            <a:prstDash val="solid"/>
            <a:miter/>
          </a:ln>
        </p:spPr>
        <p:txBody>
          <a:bodyPr rtlCol="0" anchor="ctr"/>
          <a:lstStyle/>
          <a:p>
            <a:pPr marL="0" marR="0" lvl="0" indent="0" defTabSz="457200" eaLnBrk="1" fontAlgn="auto" latinLnBrk="0" hangingPunct="1">
              <a:lnSpc>
                <a:spcPct val="100000"/>
              </a:lnSpc>
              <a:spcBef>
                <a:spcPts val="0"/>
              </a:spcBef>
              <a:spcAft>
                <a:spcPts val="0"/>
              </a:spcAft>
              <a:buClrTx/>
              <a:buSzTx/>
              <a:buFontTx/>
              <a:buNone/>
              <a:tabLst/>
              <a:defRPr/>
            </a:pPr>
            <a:endParaRPr kumimoji="0" lang="nl-NL" sz="1633" b="0" i="0" u="none" strike="noStrike" kern="0" cap="none" spc="0" normalizeH="0" baseline="0" noProof="0">
              <a:ln>
                <a:noFill/>
              </a:ln>
              <a:solidFill>
                <a:prstClr val="black"/>
              </a:solidFill>
              <a:effectLst/>
              <a:uLnTx/>
              <a:uFillTx/>
              <a:latin typeface="Calibri" panose="020F0502020204030204"/>
            </a:endParaRPr>
          </a:p>
        </p:txBody>
      </p:sp>
    </p:spTree>
    <p:extLst>
      <p:ext uri="{BB962C8B-B14F-4D97-AF65-F5344CB8AC3E}">
        <p14:creationId xmlns:p14="http://schemas.microsoft.com/office/powerpoint/2010/main" val="23606759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Alleen titel #4">
    <p:spTree>
      <p:nvGrpSpPr>
        <p:cNvPr id="1" name=""/>
        <p:cNvGrpSpPr/>
        <p:nvPr/>
      </p:nvGrpSpPr>
      <p:grpSpPr>
        <a:xfrm>
          <a:off x="0" y="0"/>
          <a:ext cx="0" cy="0"/>
          <a:chOff x="0" y="0"/>
          <a:chExt cx="0" cy="0"/>
        </a:xfrm>
      </p:grpSpPr>
      <p:sp>
        <p:nvSpPr>
          <p:cNvPr id="6" name="Graphic 31">
            <a:extLst>
              <a:ext uri="{FF2B5EF4-FFF2-40B4-BE49-F238E27FC236}">
                <a16:creationId xmlns:a16="http://schemas.microsoft.com/office/drawing/2014/main" id="{4D83A0C1-F24D-47FA-B336-D58331222FA2}"/>
              </a:ext>
            </a:extLst>
          </p:cNvPr>
          <p:cNvSpPr>
            <a:spLocks noChangeAspect="1"/>
          </p:cNvSpPr>
          <p:nvPr userDrawn="1"/>
        </p:nvSpPr>
        <p:spPr>
          <a:xfrm rot="10800000">
            <a:off x="-1" y="-1"/>
            <a:ext cx="4897597" cy="6858001"/>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 name="connsiteX0" fmla="*/ 892481 w 5315644"/>
              <a:gd name="connsiteY0" fmla="*/ 0 h 7563812"/>
              <a:gd name="connsiteX1" fmla="*/ 5816 w 5315644"/>
              <a:gd name="connsiteY1" fmla="*/ 3571624 h 7563812"/>
              <a:gd name="connsiteX2" fmla="*/ 747667 w 5315644"/>
              <a:gd name="connsiteY2" fmla="*/ 7563812 h 7563812"/>
              <a:gd name="connsiteX3" fmla="*/ 2927500 w 5315644"/>
              <a:gd name="connsiteY3" fmla="*/ 7563812 h 7563812"/>
              <a:gd name="connsiteX4" fmla="*/ 5315644 w 5315644"/>
              <a:gd name="connsiteY4" fmla="*/ 0 h 7563812"/>
              <a:gd name="connsiteX5" fmla="*/ 892481 w 5315644"/>
              <a:gd name="connsiteY5" fmla="*/ 0 h 7563812"/>
              <a:gd name="connsiteX0" fmla="*/ 892481 w 5315644"/>
              <a:gd name="connsiteY0" fmla="*/ 0 h 7563812"/>
              <a:gd name="connsiteX1" fmla="*/ 5816 w 5315644"/>
              <a:gd name="connsiteY1" fmla="*/ 3571624 h 7563812"/>
              <a:gd name="connsiteX2" fmla="*/ 747667 w 5315644"/>
              <a:gd name="connsiteY2" fmla="*/ 7563812 h 7563812"/>
              <a:gd name="connsiteX3" fmla="*/ 2357198 w 5315644"/>
              <a:gd name="connsiteY3" fmla="*/ 7551931 h 7563812"/>
              <a:gd name="connsiteX4" fmla="*/ 5315644 w 5315644"/>
              <a:gd name="connsiteY4" fmla="*/ 0 h 7563812"/>
              <a:gd name="connsiteX5" fmla="*/ 892481 w 5315644"/>
              <a:gd name="connsiteY5" fmla="*/ 0 h 7563812"/>
              <a:gd name="connsiteX0" fmla="*/ 892481 w 5315644"/>
              <a:gd name="connsiteY0" fmla="*/ 0 h 7563813"/>
              <a:gd name="connsiteX1" fmla="*/ 5816 w 5315644"/>
              <a:gd name="connsiteY1" fmla="*/ 3571624 h 7563813"/>
              <a:gd name="connsiteX2" fmla="*/ 747667 w 5315644"/>
              <a:gd name="connsiteY2" fmla="*/ 7563812 h 7563813"/>
              <a:gd name="connsiteX3" fmla="*/ 2535418 w 5315644"/>
              <a:gd name="connsiteY3" fmla="*/ 7563813 h 7563813"/>
              <a:gd name="connsiteX4" fmla="*/ 5315644 w 5315644"/>
              <a:gd name="connsiteY4" fmla="*/ 0 h 7563813"/>
              <a:gd name="connsiteX5" fmla="*/ 892481 w 5315644"/>
              <a:gd name="connsiteY5" fmla="*/ 0 h 7563813"/>
              <a:gd name="connsiteX0" fmla="*/ 892481 w 2535418"/>
              <a:gd name="connsiteY0" fmla="*/ 0 h 7563813"/>
              <a:gd name="connsiteX1" fmla="*/ 5816 w 2535418"/>
              <a:gd name="connsiteY1" fmla="*/ 3571624 h 7563813"/>
              <a:gd name="connsiteX2" fmla="*/ 747667 w 2535418"/>
              <a:gd name="connsiteY2" fmla="*/ 7563812 h 7563813"/>
              <a:gd name="connsiteX3" fmla="*/ 2535418 w 2535418"/>
              <a:gd name="connsiteY3" fmla="*/ 7563813 h 7563813"/>
              <a:gd name="connsiteX4" fmla="*/ 2250266 w 2535418"/>
              <a:gd name="connsiteY4" fmla="*/ 59407 h 7563813"/>
              <a:gd name="connsiteX5" fmla="*/ 892481 w 2535418"/>
              <a:gd name="connsiteY5" fmla="*/ 0 h 7563813"/>
              <a:gd name="connsiteX0" fmla="*/ 892481 w 2547299"/>
              <a:gd name="connsiteY0" fmla="*/ 0 h 7563813"/>
              <a:gd name="connsiteX1" fmla="*/ 5816 w 2547299"/>
              <a:gd name="connsiteY1" fmla="*/ 3571624 h 7563813"/>
              <a:gd name="connsiteX2" fmla="*/ 747667 w 2547299"/>
              <a:gd name="connsiteY2" fmla="*/ 7563812 h 7563813"/>
              <a:gd name="connsiteX3" fmla="*/ 2535418 w 2547299"/>
              <a:gd name="connsiteY3" fmla="*/ 7563813 h 7563813"/>
              <a:gd name="connsiteX4" fmla="*/ 2547299 w 2547299"/>
              <a:gd name="connsiteY4" fmla="*/ 1 h 7563813"/>
              <a:gd name="connsiteX5" fmla="*/ 892481 w 2547299"/>
              <a:gd name="connsiteY5" fmla="*/ 0 h 7563813"/>
              <a:gd name="connsiteX0" fmla="*/ 892481 w 5792267"/>
              <a:gd name="connsiteY0" fmla="*/ 0 h 7576011"/>
              <a:gd name="connsiteX1" fmla="*/ 5816 w 5792267"/>
              <a:gd name="connsiteY1" fmla="*/ 3571624 h 7576011"/>
              <a:gd name="connsiteX2" fmla="*/ 747667 w 5792267"/>
              <a:gd name="connsiteY2" fmla="*/ 7563812 h 7576011"/>
              <a:gd name="connsiteX3" fmla="*/ 5792264 w 5792267"/>
              <a:gd name="connsiteY3" fmla="*/ 7576011 h 7576011"/>
              <a:gd name="connsiteX4" fmla="*/ 2547299 w 5792267"/>
              <a:gd name="connsiteY4" fmla="*/ 1 h 7576011"/>
              <a:gd name="connsiteX5" fmla="*/ 892481 w 5792267"/>
              <a:gd name="connsiteY5" fmla="*/ 0 h 7576011"/>
              <a:gd name="connsiteX0" fmla="*/ 892481 w 5795414"/>
              <a:gd name="connsiteY0" fmla="*/ 12197 h 7588208"/>
              <a:gd name="connsiteX1" fmla="*/ 5816 w 5795414"/>
              <a:gd name="connsiteY1" fmla="*/ 3583821 h 7588208"/>
              <a:gd name="connsiteX2" fmla="*/ 747667 w 5795414"/>
              <a:gd name="connsiteY2" fmla="*/ 7576009 h 7588208"/>
              <a:gd name="connsiteX3" fmla="*/ 5792264 w 5795414"/>
              <a:gd name="connsiteY3" fmla="*/ 7588208 h 7588208"/>
              <a:gd name="connsiteX4" fmla="*/ 5795414 w 5795414"/>
              <a:gd name="connsiteY4" fmla="*/ 0 h 7588208"/>
              <a:gd name="connsiteX5" fmla="*/ 892481 w 5795414"/>
              <a:gd name="connsiteY5" fmla="*/ 12197 h 7588208"/>
              <a:gd name="connsiteX0" fmla="*/ 892481 w 5795414"/>
              <a:gd name="connsiteY0" fmla="*/ 12197 h 7588208"/>
              <a:gd name="connsiteX1" fmla="*/ 5816 w 5795414"/>
              <a:gd name="connsiteY1" fmla="*/ 3583821 h 7588208"/>
              <a:gd name="connsiteX2" fmla="*/ 747667 w 5795414"/>
              <a:gd name="connsiteY2" fmla="*/ 7576009 h 7588208"/>
              <a:gd name="connsiteX3" fmla="*/ 5792265 w 5795414"/>
              <a:gd name="connsiteY3" fmla="*/ 7588208 h 7588208"/>
              <a:gd name="connsiteX4" fmla="*/ 5795414 w 5795414"/>
              <a:gd name="connsiteY4" fmla="*/ 0 h 7588208"/>
              <a:gd name="connsiteX5" fmla="*/ 892481 w 5795414"/>
              <a:gd name="connsiteY5" fmla="*/ 12197 h 7588208"/>
              <a:gd name="connsiteX0" fmla="*/ 892481 w 5795414"/>
              <a:gd name="connsiteY0" fmla="*/ 12197 h 7576009"/>
              <a:gd name="connsiteX1" fmla="*/ 5816 w 5795414"/>
              <a:gd name="connsiteY1" fmla="*/ 3583821 h 7576009"/>
              <a:gd name="connsiteX2" fmla="*/ 747667 w 5795414"/>
              <a:gd name="connsiteY2" fmla="*/ 7576009 h 7576009"/>
              <a:gd name="connsiteX3" fmla="*/ 5792265 w 5795414"/>
              <a:gd name="connsiteY3" fmla="*/ 7249712 h 7576009"/>
              <a:gd name="connsiteX4" fmla="*/ 5795414 w 5795414"/>
              <a:gd name="connsiteY4" fmla="*/ 0 h 7576009"/>
              <a:gd name="connsiteX5" fmla="*/ 892481 w 5795414"/>
              <a:gd name="connsiteY5" fmla="*/ 12197 h 7576009"/>
              <a:gd name="connsiteX0" fmla="*/ 892481 w 5795414"/>
              <a:gd name="connsiteY0" fmla="*/ 12197 h 7576009"/>
              <a:gd name="connsiteX1" fmla="*/ 5816 w 5795414"/>
              <a:gd name="connsiteY1" fmla="*/ 3583821 h 7576009"/>
              <a:gd name="connsiteX2" fmla="*/ 747667 w 5795414"/>
              <a:gd name="connsiteY2" fmla="*/ 7576009 h 7576009"/>
              <a:gd name="connsiteX3" fmla="*/ 5792265 w 5795414"/>
              <a:gd name="connsiteY3" fmla="*/ 7571283 h 7576009"/>
              <a:gd name="connsiteX4" fmla="*/ 5795414 w 5795414"/>
              <a:gd name="connsiteY4" fmla="*/ 0 h 7576009"/>
              <a:gd name="connsiteX5" fmla="*/ 892481 w 5795414"/>
              <a:gd name="connsiteY5" fmla="*/ 12197 h 7576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95414" h="7576009">
                <a:moveTo>
                  <a:pt x="892481" y="12197"/>
                </a:moveTo>
                <a:cubicBezTo>
                  <a:pt x="1110972" y="1878691"/>
                  <a:pt x="88385" y="2183632"/>
                  <a:pt x="5816" y="3583821"/>
                </a:cubicBezTo>
                <a:cubicBezTo>
                  <a:pt x="-81834" y="5061515"/>
                  <a:pt x="851832" y="6159303"/>
                  <a:pt x="747667" y="7576009"/>
                </a:cubicBezTo>
                <a:lnTo>
                  <a:pt x="5792265" y="7571283"/>
                </a:lnTo>
                <a:cubicBezTo>
                  <a:pt x="5796225" y="5050012"/>
                  <a:pt x="5791454" y="2521271"/>
                  <a:pt x="5795414" y="0"/>
                </a:cubicBezTo>
                <a:lnTo>
                  <a:pt x="892481" y="12197"/>
                </a:lnTo>
                <a:close/>
              </a:path>
            </a:pathLst>
          </a:custGeom>
          <a:solidFill>
            <a:srgbClr val="E5DDE8"/>
          </a:solidFill>
          <a:ln w="12692" cap="flat">
            <a:noFill/>
            <a:prstDash val="solid"/>
            <a:miter/>
          </a:ln>
        </p:spPr>
        <p:txBody>
          <a:bodyPr rtlCol="0" anchor="ctr"/>
          <a:lstStyle/>
          <a:p>
            <a:endParaRPr lang="nl-NL" sz="1633"/>
          </a:p>
        </p:txBody>
      </p:sp>
      <p:sp>
        <p:nvSpPr>
          <p:cNvPr id="3" name="Titel 2">
            <a:extLst>
              <a:ext uri="{FF2B5EF4-FFF2-40B4-BE49-F238E27FC236}">
                <a16:creationId xmlns:a16="http://schemas.microsoft.com/office/drawing/2014/main" id="{9C75EC70-7F42-4BDA-A7A4-1B42B53FCE8E}"/>
              </a:ext>
            </a:extLst>
          </p:cNvPr>
          <p:cNvSpPr>
            <a:spLocks noGrp="1"/>
          </p:cNvSpPr>
          <p:nvPr>
            <p:ph type="title" hasCustomPrompt="1"/>
          </p:nvPr>
        </p:nvSpPr>
        <p:spPr>
          <a:xfrm>
            <a:off x="5780868" y="728743"/>
            <a:ext cx="4594368" cy="895483"/>
          </a:xfrm>
        </p:spPr>
        <p:txBody>
          <a:bodyPr/>
          <a:lstStyle>
            <a:lvl1pPr>
              <a:defRPr b="1">
                <a:solidFill>
                  <a:schemeClr val="accent1"/>
                </a:solidFill>
              </a:defRPr>
            </a:lvl1pPr>
          </a:lstStyle>
          <a:p>
            <a:r>
              <a:rPr lang="nl-NL"/>
              <a:t>Plaats hier een titel</a:t>
            </a:r>
            <a:br>
              <a:rPr lang="nl-NL"/>
            </a:br>
            <a:r>
              <a:rPr lang="nl-NL"/>
              <a:t>max. 2 regels</a:t>
            </a:r>
          </a:p>
        </p:txBody>
      </p:sp>
    </p:spTree>
    <p:extLst>
      <p:ext uri="{BB962C8B-B14F-4D97-AF65-F5344CB8AC3E}">
        <p14:creationId xmlns:p14="http://schemas.microsoft.com/office/powerpoint/2010/main" val="28133000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Alleen titel #5">
    <p:spTree>
      <p:nvGrpSpPr>
        <p:cNvPr id="1" name=""/>
        <p:cNvGrpSpPr/>
        <p:nvPr/>
      </p:nvGrpSpPr>
      <p:grpSpPr>
        <a:xfrm>
          <a:off x="0" y="0"/>
          <a:ext cx="0" cy="0"/>
          <a:chOff x="0" y="0"/>
          <a:chExt cx="0" cy="0"/>
        </a:xfrm>
      </p:grpSpPr>
      <p:sp>
        <p:nvSpPr>
          <p:cNvPr id="43" name="Graphic 31">
            <a:extLst>
              <a:ext uri="{FF2B5EF4-FFF2-40B4-BE49-F238E27FC236}">
                <a16:creationId xmlns:a16="http://schemas.microsoft.com/office/drawing/2014/main" id="{2DB73B97-BF41-49B6-8B01-0C9A0DC419A1}"/>
              </a:ext>
            </a:extLst>
          </p:cNvPr>
          <p:cNvSpPr>
            <a:spLocks noChangeAspect="1"/>
          </p:cNvSpPr>
          <p:nvPr userDrawn="1"/>
        </p:nvSpPr>
        <p:spPr>
          <a:xfrm flipH="1" flipV="1">
            <a:off x="2" y="1"/>
            <a:ext cx="4949805" cy="6858295"/>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15644" h="7563811">
                <a:moveTo>
                  <a:pt x="892481" y="0"/>
                </a:moveTo>
                <a:cubicBezTo>
                  <a:pt x="1110972" y="1866494"/>
                  <a:pt x="88385" y="2171435"/>
                  <a:pt x="5816" y="3571624"/>
                </a:cubicBezTo>
                <a:cubicBezTo>
                  <a:pt x="-81834" y="5049318"/>
                  <a:pt x="851832" y="6147106"/>
                  <a:pt x="747667" y="7563812"/>
                </a:cubicBezTo>
                <a:lnTo>
                  <a:pt x="5315644" y="7563812"/>
                </a:lnTo>
                <a:lnTo>
                  <a:pt x="5315644" y="0"/>
                </a:lnTo>
                <a:lnTo>
                  <a:pt x="892481" y="0"/>
                </a:lnTo>
                <a:close/>
              </a:path>
            </a:pathLst>
          </a:custGeom>
          <a:solidFill>
            <a:srgbClr val="6C1D5F"/>
          </a:solidFill>
          <a:ln w="12692" cap="flat">
            <a:noFill/>
            <a:prstDash val="solid"/>
            <a:miter/>
          </a:ln>
        </p:spPr>
        <p:txBody>
          <a:bodyPr rtlCol="0" anchor="ctr"/>
          <a:lstStyle/>
          <a:p>
            <a:endParaRPr lang="nl-NL" sz="1633"/>
          </a:p>
        </p:txBody>
      </p:sp>
      <p:sp>
        <p:nvSpPr>
          <p:cNvPr id="44" name="Graphic 34">
            <a:extLst>
              <a:ext uri="{FF2B5EF4-FFF2-40B4-BE49-F238E27FC236}">
                <a16:creationId xmlns:a16="http://schemas.microsoft.com/office/drawing/2014/main" id="{27668657-3937-4D0A-865A-FD9636F94935}"/>
              </a:ext>
            </a:extLst>
          </p:cNvPr>
          <p:cNvSpPr>
            <a:spLocks noChangeAspect="1"/>
          </p:cNvSpPr>
          <p:nvPr userDrawn="1"/>
        </p:nvSpPr>
        <p:spPr>
          <a:xfrm flipH="1" flipV="1">
            <a:off x="2914710" y="1"/>
            <a:ext cx="2267100" cy="6858295"/>
          </a:xfrm>
          <a:custGeom>
            <a:avLst/>
            <a:gdLst>
              <a:gd name="connsiteX0" fmla="*/ 5860 w 2434661"/>
              <a:gd name="connsiteY0" fmla="*/ 3586871 h 7563811"/>
              <a:gd name="connsiteX1" fmla="*/ 750252 w 2434661"/>
              <a:gd name="connsiteY1" fmla="*/ 7563812 h 7563811"/>
              <a:gd name="connsiteX2" fmla="*/ 2434662 w 2434661"/>
              <a:gd name="connsiteY2" fmla="*/ 7563812 h 7563811"/>
              <a:gd name="connsiteX3" fmla="*/ 2378769 w 2434661"/>
              <a:gd name="connsiteY3" fmla="*/ 7098777 h 7563811"/>
              <a:gd name="connsiteX4" fmla="*/ 1137692 w 2434661"/>
              <a:gd name="connsiteY4" fmla="*/ 3609741 h 7563811"/>
              <a:gd name="connsiteX5" fmla="*/ 1163098 w 2434661"/>
              <a:gd name="connsiteY5" fmla="*/ 0 h 7563811"/>
              <a:gd name="connsiteX6" fmla="*/ 893795 w 2434661"/>
              <a:gd name="connsiteY6" fmla="*/ 0 h 7563811"/>
              <a:gd name="connsiteX7" fmla="*/ 5860 w 2434661"/>
              <a:gd name="connsiteY7" fmla="*/ 3586871 h 756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4661" h="7563811">
                <a:moveTo>
                  <a:pt x="5860" y="3586871"/>
                </a:moveTo>
                <a:cubicBezTo>
                  <a:pt x="-81790" y="5059483"/>
                  <a:pt x="844254" y="6156000"/>
                  <a:pt x="750252" y="7563812"/>
                </a:cubicBezTo>
                <a:lnTo>
                  <a:pt x="2434662" y="7563812"/>
                </a:lnTo>
                <a:cubicBezTo>
                  <a:pt x="2427040" y="7407530"/>
                  <a:pt x="2407986" y="7251247"/>
                  <a:pt x="2378769" y="7098777"/>
                </a:cubicBezTo>
                <a:cubicBezTo>
                  <a:pt x="2156468" y="5923483"/>
                  <a:pt x="1311722" y="4928612"/>
                  <a:pt x="1137692" y="3609741"/>
                </a:cubicBezTo>
                <a:cubicBezTo>
                  <a:pt x="990338" y="2477647"/>
                  <a:pt x="1333318" y="1102871"/>
                  <a:pt x="1163098" y="0"/>
                </a:cubicBezTo>
                <a:lnTo>
                  <a:pt x="893795" y="0"/>
                </a:lnTo>
                <a:cubicBezTo>
                  <a:pt x="1117367" y="1877930"/>
                  <a:pt x="89700" y="2181600"/>
                  <a:pt x="5860" y="3586871"/>
                </a:cubicBezTo>
                <a:close/>
              </a:path>
            </a:pathLst>
          </a:custGeom>
          <a:solidFill>
            <a:srgbClr val="4A1E47"/>
          </a:solidFill>
          <a:ln w="12692" cap="flat">
            <a:noFill/>
            <a:prstDash val="solid"/>
            <a:miter/>
          </a:ln>
        </p:spPr>
        <p:txBody>
          <a:bodyPr rtlCol="0" anchor="ctr"/>
          <a:lstStyle/>
          <a:p>
            <a:endParaRPr lang="nl-NL" sz="1633"/>
          </a:p>
        </p:txBody>
      </p:sp>
      <p:sp>
        <p:nvSpPr>
          <p:cNvPr id="3" name="Titel 2">
            <a:extLst>
              <a:ext uri="{FF2B5EF4-FFF2-40B4-BE49-F238E27FC236}">
                <a16:creationId xmlns:a16="http://schemas.microsoft.com/office/drawing/2014/main" id="{9C75EC70-7F42-4BDA-A7A4-1B42B53FCE8E}"/>
              </a:ext>
            </a:extLst>
          </p:cNvPr>
          <p:cNvSpPr>
            <a:spLocks noGrp="1"/>
          </p:cNvSpPr>
          <p:nvPr>
            <p:ph type="title" hasCustomPrompt="1"/>
          </p:nvPr>
        </p:nvSpPr>
        <p:spPr>
          <a:xfrm>
            <a:off x="801355" y="4928516"/>
            <a:ext cx="2633823" cy="1390370"/>
          </a:xfrm>
        </p:spPr>
        <p:txBody>
          <a:bodyPr anchor="b"/>
          <a:lstStyle>
            <a:lvl1pPr>
              <a:defRPr b="1">
                <a:solidFill>
                  <a:schemeClr val="bg2"/>
                </a:solidFill>
              </a:defRPr>
            </a:lvl1pPr>
          </a:lstStyle>
          <a:p>
            <a:r>
              <a:rPr lang="nl-NL"/>
              <a:t>Plaats hier </a:t>
            </a:r>
            <a:br>
              <a:rPr lang="nl-NL"/>
            </a:br>
            <a:r>
              <a:rPr lang="nl-NL"/>
              <a:t>een titel</a:t>
            </a:r>
          </a:p>
        </p:txBody>
      </p:sp>
    </p:spTree>
    <p:extLst>
      <p:ext uri="{BB962C8B-B14F-4D97-AF65-F5344CB8AC3E}">
        <p14:creationId xmlns:p14="http://schemas.microsoft.com/office/powerpoint/2010/main" val="33471368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Alleen titel #6">
    <p:spTree>
      <p:nvGrpSpPr>
        <p:cNvPr id="1" name=""/>
        <p:cNvGrpSpPr/>
        <p:nvPr/>
      </p:nvGrpSpPr>
      <p:grpSpPr>
        <a:xfrm>
          <a:off x="0" y="0"/>
          <a:ext cx="0" cy="0"/>
          <a:chOff x="0" y="0"/>
          <a:chExt cx="0" cy="0"/>
        </a:xfrm>
      </p:grpSpPr>
      <p:sp>
        <p:nvSpPr>
          <p:cNvPr id="6" name="Graphic 31">
            <a:extLst>
              <a:ext uri="{FF2B5EF4-FFF2-40B4-BE49-F238E27FC236}">
                <a16:creationId xmlns:a16="http://schemas.microsoft.com/office/drawing/2014/main" id="{6F8C2140-0E3B-4526-AC26-07A2A3640BC3}"/>
              </a:ext>
            </a:extLst>
          </p:cNvPr>
          <p:cNvSpPr>
            <a:spLocks noChangeAspect="1"/>
          </p:cNvSpPr>
          <p:nvPr userDrawn="1"/>
        </p:nvSpPr>
        <p:spPr>
          <a:xfrm rot="5400000" flipH="1">
            <a:off x="2656213" y="-2656226"/>
            <a:ext cx="6900415" cy="12212857"/>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 name="connsiteX0" fmla="*/ 892481 w 5315644"/>
              <a:gd name="connsiteY0" fmla="*/ 0 h 7563813"/>
              <a:gd name="connsiteX1" fmla="*/ 5816 w 5315644"/>
              <a:gd name="connsiteY1" fmla="*/ 3571624 h 7563813"/>
              <a:gd name="connsiteX2" fmla="*/ 747667 w 5315644"/>
              <a:gd name="connsiteY2" fmla="*/ 7563812 h 7563813"/>
              <a:gd name="connsiteX3" fmla="*/ 4552322 w 5315644"/>
              <a:gd name="connsiteY3" fmla="*/ 7563813 h 7563813"/>
              <a:gd name="connsiteX4" fmla="*/ 5315644 w 5315644"/>
              <a:gd name="connsiteY4" fmla="*/ 0 h 7563813"/>
              <a:gd name="connsiteX5" fmla="*/ 892481 w 5315644"/>
              <a:gd name="connsiteY5" fmla="*/ 0 h 7563813"/>
              <a:gd name="connsiteX0" fmla="*/ 892481 w 5315644"/>
              <a:gd name="connsiteY0" fmla="*/ 0 h 7563813"/>
              <a:gd name="connsiteX1" fmla="*/ 5816 w 5315644"/>
              <a:gd name="connsiteY1" fmla="*/ 3571624 h 7563813"/>
              <a:gd name="connsiteX2" fmla="*/ 747667 w 5315644"/>
              <a:gd name="connsiteY2" fmla="*/ 7563812 h 7563813"/>
              <a:gd name="connsiteX3" fmla="*/ 4901639 w 5315644"/>
              <a:gd name="connsiteY3" fmla="*/ 7563813 h 7563813"/>
              <a:gd name="connsiteX4" fmla="*/ 5315644 w 5315644"/>
              <a:gd name="connsiteY4" fmla="*/ 0 h 7563813"/>
              <a:gd name="connsiteX5" fmla="*/ 892481 w 5315644"/>
              <a:gd name="connsiteY5" fmla="*/ 0 h 7563813"/>
              <a:gd name="connsiteX0" fmla="*/ 892481 w 4901639"/>
              <a:gd name="connsiteY0" fmla="*/ 0 h 7563813"/>
              <a:gd name="connsiteX1" fmla="*/ 5816 w 4901639"/>
              <a:gd name="connsiteY1" fmla="*/ 3571624 h 7563813"/>
              <a:gd name="connsiteX2" fmla="*/ 747667 w 4901639"/>
              <a:gd name="connsiteY2" fmla="*/ 7563812 h 7563813"/>
              <a:gd name="connsiteX3" fmla="*/ 4901639 w 4901639"/>
              <a:gd name="connsiteY3" fmla="*/ 7563813 h 7563813"/>
              <a:gd name="connsiteX4" fmla="*/ 4565260 w 4901639"/>
              <a:gd name="connsiteY4" fmla="*/ 0 h 7563813"/>
              <a:gd name="connsiteX5" fmla="*/ 892481 w 4901639"/>
              <a:gd name="connsiteY5" fmla="*/ 0 h 7563813"/>
              <a:gd name="connsiteX0" fmla="*/ 892481 w 4901639"/>
              <a:gd name="connsiteY0" fmla="*/ 12938 h 7576751"/>
              <a:gd name="connsiteX1" fmla="*/ 5816 w 4901639"/>
              <a:gd name="connsiteY1" fmla="*/ 3584562 h 7576751"/>
              <a:gd name="connsiteX2" fmla="*/ 747667 w 4901639"/>
              <a:gd name="connsiteY2" fmla="*/ 7576750 h 7576751"/>
              <a:gd name="connsiteX3" fmla="*/ 4901639 w 4901639"/>
              <a:gd name="connsiteY3" fmla="*/ 7576751 h 7576751"/>
              <a:gd name="connsiteX4" fmla="*/ 4901639 w 4901639"/>
              <a:gd name="connsiteY4" fmla="*/ 0 h 7576751"/>
              <a:gd name="connsiteX5" fmla="*/ 892481 w 4901639"/>
              <a:gd name="connsiteY5" fmla="*/ 12938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823283 h 8379532"/>
              <a:gd name="connsiteX1" fmla="*/ 10879 w 4906702"/>
              <a:gd name="connsiteY1" fmla="*/ 4387343 h 8379532"/>
              <a:gd name="connsiteX2" fmla="*/ 752730 w 4906702"/>
              <a:gd name="connsiteY2" fmla="*/ 8379531 h 8379532"/>
              <a:gd name="connsiteX3" fmla="*/ 4906702 w 4906702"/>
              <a:gd name="connsiteY3" fmla="*/ 8379532 h 8379532"/>
              <a:gd name="connsiteX4" fmla="*/ 4906702 w 4906702"/>
              <a:gd name="connsiteY4" fmla="*/ 802781 h 8379532"/>
              <a:gd name="connsiteX5" fmla="*/ 0 w 4906702"/>
              <a:gd name="connsiteY5" fmla="*/ 823283 h 8379532"/>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147214 w 4923206"/>
              <a:gd name="connsiteY0" fmla="*/ 179342 h 7576751"/>
              <a:gd name="connsiteX1" fmla="*/ 27383 w 4923206"/>
              <a:gd name="connsiteY1" fmla="*/ 3584562 h 7576751"/>
              <a:gd name="connsiteX2" fmla="*/ 769234 w 4923206"/>
              <a:gd name="connsiteY2" fmla="*/ 7576750 h 7576751"/>
              <a:gd name="connsiteX3" fmla="*/ 4923206 w 4923206"/>
              <a:gd name="connsiteY3" fmla="*/ 7576751 h 7576751"/>
              <a:gd name="connsiteX4" fmla="*/ 4923206 w 4923206"/>
              <a:gd name="connsiteY4" fmla="*/ 0 h 7576751"/>
              <a:gd name="connsiteX5" fmla="*/ 147214 w 4923206"/>
              <a:gd name="connsiteY5" fmla="*/ 179342 h 7576751"/>
              <a:gd name="connsiteX0" fmla="*/ 42213 w 4957629"/>
              <a:gd name="connsiteY0" fmla="*/ 5373 h 7576751"/>
              <a:gd name="connsiteX1" fmla="*/ 61806 w 4957629"/>
              <a:gd name="connsiteY1" fmla="*/ 3584562 h 7576751"/>
              <a:gd name="connsiteX2" fmla="*/ 803657 w 4957629"/>
              <a:gd name="connsiteY2" fmla="*/ 7576750 h 7576751"/>
              <a:gd name="connsiteX3" fmla="*/ 4957629 w 4957629"/>
              <a:gd name="connsiteY3" fmla="*/ 7576751 h 7576751"/>
              <a:gd name="connsiteX4" fmla="*/ 4957629 w 4957629"/>
              <a:gd name="connsiteY4" fmla="*/ 0 h 7576751"/>
              <a:gd name="connsiteX5" fmla="*/ 42213 w 4957629"/>
              <a:gd name="connsiteY5" fmla="*/ 5373 h 7576751"/>
              <a:gd name="connsiteX0" fmla="*/ 19358 w 4934774"/>
              <a:gd name="connsiteY0" fmla="*/ 5373 h 7576751"/>
              <a:gd name="connsiteX1" fmla="*/ 38951 w 4934774"/>
              <a:gd name="connsiteY1" fmla="*/ 3584562 h 7576751"/>
              <a:gd name="connsiteX2" fmla="*/ 780802 w 4934774"/>
              <a:gd name="connsiteY2" fmla="*/ 7576750 h 7576751"/>
              <a:gd name="connsiteX3" fmla="*/ 4934774 w 4934774"/>
              <a:gd name="connsiteY3" fmla="*/ 7576751 h 7576751"/>
              <a:gd name="connsiteX4" fmla="*/ 4934774 w 4934774"/>
              <a:gd name="connsiteY4" fmla="*/ 0 h 7576751"/>
              <a:gd name="connsiteX5" fmla="*/ 19358 w 4934774"/>
              <a:gd name="connsiteY5" fmla="*/ 5373 h 7576751"/>
              <a:gd name="connsiteX0" fmla="*/ 0 w 4915416"/>
              <a:gd name="connsiteY0" fmla="*/ 5373 h 7576751"/>
              <a:gd name="connsiteX1" fmla="*/ 19593 w 4915416"/>
              <a:gd name="connsiteY1" fmla="*/ 3584562 h 7576751"/>
              <a:gd name="connsiteX2" fmla="*/ 761444 w 4915416"/>
              <a:gd name="connsiteY2" fmla="*/ 7576750 h 7576751"/>
              <a:gd name="connsiteX3" fmla="*/ 4915416 w 4915416"/>
              <a:gd name="connsiteY3" fmla="*/ 7576751 h 7576751"/>
              <a:gd name="connsiteX4" fmla="*/ 4915416 w 4915416"/>
              <a:gd name="connsiteY4" fmla="*/ 0 h 7576751"/>
              <a:gd name="connsiteX5" fmla="*/ 0 w 4915416"/>
              <a:gd name="connsiteY5" fmla="*/ 5373 h 7576751"/>
              <a:gd name="connsiteX0" fmla="*/ 0 w 4915416"/>
              <a:gd name="connsiteY0" fmla="*/ 5373 h 7576751"/>
              <a:gd name="connsiteX1" fmla="*/ 19593 w 4915416"/>
              <a:gd name="connsiteY1" fmla="*/ 3584562 h 7576751"/>
              <a:gd name="connsiteX2" fmla="*/ 761444 w 4915416"/>
              <a:gd name="connsiteY2" fmla="*/ 7576750 h 7576751"/>
              <a:gd name="connsiteX3" fmla="*/ 4915416 w 4915416"/>
              <a:gd name="connsiteY3" fmla="*/ 7576751 h 7576751"/>
              <a:gd name="connsiteX4" fmla="*/ 4915416 w 4915416"/>
              <a:gd name="connsiteY4" fmla="*/ 0 h 7576751"/>
              <a:gd name="connsiteX5" fmla="*/ 0 w 4915416"/>
              <a:gd name="connsiteY5" fmla="*/ 5373 h 7576751"/>
              <a:gd name="connsiteX0" fmla="*/ 369366 w 5284782"/>
              <a:gd name="connsiteY0" fmla="*/ 266522 h 7837900"/>
              <a:gd name="connsiteX1" fmla="*/ 362817 w 5284782"/>
              <a:gd name="connsiteY1" fmla="*/ 3845711 h 7837900"/>
              <a:gd name="connsiteX2" fmla="*/ 1130810 w 5284782"/>
              <a:gd name="connsiteY2" fmla="*/ 7837899 h 7837900"/>
              <a:gd name="connsiteX3" fmla="*/ 5284782 w 5284782"/>
              <a:gd name="connsiteY3" fmla="*/ 7837900 h 7837900"/>
              <a:gd name="connsiteX4" fmla="*/ 5284782 w 5284782"/>
              <a:gd name="connsiteY4" fmla="*/ 261149 h 7837900"/>
              <a:gd name="connsiteX5" fmla="*/ 369366 w 5284782"/>
              <a:gd name="connsiteY5" fmla="*/ 266522 h 7837900"/>
              <a:gd name="connsiteX0" fmla="*/ 16535 w 4931951"/>
              <a:gd name="connsiteY0" fmla="*/ 5373 h 7576751"/>
              <a:gd name="connsiteX1" fmla="*/ 9986 w 4931951"/>
              <a:gd name="connsiteY1" fmla="*/ 3584562 h 7576751"/>
              <a:gd name="connsiteX2" fmla="*/ 777979 w 4931951"/>
              <a:gd name="connsiteY2" fmla="*/ 7576750 h 7576751"/>
              <a:gd name="connsiteX3" fmla="*/ 4931951 w 4931951"/>
              <a:gd name="connsiteY3" fmla="*/ 7576751 h 7576751"/>
              <a:gd name="connsiteX4" fmla="*/ 4931951 w 4931951"/>
              <a:gd name="connsiteY4" fmla="*/ 0 h 7576751"/>
              <a:gd name="connsiteX5" fmla="*/ 16535 w 4931951"/>
              <a:gd name="connsiteY5" fmla="*/ 5373 h 7576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31951" h="7576751">
                <a:moveTo>
                  <a:pt x="16535" y="5373"/>
                </a:moveTo>
                <a:cubicBezTo>
                  <a:pt x="-5007" y="4000"/>
                  <a:pt x="-3639" y="2292410"/>
                  <a:pt x="9986" y="3584562"/>
                </a:cubicBezTo>
                <a:cubicBezTo>
                  <a:pt x="23611" y="4876714"/>
                  <a:pt x="882144" y="6160044"/>
                  <a:pt x="777979" y="7576750"/>
                </a:cubicBezTo>
                <a:lnTo>
                  <a:pt x="4931951" y="7576751"/>
                </a:lnTo>
                <a:lnTo>
                  <a:pt x="4931951" y="0"/>
                </a:lnTo>
                <a:lnTo>
                  <a:pt x="16535" y="5373"/>
                </a:lnTo>
                <a:close/>
              </a:path>
            </a:pathLst>
          </a:custGeom>
          <a:solidFill>
            <a:schemeClr val="accent1"/>
          </a:solidFill>
          <a:ln w="12692" cap="flat">
            <a:noFill/>
            <a:prstDash val="solid"/>
            <a:miter/>
          </a:ln>
        </p:spPr>
        <p:txBody>
          <a:bodyPr rtlCol="0" anchor="ctr"/>
          <a:lstStyle/>
          <a:p>
            <a:endParaRPr lang="nl-NL" sz="1633"/>
          </a:p>
        </p:txBody>
      </p:sp>
      <p:sp>
        <p:nvSpPr>
          <p:cNvPr id="4" name="Titel 2">
            <a:extLst>
              <a:ext uri="{FF2B5EF4-FFF2-40B4-BE49-F238E27FC236}">
                <a16:creationId xmlns:a16="http://schemas.microsoft.com/office/drawing/2014/main" id="{812AA0BB-7BC1-4C4E-B723-3C90DBCAA935}"/>
              </a:ext>
            </a:extLst>
          </p:cNvPr>
          <p:cNvSpPr>
            <a:spLocks noGrp="1"/>
          </p:cNvSpPr>
          <p:nvPr>
            <p:ph type="title" hasCustomPrompt="1"/>
          </p:nvPr>
        </p:nvSpPr>
        <p:spPr>
          <a:xfrm>
            <a:off x="804452" y="728743"/>
            <a:ext cx="9683960" cy="895483"/>
          </a:xfrm>
        </p:spPr>
        <p:txBody>
          <a:bodyPr/>
          <a:lstStyle>
            <a:lvl1pPr>
              <a:defRPr>
                <a:solidFill>
                  <a:schemeClr val="bg1"/>
                </a:solidFill>
              </a:defRPr>
            </a:lvl1pPr>
          </a:lstStyle>
          <a:p>
            <a:r>
              <a:rPr lang="nl-NL"/>
              <a:t>Plaats hier een titel</a:t>
            </a:r>
            <a:br>
              <a:rPr lang="nl-NL"/>
            </a:br>
            <a:r>
              <a:rPr lang="nl-NL"/>
              <a:t>max. 2 regels</a:t>
            </a:r>
          </a:p>
        </p:txBody>
      </p:sp>
    </p:spTree>
    <p:extLst>
      <p:ext uri="{BB962C8B-B14F-4D97-AF65-F5344CB8AC3E}">
        <p14:creationId xmlns:p14="http://schemas.microsoft.com/office/powerpoint/2010/main" val="40744069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Titel en Tekst x2">
    <p:spTree>
      <p:nvGrpSpPr>
        <p:cNvPr id="1" name=""/>
        <p:cNvGrpSpPr/>
        <p:nvPr/>
      </p:nvGrpSpPr>
      <p:grpSpPr>
        <a:xfrm>
          <a:off x="0" y="0"/>
          <a:ext cx="0" cy="0"/>
          <a:chOff x="0" y="0"/>
          <a:chExt cx="0" cy="0"/>
        </a:xfrm>
      </p:grpSpPr>
      <p:sp>
        <p:nvSpPr>
          <p:cNvPr id="6" name="Graphic 31">
            <a:extLst>
              <a:ext uri="{FF2B5EF4-FFF2-40B4-BE49-F238E27FC236}">
                <a16:creationId xmlns:a16="http://schemas.microsoft.com/office/drawing/2014/main" id="{6F8C2140-0E3B-4526-AC26-07A2A3640BC3}"/>
              </a:ext>
            </a:extLst>
          </p:cNvPr>
          <p:cNvSpPr>
            <a:spLocks noChangeAspect="1"/>
          </p:cNvSpPr>
          <p:nvPr userDrawn="1"/>
        </p:nvSpPr>
        <p:spPr>
          <a:xfrm rot="5400000" flipH="1">
            <a:off x="2656213" y="-2656226"/>
            <a:ext cx="6900415" cy="12212857"/>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 name="connsiteX0" fmla="*/ 892481 w 5315644"/>
              <a:gd name="connsiteY0" fmla="*/ 0 h 7563813"/>
              <a:gd name="connsiteX1" fmla="*/ 5816 w 5315644"/>
              <a:gd name="connsiteY1" fmla="*/ 3571624 h 7563813"/>
              <a:gd name="connsiteX2" fmla="*/ 747667 w 5315644"/>
              <a:gd name="connsiteY2" fmla="*/ 7563812 h 7563813"/>
              <a:gd name="connsiteX3" fmla="*/ 4552322 w 5315644"/>
              <a:gd name="connsiteY3" fmla="*/ 7563813 h 7563813"/>
              <a:gd name="connsiteX4" fmla="*/ 5315644 w 5315644"/>
              <a:gd name="connsiteY4" fmla="*/ 0 h 7563813"/>
              <a:gd name="connsiteX5" fmla="*/ 892481 w 5315644"/>
              <a:gd name="connsiteY5" fmla="*/ 0 h 7563813"/>
              <a:gd name="connsiteX0" fmla="*/ 892481 w 5315644"/>
              <a:gd name="connsiteY0" fmla="*/ 0 h 7563813"/>
              <a:gd name="connsiteX1" fmla="*/ 5816 w 5315644"/>
              <a:gd name="connsiteY1" fmla="*/ 3571624 h 7563813"/>
              <a:gd name="connsiteX2" fmla="*/ 747667 w 5315644"/>
              <a:gd name="connsiteY2" fmla="*/ 7563812 h 7563813"/>
              <a:gd name="connsiteX3" fmla="*/ 4901639 w 5315644"/>
              <a:gd name="connsiteY3" fmla="*/ 7563813 h 7563813"/>
              <a:gd name="connsiteX4" fmla="*/ 5315644 w 5315644"/>
              <a:gd name="connsiteY4" fmla="*/ 0 h 7563813"/>
              <a:gd name="connsiteX5" fmla="*/ 892481 w 5315644"/>
              <a:gd name="connsiteY5" fmla="*/ 0 h 7563813"/>
              <a:gd name="connsiteX0" fmla="*/ 892481 w 4901639"/>
              <a:gd name="connsiteY0" fmla="*/ 0 h 7563813"/>
              <a:gd name="connsiteX1" fmla="*/ 5816 w 4901639"/>
              <a:gd name="connsiteY1" fmla="*/ 3571624 h 7563813"/>
              <a:gd name="connsiteX2" fmla="*/ 747667 w 4901639"/>
              <a:gd name="connsiteY2" fmla="*/ 7563812 h 7563813"/>
              <a:gd name="connsiteX3" fmla="*/ 4901639 w 4901639"/>
              <a:gd name="connsiteY3" fmla="*/ 7563813 h 7563813"/>
              <a:gd name="connsiteX4" fmla="*/ 4565260 w 4901639"/>
              <a:gd name="connsiteY4" fmla="*/ 0 h 7563813"/>
              <a:gd name="connsiteX5" fmla="*/ 892481 w 4901639"/>
              <a:gd name="connsiteY5" fmla="*/ 0 h 7563813"/>
              <a:gd name="connsiteX0" fmla="*/ 892481 w 4901639"/>
              <a:gd name="connsiteY0" fmla="*/ 12938 h 7576751"/>
              <a:gd name="connsiteX1" fmla="*/ 5816 w 4901639"/>
              <a:gd name="connsiteY1" fmla="*/ 3584562 h 7576751"/>
              <a:gd name="connsiteX2" fmla="*/ 747667 w 4901639"/>
              <a:gd name="connsiteY2" fmla="*/ 7576750 h 7576751"/>
              <a:gd name="connsiteX3" fmla="*/ 4901639 w 4901639"/>
              <a:gd name="connsiteY3" fmla="*/ 7576751 h 7576751"/>
              <a:gd name="connsiteX4" fmla="*/ 4901639 w 4901639"/>
              <a:gd name="connsiteY4" fmla="*/ 0 h 7576751"/>
              <a:gd name="connsiteX5" fmla="*/ 892481 w 4901639"/>
              <a:gd name="connsiteY5" fmla="*/ 12938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823283 h 8379532"/>
              <a:gd name="connsiteX1" fmla="*/ 10879 w 4906702"/>
              <a:gd name="connsiteY1" fmla="*/ 4387343 h 8379532"/>
              <a:gd name="connsiteX2" fmla="*/ 752730 w 4906702"/>
              <a:gd name="connsiteY2" fmla="*/ 8379531 h 8379532"/>
              <a:gd name="connsiteX3" fmla="*/ 4906702 w 4906702"/>
              <a:gd name="connsiteY3" fmla="*/ 8379532 h 8379532"/>
              <a:gd name="connsiteX4" fmla="*/ 4906702 w 4906702"/>
              <a:gd name="connsiteY4" fmla="*/ 802781 h 8379532"/>
              <a:gd name="connsiteX5" fmla="*/ 0 w 4906702"/>
              <a:gd name="connsiteY5" fmla="*/ 823283 h 8379532"/>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147214 w 4923206"/>
              <a:gd name="connsiteY0" fmla="*/ 179342 h 7576751"/>
              <a:gd name="connsiteX1" fmla="*/ 27383 w 4923206"/>
              <a:gd name="connsiteY1" fmla="*/ 3584562 h 7576751"/>
              <a:gd name="connsiteX2" fmla="*/ 769234 w 4923206"/>
              <a:gd name="connsiteY2" fmla="*/ 7576750 h 7576751"/>
              <a:gd name="connsiteX3" fmla="*/ 4923206 w 4923206"/>
              <a:gd name="connsiteY3" fmla="*/ 7576751 h 7576751"/>
              <a:gd name="connsiteX4" fmla="*/ 4923206 w 4923206"/>
              <a:gd name="connsiteY4" fmla="*/ 0 h 7576751"/>
              <a:gd name="connsiteX5" fmla="*/ 147214 w 4923206"/>
              <a:gd name="connsiteY5" fmla="*/ 179342 h 7576751"/>
              <a:gd name="connsiteX0" fmla="*/ 42213 w 4957629"/>
              <a:gd name="connsiteY0" fmla="*/ 5373 h 7576751"/>
              <a:gd name="connsiteX1" fmla="*/ 61806 w 4957629"/>
              <a:gd name="connsiteY1" fmla="*/ 3584562 h 7576751"/>
              <a:gd name="connsiteX2" fmla="*/ 803657 w 4957629"/>
              <a:gd name="connsiteY2" fmla="*/ 7576750 h 7576751"/>
              <a:gd name="connsiteX3" fmla="*/ 4957629 w 4957629"/>
              <a:gd name="connsiteY3" fmla="*/ 7576751 h 7576751"/>
              <a:gd name="connsiteX4" fmla="*/ 4957629 w 4957629"/>
              <a:gd name="connsiteY4" fmla="*/ 0 h 7576751"/>
              <a:gd name="connsiteX5" fmla="*/ 42213 w 4957629"/>
              <a:gd name="connsiteY5" fmla="*/ 5373 h 7576751"/>
              <a:gd name="connsiteX0" fmla="*/ 19358 w 4934774"/>
              <a:gd name="connsiteY0" fmla="*/ 5373 h 7576751"/>
              <a:gd name="connsiteX1" fmla="*/ 38951 w 4934774"/>
              <a:gd name="connsiteY1" fmla="*/ 3584562 h 7576751"/>
              <a:gd name="connsiteX2" fmla="*/ 780802 w 4934774"/>
              <a:gd name="connsiteY2" fmla="*/ 7576750 h 7576751"/>
              <a:gd name="connsiteX3" fmla="*/ 4934774 w 4934774"/>
              <a:gd name="connsiteY3" fmla="*/ 7576751 h 7576751"/>
              <a:gd name="connsiteX4" fmla="*/ 4934774 w 4934774"/>
              <a:gd name="connsiteY4" fmla="*/ 0 h 7576751"/>
              <a:gd name="connsiteX5" fmla="*/ 19358 w 4934774"/>
              <a:gd name="connsiteY5" fmla="*/ 5373 h 7576751"/>
              <a:gd name="connsiteX0" fmla="*/ 0 w 4915416"/>
              <a:gd name="connsiteY0" fmla="*/ 5373 h 7576751"/>
              <a:gd name="connsiteX1" fmla="*/ 19593 w 4915416"/>
              <a:gd name="connsiteY1" fmla="*/ 3584562 h 7576751"/>
              <a:gd name="connsiteX2" fmla="*/ 761444 w 4915416"/>
              <a:gd name="connsiteY2" fmla="*/ 7576750 h 7576751"/>
              <a:gd name="connsiteX3" fmla="*/ 4915416 w 4915416"/>
              <a:gd name="connsiteY3" fmla="*/ 7576751 h 7576751"/>
              <a:gd name="connsiteX4" fmla="*/ 4915416 w 4915416"/>
              <a:gd name="connsiteY4" fmla="*/ 0 h 7576751"/>
              <a:gd name="connsiteX5" fmla="*/ 0 w 4915416"/>
              <a:gd name="connsiteY5" fmla="*/ 5373 h 7576751"/>
              <a:gd name="connsiteX0" fmla="*/ 0 w 4915416"/>
              <a:gd name="connsiteY0" fmla="*/ 5373 h 7576751"/>
              <a:gd name="connsiteX1" fmla="*/ 19593 w 4915416"/>
              <a:gd name="connsiteY1" fmla="*/ 3584562 h 7576751"/>
              <a:gd name="connsiteX2" fmla="*/ 761444 w 4915416"/>
              <a:gd name="connsiteY2" fmla="*/ 7576750 h 7576751"/>
              <a:gd name="connsiteX3" fmla="*/ 4915416 w 4915416"/>
              <a:gd name="connsiteY3" fmla="*/ 7576751 h 7576751"/>
              <a:gd name="connsiteX4" fmla="*/ 4915416 w 4915416"/>
              <a:gd name="connsiteY4" fmla="*/ 0 h 7576751"/>
              <a:gd name="connsiteX5" fmla="*/ 0 w 4915416"/>
              <a:gd name="connsiteY5" fmla="*/ 5373 h 7576751"/>
              <a:gd name="connsiteX0" fmla="*/ 369366 w 5284782"/>
              <a:gd name="connsiteY0" fmla="*/ 266522 h 7837900"/>
              <a:gd name="connsiteX1" fmla="*/ 362817 w 5284782"/>
              <a:gd name="connsiteY1" fmla="*/ 3845711 h 7837900"/>
              <a:gd name="connsiteX2" fmla="*/ 1130810 w 5284782"/>
              <a:gd name="connsiteY2" fmla="*/ 7837899 h 7837900"/>
              <a:gd name="connsiteX3" fmla="*/ 5284782 w 5284782"/>
              <a:gd name="connsiteY3" fmla="*/ 7837900 h 7837900"/>
              <a:gd name="connsiteX4" fmla="*/ 5284782 w 5284782"/>
              <a:gd name="connsiteY4" fmla="*/ 261149 h 7837900"/>
              <a:gd name="connsiteX5" fmla="*/ 369366 w 5284782"/>
              <a:gd name="connsiteY5" fmla="*/ 266522 h 7837900"/>
              <a:gd name="connsiteX0" fmla="*/ 16535 w 4931951"/>
              <a:gd name="connsiteY0" fmla="*/ 5373 h 7576751"/>
              <a:gd name="connsiteX1" fmla="*/ 9986 w 4931951"/>
              <a:gd name="connsiteY1" fmla="*/ 3584562 h 7576751"/>
              <a:gd name="connsiteX2" fmla="*/ 777979 w 4931951"/>
              <a:gd name="connsiteY2" fmla="*/ 7576750 h 7576751"/>
              <a:gd name="connsiteX3" fmla="*/ 4931951 w 4931951"/>
              <a:gd name="connsiteY3" fmla="*/ 7576751 h 7576751"/>
              <a:gd name="connsiteX4" fmla="*/ 4931951 w 4931951"/>
              <a:gd name="connsiteY4" fmla="*/ 0 h 7576751"/>
              <a:gd name="connsiteX5" fmla="*/ 16535 w 4931951"/>
              <a:gd name="connsiteY5" fmla="*/ 5373 h 7576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31951" h="7576751">
                <a:moveTo>
                  <a:pt x="16535" y="5373"/>
                </a:moveTo>
                <a:cubicBezTo>
                  <a:pt x="-5007" y="4000"/>
                  <a:pt x="-3639" y="2292410"/>
                  <a:pt x="9986" y="3584562"/>
                </a:cubicBezTo>
                <a:cubicBezTo>
                  <a:pt x="23611" y="4876714"/>
                  <a:pt x="882144" y="6160044"/>
                  <a:pt x="777979" y="7576750"/>
                </a:cubicBezTo>
                <a:lnTo>
                  <a:pt x="4931951" y="7576751"/>
                </a:lnTo>
                <a:lnTo>
                  <a:pt x="4931951" y="0"/>
                </a:lnTo>
                <a:lnTo>
                  <a:pt x="16535" y="5373"/>
                </a:lnTo>
                <a:close/>
              </a:path>
            </a:pathLst>
          </a:custGeom>
          <a:solidFill>
            <a:srgbClr val="E5DDE8"/>
          </a:solidFill>
          <a:ln w="12692" cap="flat">
            <a:noFill/>
            <a:prstDash val="solid"/>
            <a:miter/>
          </a:ln>
        </p:spPr>
        <p:txBody>
          <a:bodyPr rtlCol="0" anchor="ctr"/>
          <a:lstStyle/>
          <a:p>
            <a:endParaRPr lang="nl-NL" sz="1633"/>
          </a:p>
        </p:txBody>
      </p:sp>
      <p:sp>
        <p:nvSpPr>
          <p:cNvPr id="4" name="Titel 2">
            <a:extLst>
              <a:ext uri="{FF2B5EF4-FFF2-40B4-BE49-F238E27FC236}">
                <a16:creationId xmlns:a16="http://schemas.microsoft.com/office/drawing/2014/main" id="{4D20EE6F-9DB1-43E9-9DF4-936AC3035312}"/>
              </a:ext>
            </a:extLst>
          </p:cNvPr>
          <p:cNvSpPr>
            <a:spLocks noGrp="1"/>
          </p:cNvSpPr>
          <p:nvPr>
            <p:ph type="title" hasCustomPrompt="1"/>
          </p:nvPr>
        </p:nvSpPr>
        <p:spPr>
          <a:xfrm>
            <a:off x="803820" y="728743"/>
            <a:ext cx="9683960" cy="895483"/>
          </a:xfrm>
        </p:spPr>
        <p:txBody>
          <a:bodyPr/>
          <a:lstStyle>
            <a:lvl1pPr>
              <a:defRPr/>
            </a:lvl1pPr>
          </a:lstStyle>
          <a:p>
            <a:r>
              <a:rPr lang="nl-NL"/>
              <a:t>Plaats hier een titel</a:t>
            </a:r>
            <a:br>
              <a:rPr lang="nl-NL"/>
            </a:br>
            <a:r>
              <a:rPr lang="nl-NL"/>
              <a:t>max. 2 regels</a:t>
            </a:r>
          </a:p>
        </p:txBody>
      </p:sp>
      <p:sp>
        <p:nvSpPr>
          <p:cNvPr id="7" name="Tijdelijke aanduiding voor verticale tekst 2">
            <a:extLst>
              <a:ext uri="{FF2B5EF4-FFF2-40B4-BE49-F238E27FC236}">
                <a16:creationId xmlns:a16="http://schemas.microsoft.com/office/drawing/2014/main" id="{D56E813C-BEBA-47BA-B648-9494279B851D}"/>
              </a:ext>
            </a:extLst>
          </p:cNvPr>
          <p:cNvSpPr>
            <a:spLocks noGrp="1"/>
          </p:cNvSpPr>
          <p:nvPr>
            <p:ph type="body" orient="vert" idx="1" hasCustomPrompt="1"/>
          </p:nvPr>
        </p:nvSpPr>
        <p:spPr>
          <a:xfrm>
            <a:off x="835196" y="1959086"/>
            <a:ext cx="4749680" cy="1600570"/>
          </a:xfrm>
        </p:spPr>
        <p:txBody>
          <a:bodyPr vert="horz" lIns="0" tIns="0" rIns="0" bIns="0"/>
          <a:lstStyle>
            <a:lvl1pPr>
              <a:defRPr>
                <a:solidFill>
                  <a:schemeClr val="accent2"/>
                </a:solidFill>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8" name="Tijdelijke aanduiding voor verticale tekst 2">
            <a:extLst>
              <a:ext uri="{FF2B5EF4-FFF2-40B4-BE49-F238E27FC236}">
                <a16:creationId xmlns:a16="http://schemas.microsoft.com/office/drawing/2014/main" id="{6C44E3D1-A55D-4933-A80D-8922D56EB8A7}"/>
              </a:ext>
            </a:extLst>
          </p:cNvPr>
          <p:cNvSpPr>
            <a:spLocks noGrp="1"/>
          </p:cNvSpPr>
          <p:nvPr>
            <p:ph type="body" orient="vert" idx="30" hasCustomPrompt="1"/>
          </p:nvPr>
        </p:nvSpPr>
        <p:spPr>
          <a:xfrm>
            <a:off x="835196" y="1690617"/>
            <a:ext cx="4749680" cy="268469"/>
          </a:xfrm>
        </p:spPr>
        <p:txBody>
          <a:bodyPr vert="horz" lIns="0" tIns="0" rIns="0" bIns="0"/>
          <a:lstStyle>
            <a:lvl1pPr marL="0" indent="0">
              <a:buNone/>
              <a:defRPr b="0">
                <a:solidFill>
                  <a:schemeClr val="accent2"/>
                </a:solidFill>
              </a:defRPr>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9" name="Tijdelijke aanduiding voor verticale tekst 2">
            <a:extLst>
              <a:ext uri="{FF2B5EF4-FFF2-40B4-BE49-F238E27FC236}">
                <a16:creationId xmlns:a16="http://schemas.microsoft.com/office/drawing/2014/main" id="{9202E3D9-D14A-4B52-BBC3-BBB7EAC9BE62}"/>
              </a:ext>
            </a:extLst>
          </p:cNvPr>
          <p:cNvSpPr>
            <a:spLocks noGrp="1"/>
          </p:cNvSpPr>
          <p:nvPr>
            <p:ph type="body" orient="vert" idx="41" hasCustomPrompt="1"/>
          </p:nvPr>
        </p:nvSpPr>
        <p:spPr>
          <a:xfrm>
            <a:off x="835196" y="3970236"/>
            <a:ext cx="4749680" cy="1600570"/>
          </a:xfrm>
        </p:spPr>
        <p:txBody>
          <a:bodyPr vert="horz" lIns="0" tIns="0" rIns="0" bIns="0"/>
          <a:lstStyle>
            <a:lvl1pPr>
              <a:defRPr>
                <a:solidFill>
                  <a:schemeClr val="accent2"/>
                </a:solidFill>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10" name="Tijdelijke aanduiding voor verticale tekst 2">
            <a:extLst>
              <a:ext uri="{FF2B5EF4-FFF2-40B4-BE49-F238E27FC236}">
                <a16:creationId xmlns:a16="http://schemas.microsoft.com/office/drawing/2014/main" id="{562FBD57-B2B1-4B61-B0C1-A8269DAAF92B}"/>
              </a:ext>
            </a:extLst>
          </p:cNvPr>
          <p:cNvSpPr>
            <a:spLocks noGrp="1"/>
          </p:cNvSpPr>
          <p:nvPr>
            <p:ph type="body" orient="vert" idx="42" hasCustomPrompt="1"/>
          </p:nvPr>
        </p:nvSpPr>
        <p:spPr>
          <a:xfrm>
            <a:off x="835196" y="3701767"/>
            <a:ext cx="4749680" cy="268469"/>
          </a:xfrm>
        </p:spPr>
        <p:txBody>
          <a:bodyPr vert="horz" lIns="0" tIns="0" rIns="0" bIns="0"/>
          <a:lstStyle>
            <a:lvl1pPr marL="0" indent="0">
              <a:buNone/>
              <a:defRPr b="0">
                <a:solidFill>
                  <a:schemeClr val="accent2"/>
                </a:solidFill>
              </a:defRPr>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Tree>
    <p:extLst>
      <p:ext uri="{BB962C8B-B14F-4D97-AF65-F5344CB8AC3E}">
        <p14:creationId xmlns:p14="http://schemas.microsoft.com/office/powerpoint/2010/main" val="9257452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pic>
        <p:nvPicPr>
          <p:cNvPr id="138" name="Afbeelding" descr="Afbeelding">
            <a:extLst>
              <a:ext uri="{FF2B5EF4-FFF2-40B4-BE49-F238E27FC236}">
                <a16:creationId xmlns:a16="http://schemas.microsoft.com/office/drawing/2014/main" id="{A7AB4F1D-A5F2-4998-8113-20E3BD547E3B}"/>
              </a:ext>
            </a:extLst>
          </p:cNvPr>
          <p:cNvPicPr>
            <a:picLocks noChangeAspect="1"/>
          </p:cNvPicPr>
          <p:nvPr userDrawn="1"/>
        </p:nvPicPr>
        <p:blipFill>
          <a:blip r:embed="rId2" cstate="hqprint">
            <a:extLst>
              <a:ext uri="{28A0092B-C50C-407E-A947-70E740481C1C}">
                <a14:useLocalDpi xmlns:a14="http://schemas.microsoft.com/office/drawing/2010/main"/>
              </a:ext>
            </a:extLst>
          </a:blip>
          <a:srcRect/>
          <a:stretch>
            <a:fillRect/>
          </a:stretch>
        </p:blipFill>
        <p:spPr>
          <a:xfrm>
            <a:off x="1" y="2268438"/>
            <a:ext cx="5143778" cy="4589562"/>
          </a:xfrm>
          <a:prstGeom prst="rect">
            <a:avLst/>
          </a:prstGeom>
          <a:ln w="12700">
            <a:miter lim="400000"/>
          </a:ln>
        </p:spPr>
      </p:pic>
      <p:sp>
        <p:nvSpPr>
          <p:cNvPr id="227" name="Rechthoek 226">
            <a:extLst>
              <a:ext uri="{FF2B5EF4-FFF2-40B4-BE49-F238E27FC236}">
                <a16:creationId xmlns:a16="http://schemas.microsoft.com/office/drawing/2014/main" id="{D41F6AFD-F52B-410D-9360-577ECF8DDA2B}"/>
              </a:ext>
            </a:extLst>
          </p:cNvPr>
          <p:cNvSpPr/>
          <p:nvPr userDrawn="1"/>
        </p:nvSpPr>
        <p:spPr>
          <a:xfrm>
            <a:off x="-3786165" y="0"/>
            <a:ext cx="3593091" cy="3592466"/>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nl-NL" sz="1400" b="1" cap="all" baseline="0" noProof="0">
                <a:solidFill>
                  <a:schemeClr val="accent1"/>
                </a:solidFill>
                <a:latin typeface="Calibri" panose="020F0502020204030204" pitchFamily="34" charset="0"/>
                <a:cs typeface="Calibri" panose="020F0502020204030204" pitchFamily="34" charset="0"/>
              </a:rPr>
              <a:t>Tekstniveaus kiezen</a:t>
            </a:r>
          </a:p>
        </p:txBody>
      </p:sp>
      <p:sp>
        <p:nvSpPr>
          <p:cNvPr id="228" name="Ovaal 227">
            <a:extLst>
              <a:ext uri="{FF2B5EF4-FFF2-40B4-BE49-F238E27FC236}">
                <a16:creationId xmlns:a16="http://schemas.microsoft.com/office/drawing/2014/main" id="{E85019F5-A07C-4FB9-83DA-419AA98A4C13}"/>
              </a:ext>
            </a:extLst>
          </p:cNvPr>
          <p:cNvSpPr/>
          <p:nvPr userDrawn="1"/>
        </p:nvSpPr>
        <p:spPr>
          <a:xfrm>
            <a:off x="-3604183" y="18374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000" b="1" i="0" u="none" strike="noStrike" kern="0" cap="none" spc="0" normalizeH="0" baseline="0" noProof="0">
                <a:ln>
                  <a:noFill/>
                </a:ln>
                <a:solidFill>
                  <a:srgbClr val="FFFFFF"/>
                </a:solidFill>
                <a:effectLst/>
                <a:uLnTx/>
                <a:uFillTx/>
                <a:latin typeface="Calibri" panose="020F0502020204030204" pitchFamily="34" charset="0"/>
                <a:cs typeface="Calibri" panose="020F0502020204030204" pitchFamily="34" charset="0"/>
              </a:rPr>
              <a:t>1</a:t>
            </a:r>
          </a:p>
        </p:txBody>
      </p:sp>
      <p:sp>
        <p:nvSpPr>
          <p:cNvPr id="229" name="Rechthoek 228">
            <a:extLst>
              <a:ext uri="{FF2B5EF4-FFF2-40B4-BE49-F238E27FC236}">
                <a16:creationId xmlns:a16="http://schemas.microsoft.com/office/drawing/2014/main" id="{EC095CF9-D91E-457E-AF40-A9C7B04A9976}"/>
              </a:ext>
            </a:extLst>
          </p:cNvPr>
          <p:cNvSpPr/>
          <p:nvPr userDrawn="1"/>
        </p:nvSpPr>
        <p:spPr>
          <a:xfrm>
            <a:off x="-3319415" y="1837484"/>
            <a:ext cx="2949220" cy="180000"/>
          </a:xfrm>
          <a:prstGeom prst="rect">
            <a:avLst/>
          </a:prstGeom>
          <a:noFill/>
          <a:ln w="25400" cap="flat" cmpd="sng" algn="ctr">
            <a:noFill/>
            <a:prstDash val="solid"/>
          </a:ln>
          <a:effectLst/>
        </p:spPr>
        <p:txBody>
          <a:bodyPr lIns="0" tIns="0" rIns="0" bIns="0" rtlCol="0" anchor="ctr"/>
          <a:lstStyle/>
          <a:p>
            <a:pPr marL="0" marR="0" lvl="0" indent="0" algn="l" defTabSz="719138" rtl="0" eaLnBrk="1" fontAlgn="auto" latinLnBrk="0" hangingPunct="1">
              <a:lnSpc>
                <a:spcPct val="90000"/>
              </a:lnSpc>
              <a:spcBef>
                <a:spcPts val="0"/>
              </a:spcBef>
              <a:spcAft>
                <a:spcPts val="100"/>
              </a:spcAft>
              <a:buClr>
                <a:schemeClr val="accent1"/>
              </a:buClr>
              <a:buSzPct val="100000"/>
              <a:buFont typeface="Segoe UI Light" panose="020B0502040204020203" pitchFamily="34" charset="0"/>
              <a:buNone/>
              <a:tabLst/>
              <a:defRPr/>
            </a:pPr>
            <a:r>
              <a:rPr lang="nl-NL" sz="1400" b="0" kern="1200" noProof="0">
                <a:solidFill>
                  <a:schemeClr val="tx2"/>
                </a:solidFill>
                <a:latin typeface="+mn-lt"/>
                <a:ea typeface="+mn-ea"/>
                <a:cs typeface="+mn-cs"/>
              </a:rPr>
              <a:t>Onderwerp titel</a:t>
            </a:r>
          </a:p>
        </p:txBody>
      </p:sp>
      <p:sp>
        <p:nvSpPr>
          <p:cNvPr id="230" name="Ovaal 229">
            <a:extLst>
              <a:ext uri="{FF2B5EF4-FFF2-40B4-BE49-F238E27FC236}">
                <a16:creationId xmlns:a16="http://schemas.microsoft.com/office/drawing/2014/main" id="{AC83DF3C-BA88-4919-9B6F-105014E25DE3}"/>
              </a:ext>
            </a:extLst>
          </p:cNvPr>
          <p:cNvSpPr/>
          <p:nvPr userDrawn="1"/>
        </p:nvSpPr>
        <p:spPr>
          <a:xfrm>
            <a:off x="-3604183" y="2128768"/>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000" b="1" i="0" u="none" strike="noStrike" kern="0" cap="none" spc="0" normalizeH="0" baseline="0" noProof="0">
                <a:ln>
                  <a:noFill/>
                </a:ln>
                <a:solidFill>
                  <a:srgbClr val="FFFFFF"/>
                </a:solidFill>
                <a:effectLst/>
                <a:uLnTx/>
                <a:uFillTx/>
                <a:latin typeface="Calibri" panose="020F0502020204030204" pitchFamily="34" charset="0"/>
                <a:cs typeface="Calibri" panose="020F0502020204030204" pitchFamily="34" charset="0"/>
              </a:rPr>
              <a:t>2</a:t>
            </a:r>
          </a:p>
        </p:txBody>
      </p:sp>
      <p:sp>
        <p:nvSpPr>
          <p:cNvPr id="231" name="Rechthoek 230">
            <a:extLst>
              <a:ext uri="{FF2B5EF4-FFF2-40B4-BE49-F238E27FC236}">
                <a16:creationId xmlns:a16="http://schemas.microsoft.com/office/drawing/2014/main" id="{D1C20458-13C1-4DB4-BB19-F747E304AF3B}"/>
              </a:ext>
            </a:extLst>
          </p:cNvPr>
          <p:cNvSpPr/>
          <p:nvPr userDrawn="1"/>
        </p:nvSpPr>
        <p:spPr>
          <a:xfrm>
            <a:off x="-3604183" y="1196113"/>
            <a:ext cx="3229047" cy="459227"/>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200" b="0" i="0" u="none" strike="noStrike" kern="0" cap="none" spc="0" normalizeH="0" baseline="0" noProof="0">
                <a:ln>
                  <a:noFill/>
                </a:ln>
                <a:solidFill>
                  <a:srgbClr val="000000"/>
                </a:solidFill>
                <a:effectLst/>
                <a:uLnTx/>
                <a:uFillTx/>
                <a:latin typeface="Calibri" panose="020F0502020204030204" pitchFamily="34" charset="0"/>
                <a:cs typeface="Calibri" panose="020F0502020204030204" pitchFamily="34" charset="0"/>
              </a:rPr>
              <a:t>Gebruik onder de tab </a:t>
            </a:r>
            <a:r>
              <a:rPr kumimoji="0" lang="nl-NL" sz="1200" b="1" i="0" u="none" strike="noStrike" kern="0" cap="none" spc="0" normalizeH="0" baseline="0" noProof="0">
                <a:ln>
                  <a:noFill/>
                </a:ln>
                <a:solidFill>
                  <a:srgbClr val="000000"/>
                </a:solidFill>
                <a:effectLst/>
                <a:uLnTx/>
                <a:uFillTx/>
                <a:latin typeface="Calibri" panose="020F0502020204030204" pitchFamily="34" charset="0"/>
                <a:cs typeface="Calibri" panose="020F0502020204030204" pitchFamily="34" charset="0"/>
              </a:rPr>
              <a:t>‘Start’</a:t>
            </a:r>
            <a:r>
              <a:rPr kumimoji="0" lang="nl-NL" sz="1200" b="0" i="0" u="none" strike="noStrike" kern="0" cap="none" spc="0" normalizeH="0" baseline="0" noProof="0">
                <a:ln>
                  <a:noFill/>
                </a:ln>
                <a:solidFill>
                  <a:srgbClr val="000000"/>
                </a:solidFill>
                <a:effectLst/>
                <a:uLnTx/>
                <a:uFillTx/>
                <a:latin typeface="Calibri" panose="020F0502020204030204" pitchFamily="34" charset="0"/>
                <a:cs typeface="Calibri" panose="020F0502020204030204" pitchFamily="34" charset="0"/>
              </a:rPr>
              <a:t> de </a:t>
            </a:r>
            <a:r>
              <a:rPr kumimoji="0" lang="nl-NL" sz="1200" b="1" i="0" u="none" strike="noStrike" kern="0" cap="none" spc="0" normalizeH="0" baseline="0" noProof="0">
                <a:ln>
                  <a:noFill/>
                </a:ln>
                <a:solidFill>
                  <a:srgbClr val="000000"/>
                </a:solidFill>
                <a:effectLst/>
                <a:uLnTx/>
                <a:uFillTx/>
                <a:latin typeface="Calibri" panose="020F0502020204030204" pitchFamily="34" charset="0"/>
                <a:cs typeface="Calibri" panose="020F0502020204030204" pitchFamily="34" charset="0"/>
              </a:rPr>
              <a:t>lijstniveau-knoppen</a:t>
            </a:r>
            <a:r>
              <a:rPr kumimoji="0" lang="nl-NL" sz="1200" b="0" i="0" u="none" strike="noStrike" kern="0" cap="none" spc="0" normalizeH="0" baseline="0" noProof="0">
                <a:ln>
                  <a:noFill/>
                </a:ln>
                <a:solidFill>
                  <a:srgbClr val="000000"/>
                </a:solidFill>
                <a:effectLst/>
                <a:uLnTx/>
                <a:uFillTx/>
                <a:latin typeface="Calibri" panose="020F0502020204030204" pitchFamily="34" charset="0"/>
                <a:cs typeface="Calibri" panose="020F0502020204030204" pitchFamily="34" charset="0"/>
              </a:rPr>
              <a:t> om een tekst niveau te kiezen. </a:t>
            </a:r>
            <a:br>
              <a:rPr kumimoji="0" lang="nl-NL" sz="1200" b="0" i="0" u="none" strike="noStrike" kern="0" cap="none" spc="0" normalizeH="0" baseline="0" noProof="0">
                <a:ln>
                  <a:noFill/>
                </a:ln>
                <a:solidFill>
                  <a:srgbClr val="000000"/>
                </a:solidFill>
                <a:effectLst/>
                <a:uLnTx/>
                <a:uFillTx/>
                <a:latin typeface="Calibri" panose="020F0502020204030204" pitchFamily="34" charset="0"/>
                <a:cs typeface="Calibri" panose="020F0502020204030204" pitchFamily="34" charset="0"/>
              </a:rPr>
            </a:br>
            <a:r>
              <a:rPr kumimoji="0" lang="nl-NL" sz="1200" b="0" i="0" u="none" strike="noStrike" kern="0" cap="none" spc="0" normalizeH="0" baseline="0" noProof="0">
                <a:ln>
                  <a:noFill/>
                </a:ln>
                <a:solidFill>
                  <a:srgbClr val="000000"/>
                </a:solidFill>
                <a:effectLst/>
                <a:uLnTx/>
                <a:uFillTx/>
                <a:latin typeface="Calibri" panose="020F0502020204030204" pitchFamily="34" charset="0"/>
                <a:cs typeface="Calibri" panose="020F0502020204030204" pitchFamily="34" charset="0"/>
              </a:rPr>
              <a:t>Kies uit:</a:t>
            </a:r>
          </a:p>
        </p:txBody>
      </p:sp>
      <p:sp>
        <p:nvSpPr>
          <p:cNvPr id="232" name="Rechthoek 231">
            <a:extLst>
              <a:ext uri="{FF2B5EF4-FFF2-40B4-BE49-F238E27FC236}">
                <a16:creationId xmlns:a16="http://schemas.microsoft.com/office/drawing/2014/main" id="{39960D00-3CE1-4038-83BD-641906647128}"/>
              </a:ext>
            </a:extLst>
          </p:cNvPr>
          <p:cNvSpPr/>
          <p:nvPr userDrawn="1"/>
        </p:nvSpPr>
        <p:spPr>
          <a:xfrm>
            <a:off x="-3319415" y="2128873"/>
            <a:ext cx="2949220" cy="180000"/>
          </a:xfrm>
          <a:prstGeom prst="rect">
            <a:avLst/>
          </a:prstGeom>
          <a:noFill/>
          <a:ln w="25400" cap="flat" cmpd="sng" algn="ctr">
            <a:noFill/>
            <a:prstDash val="solid"/>
          </a:ln>
          <a:effectLst/>
        </p:spPr>
        <p:txBody>
          <a:bodyPr lIns="0" tIns="0" rIns="0" bIns="0" rtlCol="0" anchor="ctr"/>
          <a:lstStyle/>
          <a:p>
            <a:pPr marL="0" marR="0" lvl="1" indent="0" algn="l" defTabSz="719138" rtl="0" eaLnBrk="1" fontAlgn="auto" latinLnBrk="0" hangingPunct="1">
              <a:lnSpc>
                <a:spcPct val="90000"/>
              </a:lnSpc>
              <a:spcBef>
                <a:spcPts val="0"/>
              </a:spcBef>
              <a:spcAft>
                <a:spcPts val="100"/>
              </a:spcAft>
              <a:buClr>
                <a:schemeClr val="accent2"/>
              </a:buClr>
              <a:buSzPct val="100000"/>
              <a:buFont typeface="Arial" panose="020B0604020202020204" pitchFamily="34" charset="0"/>
              <a:buNone/>
              <a:tabLst/>
              <a:defRPr/>
            </a:pPr>
            <a:r>
              <a:rPr lang="nl-NL" sz="1200" i="0" kern="1200" noProof="0">
                <a:solidFill>
                  <a:schemeClr val="bg1">
                    <a:lumMod val="50000"/>
                  </a:schemeClr>
                </a:solidFill>
                <a:latin typeface="+mn-lt"/>
                <a:ea typeface="+mn-ea"/>
                <a:cs typeface="+mn-cs"/>
              </a:rPr>
              <a:t>Leestekst</a:t>
            </a:r>
          </a:p>
        </p:txBody>
      </p:sp>
      <p:sp>
        <p:nvSpPr>
          <p:cNvPr id="233" name="Ovaal 232">
            <a:extLst>
              <a:ext uri="{FF2B5EF4-FFF2-40B4-BE49-F238E27FC236}">
                <a16:creationId xmlns:a16="http://schemas.microsoft.com/office/drawing/2014/main" id="{DBFB15E3-5588-481A-9234-70E30EDC283D}"/>
              </a:ext>
            </a:extLst>
          </p:cNvPr>
          <p:cNvSpPr/>
          <p:nvPr userDrawn="1"/>
        </p:nvSpPr>
        <p:spPr>
          <a:xfrm>
            <a:off x="-3604183" y="2420052"/>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000" b="1" i="0" u="none" strike="noStrike" kern="0" cap="none" spc="0" normalizeH="0" baseline="0" noProof="0">
                <a:ln>
                  <a:noFill/>
                </a:ln>
                <a:solidFill>
                  <a:srgbClr val="FFFFFF"/>
                </a:solidFill>
                <a:effectLst/>
                <a:uLnTx/>
                <a:uFillTx/>
                <a:latin typeface="Calibri" panose="020F0502020204030204" pitchFamily="34" charset="0"/>
                <a:cs typeface="Calibri" panose="020F0502020204030204" pitchFamily="34" charset="0"/>
              </a:rPr>
              <a:t>3</a:t>
            </a:r>
          </a:p>
        </p:txBody>
      </p:sp>
      <p:sp>
        <p:nvSpPr>
          <p:cNvPr id="235" name="Rechthoek 234">
            <a:extLst>
              <a:ext uri="{FF2B5EF4-FFF2-40B4-BE49-F238E27FC236}">
                <a16:creationId xmlns:a16="http://schemas.microsoft.com/office/drawing/2014/main" id="{AB6217C0-14F2-463C-98F5-B332F0EBAFBE}"/>
              </a:ext>
            </a:extLst>
          </p:cNvPr>
          <p:cNvSpPr/>
          <p:nvPr userDrawn="1"/>
        </p:nvSpPr>
        <p:spPr>
          <a:xfrm>
            <a:off x="-3319415" y="2431129"/>
            <a:ext cx="2949220" cy="180000"/>
          </a:xfrm>
          <a:prstGeom prst="rect">
            <a:avLst/>
          </a:prstGeom>
          <a:noFill/>
          <a:ln w="25400" cap="flat" cmpd="sng" algn="ctr">
            <a:noFill/>
            <a:prstDash val="solid"/>
          </a:ln>
          <a:effectLst/>
        </p:spPr>
        <p:txBody>
          <a:bodyPr lIns="0" tIns="0" rIns="0" bIns="0" rtlCol="0" anchor="ctr"/>
          <a:lstStyle/>
          <a:p>
            <a:pPr marL="179388" marR="0" lvl="2" indent="-179388" algn="l" defTabSz="719138" rtl="0" eaLnBrk="1" fontAlgn="auto" latinLnBrk="0" hangingPunct="1">
              <a:lnSpc>
                <a:spcPct val="90000"/>
              </a:lnSpc>
              <a:spcBef>
                <a:spcPts val="300"/>
              </a:spcBef>
              <a:spcAft>
                <a:spcPts val="600"/>
              </a:spcAft>
              <a:buClr>
                <a:schemeClr val="accent1"/>
              </a:buClr>
              <a:buSzPct val="85000"/>
              <a:buFont typeface="Arial" panose="020B0604020202020204" pitchFamily="34" charset="0"/>
              <a:buChar char="•"/>
              <a:tabLst/>
              <a:defRPr/>
            </a:pPr>
            <a:r>
              <a:rPr lang="nl-NL" sz="1200" i="0" kern="1200" noProof="0">
                <a:solidFill>
                  <a:schemeClr val="bg1">
                    <a:lumMod val="50000"/>
                  </a:schemeClr>
                </a:solidFill>
                <a:latin typeface="+mn-lt"/>
                <a:ea typeface="+mn-ea"/>
                <a:cs typeface="+mn-cs"/>
              </a:rPr>
              <a:t>Bullet</a:t>
            </a:r>
          </a:p>
        </p:txBody>
      </p:sp>
      <p:sp>
        <p:nvSpPr>
          <p:cNvPr id="245" name="Rechthoek 244">
            <a:extLst>
              <a:ext uri="{FF2B5EF4-FFF2-40B4-BE49-F238E27FC236}">
                <a16:creationId xmlns:a16="http://schemas.microsoft.com/office/drawing/2014/main" id="{E3B0C14F-C9E9-4494-A95E-F97372784E71}"/>
              </a:ext>
            </a:extLst>
          </p:cNvPr>
          <p:cNvSpPr/>
          <p:nvPr userDrawn="1"/>
        </p:nvSpPr>
        <p:spPr>
          <a:xfrm>
            <a:off x="-3786437" y="2864495"/>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1200" b="1" cap="all" baseline="0" noProof="0">
                <a:solidFill>
                  <a:srgbClr val="211F26"/>
                </a:solidFill>
                <a:latin typeface="Calibri" panose="020F0502020204030204" pitchFamily="34" charset="0"/>
                <a:cs typeface="Calibri" panose="020F0502020204030204" pitchFamily="34" charset="0"/>
              </a:rPr>
              <a:t>Meer weten?</a:t>
            </a:r>
            <a:br>
              <a:rPr lang="nl-NL" sz="1200" cap="all" baseline="0" noProof="0">
                <a:solidFill>
                  <a:srgbClr val="211F26"/>
                </a:solidFill>
                <a:latin typeface="Calibri" panose="020F0502020204030204" pitchFamily="34" charset="0"/>
                <a:cs typeface="Calibri" panose="020F0502020204030204" pitchFamily="34" charset="0"/>
              </a:rPr>
            </a:br>
            <a:r>
              <a:rPr lang="nl-NL" sz="1200" cap="none" baseline="0" noProof="0">
                <a:solidFill>
                  <a:srgbClr val="211F26"/>
                </a:solidFill>
                <a:latin typeface="Calibri" panose="020F0502020204030204" pitchFamily="34" charset="0"/>
                <a:cs typeface="Calibri" panose="020F0502020204030204" pitchFamily="34" charset="0"/>
              </a:rPr>
              <a:t>Ga naar de instructie dia </a:t>
            </a:r>
            <a:r>
              <a:rPr lang="nl-NL" sz="1200" b="1" cap="none" baseline="0" noProof="0">
                <a:solidFill>
                  <a:srgbClr val="211F26"/>
                </a:solidFill>
                <a:latin typeface="Calibri" panose="020F0502020204030204" pitchFamily="34" charset="0"/>
                <a:cs typeface="Calibri" panose="020F0502020204030204" pitchFamily="34" charset="0"/>
              </a:rPr>
              <a:t>‘VIDEO INSTRUCTIES’</a:t>
            </a:r>
            <a:r>
              <a:rPr lang="nl-NL" sz="1200" cap="none" baseline="0" noProof="0">
                <a:solidFill>
                  <a:srgbClr val="211F26"/>
                </a:solidFill>
                <a:latin typeface="Calibri" panose="020F0502020204030204" pitchFamily="34" charset="0"/>
                <a:cs typeface="Calibri" panose="020F0502020204030204" pitchFamily="34" charset="0"/>
              </a:rPr>
              <a:t>.</a:t>
            </a:r>
            <a:br>
              <a:rPr lang="nl-NL" sz="1200" cap="none" baseline="0" noProof="0">
                <a:solidFill>
                  <a:srgbClr val="211F26"/>
                </a:solidFill>
                <a:latin typeface="Calibri" panose="020F0502020204030204" pitchFamily="34" charset="0"/>
                <a:cs typeface="Calibri" panose="020F0502020204030204" pitchFamily="34" charset="0"/>
              </a:rPr>
            </a:br>
            <a:r>
              <a:rPr lang="nl-NL" sz="1200" cap="none" baseline="0" noProof="0">
                <a:solidFill>
                  <a:srgbClr val="211F26"/>
                </a:solidFill>
                <a:latin typeface="Calibri" panose="020F0502020204030204" pitchFamily="34" charset="0"/>
                <a:cs typeface="Calibri" panose="020F0502020204030204" pitchFamily="34" charset="0"/>
              </a:rPr>
              <a:t>Deze vind je vooraan de presentatie of voeg je in via </a:t>
            </a:r>
            <a:r>
              <a:rPr lang="nl-NL" sz="1200" i="1" cap="none" baseline="0" noProof="0">
                <a:solidFill>
                  <a:srgbClr val="211F26"/>
                </a:solidFill>
                <a:latin typeface="Calibri" panose="020F0502020204030204" pitchFamily="34" charset="0"/>
                <a:cs typeface="Calibri" panose="020F0502020204030204" pitchFamily="34" charset="0"/>
              </a:rPr>
              <a:t>‘Start’</a:t>
            </a:r>
            <a:r>
              <a:rPr lang="nl-NL" sz="1200" cap="none" baseline="0" noProof="0">
                <a:solidFill>
                  <a:srgbClr val="211F26"/>
                </a:solidFill>
                <a:latin typeface="Calibri" panose="020F0502020204030204" pitchFamily="34" charset="0"/>
                <a:cs typeface="Calibri" panose="020F0502020204030204" pitchFamily="34" charset="0"/>
              </a:rPr>
              <a:t> &gt; </a:t>
            </a:r>
            <a:r>
              <a:rPr lang="nl-NL" sz="1200" i="1" cap="none" baseline="0" noProof="0">
                <a:solidFill>
                  <a:srgbClr val="211F26"/>
                </a:solidFill>
                <a:latin typeface="Calibri" panose="020F0502020204030204" pitchFamily="34" charset="0"/>
                <a:cs typeface="Calibri" panose="020F0502020204030204" pitchFamily="34" charset="0"/>
              </a:rPr>
              <a:t>‘Nieuwe dia’</a:t>
            </a:r>
          </a:p>
        </p:txBody>
      </p:sp>
      <p:grpSp>
        <p:nvGrpSpPr>
          <p:cNvPr id="246" name="ICOON_info">
            <a:extLst>
              <a:ext uri="{FF2B5EF4-FFF2-40B4-BE49-F238E27FC236}">
                <a16:creationId xmlns:a16="http://schemas.microsoft.com/office/drawing/2014/main" id="{8A3B4C6C-020D-4AF8-B677-574D41FC68DE}"/>
              </a:ext>
            </a:extLst>
          </p:cNvPr>
          <p:cNvGrpSpPr/>
          <p:nvPr userDrawn="1"/>
        </p:nvGrpSpPr>
        <p:grpSpPr>
          <a:xfrm>
            <a:off x="-376736" y="2733332"/>
            <a:ext cx="283685" cy="283685"/>
            <a:chOff x="-510741" y="5913713"/>
            <a:chExt cx="267555" cy="267555"/>
          </a:xfrm>
        </p:grpSpPr>
        <p:sp>
          <p:nvSpPr>
            <p:cNvPr id="290" name="Ovaal 289">
              <a:extLst>
                <a:ext uri="{FF2B5EF4-FFF2-40B4-BE49-F238E27FC236}">
                  <a16:creationId xmlns:a16="http://schemas.microsoft.com/office/drawing/2014/main" id="{AB0FA0E3-5AB6-42F8-8707-03150043FCD2}"/>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nl-NL" sz="1600" cap="all" baseline="0" noProof="0">
                <a:latin typeface="Calibri" panose="020F0502020204030204" pitchFamily="34" charset="0"/>
                <a:cs typeface="Calibri" panose="020F0502020204030204" pitchFamily="34" charset="0"/>
              </a:endParaRPr>
            </a:p>
          </p:txBody>
        </p:sp>
        <p:sp>
          <p:nvSpPr>
            <p:cNvPr id="291" name="Graphic 163" descr="Informatie">
              <a:extLst>
                <a:ext uri="{FF2B5EF4-FFF2-40B4-BE49-F238E27FC236}">
                  <a16:creationId xmlns:a16="http://schemas.microsoft.com/office/drawing/2014/main" id="{D036D173-7164-4C47-9CBB-844D51691420}"/>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nl-NL" sz="2000" noProof="0">
                <a:solidFill>
                  <a:srgbClr val="211F26"/>
                </a:solidFill>
                <a:latin typeface="Calibri" panose="020F0502020204030204" pitchFamily="34" charset="0"/>
                <a:cs typeface="Calibri" panose="020F0502020204030204" pitchFamily="34" charset="0"/>
              </a:endParaRPr>
            </a:p>
          </p:txBody>
        </p:sp>
      </p:grpSp>
      <p:grpSp>
        <p:nvGrpSpPr>
          <p:cNvPr id="247" name="VOORBEELD">
            <a:extLst>
              <a:ext uri="{FF2B5EF4-FFF2-40B4-BE49-F238E27FC236}">
                <a16:creationId xmlns:a16="http://schemas.microsoft.com/office/drawing/2014/main" id="{B6EA0C9B-6A19-4CB5-8595-5321CAC1A959}"/>
              </a:ext>
            </a:extLst>
          </p:cNvPr>
          <p:cNvGrpSpPr/>
          <p:nvPr userDrawn="1"/>
        </p:nvGrpSpPr>
        <p:grpSpPr>
          <a:xfrm>
            <a:off x="-3605171" y="458674"/>
            <a:ext cx="3234311" cy="558875"/>
            <a:chOff x="-3605171" y="458674"/>
            <a:chExt cx="3234311" cy="558875"/>
          </a:xfrm>
        </p:grpSpPr>
        <p:sp>
          <p:nvSpPr>
            <p:cNvPr id="250" name="Rechthoek 249">
              <a:extLst>
                <a:ext uri="{FF2B5EF4-FFF2-40B4-BE49-F238E27FC236}">
                  <a16:creationId xmlns:a16="http://schemas.microsoft.com/office/drawing/2014/main" id="{3E2C0EC6-7FA1-49D1-8AF7-6A20CC508A60}"/>
                </a:ext>
              </a:extLst>
            </p:cNvPr>
            <p:cNvSpPr/>
            <p:nvPr userDrawn="1"/>
          </p:nvSpPr>
          <p:spPr>
            <a:xfrm>
              <a:off x="-3604183" y="458674"/>
              <a:ext cx="393459" cy="184058"/>
            </a:xfrm>
            <a:prstGeom prst="rect">
              <a:avLst/>
            </a:prstGeom>
            <a:solidFill>
              <a:srgbClr val="F8F8F8"/>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18000" rIns="0" bIns="0" numCol="1" spcCol="0" rtlCol="0" fromWordArt="0" anchor="t" anchorCtr="0" forceAA="0" compatLnSpc="1">
              <a:prstTxWarp prst="textNoShape">
                <a:avLst/>
              </a:prstTxWarp>
              <a:noAutofit/>
            </a:bodyPr>
            <a:lstStyle/>
            <a:p>
              <a:pPr algn="ctr"/>
              <a:r>
                <a:rPr lang="nl-NL" sz="900" b="1" noProof="0">
                  <a:solidFill>
                    <a:srgbClr val="211F26"/>
                  </a:solidFill>
                  <a:latin typeface="Calibri" panose="020F0502020204030204" pitchFamily="34" charset="0"/>
                  <a:cs typeface="Calibri" panose="020F0502020204030204" pitchFamily="34" charset="0"/>
                </a:rPr>
                <a:t>Start</a:t>
              </a:r>
            </a:p>
          </p:txBody>
        </p:sp>
        <p:sp>
          <p:nvSpPr>
            <p:cNvPr id="251" name="Rechthoek 250">
              <a:extLst>
                <a:ext uri="{FF2B5EF4-FFF2-40B4-BE49-F238E27FC236}">
                  <a16:creationId xmlns:a16="http://schemas.microsoft.com/office/drawing/2014/main" id="{28781952-3FB8-4A90-8AE2-18660E3F671B}"/>
                </a:ext>
              </a:extLst>
            </p:cNvPr>
            <p:cNvSpPr/>
            <p:nvPr userDrawn="1"/>
          </p:nvSpPr>
          <p:spPr>
            <a:xfrm>
              <a:off x="-3599184" y="621345"/>
              <a:ext cx="383782" cy="27171"/>
            </a:xfrm>
            <a:prstGeom prst="rect">
              <a:avLst/>
            </a:prstGeom>
            <a:solidFill>
              <a:srgbClr val="B7462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rgbClr val="211F26"/>
                </a:solidFill>
                <a:latin typeface="Calibri" panose="020F0502020204030204" pitchFamily="34" charset="0"/>
                <a:cs typeface="Calibri" panose="020F0502020204030204" pitchFamily="34" charset="0"/>
              </a:endParaRPr>
            </a:p>
          </p:txBody>
        </p:sp>
        <p:grpSp>
          <p:nvGrpSpPr>
            <p:cNvPr id="252" name="Groep 251">
              <a:extLst>
                <a:ext uri="{FF2B5EF4-FFF2-40B4-BE49-F238E27FC236}">
                  <a16:creationId xmlns:a16="http://schemas.microsoft.com/office/drawing/2014/main" id="{C1FE0DE4-99E6-4654-921E-A062AC93D685}"/>
                </a:ext>
              </a:extLst>
            </p:cNvPr>
            <p:cNvGrpSpPr/>
            <p:nvPr userDrawn="1"/>
          </p:nvGrpSpPr>
          <p:grpSpPr>
            <a:xfrm>
              <a:off x="-3386247" y="830871"/>
              <a:ext cx="139423" cy="109566"/>
              <a:chOff x="-2866744" y="827071"/>
              <a:chExt cx="168701" cy="132575"/>
            </a:xfrm>
          </p:grpSpPr>
          <p:grpSp>
            <p:nvGrpSpPr>
              <p:cNvPr id="283" name="Groep 282">
                <a:extLst>
                  <a:ext uri="{FF2B5EF4-FFF2-40B4-BE49-F238E27FC236}">
                    <a16:creationId xmlns:a16="http://schemas.microsoft.com/office/drawing/2014/main" id="{F2A958A8-9B7D-4B0A-89C6-659B13874158}"/>
                  </a:ext>
                </a:extLst>
              </p:cNvPr>
              <p:cNvGrpSpPr/>
              <p:nvPr userDrawn="1"/>
            </p:nvGrpSpPr>
            <p:grpSpPr>
              <a:xfrm>
                <a:off x="-2866744" y="827071"/>
                <a:ext cx="168701" cy="132575"/>
                <a:chOff x="-2866744" y="827071"/>
                <a:chExt cx="168701" cy="132575"/>
              </a:xfrm>
            </p:grpSpPr>
            <p:cxnSp>
              <p:nvCxnSpPr>
                <p:cNvPr id="285" name="Rechte verbindingslijn 284">
                  <a:extLst>
                    <a:ext uri="{FF2B5EF4-FFF2-40B4-BE49-F238E27FC236}">
                      <a16:creationId xmlns:a16="http://schemas.microsoft.com/office/drawing/2014/main" id="{DF185665-577A-4D14-A133-2072C2C7A5E5}"/>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286" name="Rechte verbindingslijn 285">
                  <a:extLst>
                    <a:ext uri="{FF2B5EF4-FFF2-40B4-BE49-F238E27FC236}">
                      <a16:creationId xmlns:a16="http://schemas.microsoft.com/office/drawing/2014/main" id="{161C177E-5020-471C-AAB3-148B24169F3D}"/>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287" name="Rechte verbindingslijn 286">
                  <a:extLst>
                    <a:ext uri="{FF2B5EF4-FFF2-40B4-BE49-F238E27FC236}">
                      <a16:creationId xmlns:a16="http://schemas.microsoft.com/office/drawing/2014/main" id="{21705B75-0471-42D9-9F58-0539702DA72A}"/>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288" name="Rechte verbindingslijn 287">
                  <a:extLst>
                    <a:ext uri="{FF2B5EF4-FFF2-40B4-BE49-F238E27FC236}">
                      <a16:creationId xmlns:a16="http://schemas.microsoft.com/office/drawing/2014/main" id="{D9E9FB6B-D2E6-4571-85C0-BDD7D0FB5F86}"/>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289" name="Rechte verbindingslijn 288">
                  <a:extLst>
                    <a:ext uri="{FF2B5EF4-FFF2-40B4-BE49-F238E27FC236}">
                      <a16:creationId xmlns:a16="http://schemas.microsoft.com/office/drawing/2014/main" id="{BC76B2D0-0D43-47EF-93A0-F188EACFA51B}"/>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284" name="Pijl: rechts 283">
                <a:extLst>
                  <a:ext uri="{FF2B5EF4-FFF2-40B4-BE49-F238E27FC236}">
                    <a16:creationId xmlns:a16="http://schemas.microsoft.com/office/drawing/2014/main" id="{3D244406-C1EA-48A2-9C8D-3213334D3C71}"/>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rgbClr val="211F26"/>
                  </a:solidFill>
                  <a:latin typeface="Calibri" panose="020F0502020204030204" pitchFamily="34" charset="0"/>
                  <a:cs typeface="Calibri" panose="020F0502020204030204" pitchFamily="34" charset="0"/>
                </a:endParaRPr>
              </a:p>
            </p:txBody>
          </p:sp>
        </p:grpSp>
        <p:grpSp>
          <p:nvGrpSpPr>
            <p:cNvPr id="253" name="Groep 252">
              <a:extLst>
                <a:ext uri="{FF2B5EF4-FFF2-40B4-BE49-F238E27FC236}">
                  <a16:creationId xmlns:a16="http://schemas.microsoft.com/office/drawing/2014/main" id="{34240A82-8084-49DF-A8C2-446DEC0D7BD9}"/>
                </a:ext>
              </a:extLst>
            </p:cNvPr>
            <p:cNvGrpSpPr/>
            <p:nvPr userDrawn="1"/>
          </p:nvGrpSpPr>
          <p:grpSpPr>
            <a:xfrm>
              <a:off x="-3605171" y="830871"/>
              <a:ext cx="139423" cy="109566"/>
              <a:chOff x="-2866744" y="518074"/>
              <a:chExt cx="168701" cy="132575"/>
            </a:xfrm>
          </p:grpSpPr>
          <p:grpSp>
            <p:nvGrpSpPr>
              <p:cNvPr id="276" name="Groep 275">
                <a:extLst>
                  <a:ext uri="{FF2B5EF4-FFF2-40B4-BE49-F238E27FC236}">
                    <a16:creationId xmlns:a16="http://schemas.microsoft.com/office/drawing/2014/main" id="{136DFCC4-AFB5-4D8D-87A6-6D4B0C963925}"/>
                  </a:ext>
                </a:extLst>
              </p:cNvPr>
              <p:cNvGrpSpPr/>
              <p:nvPr userDrawn="1"/>
            </p:nvGrpSpPr>
            <p:grpSpPr>
              <a:xfrm>
                <a:off x="-2866744" y="518074"/>
                <a:ext cx="168701" cy="132575"/>
                <a:chOff x="-2866744" y="518074"/>
                <a:chExt cx="168701" cy="132575"/>
              </a:xfrm>
            </p:grpSpPr>
            <p:cxnSp>
              <p:nvCxnSpPr>
                <p:cNvPr id="278" name="Rechte verbindingslijn 277">
                  <a:extLst>
                    <a:ext uri="{FF2B5EF4-FFF2-40B4-BE49-F238E27FC236}">
                      <a16:creationId xmlns:a16="http://schemas.microsoft.com/office/drawing/2014/main" id="{37C7BF75-63C1-4F44-9B0B-0ED9E64A56DD}"/>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279" name="Rechte verbindingslijn 278">
                  <a:extLst>
                    <a:ext uri="{FF2B5EF4-FFF2-40B4-BE49-F238E27FC236}">
                      <a16:creationId xmlns:a16="http://schemas.microsoft.com/office/drawing/2014/main" id="{EB981311-968C-4CB3-9A65-B98D50C894BA}"/>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280" name="Rechte verbindingslijn 279">
                  <a:extLst>
                    <a:ext uri="{FF2B5EF4-FFF2-40B4-BE49-F238E27FC236}">
                      <a16:creationId xmlns:a16="http://schemas.microsoft.com/office/drawing/2014/main" id="{4A4444FF-2F45-4F92-AD5C-9349949A2791}"/>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281" name="Rechte verbindingslijn 280">
                  <a:extLst>
                    <a:ext uri="{FF2B5EF4-FFF2-40B4-BE49-F238E27FC236}">
                      <a16:creationId xmlns:a16="http://schemas.microsoft.com/office/drawing/2014/main" id="{F97385E1-1A81-4AA1-A243-AD6EEC1A2B72}"/>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282" name="Rechte verbindingslijn 281">
                  <a:extLst>
                    <a:ext uri="{FF2B5EF4-FFF2-40B4-BE49-F238E27FC236}">
                      <a16:creationId xmlns:a16="http://schemas.microsoft.com/office/drawing/2014/main" id="{6A0D85EC-A671-4C3D-9D00-6C242631ECF4}"/>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277" name="Pijl: rechts 276">
                <a:extLst>
                  <a:ext uri="{FF2B5EF4-FFF2-40B4-BE49-F238E27FC236}">
                    <a16:creationId xmlns:a16="http://schemas.microsoft.com/office/drawing/2014/main" id="{8C2FE879-D096-480D-9972-8DC536C5A9BF}"/>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rgbClr val="211F26"/>
                  </a:solidFill>
                  <a:latin typeface="Calibri" panose="020F0502020204030204" pitchFamily="34" charset="0"/>
                  <a:cs typeface="Calibri" panose="020F0502020204030204" pitchFamily="34" charset="0"/>
                </a:endParaRPr>
              </a:p>
            </p:txBody>
          </p:sp>
        </p:grpSp>
        <p:cxnSp>
          <p:nvCxnSpPr>
            <p:cNvPr id="254" name="Rechte verbindingslijn 253">
              <a:extLst>
                <a:ext uri="{FF2B5EF4-FFF2-40B4-BE49-F238E27FC236}">
                  <a16:creationId xmlns:a16="http://schemas.microsoft.com/office/drawing/2014/main" id="{1E922B9F-390F-4956-AFEF-F8F697CD99C1}"/>
                </a:ext>
              </a:extLst>
            </p:cNvPr>
            <p:cNvCxnSpPr>
              <a:cxnSpLocks/>
            </p:cNvCxnSpPr>
            <p:nvPr userDrawn="1"/>
          </p:nvCxnSpPr>
          <p:spPr>
            <a:xfrm flipV="1">
              <a:off x="-3459956" y="588169"/>
              <a:ext cx="547687" cy="219076"/>
            </a:xfrm>
            <a:prstGeom prst="line">
              <a:avLst/>
            </a:prstGeom>
            <a:noFill/>
            <a:ln w="19050" cap="rnd" cmpd="sng" algn="ctr">
              <a:solidFill>
                <a:schemeClr val="accent1"/>
              </a:solidFill>
              <a:prstDash val="solid"/>
              <a:headEnd type="oval"/>
            </a:ln>
            <a:effectLst/>
          </p:spPr>
        </p:cxnSp>
        <p:cxnSp>
          <p:nvCxnSpPr>
            <p:cNvPr id="255" name="Rechte verbindingslijn 254">
              <a:extLst>
                <a:ext uri="{FF2B5EF4-FFF2-40B4-BE49-F238E27FC236}">
                  <a16:creationId xmlns:a16="http://schemas.microsoft.com/office/drawing/2014/main" id="{D964C532-DC73-426E-932C-4839468D3951}"/>
                </a:ext>
              </a:extLst>
            </p:cNvPr>
            <p:cNvCxnSpPr>
              <a:cxnSpLocks/>
            </p:cNvCxnSpPr>
            <p:nvPr userDrawn="1"/>
          </p:nvCxnSpPr>
          <p:spPr>
            <a:xfrm>
              <a:off x="-3224213" y="828675"/>
              <a:ext cx="319088" cy="0"/>
            </a:xfrm>
            <a:prstGeom prst="line">
              <a:avLst/>
            </a:prstGeom>
            <a:noFill/>
            <a:ln w="19050" cap="rnd" cmpd="sng" algn="ctr">
              <a:solidFill>
                <a:schemeClr val="accent1"/>
              </a:solidFill>
              <a:prstDash val="solid"/>
              <a:headEnd type="oval"/>
            </a:ln>
            <a:effectLst/>
          </p:spPr>
        </p:cxnSp>
        <p:sp>
          <p:nvSpPr>
            <p:cNvPr id="256" name="Rechthoek 255">
              <a:extLst>
                <a:ext uri="{FF2B5EF4-FFF2-40B4-BE49-F238E27FC236}">
                  <a16:creationId xmlns:a16="http://schemas.microsoft.com/office/drawing/2014/main" id="{FE28C55B-E724-469D-B4AD-49AC5779D0FF}"/>
                </a:ext>
              </a:extLst>
            </p:cNvPr>
            <p:cNvSpPr/>
            <p:nvPr userDrawn="1"/>
          </p:nvSpPr>
          <p:spPr>
            <a:xfrm>
              <a:off x="-2559903" y="512179"/>
              <a:ext cx="2189042" cy="151083"/>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chemeClr val="tx1"/>
                  </a:solidFill>
                  <a:effectLst/>
                  <a:uLnTx/>
                  <a:uFillTx/>
                  <a:latin typeface="Calibri" panose="020F0502020204030204" pitchFamily="34" charset="0"/>
                  <a:cs typeface="Calibri" panose="020F0502020204030204" pitchFamily="34" charset="0"/>
                </a:rPr>
                <a:t>Tekstniveau omhoog</a:t>
              </a:r>
            </a:p>
          </p:txBody>
        </p:sp>
        <p:sp>
          <p:nvSpPr>
            <p:cNvPr id="257" name="Rechthoek 256">
              <a:extLst>
                <a:ext uri="{FF2B5EF4-FFF2-40B4-BE49-F238E27FC236}">
                  <a16:creationId xmlns:a16="http://schemas.microsoft.com/office/drawing/2014/main" id="{3B031614-032B-47B1-8A52-9B73C33E2D89}"/>
                </a:ext>
              </a:extLst>
            </p:cNvPr>
            <p:cNvSpPr/>
            <p:nvPr userDrawn="1"/>
          </p:nvSpPr>
          <p:spPr>
            <a:xfrm>
              <a:off x="-2559903" y="819562"/>
              <a:ext cx="2189043" cy="142202"/>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chemeClr val="tx1"/>
                  </a:solidFill>
                  <a:effectLst/>
                  <a:uLnTx/>
                  <a:uFillTx/>
                  <a:latin typeface="Calibri" panose="020F0502020204030204" pitchFamily="34" charset="0"/>
                  <a:cs typeface="Calibri" panose="020F0502020204030204" pitchFamily="34" charset="0"/>
                </a:rPr>
                <a:t>Tekstniveau omlaag</a:t>
              </a:r>
            </a:p>
          </p:txBody>
        </p:sp>
        <p:grpSp>
          <p:nvGrpSpPr>
            <p:cNvPr id="258" name="Groep 257">
              <a:extLst>
                <a:ext uri="{FF2B5EF4-FFF2-40B4-BE49-F238E27FC236}">
                  <a16:creationId xmlns:a16="http://schemas.microsoft.com/office/drawing/2014/main" id="{6680A011-A8FB-4A98-A457-00BBE887EB30}"/>
                </a:ext>
              </a:extLst>
            </p:cNvPr>
            <p:cNvGrpSpPr/>
            <p:nvPr userDrawn="1"/>
          </p:nvGrpSpPr>
          <p:grpSpPr>
            <a:xfrm>
              <a:off x="-2916763" y="769168"/>
              <a:ext cx="268738" cy="248381"/>
              <a:chOff x="-2916763" y="769168"/>
              <a:chExt cx="268738" cy="248381"/>
            </a:xfrm>
          </p:grpSpPr>
          <p:sp>
            <p:nvSpPr>
              <p:cNvPr id="268" name="Rechthoek 267">
                <a:extLst>
                  <a:ext uri="{FF2B5EF4-FFF2-40B4-BE49-F238E27FC236}">
                    <a16:creationId xmlns:a16="http://schemas.microsoft.com/office/drawing/2014/main" id="{6A02F484-953B-446A-8755-35BF6CB8ED6F}"/>
                  </a:ext>
                </a:extLst>
              </p:cNvPr>
              <p:cNvSpPr/>
              <p:nvPr userDrawn="1"/>
            </p:nvSpPr>
            <p:spPr>
              <a:xfrm>
                <a:off x="-2916763" y="769168"/>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nl-NL" sz="1050" b="0" noProof="0">
                  <a:solidFill>
                    <a:srgbClr val="211F26"/>
                  </a:solidFill>
                  <a:latin typeface="Calibri" panose="020F0502020204030204" pitchFamily="34" charset="0"/>
                  <a:cs typeface="Calibri" panose="020F0502020204030204" pitchFamily="34" charset="0"/>
                </a:endParaRPr>
              </a:p>
            </p:txBody>
          </p:sp>
          <p:grpSp>
            <p:nvGrpSpPr>
              <p:cNvPr id="269" name="Groep 268">
                <a:extLst>
                  <a:ext uri="{FF2B5EF4-FFF2-40B4-BE49-F238E27FC236}">
                    <a16:creationId xmlns:a16="http://schemas.microsoft.com/office/drawing/2014/main" id="{5BD0A84A-FBB9-4676-B70D-FD872B12698A}"/>
                  </a:ext>
                </a:extLst>
              </p:cNvPr>
              <p:cNvGrpSpPr/>
              <p:nvPr userDrawn="1"/>
            </p:nvGrpSpPr>
            <p:grpSpPr>
              <a:xfrm>
                <a:off x="-2866744" y="827071"/>
                <a:ext cx="168701" cy="132575"/>
                <a:chOff x="-2866744" y="827071"/>
                <a:chExt cx="168701" cy="132575"/>
              </a:xfrm>
            </p:grpSpPr>
            <p:cxnSp>
              <p:nvCxnSpPr>
                <p:cNvPr id="271" name="Rechte verbindingslijn 270">
                  <a:extLst>
                    <a:ext uri="{FF2B5EF4-FFF2-40B4-BE49-F238E27FC236}">
                      <a16:creationId xmlns:a16="http://schemas.microsoft.com/office/drawing/2014/main" id="{446C7A37-FC46-40BB-A566-7DC617D80232}"/>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272" name="Rechte verbindingslijn 271">
                  <a:extLst>
                    <a:ext uri="{FF2B5EF4-FFF2-40B4-BE49-F238E27FC236}">
                      <a16:creationId xmlns:a16="http://schemas.microsoft.com/office/drawing/2014/main" id="{EA775097-43E6-49A5-95EF-7FDEF57D888A}"/>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273" name="Rechte verbindingslijn 272">
                  <a:extLst>
                    <a:ext uri="{FF2B5EF4-FFF2-40B4-BE49-F238E27FC236}">
                      <a16:creationId xmlns:a16="http://schemas.microsoft.com/office/drawing/2014/main" id="{4BF4686D-04AF-46A9-8E9F-91B4DC428126}"/>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274" name="Rechte verbindingslijn 273">
                  <a:extLst>
                    <a:ext uri="{FF2B5EF4-FFF2-40B4-BE49-F238E27FC236}">
                      <a16:creationId xmlns:a16="http://schemas.microsoft.com/office/drawing/2014/main" id="{F1EB4E4C-6DE1-4F98-8F4B-F73CE59E76FA}"/>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275" name="Rechte verbindingslijn 274">
                  <a:extLst>
                    <a:ext uri="{FF2B5EF4-FFF2-40B4-BE49-F238E27FC236}">
                      <a16:creationId xmlns:a16="http://schemas.microsoft.com/office/drawing/2014/main" id="{0B0094B7-EEB7-4616-A998-47E7E0EBFF3C}"/>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270" name="Pijl: rechts 269">
                <a:extLst>
                  <a:ext uri="{FF2B5EF4-FFF2-40B4-BE49-F238E27FC236}">
                    <a16:creationId xmlns:a16="http://schemas.microsoft.com/office/drawing/2014/main" id="{A6647078-7BFA-47C9-BCA0-ED8C121191A4}"/>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rgbClr val="211F26"/>
                  </a:solidFill>
                  <a:latin typeface="Calibri" panose="020F0502020204030204" pitchFamily="34" charset="0"/>
                  <a:cs typeface="Calibri" panose="020F0502020204030204" pitchFamily="34" charset="0"/>
                </a:endParaRPr>
              </a:p>
            </p:txBody>
          </p:sp>
        </p:grpSp>
        <p:grpSp>
          <p:nvGrpSpPr>
            <p:cNvPr id="259" name="Groep 258">
              <a:extLst>
                <a:ext uri="{FF2B5EF4-FFF2-40B4-BE49-F238E27FC236}">
                  <a16:creationId xmlns:a16="http://schemas.microsoft.com/office/drawing/2014/main" id="{D0717C83-1545-4381-95BB-06523B957867}"/>
                </a:ext>
              </a:extLst>
            </p:cNvPr>
            <p:cNvGrpSpPr/>
            <p:nvPr userDrawn="1"/>
          </p:nvGrpSpPr>
          <p:grpSpPr>
            <a:xfrm>
              <a:off x="-2916763" y="460171"/>
              <a:ext cx="268738" cy="248381"/>
              <a:chOff x="-2916763" y="460171"/>
              <a:chExt cx="268738" cy="248381"/>
            </a:xfrm>
          </p:grpSpPr>
          <p:sp>
            <p:nvSpPr>
              <p:cNvPr id="260" name="Rechthoek 259">
                <a:extLst>
                  <a:ext uri="{FF2B5EF4-FFF2-40B4-BE49-F238E27FC236}">
                    <a16:creationId xmlns:a16="http://schemas.microsoft.com/office/drawing/2014/main" id="{9EDEA73D-28AC-4B3D-B2C4-D1FAA03671B3}"/>
                  </a:ext>
                </a:extLst>
              </p:cNvPr>
              <p:cNvSpPr/>
              <p:nvPr userDrawn="1"/>
            </p:nvSpPr>
            <p:spPr>
              <a:xfrm>
                <a:off x="-2916763" y="460171"/>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nl-NL" sz="1050" b="0" noProof="0">
                  <a:solidFill>
                    <a:srgbClr val="211F26"/>
                  </a:solidFill>
                  <a:latin typeface="Calibri" panose="020F0502020204030204" pitchFamily="34" charset="0"/>
                  <a:cs typeface="Calibri" panose="020F0502020204030204" pitchFamily="34" charset="0"/>
                </a:endParaRPr>
              </a:p>
            </p:txBody>
          </p:sp>
          <p:grpSp>
            <p:nvGrpSpPr>
              <p:cNvPr id="261" name="Groep 260">
                <a:extLst>
                  <a:ext uri="{FF2B5EF4-FFF2-40B4-BE49-F238E27FC236}">
                    <a16:creationId xmlns:a16="http://schemas.microsoft.com/office/drawing/2014/main" id="{A62DCB34-325A-43B9-9521-E26F2AF93798}"/>
                  </a:ext>
                </a:extLst>
              </p:cNvPr>
              <p:cNvGrpSpPr/>
              <p:nvPr userDrawn="1"/>
            </p:nvGrpSpPr>
            <p:grpSpPr>
              <a:xfrm>
                <a:off x="-2866744" y="518074"/>
                <a:ext cx="168701" cy="132575"/>
                <a:chOff x="-2866744" y="518074"/>
                <a:chExt cx="168701" cy="132575"/>
              </a:xfrm>
            </p:grpSpPr>
            <p:cxnSp>
              <p:nvCxnSpPr>
                <p:cNvPr id="263" name="Rechte verbindingslijn 262">
                  <a:extLst>
                    <a:ext uri="{FF2B5EF4-FFF2-40B4-BE49-F238E27FC236}">
                      <a16:creationId xmlns:a16="http://schemas.microsoft.com/office/drawing/2014/main" id="{FDB8920A-0605-4918-AABC-6CFD7B3D20F4}"/>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264" name="Rechte verbindingslijn 263">
                  <a:extLst>
                    <a:ext uri="{FF2B5EF4-FFF2-40B4-BE49-F238E27FC236}">
                      <a16:creationId xmlns:a16="http://schemas.microsoft.com/office/drawing/2014/main" id="{78EA385E-C028-4D80-9573-B3098EFB04E3}"/>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265" name="Rechte verbindingslijn 264">
                  <a:extLst>
                    <a:ext uri="{FF2B5EF4-FFF2-40B4-BE49-F238E27FC236}">
                      <a16:creationId xmlns:a16="http://schemas.microsoft.com/office/drawing/2014/main" id="{2620AC03-8FDA-486A-A796-108F2B6207FF}"/>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266" name="Rechte verbindingslijn 265">
                  <a:extLst>
                    <a:ext uri="{FF2B5EF4-FFF2-40B4-BE49-F238E27FC236}">
                      <a16:creationId xmlns:a16="http://schemas.microsoft.com/office/drawing/2014/main" id="{42EA0981-9F7F-4526-A7EA-37DACE04DAEF}"/>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267" name="Rechte verbindingslijn 266">
                  <a:extLst>
                    <a:ext uri="{FF2B5EF4-FFF2-40B4-BE49-F238E27FC236}">
                      <a16:creationId xmlns:a16="http://schemas.microsoft.com/office/drawing/2014/main" id="{53EC698F-69CB-48CC-94FE-15DA943BB5E4}"/>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262" name="Pijl: rechts 261">
                <a:extLst>
                  <a:ext uri="{FF2B5EF4-FFF2-40B4-BE49-F238E27FC236}">
                    <a16:creationId xmlns:a16="http://schemas.microsoft.com/office/drawing/2014/main" id="{6C605EAE-0DC3-46C5-A8FF-50FB7E874DB5}"/>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rgbClr val="211F26"/>
                  </a:solidFill>
                  <a:latin typeface="Calibri" panose="020F0502020204030204" pitchFamily="34" charset="0"/>
                  <a:cs typeface="Calibri" panose="020F0502020204030204" pitchFamily="34" charset="0"/>
                </a:endParaRPr>
              </a:p>
            </p:txBody>
          </p:sp>
        </p:grpSp>
      </p:grpSp>
      <p:sp>
        <p:nvSpPr>
          <p:cNvPr id="165" name="Titel 2">
            <a:extLst>
              <a:ext uri="{FF2B5EF4-FFF2-40B4-BE49-F238E27FC236}">
                <a16:creationId xmlns:a16="http://schemas.microsoft.com/office/drawing/2014/main" id="{93E86168-1B16-4845-AF8F-729E1D7C9FF4}"/>
              </a:ext>
            </a:extLst>
          </p:cNvPr>
          <p:cNvSpPr>
            <a:spLocks noGrp="1"/>
          </p:cNvSpPr>
          <p:nvPr userDrawn="1">
            <p:ph type="title" hasCustomPrompt="1"/>
          </p:nvPr>
        </p:nvSpPr>
        <p:spPr>
          <a:xfrm>
            <a:off x="801286" y="1891829"/>
            <a:ext cx="3389577" cy="895483"/>
          </a:xfrm>
        </p:spPr>
        <p:txBody>
          <a:bodyPr anchor="b"/>
          <a:lstStyle>
            <a:lvl1pPr>
              <a:defRPr sz="4000" b="1"/>
            </a:lvl1pPr>
          </a:lstStyle>
          <a:p>
            <a:r>
              <a:rPr lang="nl-NL"/>
              <a:t>Agenda</a:t>
            </a:r>
          </a:p>
        </p:txBody>
      </p:sp>
      <p:sp>
        <p:nvSpPr>
          <p:cNvPr id="166" name="Tijdelijke aanduiding voor verticale tekst 2">
            <a:extLst>
              <a:ext uri="{FF2B5EF4-FFF2-40B4-BE49-F238E27FC236}">
                <a16:creationId xmlns:a16="http://schemas.microsoft.com/office/drawing/2014/main" id="{19A18D93-1992-4352-8B55-735271BAD86A}"/>
              </a:ext>
            </a:extLst>
          </p:cNvPr>
          <p:cNvSpPr>
            <a:spLocks noGrp="1"/>
          </p:cNvSpPr>
          <p:nvPr userDrawn="1">
            <p:ph type="body" orient="vert" idx="1" hasCustomPrompt="1"/>
          </p:nvPr>
        </p:nvSpPr>
        <p:spPr>
          <a:xfrm>
            <a:off x="6024292" y="933059"/>
            <a:ext cx="5817783" cy="1096951"/>
          </a:xfrm>
        </p:spPr>
        <p:txBody>
          <a:bodyPr vert="horz" lIns="0" tIns="0" rIns="0" bIns="0"/>
          <a:lstStyle>
            <a:lvl1pPr marL="0" indent="0">
              <a:spcAft>
                <a:spcPts val="100"/>
              </a:spcAft>
              <a:buNone/>
              <a:defRPr sz="2400" b="0">
                <a:solidFill>
                  <a:schemeClr val="accent2"/>
                </a:solidFill>
              </a:defRPr>
            </a:lvl1pPr>
            <a:lvl2pPr marL="0" indent="0">
              <a:spcAft>
                <a:spcPts val="100"/>
              </a:spcAft>
              <a:buNone/>
              <a:defRPr sz="1600">
                <a:solidFill>
                  <a:schemeClr val="bg1">
                    <a:lumMod val="50000"/>
                  </a:schemeClr>
                </a:solidFill>
              </a:defRPr>
            </a:lvl2pPr>
            <a:lvl3pPr marL="179388" indent="-179388">
              <a:spcBef>
                <a:spcPts val="300"/>
              </a:spcBef>
              <a:spcAft>
                <a:spcPts val="600"/>
              </a:spcAft>
              <a:buClr>
                <a:schemeClr val="accent1"/>
              </a:buClr>
              <a:buFont typeface="Arial" panose="020B0604020202020204" pitchFamily="34" charset="0"/>
              <a:buChar char="•"/>
              <a:defRPr>
                <a:solidFill>
                  <a:schemeClr val="bg1">
                    <a:lumMod val="50000"/>
                  </a:schemeClr>
                </a:solidFill>
              </a:defRPr>
            </a:lvl3pPr>
            <a:lvl4pPr>
              <a:defRPr/>
            </a:lvl4pPr>
            <a:lvl5pPr marL="0" indent="0">
              <a:buNone/>
              <a:defRPr/>
            </a:lvl5pPr>
            <a:lvl6pPr>
              <a:defRPr/>
            </a:lvl6pPr>
            <a:lvl7pPr>
              <a:defRPr/>
            </a:lvl7pPr>
            <a:lvl8pPr>
              <a:defRPr/>
            </a:lvl8pPr>
            <a:lvl9pPr>
              <a:defRPr/>
            </a:lvl9pPr>
          </a:lstStyle>
          <a:p>
            <a:pPr lvl="0"/>
            <a:r>
              <a:rPr lang="nl-NL"/>
              <a:t>Onderwerp titel</a:t>
            </a:r>
          </a:p>
          <a:p>
            <a:pPr lvl="1"/>
            <a:r>
              <a:rPr lang="nl-NL"/>
              <a:t>Plaats hier informatie</a:t>
            </a:r>
          </a:p>
          <a:p>
            <a:pPr lvl="2"/>
            <a:r>
              <a:rPr lang="nl-NL" err="1"/>
              <a:t>Bullet</a:t>
            </a:r>
            <a:endParaRPr lang="nl-NL"/>
          </a:p>
        </p:txBody>
      </p:sp>
      <p:cxnSp>
        <p:nvCxnSpPr>
          <p:cNvPr id="172" name="Rechte verbindingslijn 171">
            <a:extLst>
              <a:ext uri="{FF2B5EF4-FFF2-40B4-BE49-F238E27FC236}">
                <a16:creationId xmlns:a16="http://schemas.microsoft.com/office/drawing/2014/main" id="{A783438E-BE76-4B76-A1DD-0B429B880A5E}"/>
              </a:ext>
            </a:extLst>
          </p:cNvPr>
          <p:cNvCxnSpPr>
            <a:cxnSpLocks/>
          </p:cNvCxnSpPr>
          <p:nvPr userDrawn="1"/>
        </p:nvCxnSpPr>
        <p:spPr>
          <a:xfrm>
            <a:off x="5143779" y="897467"/>
            <a:ext cx="0" cy="5063066"/>
          </a:xfrm>
          <a:prstGeom prst="line">
            <a:avLst/>
          </a:prstGeom>
          <a:ln>
            <a:solidFill>
              <a:srgbClr val="5A5A5A"/>
            </a:solidFill>
          </a:ln>
        </p:spPr>
        <p:style>
          <a:lnRef idx="1">
            <a:schemeClr val="accent1"/>
          </a:lnRef>
          <a:fillRef idx="0">
            <a:schemeClr val="accent1"/>
          </a:fillRef>
          <a:effectRef idx="0">
            <a:schemeClr val="accent1"/>
          </a:effectRef>
          <a:fontRef idx="minor">
            <a:schemeClr val="tx1"/>
          </a:fontRef>
        </p:style>
      </p:cxnSp>
      <p:sp>
        <p:nvSpPr>
          <p:cNvPr id="173" name="Tijdelijke aanduiding voor verticale tekst 2">
            <a:extLst>
              <a:ext uri="{FF2B5EF4-FFF2-40B4-BE49-F238E27FC236}">
                <a16:creationId xmlns:a16="http://schemas.microsoft.com/office/drawing/2014/main" id="{330FC465-98CB-4609-9514-D28A7E83D1E1}"/>
              </a:ext>
            </a:extLst>
          </p:cNvPr>
          <p:cNvSpPr>
            <a:spLocks noGrp="1"/>
          </p:cNvSpPr>
          <p:nvPr userDrawn="1">
            <p:ph type="body" orient="vert" idx="10" hasCustomPrompt="1"/>
          </p:nvPr>
        </p:nvSpPr>
        <p:spPr>
          <a:xfrm>
            <a:off x="6024292" y="2205585"/>
            <a:ext cx="5817783" cy="1096951"/>
          </a:xfrm>
        </p:spPr>
        <p:txBody>
          <a:bodyPr vert="horz" lIns="0" tIns="0" rIns="0" bIns="0"/>
          <a:lstStyle>
            <a:lvl1pPr marL="0" indent="0">
              <a:spcAft>
                <a:spcPts val="100"/>
              </a:spcAft>
              <a:buNone/>
              <a:defRPr sz="2400" b="0">
                <a:solidFill>
                  <a:schemeClr val="accent2"/>
                </a:solidFill>
              </a:defRPr>
            </a:lvl1pPr>
            <a:lvl2pPr marL="0" indent="0">
              <a:spcAft>
                <a:spcPts val="100"/>
              </a:spcAft>
              <a:buNone/>
              <a:defRPr sz="1600">
                <a:solidFill>
                  <a:schemeClr val="bg1">
                    <a:lumMod val="50000"/>
                  </a:schemeClr>
                </a:solidFill>
              </a:defRPr>
            </a:lvl2pPr>
            <a:lvl3pPr marL="179388" indent="-179388">
              <a:spcBef>
                <a:spcPts val="300"/>
              </a:spcBef>
              <a:spcAft>
                <a:spcPts val="600"/>
              </a:spcAft>
              <a:buClr>
                <a:schemeClr val="accent1"/>
              </a:buClr>
              <a:buFont typeface="Arial" panose="020B0604020202020204" pitchFamily="34" charset="0"/>
              <a:buChar char="•"/>
              <a:defRPr>
                <a:solidFill>
                  <a:schemeClr val="bg1">
                    <a:lumMod val="50000"/>
                  </a:schemeClr>
                </a:solidFill>
              </a:defRPr>
            </a:lvl3pPr>
            <a:lvl4pPr>
              <a:defRPr/>
            </a:lvl4pPr>
            <a:lvl5pPr marL="0" indent="0">
              <a:buNone/>
              <a:defRPr/>
            </a:lvl5pPr>
            <a:lvl6pPr>
              <a:defRPr/>
            </a:lvl6pPr>
            <a:lvl7pPr>
              <a:defRPr/>
            </a:lvl7pPr>
            <a:lvl8pPr>
              <a:defRPr/>
            </a:lvl8pPr>
            <a:lvl9pPr>
              <a:defRPr/>
            </a:lvl9pPr>
          </a:lstStyle>
          <a:p>
            <a:pPr lvl="0"/>
            <a:r>
              <a:rPr lang="nl-NL"/>
              <a:t>Onderwerp titel</a:t>
            </a:r>
          </a:p>
          <a:p>
            <a:pPr lvl="1"/>
            <a:r>
              <a:rPr lang="nl-NL"/>
              <a:t>Plaats hier informatie</a:t>
            </a:r>
          </a:p>
          <a:p>
            <a:pPr lvl="2"/>
            <a:r>
              <a:rPr lang="nl-NL" err="1"/>
              <a:t>Bullet</a:t>
            </a:r>
            <a:endParaRPr lang="nl-NL"/>
          </a:p>
        </p:txBody>
      </p:sp>
      <p:sp>
        <p:nvSpPr>
          <p:cNvPr id="174" name="Tijdelijke aanduiding voor verticale tekst 2">
            <a:extLst>
              <a:ext uri="{FF2B5EF4-FFF2-40B4-BE49-F238E27FC236}">
                <a16:creationId xmlns:a16="http://schemas.microsoft.com/office/drawing/2014/main" id="{ADE17F00-6724-4DEB-B9EF-48CB63D1FC0D}"/>
              </a:ext>
            </a:extLst>
          </p:cNvPr>
          <p:cNvSpPr>
            <a:spLocks noGrp="1"/>
          </p:cNvSpPr>
          <p:nvPr userDrawn="1">
            <p:ph type="body" orient="vert" idx="11" hasCustomPrompt="1"/>
          </p:nvPr>
        </p:nvSpPr>
        <p:spPr>
          <a:xfrm>
            <a:off x="6024292" y="3453060"/>
            <a:ext cx="5817783" cy="1096951"/>
          </a:xfrm>
        </p:spPr>
        <p:txBody>
          <a:bodyPr vert="horz" lIns="0" tIns="0" rIns="0" bIns="0"/>
          <a:lstStyle>
            <a:lvl1pPr marL="0" indent="0">
              <a:spcAft>
                <a:spcPts val="100"/>
              </a:spcAft>
              <a:buNone/>
              <a:defRPr sz="2400" b="0">
                <a:solidFill>
                  <a:schemeClr val="accent2"/>
                </a:solidFill>
              </a:defRPr>
            </a:lvl1pPr>
            <a:lvl2pPr marL="0" indent="0">
              <a:spcAft>
                <a:spcPts val="100"/>
              </a:spcAft>
              <a:buNone/>
              <a:defRPr sz="1600">
                <a:solidFill>
                  <a:schemeClr val="bg1">
                    <a:lumMod val="50000"/>
                  </a:schemeClr>
                </a:solidFill>
              </a:defRPr>
            </a:lvl2pPr>
            <a:lvl3pPr marL="179388" indent="-179388">
              <a:spcBef>
                <a:spcPts val="300"/>
              </a:spcBef>
              <a:spcAft>
                <a:spcPts val="600"/>
              </a:spcAft>
              <a:buClr>
                <a:schemeClr val="accent1"/>
              </a:buClr>
              <a:buFont typeface="Arial" panose="020B0604020202020204" pitchFamily="34" charset="0"/>
              <a:buChar char="•"/>
              <a:defRPr>
                <a:solidFill>
                  <a:schemeClr val="bg1">
                    <a:lumMod val="50000"/>
                  </a:schemeClr>
                </a:solidFill>
              </a:defRPr>
            </a:lvl3pPr>
            <a:lvl4pPr>
              <a:defRPr/>
            </a:lvl4pPr>
            <a:lvl5pPr marL="0" indent="0">
              <a:buNone/>
              <a:defRPr/>
            </a:lvl5pPr>
            <a:lvl6pPr>
              <a:defRPr/>
            </a:lvl6pPr>
            <a:lvl7pPr>
              <a:defRPr/>
            </a:lvl7pPr>
            <a:lvl8pPr>
              <a:defRPr/>
            </a:lvl8pPr>
            <a:lvl9pPr>
              <a:defRPr/>
            </a:lvl9pPr>
          </a:lstStyle>
          <a:p>
            <a:pPr lvl="0"/>
            <a:r>
              <a:rPr lang="nl-NL"/>
              <a:t>Onderwerp titel</a:t>
            </a:r>
          </a:p>
          <a:p>
            <a:pPr lvl="1"/>
            <a:r>
              <a:rPr lang="nl-NL"/>
              <a:t>Plaats hier informatie</a:t>
            </a:r>
          </a:p>
          <a:p>
            <a:pPr lvl="2"/>
            <a:r>
              <a:rPr lang="nl-NL" err="1"/>
              <a:t>Bullet</a:t>
            </a:r>
            <a:endParaRPr lang="nl-NL"/>
          </a:p>
        </p:txBody>
      </p:sp>
      <p:sp>
        <p:nvSpPr>
          <p:cNvPr id="175" name="Tijdelijke aanduiding voor verticale tekst 2">
            <a:extLst>
              <a:ext uri="{FF2B5EF4-FFF2-40B4-BE49-F238E27FC236}">
                <a16:creationId xmlns:a16="http://schemas.microsoft.com/office/drawing/2014/main" id="{255EA2A6-C25F-4A37-AD19-2BCEA32E39D9}"/>
              </a:ext>
            </a:extLst>
          </p:cNvPr>
          <p:cNvSpPr>
            <a:spLocks noGrp="1"/>
          </p:cNvSpPr>
          <p:nvPr userDrawn="1">
            <p:ph type="body" orient="vert" idx="12" hasCustomPrompt="1"/>
          </p:nvPr>
        </p:nvSpPr>
        <p:spPr>
          <a:xfrm>
            <a:off x="6024292" y="4725586"/>
            <a:ext cx="5817783" cy="1096951"/>
          </a:xfrm>
        </p:spPr>
        <p:txBody>
          <a:bodyPr vert="horz" lIns="0" tIns="0" rIns="0" bIns="0"/>
          <a:lstStyle>
            <a:lvl1pPr marL="0" indent="0">
              <a:spcAft>
                <a:spcPts val="100"/>
              </a:spcAft>
              <a:buNone/>
              <a:defRPr sz="2400" b="0">
                <a:solidFill>
                  <a:schemeClr val="accent2"/>
                </a:solidFill>
              </a:defRPr>
            </a:lvl1pPr>
            <a:lvl2pPr marL="0" indent="0">
              <a:spcAft>
                <a:spcPts val="100"/>
              </a:spcAft>
              <a:buNone/>
              <a:defRPr sz="1600">
                <a:solidFill>
                  <a:schemeClr val="bg1">
                    <a:lumMod val="50000"/>
                  </a:schemeClr>
                </a:solidFill>
              </a:defRPr>
            </a:lvl2pPr>
            <a:lvl3pPr marL="179388" indent="-179388">
              <a:spcBef>
                <a:spcPts val="300"/>
              </a:spcBef>
              <a:spcAft>
                <a:spcPts val="600"/>
              </a:spcAft>
              <a:buClr>
                <a:schemeClr val="accent1"/>
              </a:buClr>
              <a:buFont typeface="Arial" panose="020B0604020202020204" pitchFamily="34" charset="0"/>
              <a:buChar char="•"/>
              <a:defRPr>
                <a:solidFill>
                  <a:schemeClr val="bg1">
                    <a:lumMod val="50000"/>
                  </a:schemeClr>
                </a:solidFill>
              </a:defRPr>
            </a:lvl3pPr>
            <a:lvl4pPr>
              <a:defRPr/>
            </a:lvl4pPr>
            <a:lvl5pPr marL="0" indent="0">
              <a:buNone/>
              <a:defRPr/>
            </a:lvl5pPr>
            <a:lvl6pPr>
              <a:defRPr/>
            </a:lvl6pPr>
            <a:lvl7pPr>
              <a:defRPr/>
            </a:lvl7pPr>
            <a:lvl8pPr>
              <a:defRPr/>
            </a:lvl8pPr>
            <a:lvl9pPr>
              <a:defRPr/>
            </a:lvl9pPr>
          </a:lstStyle>
          <a:p>
            <a:pPr lvl="0"/>
            <a:r>
              <a:rPr lang="nl-NL"/>
              <a:t>Onderwerp titel</a:t>
            </a:r>
          </a:p>
          <a:p>
            <a:pPr lvl="1"/>
            <a:r>
              <a:rPr lang="nl-NL"/>
              <a:t>Plaats hier informatie</a:t>
            </a:r>
          </a:p>
          <a:p>
            <a:pPr lvl="2"/>
            <a:r>
              <a:rPr lang="nl-NL" err="1"/>
              <a:t>Bullet</a:t>
            </a:r>
            <a:endParaRPr lang="nl-NL"/>
          </a:p>
        </p:txBody>
      </p:sp>
    </p:spTree>
    <p:extLst>
      <p:ext uri="{BB962C8B-B14F-4D97-AF65-F5344CB8AC3E}">
        <p14:creationId xmlns:p14="http://schemas.microsoft.com/office/powerpoint/2010/main" val="2837983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65" name="Rechthoek 64">
            <a:extLst>
              <a:ext uri="{FF2B5EF4-FFF2-40B4-BE49-F238E27FC236}">
                <a16:creationId xmlns:a16="http://schemas.microsoft.com/office/drawing/2014/main" id="{BD7220DF-5C88-48D7-B897-1CB149C3E17E}"/>
              </a:ext>
            </a:extLst>
          </p:cNvPr>
          <p:cNvSpPr/>
          <p:nvPr userDrawn="1"/>
        </p:nvSpPr>
        <p:spPr>
          <a:xfrm flipH="1">
            <a:off x="-1" y="0"/>
            <a:ext cx="12192000" cy="6858000"/>
          </a:xfrm>
          <a:prstGeom prst="rect">
            <a:avLst/>
          </a:prstGeom>
          <a:solidFill>
            <a:srgbClr val="4A1E47"/>
          </a:solidFill>
          <a:ln w="12692" cap="flat">
            <a:noFill/>
            <a:prstDash val="solid"/>
            <a:miter/>
          </a:ln>
        </p:spPr>
        <p:txBody>
          <a:bodyPr rtlCol="0" anchor="ctr"/>
          <a:lstStyle/>
          <a:p>
            <a:pPr lvl="0"/>
            <a:endParaRPr lang="nl-NL" sz="1633">
              <a:solidFill>
                <a:schemeClr val="tx1"/>
              </a:solidFill>
            </a:endParaRPr>
          </a:p>
        </p:txBody>
      </p:sp>
      <p:sp>
        <p:nvSpPr>
          <p:cNvPr id="227" name="Rechthoek 226">
            <a:extLst>
              <a:ext uri="{FF2B5EF4-FFF2-40B4-BE49-F238E27FC236}">
                <a16:creationId xmlns:a16="http://schemas.microsoft.com/office/drawing/2014/main" id="{D41F6AFD-F52B-410D-9360-577ECF8DDA2B}"/>
              </a:ext>
            </a:extLst>
          </p:cNvPr>
          <p:cNvSpPr/>
          <p:nvPr userDrawn="1"/>
        </p:nvSpPr>
        <p:spPr>
          <a:xfrm>
            <a:off x="-3786165" y="0"/>
            <a:ext cx="3593091" cy="3592466"/>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nl-NL" sz="1400" b="1" cap="all" baseline="0" noProof="0">
                <a:solidFill>
                  <a:schemeClr val="accent1"/>
                </a:solidFill>
                <a:latin typeface="Calibri" panose="020F0502020204030204" pitchFamily="34" charset="0"/>
                <a:cs typeface="Calibri" panose="020F0502020204030204" pitchFamily="34" charset="0"/>
              </a:rPr>
              <a:t>Tekstniveaus kiezen</a:t>
            </a:r>
          </a:p>
        </p:txBody>
      </p:sp>
      <p:sp>
        <p:nvSpPr>
          <p:cNvPr id="228" name="Ovaal 227">
            <a:extLst>
              <a:ext uri="{FF2B5EF4-FFF2-40B4-BE49-F238E27FC236}">
                <a16:creationId xmlns:a16="http://schemas.microsoft.com/office/drawing/2014/main" id="{E85019F5-A07C-4FB9-83DA-419AA98A4C13}"/>
              </a:ext>
            </a:extLst>
          </p:cNvPr>
          <p:cNvSpPr/>
          <p:nvPr userDrawn="1"/>
        </p:nvSpPr>
        <p:spPr>
          <a:xfrm>
            <a:off x="-3604183" y="18374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000" b="1" i="0" u="none" strike="noStrike" kern="0" cap="none" spc="0" normalizeH="0" baseline="0" noProof="0">
                <a:ln>
                  <a:noFill/>
                </a:ln>
                <a:solidFill>
                  <a:srgbClr val="FFFFFF"/>
                </a:solidFill>
                <a:effectLst/>
                <a:uLnTx/>
                <a:uFillTx/>
                <a:latin typeface="Calibri" panose="020F0502020204030204" pitchFamily="34" charset="0"/>
                <a:cs typeface="Calibri" panose="020F0502020204030204" pitchFamily="34" charset="0"/>
              </a:rPr>
              <a:t>1</a:t>
            </a:r>
          </a:p>
        </p:txBody>
      </p:sp>
      <p:sp>
        <p:nvSpPr>
          <p:cNvPr id="229" name="Rechthoek 228">
            <a:extLst>
              <a:ext uri="{FF2B5EF4-FFF2-40B4-BE49-F238E27FC236}">
                <a16:creationId xmlns:a16="http://schemas.microsoft.com/office/drawing/2014/main" id="{EC095CF9-D91E-457E-AF40-A9C7B04A9976}"/>
              </a:ext>
            </a:extLst>
          </p:cNvPr>
          <p:cNvSpPr/>
          <p:nvPr userDrawn="1"/>
        </p:nvSpPr>
        <p:spPr>
          <a:xfrm>
            <a:off x="-3319415" y="1837484"/>
            <a:ext cx="2949220" cy="180000"/>
          </a:xfrm>
          <a:prstGeom prst="rect">
            <a:avLst/>
          </a:prstGeom>
          <a:noFill/>
          <a:ln w="25400" cap="flat" cmpd="sng" algn="ctr">
            <a:noFill/>
            <a:prstDash val="solid"/>
          </a:ln>
          <a:effectLst/>
        </p:spPr>
        <p:txBody>
          <a:bodyPr lIns="0" tIns="0" rIns="0" bIns="0" rtlCol="0" anchor="ctr"/>
          <a:lstStyle/>
          <a:p>
            <a:pPr marL="0" marR="0" lvl="0" indent="0" algn="l" defTabSz="719138" rtl="0" eaLnBrk="1" fontAlgn="auto" latinLnBrk="0" hangingPunct="1">
              <a:lnSpc>
                <a:spcPct val="90000"/>
              </a:lnSpc>
              <a:spcBef>
                <a:spcPts val="0"/>
              </a:spcBef>
              <a:spcAft>
                <a:spcPts val="100"/>
              </a:spcAft>
              <a:buClr>
                <a:schemeClr val="accent1"/>
              </a:buClr>
              <a:buSzPct val="100000"/>
              <a:buFont typeface="Segoe UI Light" panose="020B0502040204020203" pitchFamily="34" charset="0"/>
              <a:buNone/>
              <a:tabLst/>
              <a:defRPr/>
            </a:pPr>
            <a:r>
              <a:rPr lang="nl-NL" sz="1400" b="0" kern="1200" noProof="0">
                <a:solidFill>
                  <a:schemeClr val="tx2"/>
                </a:solidFill>
                <a:latin typeface="+mn-lt"/>
                <a:ea typeface="+mn-ea"/>
                <a:cs typeface="+mn-cs"/>
              </a:rPr>
              <a:t>Onderwerp titel</a:t>
            </a:r>
          </a:p>
        </p:txBody>
      </p:sp>
      <p:sp>
        <p:nvSpPr>
          <p:cNvPr id="230" name="Ovaal 229">
            <a:extLst>
              <a:ext uri="{FF2B5EF4-FFF2-40B4-BE49-F238E27FC236}">
                <a16:creationId xmlns:a16="http://schemas.microsoft.com/office/drawing/2014/main" id="{AC83DF3C-BA88-4919-9B6F-105014E25DE3}"/>
              </a:ext>
            </a:extLst>
          </p:cNvPr>
          <p:cNvSpPr/>
          <p:nvPr userDrawn="1"/>
        </p:nvSpPr>
        <p:spPr>
          <a:xfrm>
            <a:off x="-3604183" y="2128768"/>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000" b="1" i="0" u="none" strike="noStrike" kern="0" cap="none" spc="0" normalizeH="0" baseline="0" noProof="0">
                <a:ln>
                  <a:noFill/>
                </a:ln>
                <a:solidFill>
                  <a:srgbClr val="FFFFFF"/>
                </a:solidFill>
                <a:effectLst/>
                <a:uLnTx/>
                <a:uFillTx/>
                <a:latin typeface="Calibri" panose="020F0502020204030204" pitchFamily="34" charset="0"/>
                <a:cs typeface="Calibri" panose="020F0502020204030204" pitchFamily="34" charset="0"/>
              </a:rPr>
              <a:t>2</a:t>
            </a:r>
          </a:p>
        </p:txBody>
      </p:sp>
      <p:sp>
        <p:nvSpPr>
          <p:cNvPr id="231" name="Rechthoek 230">
            <a:extLst>
              <a:ext uri="{FF2B5EF4-FFF2-40B4-BE49-F238E27FC236}">
                <a16:creationId xmlns:a16="http://schemas.microsoft.com/office/drawing/2014/main" id="{D1C20458-13C1-4DB4-BB19-F747E304AF3B}"/>
              </a:ext>
            </a:extLst>
          </p:cNvPr>
          <p:cNvSpPr/>
          <p:nvPr userDrawn="1"/>
        </p:nvSpPr>
        <p:spPr>
          <a:xfrm>
            <a:off x="-3604183" y="1196113"/>
            <a:ext cx="3229047" cy="459227"/>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200" b="0" i="0" u="none" strike="noStrike" kern="0" cap="none" spc="0" normalizeH="0" baseline="0" noProof="0">
                <a:ln>
                  <a:noFill/>
                </a:ln>
                <a:solidFill>
                  <a:srgbClr val="000000"/>
                </a:solidFill>
                <a:effectLst/>
                <a:uLnTx/>
                <a:uFillTx/>
                <a:latin typeface="Calibri" panose="020F0502020204030204" pitchFamily="34" charset="0"/>
                <a:cs typeface="Calibri" panose="020F0502020204030204" pitchFamily="34" charset="0"/>
              </a:rPr>
              <a:t>Gebruik onder de tab </a:t>
            </a:r>
            <a:r>
              <a:rPr kumimoji="0" lang="nl-NL" sz="1200" b="1" i="0" u="none" strike="noStrike" kern="0" cap="none" spc="0" normalizeH="0" baseline="0" noProof="0">
                <a:ln>
                  <a:noFill/>
                </a:ln>
                <a:solidFill>
                  <a:srgbClr val="000000"/>
                </a:solidFill>
                <a:effectLst/>
                <a:uLnTx/>
                <a:uFillTx/>
                <a:latin typeface="Calibri" panose="020F0502020204030204" pitchFamily="34" charset="0"/>
                <a:cs typeface="Calibri" panose="020F0502020204030204" pitchFamily="34" charset="0"/>
              </a:rPr>
              <a:t>‘Start’</a:t>
            </a:r>
            <a:r>
              <a:rPr kumimoji="0" lang="nl-NL" sz="1200" b="0" i="0" u="none" strike="noStrike" kern="0" cap="none" spc="0" normalizeH="0" baseline="0" noProof="0">
                <a:ln>
                  <a:noFill/>
                </a:ln>
                <a:solidFill>
                  <a:srgbClr val="000000"/>
                </a:solidFill>
                <a:effectLst/>
                <a:uLnTx/>
                <a:uFillTx/>
                <a:latin typeface="Calibri" panose="020F0502020204030204" pitchFamily="34" charset="0"/>
                <a:cs typeface="Calibri" panose="020F0502020204030204" pitchFamily="34" charset="0"/>
              </a:rPr>
              <a:t> de </a:t>
            </a:r>
            <a:r>
              <a:rPr kumimoji="0" lang="nl-NL" sz="1200" b="1" i="0" u="none" strike="noStrike" kern="0" cap="none" spc="0" normalizeH="0" baseline="0" noProof="0">
                <a:ln>
                  <a:noFill/>
                </a:ln>
                <a:solidFill>
                  <a:srgbClr val="000000"/>
                </a:solidFill>
                <a:effectLst/>
                <a:uLnTx/>
                <a:uFillTx/>
                <a:latin typeface="Calibri" panose="020F0502020204030204" pitchFamily="34" charset="0"/>
                <a:cs typeface="Calibri" panose="020F0502020204030204" pitchFamily="34" charset="0"/>
              </a:rPr>
              <a:t>lijstniveau-knoppen</a:t>
            </a:r>
            <a:r>
              <a:rPr kumimoji="0" lang="nl-NL" sz="1200" b="0" i="0" u="none" strike="noStrike" kern="0" cap="none" spc="0" normalizeH="0" baseline="0" noProof="0">
                <a:ln>
                  <a:noFill/>
                </a:ln>
                <a:solidFill>
                  <a:srgbClr val="000000"/>
                </a:solidFill>
                <a:effectLst/>
                <a:uLnTx/>
                <a:uFillTx/>
                <a:latin typeface="Calibri" panose="020F0502020204030204" pitchFamily="34" charset="0"/>
                <a:cs typeface="Calibri" panose="020F0502020204030204" pitchFamily="34" charset="0"/>
              </a:rPr>
              <a:t> om een tekst niveau te kiezen. </a:t>
            </a:r>
            <a:br>
              <a:rPr kumimoji="0" lang="nl-NL" sz="1200" b="0" i="0" u="none" strike="noStrike" kern="0" cap="none" spc="0" normalizeH="0" baseline="0" noProof="0">
                <a:ln>
                  <a:noFill/>
                </a:ln>
                <a:solidFill>
                  <a:srgbClr val="000000"/>
                </a:solidFill>
                <a:effectLst/>
                <a:uLnTx/>
                <a:uFillTx/>
                <a:latin typeface="Calibri" panose="020F0502020204030204" pitchFamily="34" charset="0"/>
                <a:cs typeface="Calibri" panose="020F0502020204030204" pitchFamily="34" charset="0"/>
              </a:rPr>
            </a:br>
            <a:r>
              <a:rPr kumimoji="0" lang="nl-NL" sz="1200" b="0" i="0" u="none" strike="noStrike" kern="0" cap="none" spc="0" normalizeH="0" baseline="0" noProof="0">
                <a:ln>
                  <a:noFill/>
                </a:ln>
                <a:solidFill>
                  <a:srgbClr val="000000"/>
                </a:solidFill>
                <a:effectLst/>
                <a:uLnTx/>
                <a:uFillTx/>
                <a:latin typeface="Calibri" panose="020F0502020204030204" pitchFamily="34" charset="0"/>
                <a:cs typeface="Calibri" panose="020F0502020204030204" pitchFamily="34" charset="0"/>
              </a:rPr>
              <a:t>Kies uit:</a:t>
            </a:r>
          </a:p>
        </p:txBody>
      </p:sp>
      <p:sp>
        <p:nvSpPr>
          <p:cNvPr id="232" name="Rechthoek 231">
            <a:extLst>
              <a:ext uri="{FF2B5EF4-FFF2-40B4-BE49-F238E27FC236}">
                <a16:creationId xmlns:a16="http://schemas.microsoft.com/office/drawing/2014/main" id="{39960D00-3CE1-4038-83BD-641906647128}"/>
              </a:ext>
            </a:extLst>
          </p:cNvPr>
          <p:cNvSpPr/>
          <p:nvPr userDrawn="1"/>
        </p:nvSpPr>
        <p:spPr>
          <a:xfrm>
            <a:off x="-3319415" y="2128873"/>
            <a:ext cx="2949220" cy="180000"/>
          </a:xfrm>
          <a:prstGeom prst="rect">
            <a:avLst/>
          </a:prstGeom>
          <a:noFill/>
          <a:ln w="25400" cap="flat" cmpd="sng" algn="ctr">
            <a:noFill/>
            <a:prstDash val="solid"/>
          </a:ln>
          <a:effectLst/>
        </p:spPr>
        <p:txBody>
          <a:bodyPr lIns="0" tIns="0" rIns="0" bIns="0" rtlCol="0" anchor="ctr"/>
          <a:lstStyle/>
          <a:p>
            <a:pPr marL="0" marR="0" lvl="1" indent="0" algn="l" defTabSz="719138" rtl="0" eaLnBrk="1" fontAlgn="auto" latinLnBrk="0" hangingPunct="1">
              <a:lnSpc>
                <a:spcPct val="90000"/>
              </a:lnSpc>
              <a:spcBef>
                <a:spcPts val="0"/>
              </a:spcBef>
              <a:spcAft>
                <a:spcPts val="100"/>
              </a:spcAft>
              <a:buClr>
                <a:schemeClr val="accent2"/>
              </a:buClr>
              <a:buSzPct val="100000"/>
              <a:buFont typeface="Arial" panose="020B0604020202020204" pitchFamily="34" charset="0"/>
              <a:buNone/>
              <a:tabLst/>
              <a:defRPr/>
            </a:pPr>
            <a:r>
              <a:rPr lang="nl-NL" sz="1200" i="0" kern="1200" noProof="0">
                <a:solidFill>
                  <a:schemeClr val="bg1">
                    <a:lumMod val="50000"/>
                  </a:schemeClr>
                </a:solidFill>
                <a:latin typeface="+mn-lt"/>
                <a:ea typeface="+mn-ea"/>
                <a:cs typeface="+mn-cs"/>
              </a:rPr>
              <a:t>Leestekst</a:t>
            </a:r>
          </a:p>
        </p:txBody>
      </p:sp>
      <p:sp>
        <p:nvSpPr>
          <p:cNvPr id="233" name="Ovaal 232">
            <a:extLst>
              <a:ext uri="{FF2B5EF4-FFF2-40B4-BE49-F238E27FC236}">
                <a16:creationId xmlns:a16="http://schemas.microsoft.com/office/drawing/2014/main" id="{DBFB15E3-5588-481A-9234-70E30EDC283D}"/>
              </a:ext>
            </a:extLst>
          </p:cNvPr>
          <p:cNvSpPr/>
          <p:nvPr userDrawn="1"/>
        </p:nvSpPr>
        <p:spPr>
          <a:xfrm>
            <a:off x="-3604183" y="2420052"/>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000" b="1" i="0" u="none" strike="noStrike" kern="0" cap="none" spc="0" normalizeH="0" baseline="0" noProof="0">
                <a:ln>
                  <a:noFill/>
                </a:ln>
                <a:solidFill>
                  <a:srgbClr val="FFFFFF"/>
                </a:solidFill>
                <a:effectLst/>
                <a:uLnTx/>
                <a:uFillTx/>
                <a:latin typeface="Calibri" panose="020F0502020204030204" pitchFamily="34" charset="0"/>
                <a:cs typeface="Calibri" panose="020F0502020204030204" pitchFamily="34" charset="0"/>
              </a:rPr>
              <a:t>3</a:t>
            </a:r>
          </a:p>
        </p:txBody>
      </p:sp>
      <p:sp>
        <p:nvSpPr>
          <p:cNvPr id="235" name="Rechthoek 234">
            <a:extLst>
              <a:ext uri="{FF2B5EF4-FFF2-40B4-BE49-F238E27FC236}">
                <a16:creationId xmlns:a16="http://schemas.microsoft.com/office/drawing/2014/main" id="{AB6217C0-14F2-463C-98F5-B332F0EBAFBE}"/>
              </a:ext>
            </a:extLst>
          </p:cNvPr>
          <p:cNvSpPr/>
          <p:nvPr userDrawn="1"/>
        </p:nvSpPr>
        <p:spPr>
          <a:xfrm>
            <a:off x="-3319415" y="2431129"/>
            <a:ext cx="2949220" cy="180000"/>
          </a:xfrm>
          <a:prstGeom prst="rect">
            <a:avLst/>
          </a:prstGeom>
          <a:noFill/>
          <a:ln w="25400" cap="flat" cmpd="sng" algn="ctr">
            <a:noFill/>
            <a:prstDash val="solid"/>
          </a:ln>
          <a:effectLst/>
        </p:spPr>
        <p:txBody>
          <a:bodyPr lIns="0" tIns="0" rIns="0" bIns="0" rtlCol="0" anchor="ctr"/>
          <a:lstStyle/>
          <a:p>
            <a:pPr marL="179388" marR="0" lvl="2" indent="-179388" algn="l" defTabSz="719138" rtl="0" eaLnBrk="1" fontAlgn="auto" latinLnBrk="0" hangingPunct="1">
              <a:lnSpc>
                <a:spcPct val="90000"/>
              </a:lnSpc>
              <a:spcBef>
                <a:spcPts val="300"/>
              </a:spcBef>
              <a:spcAft>
                <a:spcPts val="600"/>
              </a:spcAft>
              <a:buClr>
                <a:schemeClr val="accent1"/>
              </a:buClr>
              <a:buSzPct val="85000"/>
              <a:buFont typeface="Arial" panose="020B0604020202020204" pitchFamily="34" charset="0"/>
              <a:buChar char="•"/>
              <a:tabLst/>
              <a:defRPr/>
            </a:pPr>
            <a:r>
              <a:rPr lang="nl-NL" sz="1200" i="0" kern="1200" noProof="0">
                <a:solidFill>
                  <a:schemeClr val="bg1">
                    <a:lumMod val="50000"/>
                  </a:schemeClr>
                </a:solidFill>
                <a:latin typeface="+mn-lt"/>
                <a:ea typeface="+mn-ea"/>
                <a:cs typeface="+mn-cs"/>
              </a:rPr>
              <a:t>Bullet</a:t>
            </a:r>
          </a:p>
        </p:txBody>
      </p:sp>
      <p:sp>
        <p:nvSpPr>
          <p:cNvPr id="245" name="Rechthoek 244">
            <a:extLst>
              <a:ext uri="{FF2B5EF4-FFF2-40B4-BE49-F238E27FC236}">
                <a16:creationId xmlns:a16="http://schemas.microsoft.com/office/drawing/2014/main" id="{E3B0C14F-C9E9-4494-A95E-F97372784E71}"/>
              </a:ext>
            </a:extLst>
          </p:cNvPr>
          <p:cNvSpPr/>
          <p:nvPr userDrawn="1"/>
        </p:nvSpPr>
        <p:spPr>
          <a:xfrm>
            <a:off x="-3786437" y="2864495"/>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1200" b="1" cap="all" baseline="0" noProof="0">
                <a:solidFill>
                  <a:srgbClr val="211F26"/>
                </a:solidFill>
                <a:latin typeface="Calibri" panose="020F0502020204030204" pitchFamily="34" charset="0"/>
                <a:cs typeface="Calibri" panose="020F0502020204030204" pitchFamily="34" charset="0"/>
              </a:rPr>
              <a:t>Meer weten?</a:t>
            </a:r>
            <a:br>
              <a:rPr lang="nl-NL" sz="1200" cap="all" baseline="0" noProof="0">
                <a:solidFill>
                  <a:srgbClr val="211F26"/>
                </a:solidFill>
                <a:latin typeface="Calibri" panose="020F0502020204030204" pitchFamily="34" charset="0"/>
                <a:cs typeface="Calibri" panose="020F0502020204030204" pitchFamily="34" charset="0"/>
              </a:rPr>
            </a:br>
            <a:r>
              <a:rPr lang="nl-NL" sz="1200" cap="none" baseline="0" noProof="0">
                <a:solidFill>
                  <a:srgbClr val="211F26"/>
                </a:solidFill>
                <a:latin typeface="Calibri" panose="020F0502020204030204" pitchFamily="34" charset="0"/>
                <a:cs typeface="Calibri" panose="020F0502020204030204" pitchFamily="34" charset="0"/>
              </a:rPr>
              <a:t>Ga naar de instructie dia </a:t>
            </a:r>
            <a:r>
              <a:rPr lang="nl-NL" sz="1200" b="1" cap="none" baseline="0" noProof="0">
                <a:solidFill>
                  <a:srgbClr val="211F26"/>
                </a:solidFill>
                <a:latin typeface="Calibri" panose="020F0502020204030204" pitchFamily="34" charset="0"/>
                <a:cs typeface="Calibri" panose="020F0502020204030204" pitchFamily="34" charset="0"/>
              </a:rPr>
              <a:t>‘VIDEO INSTRUCTIES’</a:t>
            </a:r>
            <a:r>
              <a:rPr lang="nl-NL" sz="1200" cap="none" baseline="0" noProof="0">
                <a:solidFill>
                  <a:srgbClr val="211F26"/>
                </a:solidFill>
                <a:latin typeface="Calibri" panose="020F0502020204030204" pitchFamily="34" charset="0"/>
                <a:cs typeface="Calibri" panose="020F0502020204030204" pitchFamily="34" charset="0"/>
              </a:rPr>
              <a:t>.</a:t>
            </a:r>
            <a:br>
              <a:rPr lang="nl-NL" sz="1200" cap="none" baseline="0" noProof="0">
                <a:solidFill>
                  <a:srgbClr val="211F26"/>
                </a:solidFill>
                <a:latin typeface="Calibri" panose="020F0502020204030204" pitchFamily="34" charset="0"/>
                <a:cs typeface="Calibri" panose="020F0502020204030204" pitchFamily="34" charset="0"/>
              </a:rPr>
            </a:br>
            <a:r>
              <a:rPr lang="nl-NL" sz="1200" cap="none" baseline="0" noProof="0">
                <a:solidFill>
                  <a:srgbClr val="211F26"/>
                </a:solidFill>
                <a:latin typeface="Calibri" panose="020F0502020204030204" pitchFamily="34" charset="0"/>
                <a:cs typeface="Calibri" panose="020F0502020204030204" pitchFamily="34" charset="0"/>
              </a:rPr>
              <a:t>Deze vind je vooraan de presentatie of voeg je in via </a:t>
            </a:r>
            <a:r>
              <a:rPr lang="nl-NL" sz="1200" i="1" cap="none" baseline="0" noProof="0">
                <a:solidFill>
                  <a:srgbClr val="211F26"/>
                </a:solidFill>
                <a:latin typeface="Calibri" panose="020F0502020204030204" pitchFamily="34" charset="0"/>
                <a:cs typeface="Calibri" panose="020F0502020204030204" pitchFamily="34" charset="0"/>
              </a:rPr>
              <a:t>‘Start’</a:t>
            </a:r>
            <a:r>
              <a:rPr lang="nl-NL" sz="1200" cap="none" baseline="0" noProof="0">
                <a:solidFill>
                  <a:srgbClr val="211F26"/>
                </a:solidFill>
                <a:latin typeface="Calibri" panose="020F0502020204030204" pitchFamily="34" charset="0"/>
                <a:cs typeface="Calibri" panose="020F0502020204030204" pitchFamily="34" charset="0"/>
              </a:rPr>
              <a:t> &gt; </a:t>
            </a:r>
            <a:r>
              <a:rPr lang="nl-NL" sz="1200" i="1" cap="none" baseline="0" noProof="0">
                <a:solidFill>
                  <a:srgbClr val="211F26"/>
                </a:solidFill>
                <a:latin typeface="Calibri" panose="020F0502020204030204" pitchFamily="34" charset="0"/>
                <a:cs typeface="Calibri" panose="020F0502020204030204" pitchFamily="34" charset="0"/>
              </a:rPr>
              <a:t>‘Nieuwe dia’</a:t>
            </a:r>
          </a:p>
        </p:txBody>
      </p:sp>
      <p:grpSp>
        <p:nvGrpSpPr>
          <p:cNvPr id="246" name="ICOON_info">
            <a:extLst>
              <a:ext uri="{FF2B5EF4-FFF2-40B4-BE49-F238E27FC236}">
                <a16:creationId xmlns:a16="http://schemas.microsoft.com/office/drawing/2014/main" id="{8A3B4C6C-020D-4AF8-B677-574D41FC68DE}"/>
              </a:ext>
            </a:extLst>
          </p:cNvPr>
          <p:cNvGrpSpPr/>
          <p:nvPr userDrawn="1"/>
        </p:nvGrpSpPr>
        <p:grpSpPr>
          <a:xfrm>
            <a:off x="-376736" y="2733332"/>
            <a:ext cx="283685" cy="283685"/>
            <a:chOff x="-510741" y="5913713"/>
            <a:chExt cx="267555" cy="267555"/>
          </a:xfrm>
        </p:grpSpPr>
        <p:sp>
          <p:nvSpPr>
            <p:cNvPr id="290" name="Ovaal 289">
              <a:extLst>
                <a:ext uri="{FF2B5EF4-FFF2-40B4-BE49-F238E27FC236}">
                  <a16:creationId xmlns:a16="http://schemas.microsoft.com/office/drawing/2014/main" id="{AB0FA0E3-5AB6-42F8-8707-03150043FCD2}"/>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nl-NL" sz="1600" cap="all" baseline="0" noProof="0">
                <a:latin typeface="Calibri" panose="020F0502020204030204" pitchFamily="34" charset="0"/>
                <a:cs typeface="Calibri" panose="020F0502020204030204" pitchFamily="34" charset="0"/>
              </a:endParaRPr>
            </a:p>
          </p:txBody>
        </p:sp>
        <p:sp>
          <p:nvSpPr>
            <p:cNvPr id="291" name="Graphic 163" descr="Informatie">
              <a:extLst>
                <a:ext uri="{FF2B5EF4-FFF2-40B4-BE49-F238E27FC236}">
                  <a16:creationId xmlns:a16="http://schemas.microsoft.com/office/drawing/2014/main" id="{D036D173-7164-4C47-9CBB-844D51691420}"/>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nl-NL" sz="2000" noProof="0">
                <a:solidFill>
                  <a:srgbClr val="211F26"/>
                </a:solidFill>
                <a:latin typeface="Calibri" panose="020F0502020204030204" pitchFamily="34" charset="0"/>
                <a:cs typeface="Calibri" panose="020F0502020204030204" pitchFamily="34" charset="0"/>
              </a:endParaRPr>
            </a:p>
          </p:txBody>
        </p:sp>
      </p:grpSp>
      <p:grpSp>
        <p:nvGrpSpPr>
          <p:cNvPr id="247" name="VOORBEELD">
            <a:extLst>
              <a:ext uri="{FF2B5EF4-FFF2-40B4-BE49-F238E27FC236}">
                <a16:creationId xmlns:a16="http://schemas.microsoft.com/office/drawing/2014/main" id="{B6EA0C9B-6A19-4CB5-8595-5321CAC1A959}"/>
              </a:ext>
            </a:extLst>
          </p:cNvPr>
          <p:cNvGrpSpPr/>
          <p:nvPr userDrawn="1"/>
        </p:nvGrpSpPr>
        <p:grpSpPr>
          <a:xfrm>
            <a:off x="-3605171" y="458674"/>
            <a:ext cx="3234311" cy="558875"/>
            <a:chOff x="-3605171" y="458674"/>
            <a:chExt cx="3234311" cy="558875"/>
          </a:xfrm>
        </p:grpSpPr>
        <p:sp>
          <p:nvSpPr>
            <p:cNvPr id="250" name="Rechthoek 249">
              <a:extLst>
                <a:ext uri="{FF2B5EF4-FFF2-40B4-BE49-F238E27FC236}">
                  <a16:creationId xmlns:a16="http://schemas.microsoft.com/office/drawing/2014/main" id="{3E2C0EC6-7FA1-49D1-8AF7-6A20CC508A60}"/>
                </a:ext>
              </a:extLst>
            </p:cNvPr>
            <p:cNvSpPr/>
            <p:nvPr userDrawn="1"/>
          </p:nvSpPr>
          <p:spPr>
            <a:xfrm>
              <a:off x="-3604183" y="458674"/>
              <a:ext cx="393459" cy="184058"/>
            </a:xfrm>
            <a:prstGeom prst="rect">
              <a:avLst/>
            </a:prstGeom>
            <a:solidFill>
              <a:srgbClr val="F8F8F8"/>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18000" rIns="0" bIns="0" numCol="1" spcCol="0" rtlCol="0" fromWordArt="0" anchor="t" anchorCtr="0" forceAA="0" compatLnSpc="1">
              <a:prstTxWarp prst="textNoShape">
                <a:avLst/>
              </a:prstTxWarp>
              <a:noAutofit/>
            </a:bodyPr>
            <a:lstStyle/>
            <a:p>
              <a:pPr algn="ctr"/>
              <a:r>
                <a:rPr lang="nl-NL" sz="900" b="1" noProof="0">
                  <a:solidFill>
                    <a:srgbClr val="211F26"/>
                  </a:solidFill>
                  <a:latin typeface="Calibri" panose="020F0502020204030204" pitchFamily="34" charset="0"/>
                  <a:cs typeface="Calibri" panose="020F0502020204030204" pitchFamily="34" charset="0"/>
                </a:rPr>
                <a:t>Start</a:t>
              </a:r>
            </a:p>
          </p:txBody>
        </p:sp>
        <p:sp>
          <p:nvSpPr>
            <p:cNvPr id="251" name="Rechthoek 250">
              <a:extLst>
                <a:ext uri="{FF2B5EF4-FFF2-40B4-BE49-F238E27FC236}">
                  <a16:creationId xmlns:a16="http://schemas.microsoft.com/office/drawing/2014/main" id="{28781952-3FB8-4A90-8AE2-18660E3F671B}"/>
                </a:ext>
              </a:extLst>
            </p:cNvPr>
            <p:cNvSpPr/>
            <p:nvPr userDrawn="1"/>
          </p:nvSpPr>
          <p:spPr>
            <a:xfrm>
              <a:off x="-3599184" y="621345"/>
              <a:ext cx="383782" cy="27171"/>
            </a:xfrm>
            <a:prstGeom prst="rect">
              <a:avLst/>
            </a:prstGeom>
            <a:solidFill>
              <a:srgbClr val="B7462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rgbClr val="211F26"/>
                </a:solidFill>
                <a:latin typeface="Calibri" panose="020F0502020204030204" pitchFamily="34" charset="0"/>
                <a:cs typeface="Calibri" panose="020F0502020204030204" pitchFamily="34" charset="0"/>
              </a:endParaRPr>
            </a:p>
          </p:txBody>
        </p:sp>
        <p:grpSp>
          <p:nvGrpSpPr>
            <p:cNvPr id="252" name="Groep 251">
              <a:extLst>
                <a:ext uri="{FF2B5EF4-FFF2-40B4-BE49-F238E27FC236}">
                  <a16:creationId xmlns:a16="http://schemas.microsoft.com/office/drawing/2014/main" id="{C1FE0DE4-99E6-4654-921E-A062AC93D685}"/>
                </a:ext>
              </a:extLst>
            </p:cNvPr>
            <p:cNvGrpSpPr/>
            <p:nvPr userDrawn="1"/>
          </p:nvGrpSpPr>
          <p:grpSpPr>
            <a:xfrm>
              <a:off x="-3386247" y="830871"/>
              <a:ext cx="139423" cy="109566"/>
              <a:chOff x="-2866744" y="827071"/>
              <a:chExt cx="168701" cy="132575"/>
            </a:xfrm>
          </p:grpSpPr>
          <p:grpSp>
            <p:nvGrpSpPr>
              <p:cNvPr id="283" name="Groep 282">
                <a:extLst>
                  <a:ext uri="{FF2B5EF4-FFF2-40B4-BE49-F238E27FC236}">
                    <a16:creationId xmlns:a16="http://schemas.microsoft.com/office/drawing/2014/main" id="{F2A958A8-9B7D-4B0A-89C6-659B13874158}"/>
                  </a:ext>
                </a:extLst>
              </p:cNvPr>
              <p:cNvGrpSpPr/>
              <p:nvPr userDrawn="1"/>
            </p:nvGrpSpPr>
            <p:grpSpPr>
              <a:xfrm>
                <a:off x="-2866744" y="827071"/>
                <a:ext cx="168701" cy="132575"/>
                <a:chOff x="-2866744" y="827071"/>
                <a:chExt cx="168701" cy="132575"/>
              </a:xfrm>
            </p:grpSpPr>
            <p:cxnSp>
              <p:nvCxnSpPr>
                <p:cNvPr id="285" name="Rechte verbindingslijn 284">
                  <a:extLst>
                    <a:ext uri="{FF2B5EF4-FFF2-40B4-BE49-F238E27FC236}">
                      <a16:creationId xmlns:a16="http://schemas.microsoft.com/office/drawing/2014/main" id="{DF185665-577A-4D14-A133-2072C2C7A5E5}"/>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286" name="Rechte verbindingslijn 285">
                  <a:extLst>
                    <a:ext uri="{FF2B5EF4-FFF2-40B4-BE49-F238E27FC236}">
                      <a16:creationId xmlns:a16="http://schemas.microsoft.com/office/drawing/2014/main" id="{161C177E-5020-471C-AAB3-148B24169F3D}"/>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287" name="Rechte verbindingslijn 286">
                  <a:extLst>
                    <a:ext uri="{FF2B5EF4-FFF2-40B4-BE49-F238E27FC236}">
                      <a16:creationId xmlns:a16="http://schemas.microsoft.com/office/drawing/2014/main" id="{21705B75-0471-42D9-9F58-0539702DA72A}"/>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288" name="Rechte verbindingslijn 287">
                  <a:extLst>
                    <a:ext uri="{FF2B5EF4-FFF2-40B4-BE49-F238E27FC236}">
                      <a16:creationId xmlns:a16="http://schemas.microsoft.com/office/drawing/2014/main" id="{D9E9FB6B-D2E6-4571-85C0-BDD7D0FB5F86}"/>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289" name="Rechte verbindingslijn 288">
                  <a:extLst>
                    <a:ext uri="{FF2B5EF4-FFF2-40B4-BE49-F238E27FC236}">
                      <a16:creationId xmlns:a16="http://schemas.microsoft.com/office/drawing/2014/main" id="{BC76B2D0-0D43-47EF-93A0-F188EACFA51B}"/>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284" name="Pijl: rechts 283">
                <a:extLst>
                  <a:ext uri="{FF2B5EF4-FFF2-40B4-BE49-F238E27FC236}">
                    <a16:creationId xmlns:a16="http://schemas.microsoft.com/office/drawing/2014/main" id="{3D244406-C1EA-48A2-9C8D-3213334D3C71}"/>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rgbClr val="211F26"/>
                  </a:solidFill>
                  <a:latin typeface="Calibri" panose="020F0502020204030204" pitchFamily="34" charset="0"/>
                  <a:cs typeface="Calibri" panose="020F0502020204030204" pitchFamily="34" charset="0"/>
                </a:endParaRPr>
              </a:p>
            </p:txBody>
          </p:sp>
        </p:grpSp>
        <p:grpSp>
          <p:nvGrpSpPr>
            <p:cNvPr id="253" name="Groep 252">
              <a:extLst>
                <a:ext uri="{FF2B5EF4-FFF2-40B4-BE49-F238E27FC236}">
                  <a16:creationId xmlns:a16="http://schemas.microsoft.com/office/drawing/2014/main" id="{34240A82-8084-49DF-A8C2-446DEC0D7BD9}"/>
                </a:ext>
              </a:extLst>
            </p:cNvPr>
            <p:cNvGrpSpPr/>
            <p:nvPr userDrawn="1"/>
          </p:nvGrpSpPr>
          <p:grpSpPr>
            <a:xfrm>
              <a:off x="-3605171" y="830871"/>
              <a:ext cx="139423" cy="109566"/>
              <a:chOff x="-2866744" y="518074"/>
              <a:chExt cx="168701" cy="132575"/>
            </a:xfrm>
          </p:grpSpPr>
          <p:grpSp>
            <p:nvGrpSpPr>
              <p:cNvPr id="276" name="Groep 275">
                <a:extLst>
                  <a:ext uri="{FF2B5EF4-FFF2-40B4-BE49-F238E27FC236}">
                    <a16:creationId xmlns:a16="http://schemas.microsoft.com/office/drawing/2014/main" id="{136DFCC4-AFB5-4D8D-87A6-6D4B0C963925}"/>
                  </a:ext>
                </a:extLst>
              </p:cNvPr>
              <p:cNvGrpSpPr/>
              <p:nvPr userDrawn="1"/>
            </p:nvGrpSpPr>
            <p:grpSpPr>
              <a:xfrm>
                <a:off x="-2866744" y="518074"/>
                <a:ext cx="168701" cy="132575"/>
                <a:chOff x="-2866744" y="518074"/>
                <a:chExt cx="168701" cy="132575"/>
              </a:xfrm>
            </p:grpSpPr>
            <p:cxnSp>
              <p:nvCxnSpPr>
                <p:cNvPr id="278" name="Rechte verbindingslijn 277">
                  <a:extLst>
                    <a:ext uri="{FF2B5EF4-FFF2-40B4-BE49-F238E27FC236}">
                      <a16:creationId xmlns:a16="http://schemas.microsoft.com/office/drawing/2014/main" id="{37C7BF75-63C1-4F44-9B0B-0ED9E64A56DD}"/>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279" name="Rechte verbindingslijn 278">
                  <a:extLst>
                    <a:ext uri="{FF2B5EF4-FFF2-40B4-BE49-F238E27FC236}">
                      <a16:creationId xmlns:a16="http://schemas.microsoft.com/office/drawing/2014/main" id="{EB981311-968C-4CB3-9A65-B98D50C894BA}"/>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280" name="Rechte verbindingslijn 279">
                  <a:extLst>
                    <a:ext uri="{FF2B5EF4-FFF2-40B4-BE49-F238E27FC236}">
                      <a16:creationId xmlns:a16="http://schemas.microsoft.com/office/drawing/2014/main" id="{4A4444FF-2F45-4F92-AD5C-9349949A2791}"/>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281" name="Rechte verbindingslijn 280">
                  <a:extLst>
                    <a:ext uri="{FF2B5EF4-FFF2-40B4-BE49-F238E27FC236}">
                      <a16:creationId xmlns:a16="http://schemas.microsoft.com/office/drawing/2014/main" id="{F97385E1-1A81-4AA1-A243-AD6EEC1A2B72}"/>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282" name="Rechte verbindingslijn 281">
                  <a:extLst>
                    <a:ext uri="{FF2B5EF4-FFF2-40B4-BE49-F238E27FC236}">
                      <a16:creationId xmlns:a16="http://schemas.microsoft.com/office/drawing/2014/main" id="{6A0D85EC-A671-4C3D-9D00-6C242631ECF4}"/>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277" name="Pijl: rechts 276">
                <a:extLst>
                  <a:ext uri="{FF2B5EF4-FFF2-40B4-BE49-F238E27FC236}">
                    <a16:creationId xmlns:a16="http://schemas.microsoft.com/office/drawing/2014/main" id="{8C2FE879-D096-480D-9972-8DC536C5A9BF}"/>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rgbClr val="211F26"/>
                  </a:solidFill>
                  <a:latin typeface="Calibri" panose="020F0502020204030204" pitchFamily="34" charset="0"/>
                  <a:cs typeface="Calibri" panose="020F0502020204030204" pitchFamily="34" charset="0"/>
                </a:endParaRPr>
              </a:p>
            </p:txBody>
          </p:sp>
        </p:grpSp>
        <p:cxnSp>
          <p:nvCxnSpPr>
            <p:cNvPr id="254" name="Rechte verbindingslijn 253">
              <a:extLst>
                <a:ext uri="{FF2B5EF4-FFF2-40B4-BE49-F238E27FC236}">
                  <a16:creationId xmlns:a16="http://schemas.microsoft.com/office/drawing/2014/main" id="{1E922B9F-390F-4956-AFEF-F8F697CD99C1}"/>
                </a:ext>
              </a:extLst>
            </p:cNvPr>
            <p:cNvCxnSpPr>
              <a:cxnSpLocks/>
            </p:cNvCxnSpPr>
            <p:nvPr userDrawn="1"/>
          </p:nvCxnSpPr>
          <p:spPr>
            <a:xfrm flipV="1">
              <a:off x="-3459956" y="588169"/>
              <a:ext cx="547687" cy="219076"/>
            </a:xfrm>
            <a:prstGeom prst="line">
              <a:avLst/>
            </a:prstGeom>
            <a:noFill/>
            <a:ln w="19050" cap="rnd" cmpd="sng" algn="ctr">
              <a:solidFill>
                <a:schemeClr val="accent1"/>
              </a:solidFill>
              <a:prstDash val="solid"/>
              <a:headEnd type="oval"/>
            </a:ln>
            <a:effectLst/>
          </p:spPr>
        </p:cxnSp>
        <p:cxnSp>
          <p:nvCxnSpPr>
            <p:cNvPr id="255" name="Rechte verbindingslijn 254">
              <a:extLst>
                <a:ext uri="{FF2B5EF4-FFF2-40B4-BE49-F238E27FC236}">
                  <a16:creationId xmlns:a16="http://schemas.microsoft.com/office/drawing/2014/main" id="{D964C532-DC73-426E-932C-4839468D3951}"/>
                </a:ext>
              </a:extLst>
            </p:cNvPr>
            <p:cNvCxnSpPr>
              <a:cxnSpLocks/>
            </p:cNvCxnSpPr>
            <p:nvPr userDrawn="1"/>
          </p:nvCxnSpPr>
          <p:spPr>
            <a:xfrm>
              <a:off x="-3224213" y="828675"/>
              <a:ext cx="319088" cy="0"/>
            </a:xfrm>
            <a:prstGeom prst="line">
              <a:avLst/>
            </a:prstGeom>
            <a:noFill/>
            <a:ln w="19050" cap="rnd" cmpd="sng" algn="ctr">
              <a:solidFill>
                <a:schemeClr val="accent1"/>
              </a:solidFill>
              <a:prstDash val="solid"/>
              <a:headEnd type="oval"/>
            </a:ln>
            <a:effectLst/>
          </p:spPr>
        </p:cxnSp>
        <p:sp>
          <p:nvSpPr>
            <p:cNvPr id="256" name="Rechthoek 255">
              <a:extLst>
                <a:ext uri="{FF2B5EF4-FFF2-40B4-BE49-F238E27FC236}">
                  <a16:creationId xmlns:a16="http://schemas.microsoft.com/office/drawing/2014/main" id="{FE28C55B-E724-469D-B4AD-49AC5779D0FF}"/>
                </a:ext>
              </a:extLst>
            </p:cNvPr>
            <p:cNvSpPr/>
            <p:nvPr userDrawn="1"/>
          </p:nvSpPr>
          <p:spPr>
            <a:xfrm>
              <a:off x="-2559903" y="512179"/>
              <a:ext cx="2189042" cy="151083"/>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chemeClr val="tx1"/>
                  </a:solidFill>
                  <a:effectLst/>
                  <a:uLnTx/>
                  <a:uFillTx/>
                  <a:latin typeface="Calibri" panose="020F0502020204030204" pitchFamily="34" charset="0"/>
                  <a:cs typeface="Calibri" panose="020F0502020204030204" pitchFamily="34" charset="0"/>
                </a:rPr>
                <a:t>Tekstniveau omhoog</a:t>
              </a:r>
            </a:p>
          </p:txBody>
        </p:sp>
        <p:sp>
          <p:nvSpPr>
            <p:cNvPr id="257" name="Rechthoek 256">
              <a:extLst>
                <a:ext uri="{FF2B5EF4-FFF2-40B4-BE49-F238E27FC236}">
                  <a16:creationId xmlns:a16="http://schemas.microsoft.com/office/drawing/2014/main" id="{3B031614-032B-47B1-8A52-9B73C33E2D89}"/>
                </a:ext>
              </a:extLst>
            </p:cNvPr>
            <p:cNvSpPr/>
            <p:nvPr userDrawn="1"/>
          </p:nvSpPr>
          <p:spPr>
            <a:xfrm>
              <a:off x="-2559903" y="819562"/>
              <a:ext cx="2189043" cy="142202"/>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chemeClr val="tx1"/>
                  </a:solidFill>
                  <a:effectLst/>
                  <a:uLnTx/>
                  <a:uFillTx/>
                  <a:latin typeface="Calibri" panose="020F0502020204030204" pitchFamily="34" charset="0"/>
                  <a:cs typeface="Calibri" panose="020F0502020204030204" pitchFamily="34" charset="0"/>
                </a:rPr>
                <a:t>Tekstniveau omlaag</a:t>
              </a:r>
            </a:p>
          </p:txBody>
        </p:sp>
        <p:grpSp>
          <p:nvGrpSpPr>
            <p:cNvPr id="258" name="Groep 257">
              <a:extLst>
                <a:ext uri="{FF2B5EF4-FFF2-40B4-BE49-F238E27FC236}">
                  <a16:creationId xmlns:a16="http://schemas.microsoft.com/office/drawing/2014/main" id="{6680A011-A8FB-4A98-A457-00BBE887EB30}"/>
                </a:ext>
              </a:extLst>
            </p:cNvPr>
            <p:cNvGrpSpPr/>
            <p:nvPr userDrawn="1"/>
          </p:nvGrpSpPr>
          <p:grpSpPr>
            <a:xfrm>
              <a:off x="-2916763" y="769168"/>
              <a:ext cx="268738" cy="248381"/>
              <a:chOff x="-2916763" y="769168"/>
              <a:chExt cx="268738" cy="248381"/>
            </a:xfrm>
          </p:grpSpPr>
          <p:sp>
            <p:nvSpPr>
              <p:cNvPr id="268" name="Rechthoek 267">
                <a:extLst>
                  <a:ext uri="{FF2B5EF4-FFF2-40B4-BE49-F238E27FC236}">
                    <a16:creationId xmlns:a16="http://schemas.microsoft.com/office/drawing/2014/main" id="{6A02F484-953B-446A-8755-35BF6CB8ED6F}"/>
                  </a:ext>
                </a:extLst>
              </p:cNvPr>
              <p:cNvSpPr/>
              <p:nvPr userDrawn="1"/>
            </p:nvSpPr>
            <p:spPr>
              <a:xfrm>
                <a:off x="-2916763" y="769168"/>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nl-NL" sz="1050" b="0" noProof="0">
                  <a:solidFill>
                    <a:srgbClr val="211F26"/>
                  </a:solidFill>
                  <a:latin typeface="Calibri" panose="020F0502020204030204" pitchFamily="34" charset="0"/>
                  <a:cs typeface="Calibri" panose="020F0502020204030204" pitchFamily="34" charset="0"/>
                </a:endParaRPr>
              </a:p>
            </p:txBody>
          </p:sp>
          <p:grpSp>
            <p:nvGrpSpPr>
              <p:cNvPr id="269" name="Groep 268">
                <a:extLst>
                  <a:ext uri="{FF2B5EF4-FFF2-40B4-BE49-F238E27FC236}">
                    <a16:creationId xmlns:a16="http://schemas.microsoft.com/office/drawing/2014/main" id="{5BD0A84A-FBB9-4676-B70D-FD872B12698A}"/>
                  </a:ext>
                </a:extLst>
              </p:cNvPr>
              <p:cNvGrpSpPr/>
              <p:nvPr userDrawn="1"/>
            </p:nvGrpSpPr>
            <p:grpSpPr>
              <a:xfrm>
                <a:off x="-2866744" y="827071"/>
                <a:ext cx="168701" cy="132575"/>
                <a:chOff x="-2866744" y="827071"/>
                <a:chExt cx="168701" cy="132575"/>
              </a:xfrm>
            </p:grpSpPr>
            <p:cxnSp>
              <p:nvCxnSpPr>
                <p:cNvPr id="271" name="Rechte verbindingslijn 270">
                  <a:extLst>
                    <a:ext uri="{FF2B5EF4-FFF2-40B4-BE49-F238E27FC236}">
                      <a16:creationId xmlns:a16="http://schemas.microsoft.com/office/drawing/2014/main" id="{446C7A37-FC46-40BB-A566-7DC617D80232}"/>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272" name="Rechte verbindingslijn 271">
                  <a:extLst>
                    <a:ext uri="{FF2B5EF4-FFF2-40B4-BE49-F238E27FC236}">
                      <a16:creationId xmlns:a16="http://schemas.microsoft.com/office/drawing/2014/main" id="{EA775097-43E6-49A5-95EF-7FDEF57D888A}"/>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273" name="Rechte verbindingslijn 272">
                  <a:extLst>
                    <a:ext uri="{FF2B5EF4-FFF2-40B4-BE49-F238E27FC236}">
                      <a16:creationId xmlns:a16="http://schemas.microsoft.com/office/drawing/2014/main" id="{4BF4686D-04AF-46A9-8E9F-91B4DC428126}"/>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274" name="Rechte verbindingslijn 273">
                  <a:extLst>
                    <a:ext uri="{FF2B5EF4-FFF2-40B4-BE49-F238E27FC236}">
                      <a16:creationId xmlns:a16="http://schemas.microsoft.com/office/drawing/2014/main" id="{F1EB4E4C-6DE1-4F98-8F4B-F73CE59E76FA}"/>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275" name="Rechte verbindingslijn 274">
                  <a:extLst>
                    <a:ext uri="{FF2B5EF4-FFF2-40B4-BE49-F238E27FC236}">
                      <a16:creationId xmlns:a16="http://schemas.microsoft.com/office/drawing/2014/main" id="{0B0094B7-EEB7-4616-A998-47E7E0EBFF3C}"/>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270" name="Pijl: rechts 269">
                <a:extLst>
                  <a:ext uri="{FF2B5EF4-FFF2-40B4-BE49-F238E27FC236}">
                    <a16:creationId xmlns:a16="http://schemas.microsoft.com/office/drawing/2014/main" id="{A6647078-7BFA-47C9-BCA0-ED8C121191A4}"/>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rgbClr val="211F26"/>
                  </a:solidFill>
                  <a:latin typeface="Calibri" panose="020F0502020204030204" pitchFamily="34" charset="0"/>
                  <a:cs typeface="Calibri" panose="020F0502020204030204" pitchFamily="34" charset="0"/>
                </a:endParaRPr>
              </a:p>
            </p:txBody>
          </p:sp>
        </p:grpSp>
        <p:grpSp>
          <p:nvGrpSpPr>
            <p:cNvPr id="259" name="Groep 258">
              <a:extLst>
                <a:ext uri="{FF2B5EF4-FFF2-40B4-BE49-F238E27FC236}">
                  <a16:creationId xmlns:a16="http://schemas.microsoft.com/office/drawing/2014/main" id="{D0717C83-1545-4381-95BB-06523B957867}"/>
                </a:ext>
              </a:extLst>
            </p:cNvPr>
            <p:cNvGrpSpPr/>
            <p:nvPr userDrawn="1"/>
          </p:nvGrpSpPr>
          <p:grpSpPr>
            <a:xfrm>
              <a:off x="-2916763" y="460171"/>
              <a:ext cx="268738" cy="248381"/>
              <a:chOff x="-2916763" y="460171"/>
              <a:chExt cx="268738" cy="248381"/>
            </a:xfrm>
          </p:grpSpPr>
          <p:sp>
            <p:nvSpPr>
              <p:cNvPr id="260" name="Rechthoek 259">
                <a:extLst>
                  <a:ext uri="{FF2B5EF4-FFF2-40B4-BE49-F238E27FC236}">
                    <a16:creationId xmlns:a16="http://schemas.microsoft.com/office/drawing/2014/main" id="{9EDEA73D-28AC-4B3D-B2C4-D1FAA03671B3}"/>
                  </a:ext>
                </a:extLst>
              </p:cNvPr>
              <p:cNvSpPr/>
              <p:nvPr userDrawn="1"/>
            </p:nvSpPr>
            <p:spPr>
              <a:xfrm>
                <a:off x="-2916763" y="460171"/>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nl-NL" sz="1050" b="0" noProof="0">
                  <a:solidFill>
                    <a:srgbClr val="211F26"/>
                  </a:solidFill>
                  <a:latin typeface="Calibri" panose="020F0502020204030204" pitchFamily="34" charset="0"/>
                  <a:cs typeface="Calibri" panose="020F0502020204030204" pitchFamily="34" charset="0"/>
                </a:endParaRPr>
              </a:p>
            </p:txBody>
          </p:sp>
          <p:grpSp>
            <p:nvGrpSpPr>
              <p:cNvPr id="261" name="Groep 260">
                <a:extLst>
                  <a:ext uri="{FF2B5EF4-FFF2-40B4-BE49-F238E27FC236}">
                    <a16:creationId xmlns:a16="http://schemas.microsoft.com/office/drawing/2014/main" id="{A62DCB34-325A-43B9-9521-E26F2AF93798}"/>
                  </a:ext>
                </a:extLst>
              </p:cNvPr>
              <p:cNvGrpSpPr/>
              <p:nvPr userDrawn="1"/>
            </p:nvGrpSpPr>
            <p:grpSpPr>
              <a:xfrm>
                <a:off x="-2866744" y="518074"/>
                <a:ext cx="168701" cy="132575"/>
                <a:chOff x="-2866744" y="518074"/>
                <a:chExt cx="168701" cy="132575"/>
              </a:xfrm>
            </p:grpSpPr>
            <p:cxnSp>
              <p:nvCxnSpPr>
                <p:cNvPr id="263" name="Rechte verbindingslijn 262">
                  <a:extLst>
                    <a:ext uri="{FF2B5EF4-FFF2-40B4-BE49-F238E27FC236}">
                      <a16:creationId xmlns:a16="http://schemas.microsoft.com/office/drawing/2014/main" id="{FDB8920A-0605-4918-AABC-6CFD7B3D20F4}"/>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264" name="Rechte verbindingslijn 263">
                  <a:extLst>
                    <a:ext uri="{FF2B5EF4-FFF2-40B4-BE49-F238E27FC236}">
                      <a16:creationId xmlns:a16="http://schemas.microsoft.com/office/drawing/2014/main" id="{78EA385E-C028-4D80-9573-B3098EFB04E3}"/>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265" name="Rechte verbindingslijn 264">
                  <a:extLst>
                    <a:ext uri="{FF2B5EF4-FFF2-40B4-BE49-F238E27FC236}">
                      <a16:creationId xmlns:a16="http://schemas.microsoft.com/office/drawing/2014/main" id="{2620AC03-8FDA-486A-A796-108F2B6207FF}"/>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266" name="Rechte verbindingslijn 265">
                  <a:extLst>
                    <a:ext uri="{FF2B5EF4-FFF2-40B4-BE49-F238E27FC236}">
                      <a16:creationId xmlns:a16="http://schemas.microsoft.com/office/drawing/2014/main" id="{42EA0981-9F7F-4526-A7EA-37DACE04DAEF}"/>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267" name="Rechte verbindingslijn 266">
                  <a:extLst>
                    <a:ext uri="{FF2B5EF4-FFF2-40B4-BE49-F238E27FC236}">
                      <a16:creationId xmlns:a16="http://schemas.microsoft.com/office/drawing/2014/main" id="{53EC698F-69CB-48CC-94FE-15DA943BB5E4}"/>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262" name="Pijl: rechts 261">
                <a:extLst>
                  <a:ext uri="{FF2B5EF4-FFF2-40B4-BE49-F238E27FC236}">
                    <a16:creationId xmlns:a16="http://schemas.microsoft.com/office/drawing/2014/main" id="{6C605EAE-0DC3-46C5-A8FF-50FB7E874DB5}"/>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rgbClr val="211F26"/>
                  </a:solidFill>
                  <a:latin typeface="Calibri" panose="020F0502020204030204" pitchFamily="34" charset="0"/>
                  <a:cs typeface="Calibri" panose="020F0502020204030204" pitchFamily="34" charset="0"/>
                </a:endParaRPr>
              </a:p>
            </p:txBody>
          </p:sp>
        </p:grpSp>
      </p:grpSp>
      <p:sp>
        <p:nvSpPr>
          <p:cNvPr id="165" name="Titel 2">
            <a:extLst>
              <a:ext uri="{FF2B5EF4-FFF2-40B4-BE49-F238E27FC236}">
                <a16:creationId xmlns:a16="http://schemas.microsoft.com/office/drawing/2014/main" id="{93E86168-1B16-4845-AF8F-729E1D7C9FF4}"/>
              </a:ext>
            </a:extLst>
          </p:cNvPr>
          <p:cNvSpPr>
            <a:spLocks noGrp="1"/>
          </p:cNvSpPr>
          <p:nvPr userDrawn="1">
            <p:ph type="title" hasCustomPrompt="1"/>
          </p:nvPr>
        </p:nvSpPr>
        <p:spPr>
          <a:xfrm>
            <a:off x="800239" y="530243"/>
            <a:ext cx="3559698" cy="895483"/>
          </a:xfrm>
        </p:spPr>
        <p:txBody>
          <a:bodyPr anchor="b"/>
          <a:lstStyle>
            <a:lvl1pPr>
              <a:defRPr sz="4000" b="1">
                <a:solidFill>
                  <a:schemeClr val="bg1"/>
                </a:solidFill>
              </a:defRPr>
            </a:lvl1pPr>
          </a:lstStyle>
          <a:p>
            <a:r>
              <a:rPr lang="nl-NL"/>
              <a:t>Agenda</a:t>
            </a:r>
          </a:p>
        </p:txBody>
      </p:sp>
      <p:sp>
        <p:nvSpPr>
          <p:cNvPr id="166" name="Tijdelijke aanduiding voor verticale tekst 2">
            <a:extLst>
              <a:ext uri="{FF2B5EF4-FFF2-40B4-BE49-F238E27FC236}">
                <a16:creationId xmlns:a16="http://schemas.microsoft.com/office/drawing/2014/main" id="{19A18D93-1992-4352-8B55-735271BAD86A}"/>
              </a:ext>
            </a:extLst>
          </p:cNvPr>
          <p:cNvSpPr>
            <a:spLocks noGrp="1"/>
          </p:cNvSpPr>
          <p:nvPr userDrawn="1">
            <p:ph type="body" orient="vert" idx="1" hasCustomPrompt="1"/>
          </p:nvPr>
        </p:nvSpPr>
        <p:spPr>
          <a:xfrm>
            <a:off x="801287" y="1651224"/>
            <a:ext cx="3559698" cy="948828"/>
          </a:xfrm>
        </p:spPr>
        <p:txBody>
          <a:bodyPr vert="horz" lIns="0" tIns="0" rIns="0" bIns="0"/>
          <a:lstStyle>
            <a:lvl1pPr marL="0" indent="0">
              <a:spcAft>
                <a:spcPts val="100"/>
              </a:spcAft>
              <a:buNone/>
              <a:defRPr sz="2000" b="0">
                <a:solidFill>
                  <a:schemeClr val="bg1"/>
                </a:solidFill>
              </a:defRPr>
            </a:lvl1pPr>
            <a:lvl2pPr marL="0" indent="0">
              <a:spcAft>
                <a:spcPts val="100"/>
              </a:spcAft>
              <a:buNone/>
              <a:defRPr sz="1400">
                <a:solidFill>
                  <a:schemeClr val="bg1"/>
                </a:solidFill>
              </a:defRPr>
            </a:lvl2pPr>
            <a:lvl3pPr marL="179388" indent="-179388">
              <a:spcBef>
                <a:spcPts val="300"/>
              </a:spcBef>
              <a:spcAft>
                <a:spcPts val="600"/>
              </a:spcAft>
              <a:buClr>
                <a:schemeClr val="accent5"/>
              </a:buClr>
              <a:buFont typeface="Arial" panose="020B0604020202020204" pitchFamily="34" charset="0"/>
              <a:buChar char="•"/>
              <a:defRPr sz="1200">
                <a:solidFill>
                  <a:schemeClr val="bg1"/>
                </a:solidFill>
              </a:defRPr>
            </a:lvl3pPr>
            <a:lvl4pPr>
              <a:defRPr/>
            </a:lvl4pPr>
            <a:lvl5pPr marL="0" indent="0">
              <a:buNone/>
              <a:defRPr/>
            </a:lvl5pPr>
            <a:lvl6pPr>
              <a:defRPr/>
            </a:lvl6pPr>
            <a:lvl7pPr>
              <a:defRPr/>
            </a:lvl7pPr>
            <a:lvl8pPr>
              <a:defRPr/>
            </a:lvl8pPr>
            <a:lvl9pPr>
              <a:defRPr/>
            </a:lvl9pPr>
          </a:lstStyle>
          <a:p>
            <a:pPr lvl="0"/>
            <a:r>
              <a:rPr lang="nl-NL"/>
              <a:t>Onderwerp titel</a:t>
            </a:r>
          </a:p>
          <a:p>
            <a:pPr lvl="1"/>
            <a:r>
              <a:rPr lang="nl-NL"/>
              <a:t>Plaats hier informatie</a:t>
            </a:r>
          </a:p>
          <a:p>
            <a:pPr lvl="2"/>
            <a:r>
              <a:rPr lang="nl-NL" err="1"/>
              <a:t>Bullet</a:t>
            </a:r>
            <a:endParaRPr lang="nl-NL"/>
          </a:p>
        </p:txBody>
      </p:sp>
      <p:sp>
        <p:nvSpPr>
          <p:cNvPr id="173" name="Tijdelijke aanduiding voor verticale tekst 2">
            <a:extLst>
              <a:ext uri="{FF2B5EF4-FFF2-40B4-BE49-F238E27FC236}">
                <a16:creationId xmlns:a16="http://schemas.microsoft.com/office/drawing/2014/main" id="{330FC465-98CB-4609-9514-D28A7E83D1E1}"/>
              </a:ext>
            </a:extLst>
          </p:cNvPr>
          <p:cNvSpPr>
            <a:spLocks noGrp="1"/>
          </p:cNvSpPr>
          <p:nvPr userDrawn="1">
            <p:ph type="body" orient="vert" idx="10" hasCustomPrompt="1"/>
          </p:nvPr>
        </p:nvSpPr>
        <p:spPr>
          <a:xfrm>
            <a:off x="801287" y="2723664"/>
            <a:ext cx="3559698" cy="948828"/>
          </a:xfrm>
        </p:spPr>
        <p:txBody>
          <a:bodyPr vert="horz" lIns="0" tIns="0" rIns="0" bIns="0"/>
          <a:lstStyle>
            <a:lvl1pPr marL="0" indent="0">
              <a:spcAft>
                <a:spcPts val="100"/>
              </a:spcAft>
              <a:buNone/>
              <a:defRPr sz="2000" b="0">
                <a:solidFill>
                  <a:schemeClr val="bg1"/>
                </a:solidFill>
              </a:defRPr>
            </a:lvl1pPr>
            <a:lvl2pPr marL="0" indent="0">
              <a:spcAft>
                <a:spcPts val="100"/>
              </a:spcAft>
              <a:buNone/>
              <a:defRPr sz="1400">
                <a:solidFill>
                  <a:schemeClr val="bg1"/>
                </a:solidFill>
              </a:defRPr>
            </a:lvl2pPr>
            <a:lvl3pPr marL="179388" indent="-179388">
              <a:spcBef>
                <a:spcPts val="300"/>
              </a:spcBef>
              <a:spcAft>
                <a:spcPts val="600"/>
              </a:spcAft>
              <a:buClr>
                <a:schemeClr val="accent5"/>
              </a:buClr>
              <a:buFont typeface="Arial" panose="020B0604020202020204" pitchFamily="34" charset="0"/>
              <a:buChar char="•"/>
              <a:defRPr sz="1200">
                <a:solidFill>
                  <a:schemeClr val="bg1"/>
                </a:solidFill>
              </a:defRPr>
            </a:lvl3pPr>
            <a:lvl4pPr>
              <a:defRPr/>
            </a:lvl4pPr>
            <a:lvl5pPr marL="0" indent="0">
              <a:buNone/>
              <a:defRPr/>
            </a:lvl5pPr>
            <a:lvl6pPr>
              <a:defRPr/>
            </a:lvl6pPr>
            <a:lvl7pPr>
              <a:defRPr/>
            </a:lvl7pPr>
            <a:lvl8pPr>
              <a:defRPr/>
            </a:lvl8pPr>
            <a:lvl9pPr>
              <a:defRPr/>
            </a:lvl9pPr>
          </a:lstStyle>
          <a:p>
            <a:pPr lvl="0"/>
            <a:r>
              <a:rPr lang="nl-NL"/>
              <a:t>Onderwerp titel</a:t>
            </a:r>
          </a:p>
          <a:p>
            <a:pPr lvl="1"/>
            <a:r>
              <a:rPr lang="nl-NL"/>
              <a:t>Plaats hier informatie</a:t>
            </a:r>
          </a:p>
          <a:p>
            <a:pPr lvl="2"/>
            <a:r>
              <a:rPr lang="nl-NL" err="1"/>
              <a:t>Bullet</a:t>
            </a:r>
            <a:endParaRPr lang="nl-NL"/>
          </a:p>
        </p:txBody>
      </p:sp>
      <p:sp>
        <p:nvSpPr>
          <p:cNvPr id="174" name="Tijdelijke aanduiding voor verticale tekst 2">
            <a:extLst>
              <a:ext uri="{FF2B5EF4-FFF2-40B4-BE49-F238E27FC236}">
                <a16:creationId xmlns:a16="http://schemas.microsoft.com/office/drawing/2014/main" id="{ADE17F00-6724-4DEB-B9EF-48CB63D1FC0D}"/>
              </a:ext>
            </a:extLst>
          </p:cNvPr>
          <p:cNvSpPr>
            <a:spLocks noGrp="1"/>
          </p:cNvSpPr>
          <p:nvPr userDrawn="1">
            <p:ph type="body" orient="vert" idx="11" hasCustomPrompt="1"/>
          </p:nvPr>
        </p:nvSpPr>
        <p:spPr>
          <a:xfrm>
            <a:off x="801287" y="3796104"/>
            <a:ext cx="3559698" cy="948828"/>
          </a:xfrm>
        </p:spPr>
        <p:txBody>
          <a:bodyPr vert="horz" lIns="0" tIns="0" rIns="0" bIns="0"/>
          <a:lstStyle>
            <a:lvl1pPr marL="0" indent="0">
              <a:spcAft>
                <a:spcPts val="100"/>
              </a:spcAft>
              <a:buNone/>
              <a:defRPr sz="2000" b="0">
                <a:solidFill>
                  <a:schemeClr val="bg1"/>
                </a:solidFill>
              </a:defRPr>
            </a:lvl1pPr>
            <a:lvl2pPr marL="0" indent="0">
              <a:spcAft>
                <a:spcPts val="100"/>
              </a:spcAft>
              <a:buNone/>
              <a:defRPr sz="1400">
                <a:solidFill>
                  <a:schemeClr val="bg1"/>
                </a:solidFill>
              </a:defRPr>
            </a:lvl2pPr>
            <a:lvl3pPr marL="179388" indent="-179388">
              <a:spcBef>
                <a:spcPts val="300"/>
              </a:spcBef>
              <a:spcAft>
                <a:spcPts val="600"/>
              </a:spcAft>
              <a:buClr>
                <a:schemeClr val="accent5"/>
              </a:buClr>
              <a:buFont typeface="Arial" panose="020B0604020202020204" pitchFamily="34" charset="0"/>
              <a:buChar char="•"/>
              <a:defRPr sz="1200">
                <a:solidFill>
                  <a:schemeClr val="bg1"/>
                </a:solidFill>
              </a:defRPr>
            </a:lvl3pPr>
            <a:lvl4pPr>
              <a:defRPr/>
            </a:lvl4pPr>
            <a:lvl5pPr marL="0" indent="0">
              <a:buNone/>
              <a:defRPr/>
            </a:lvl5pPr>
            <a:lvl6pPr>
              <a:defRPr/>
            </a:lvl6pPr>
            <a:lvl7pPr>
              <a:defRPr/>
            </a:lvl7pPr>
            <a:lvl8pPr>
              <a:defRPr/>
            </a:lvl8pPr>
            <a:lvl9pPr>
              <a:defRPr/>
            </a:lvl9pPr>
          </a:lstStyle>
          <a:p>
            <a:pPr lvl="0"/>
            <a:r>
              <a:rPr lang="nl-NL"/>
              <a:t>Onderwerp titel</a:t>
            </a:r>
          </a:p>
          <a:p>
            <a:pPr lvl="1"/>
            <a:r>
              <a:rPr lang="nl-NL"/>
              <a:t>Plaats hier informatie</a:t>
            </a:r>
          </a:p>
          <a:p>
            <a:pPr lvl="2"/>
            <a:r>
              <a:rPr lang="nl-NL" err="1"/>
              <a:t>Bullet</a:t>
            </a:r>
            <a:endParaRPr lang="nl-NL"/>
          </a:p>
        </p:txBody>
      </p:sp>
      <p:sp>
        <p:nvSpPr>
          <p:cNvPr id="175" name="Tijdelijke aanduiding voor verticale tekst 2">
            <a:extLst>
              <a:ext uri="{FF2B5EF4-FFF2-40B4-BE49-F238E27FC236}">
                <a16:creationId xmlns:a16="http://schemas.microsoft.com/office/drawing/2014/main" id="{255EA2A6-C25F-4A37-AD19-2BCEA32E39D9}"/>
              </a:ext>
            </a:extLst>
          </p:cNvPr>
          <p:cNvSpPr>
            <a:spLocks noGrp="1"/>
          </p:cNvSpPr>
          <p:nvPr userDrawn="1">
            <p:ph type="body" orient="vert" idx="12" hasCustomPrompt="1"/>
          </p:nvPr>
        </p:nvSpPr>
        <p:spPr>
          <a:xfrm>
            <a:off x="801287" y="4868543"/>
            <a:ext cx="3559698" cy="948828"/>
          </a:xfrm>
        </p:spPr>
        <p:txBody>
          <a:bodyPr vert="horz" lIns="0" tIns="0" rIns="0" bIns="0"/>
          <a:lstStyle>
            <a:lvl1pPr marL="0" indent="0">
              <a:spcAft>
                <a:spcPts val="100"/>
              </a:spcAft>
              <a:buNone/>
              <a:defRPr sz="2000" b="0">
                <a:solidFill>
                  <a:schemeClr val="bg1"/>
                </a:solidFill>
              </a:defRPr>
            </a:lvl1pPr>
            <a:lvl2pPr marL="0" indent="0">
              <a:spcAft>
                <a:spcPts val="100"/>
              </a:spcAft>
              <a:buNone/>
              <a:defRPr sz="1400">
                <a:solidFill>
                  <a:schemeClr val="bg1"/>
                </a:solidFill>
              </a:defRPr>
            </a:lvl2pPr>
            <a:lvl3pPr marL="179388" indent="-179388">
              <a:spcBef>
                <a:spcPts val="300"/>
              </a:spcBef>
              <a:spcAft>
                <a:spcPts val="600"/>
              </a:spcAft>
              <a:buClr>
                <a:schemeClr val="accent5"/>
              </a:buClr>
              <a:buFont typeface="Arial" panose="020B0604020202020204" pitchFamily="34" charset="0"/>
              <a:buChar char="•"/>
              <a:defRPr sz="1200">
                <a:solidFill>
                  <a:schemeClr val="bg1"/>
                </a:solidFill>
              </a:defRPr>
            </a:lvl3pPr>
            <a:lvl4pPr>
              <a:defRPr/>
            </a:lvl4pPr>
            <a:lvl5pPr marL="0" indent="0">
              <a:buNone/>
              <a:defRPr/>
            </a:lvl5pPr>
            <a:lvl6pPr>
              <a:defRPr/>
            </a:lvl6pPr>
            <a:lvl7pPr>
              <a:defRPr/>
            </a:lvl7pPr>
            <a:lvl8pPr>
              <a:defRPr/>
            </a:lvl8pPr>
            <a:lvl9pPr>
              <a:defRPr/>
            </a:lvl9pPr>
          </a:lstStyle>
          <a:p>
            <a:pPr lvl="0"/>
            <a:r>
              <a:rPr lang="nl-NL"/>
              <a:t>Onderwerp titel</a:t>
            </a:r>
          </a:p>
          <a:p>
            <a:pPr lvl="1"/>
            <a:r>
              <a:rPr lang="nl-NL"/>
              <a:t>Plaats hier informatie</a:t>
            </a:r>
          </a:p>
          <a:p>
            <a:pPr lvl="2"/>
            <a:r>
              <a:rPr lang="nl-NL" err="1"/>
              <a:t>Bullet</a:t>
            </a:r>
            <a:endParaRPr lang="nl-NL"/>
          </a:p>
        </p:txBody>
      </p:sp>
      <p:sp>
        <p:nvSpPr>
          <p:cNvPr id="72" name="Vrije vorm: vorm 71">
            <a:extLst>
              <a:ext uri="{FF2B5EF4-FFF2-40B4-BE49-F238E27FC236}">
                <a16:creationId xmlns:a16="http://schemas.microsoft.com/office/drawing/2014/main" id="{34226790-6256-4251-914E-B0AEBEA70B1E}"/>
              </a:ext>
            </a:extLst>
          </p:cNvPr>
          <p:cNvSpPr/>
          <p:nvPr userDrawn="1"/>
        </p:nvSpPr>
        <p:spPr>
          <a:xfrm flipH="1" flipV="1">
            <a:off x="6698988" y="0"/>
            <a:ext cx="5494058" cy="4086728"/>
          </a:xfrm>
          <a:custGeom>
            <a:avLst/>
            <a:gdLst>
              <a:gd name="connsiteX0" fmla="*/ 5494058 w 5494058"/>
              <a:gd name="connsiteY0" fmla="*/ 4086728 h 4086728"/>
              <a:gd name="connsiteX1" fmla="*/ 0 w 5494058"/>
              <a:gd name="connsiteY1" fmla="*/ 4086728 h 4086728"/>
              <a:gd name="connsiteX2" fmla="*/ 0 w 5494058"/>
              <a:gd name="connsiteY2" fmla="*/ 0 h 4086728"/>
              <a:gd name="connsiteX3" fmla="*/ 30661 w 5494058"/>
              <a:gd name="connsiteY3" fmla="*/ 26831 h 4086728"/>
              <a:gd name="connsiteX4" fmla="*/ 336626 w 5494058"/>
              <a:gd name="connsiteY4" fmla="*/ 335053 h 4086728"/>
              <a:gd name="connsiteX5" fmla="*/ 1070155 w 5494058"/>
              <a:gd name="connsiteY5" fmla="*/ 777180 h 4086728"/>
              <a:gd name="connsiteX6" fmla="*/ 1874023 w 5494058"/>
              <a:gd name="connsiteY6" fmla="*/ 1148969 h 4086728"/>
              <a:gd name="connsiteX7" fmla="*/ 2607553 w 5494058"/>
              <a:gd name="connsiteY7" fmla="*/ 1550903 h 4086728"/>
              <a:gd name="connsiteX8" fmla="*/ 3220502 w 5494058"/>
              <a:gd name="connsiteY8" fmla="*/ 2113611 h 4086728"/>
              <a:gd name="connsiteX9" fmla="*/ 3722920 w 5494058"/>
              <a:gd name="connsiteY9" fmla="*/ 2706464 h 4086728"/>
              <a:gd name="connsiteX10" fmla="*/ 4416256 w 5494058"/>
              <a:gd name="connsiteY10" fmla="*/ 3409848 h 4086728"/>
              <a:gd name="connsiteX11" fmla="*/ 5019157 w 5494058"/>
              <a:gd name="connsiteY11" fmla="*/ 3882121 h 4086728"/>
              <a:gd name="connsiteX12" fmla="*/ 5445820 w 5494058"/>
              <a:gd name="connsiteY12" fmla="*/ 4063560 h 40867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494058" h="4086728">
                <a:moveTo>
                  <a:pt x="5494058" y="4086728"/>
                </a:moveTo>
                <a:lnTo>
                  <a:pt x="0" y="4086728"/>
                </a:lnTo>
                <a:lnTo>
                  <a:pt x="0" y="0"/>
                </a:lnTo>
                <a:lnTo>
                  <a:pt x="30661" y="26831"/>
                </a:lnTo>
                <a:cubicBezTo>
                  <a:pt x="118257" y="113544"/>
                  <a:pt x="212068" y="248177"/>
                  <a:pt x="336626" y="335053"/>
                </a:cubicBezTo>
                <a:cubicBezTo>
                  <a:pt x="535918" y="474055"/>
                  <a:pt x="813922" y="641527"/>
                  <a:pt x="1070155" y="777180"/>
                </a:cubicBezTo>
                <a:cubicBezTo>
                  <a:pt x="1326388" y="912833"/>
                  <a:pt x="1617790" y="1020015"/>
                  <a:pt x="1874023" y="1148969"/>
                </a:cubicBezTo>
                <a:cubicBezTo>
                  <a:pt x="2130256" y="1277923"/>
                  <a:pt x="2383140" y="1390129"/>
                  <a:pt x="2607553" y="1550903"/>
                </a:cubicBezTo>
                <a:cubicBezTo>
                  <a:pt x="2831966" y="1711677"/>
                  <a:pt x="3034608" y="1921018"/>
                  <a:pt x="3220502" y="2113611"/>
                </a:cubicBezTo>
                <a:cubicBezTo>
                  <a:pt x="3406396" y="2306204"/>
                  <a:pt x="3523628" y="2490425"/>
                  <a:pt x="3722920" y="2706464"/>
                </a:cubicBezTo>
                <a:cubicBezTo>
                  <a:pt x="3922212" y="2922503"/>
                  <a:pt x="4200217" y="3213905"/>
                  <a:pt x="4416256" y="3409848"/>
                </a:cubicBezTo>
                <a:cubicBezTo>
                  <a:pt x="4632295" y="3605791"/>
                  <a:pt x="4836612" y="3761541"/>
                  <a:pt x="5019157" y="3882121"/>
                </a:cubicBezTo>
                <a:cubicBezTo>
                  <a:pt x="5133248" y="3957483"/>
                  <a:pt x="5334346" y="4017145"/>
                  <a:pt x="5445820" y="406356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nl-NL"/>
          </a:p>
        </p:txBody>
      </p:sp>
      <p:sp>
        <p:nvSpPr>
          <p:cNvPr id="75" name="Tijdelijke aanduiding voor verticale tekst 2">
            <a:extLst>
              <a:ext uri="{FF2B5EF4-FFF2-40B4-BE49-F238E27FC236}">
                <a16:creationId xmlns:a16="http://schemas.microsoft.com/office/drawing/2014/main" id="{09CB938F-3FE2-4875-81A1-0AC16A843B21}"/>
              </a:ext>
            </a:extLst>
          </p:cNvPr>
          <p:cNvSpPr>
            <a:spLocks noGrp="1"/>
          </p:cNvSpPr>
          <p:nvPr>
            <p:ph type="body" orient="vert" idx="13" hasCustomPrompt="1"/>
          </p:nvPr>
        </p:nvSpPr>
        <p:spPr>
          <a:xfrm>
            <a:off x="4622243" y="1651224"/>
            <a:ext cx="3559698" cy="948828"/>
          </a:xfrm>
        </p:spPr>
        <p:txBody>
          <a:bodyPr vert="horz" lIns="0" tIns="0" rIns="0" bIns="0"/>
          <a:lstStyle>
            <a:lvl1pPr marL="0" indent="0">
              <a:spcAft>
                <a:spcPts val="100"/>
              </a:spcAft>
              <a:buNone/>
              <a:defRPr sz="2000" b="0">
                <a:solidFill>
                  <a:schemeClr val="bg1"/>
                </a:solidFill>
              </a:defRPr>
            </a:lvl1pPr>
            <a:lvl2pPr marL="0" indent="0">
              <a:spcAft>
                <a:spcPts val="100"/>
              </a:spcAft>
              <a:buNone/>
              <a:defRPr sz="1400">
                <a:solidFill>
                  <a:schemeClr val="bg1"/>
                </a:solidFill>
              </a:defRPr>
            </a:lvl2pPr>
            <a:lvl3pPr marL="179388" indent="-179388">
              <a:spcBef>
                <a:spcPts val="300"/>
              </a:spcBef>
              <a:spcAft>
                <a:spcPts val="600"/>
              </a:spcAft>
              <a:buClr>
                <a:schemeClr val="accent5"/>
              </a:buClr>
              <a:buFont typeface="Arial" panose="020B0604020202020204" pitchFamily="34" charset="0"/>
              <a:buChar char="•"/>
              <a:defRPr sz="1200">
                <a:solidFill>
                  <a:schemeClr val="bg1"/>
                </a:solidFill>
              </a:defRPr>
            </a:lvl3pPr>
            <a:lvl4pPr>
              <a:defRPr/>
            </a:lvl4pPr>
            <a:lvl5pPr marL="0" indent="0">
              <a:buNone/>
              <a:defRPr/>
            </a:lvl5pPr>
            <a:lvl6pPr>
              <a:defRPr/>
            </a:lvl6pPr>
            <a:lvl7pPr>
              <a:defRPr/>
            </a:lvl7pPr>
            <a:lvl8pPr>
              <a:defRPr/>
            </a:lvl8pPr>
            <a:lvl9pPr>
              <a:defRPr/>
            </a:lvl9pPr>
          </a:lstStyle>
          <a:p>
            <a:pPr lvl="0"/>
            <a:r>
              <a:rPr lang="nl-NL"/>
              <a:t>Onderwerp titel</a:t>
            </a:r>
          </a:p>
          <a:p>
            <a:pPr lvl="1"/>
            <a:r>
              <a:rPr lang="nl-NL"/>
              <a:t>Plaats hier informatie</a:t>
            </a:r>
          </a:p>
          <a:p>
            <a:pPr lvl="2"/>
            <a:r>
              <a:rPr lang="nl-NL" err="1"/>
              <a:t>Bullet</a:t>
            </a:r>
            <a:endParaRPr lang="nl-NL"/>
          </a:p>
        </p:txBody>
      </p:sp>
      <p:sp>
        <p:nvSpPr>
          <p:cNvPr id="76" name="Tijdelijke aanduiding voor verticale tekst 2">
            <a:extLst>
              <a:ext uri="{FF2B5EF4-FFF2-40B4-BE49-F238E27FC236}">
                <a16:creationId xmlns:a16="http://schemas.microsoft.com/office/drawing/2014/main" id="{343E7022-B614-4E53-9CDF-B9BD8ECA1334}"/>
              </a:ext>
            </a:extLst>
          </p:cNvPr>
          <p:cNvSpPr>
            <a:spLocks noGrp="1"/>
          </p:cNvSpPr>
          <p:nvPr>
            <p:ph type="body" orient="vert" idx="14" hasCustomPrompt="1"/>
          </p:nvPr>
        </p:nvSpPr>
        <p:spPr>
          <a:xfrm>
            <a:off x="4622243" y="2723664"/>
            <a:ext cx="3559698" cy="948828"/>
          </a:xfrm>
        </p:spPr>
        <p:txBody>
          <a:bodyPr vert="horz" lIns="0" tIns="0" rIns="0" bIns="0"/>
          <a:lstStyle>
            <a:lvl1pPr marL="0" indent="0">
              <a:spcAft>
                <a:spcPts val="100"/>
              </a:spcAft>
              <a:buNone/>
              <a:defRPr sz="2000" b="0">
                <a:solidFill>
                  <a:schemeClr val="bg1"/>
                </a:solidFill>
              </a:defRPr>
            </a:lvl1pPr>
            <a:lvl2pPr marL="0" indent="0">
              <a:spcAft>
                <a:spcPts val="100"/>
              </a:spcAft>
              <a:buNone/>
              <a:defRPr sz="1400">
                <a:solidFill>
                  <a:schemeClr val="bg1"/>
                </a:solidFill>
              </a:defRPr>
            </a:lvl2pPr>
            <a:lvl3pPr marL="179388" indent="-179388">
              <a:spcBef>
                <a:spcPts val="300"/>
              </a:spcBef>
              <a:spcAft>
                <a:spcPts val="600"/>
              </a:spcAft>
              <a:buClr>
                <a:schemeClr val="accent5"/>
              </a:buClr>
              <a:buFont typeface="Arial" panose="020B0604020202020204" pitchFamily="34" charset="0"/>
              <a:buChar char="•"/>
              <a:defRPr sz="1200">
                <a:solidFill>
                  <a:schemeClr val="bg1"/>
                </a:solidFill>
              </a:defRPr>
            </a:lvl3pPr>
            <a:lvl4pPr>
              <a:defRPr/>
            </a:lvl4pPr>
            <a:lvl5pPr marL="0" indent="0">
              <a:buNone/>
              <a:defRPr/>
            </a:lvl5pPr>
            <a:lvl6pPr>
              <a:defRPr/>
            </a:lvl6pPr>
            <a:lvl7pPr>
              <a:defRPr/>
            </a:lvl7pPr>
            <a:lvl8pPr>
              <a:defRPr/>
            </a:lvl8pPr>
            <a:lvl9pPr>
              <a:defRPr/>
            </a:lvl9pPr>
          </a:lstStyle>
          <a:p>
            <a:pPr lvl="0"/>
            <a:r>
              <a:rPr lang="nl-NL"/>
              <a:t>Onderwerp titel</a:t>
            </a:r>
          </a:p>
          <a:p>
            <a:pPr lvl="1"/>
            <a:r>
              <a:rPr lang="nl-NL"/>
              <a:t>Plaats hier informatie</a:t>
            </a:r>
          </a:p>
          <a:p>
            <a:pPr lvl="2"/>
            <a:r>
              <a:rPr lang="nl-NL" err="1"/>
              <a:t>Bullet</a:t>
            </a:r>
            <a:endParaRPr lang="nl-NL"/>
          </a:p>
        </p:txBody>
      </p:sp>
      <p:sp>
        <p:nvSpPr>
          <p:cNvPr id="77" name="Tijdelijke aanduiding voor verticale tekst 2">
            <a:extLst>
              <a:ext uri="{FF2B5EF4-FFF2-40B4-BE49-F238E27FC236}">
                <a16:creationId xmlns:a16="http://schemas.microsoft.com/office/drawing/2014/main" id="{4EF3FBEB-92FA-490C-B09D-8222DB835BCB}"/>
              </a:ext>
            </a:extLst>
          </p:cNvPr>
          <p:cNvSpPr>
            <a:spLocks noGrp="1"/>
          </p:cNvSpPr>
          <p:nvPr>
            <p:ph type="body" orient="vert" idx="15" hasCustomPrompt="1"/>
          </p:nvPr>
        </p:nvSpPr>
        <p:spPr>
          <a:xfrm>
            <a:off x="4622243" y="3796104"/>
            <a:ext cx="3559698" cy="948828"/>
          </a:xfrm>
        </p:spPr>
        <p:txBody>
          <a:bodyPr vert="horz" lIns="0" tIns="0" rIns="0" bIns="0"/>
          <a:lstStyle>
            <a:lvl1pPr marL="0" indent="0">
              <a:spcAft>
                <a:spcPts val="100"/>
              </a:spcAft>
              <a:buNone/>
              <a:defRPr sz="2000" b="0">
                <a:solidFill>
                  <a:schemeClr val="bg1"/>
                </a:solidFill>
              </a:defRPr>
            </a:lvl1pPr>
            <a:lvl2pPr marL="0" indent="0">
              <a:spcAft>
                <a:spcPts val="100"/>
              </a:spcAft>
              <a:buNone/>
              <a:defRPr sz="1400">
                <a:solidFill>
                  <a:schemeClr val="bg1"/>
                </a:solidFill>
              </a:defRPr>
            </a:lvl2pPr>
            <a:lvl3pPr marL="179388" indent="-179388">
              <a:spcBef>
                <a:spcPts val="300"/>
              </a:spcBef>
              <a:spcAft>
                <a:spcPts val="600"/>
              </a:spcAft>
              <a:buClr>
                <a:schemeClr val="accent5"/>
              </a:buClr>
              <a:buFont typeface="Arial" panose="020B0604020202020204" pitchFamily="34" charset="0"/>
              <a:buChar char="•"/>
              <a:defRPr sz="1200">
                <a:solidFill>
                  <a:schemeClr val="bg1"/>
                </a:solidFill>
              </a:defRPr>
            </a:lvl3pPr>
            <a:lvl4pPr>
              <a:defRPr/>
            </a:lvl4pPr>
            <a:lvl5pPr marL="0" indent="0">
              <a:buNone/>
              <a:defRPr/>
            </a:lvl5pPr>
            <a:lvl6pPr>
              <a:defRPr/>
            </a:lvl6pPr>
            <a:lvl7pPr>
              <a:defRPr/>
            </a:lvl7pPr>
            <a:lvl8pPr>
              <a:defRPr/>
            </a:lvl8pPr>
            <a:lvl9pPr>
              <a:defRPr/>
            </a:lvl9pPr>
          </a:lstStyle>
          <a:p>
            <a:pPr lvl="0"/>
            <a:r>
              <a:rPr lang="nl-NL"/>
              <a:t>Onderwerp titel</a:t>
            </a:r>
          </a:p>
          <a:p>
            <a:pPr lvl="1"/>
            <a:r>
              <a:rPr lang="nl-NL"/>
              <a:t>Plaats hier informatie</a:t>
            </a:r>
          </a:p>
          <a:p>
            <a:pPr lvl="2"/>
            <a:r>
              <a:rPr lang="nl-NL" err="1"/>
              <a:t>Bullet</a:t>
            </a:r>
            <a:endParaRPr lang="nl-NL"/>
          </a:p>
        </p:txBody>
      </p:sp>
      <p:sp>
        <p:nvSpPr>
          <p:cNvPr id="78" name="Tijdelijke aanduiding voor verticale tekst 2">
            <a:extLst>
              <a:ext uri="{FF2B5EF4-FFF2-40B4-BE49-F238E27FC236}">
                <a16:creationId xmlns:a16="http://schemas.microsoft.com/office/drawing/2014/main" id="{3ED8018F-23E8-4BD8-84C4-0BC5B50ADACD}"/>
              </a:ext>
            </a:extLst>
          </p:cNvPr>
          <p:cNvSpPr>
            <a:spLocks noGrp="1"/>
          </p:cNvSpPr>
          <p:nvPr>
            <p:ph type="body" orient="vert" idx="16" hasCustomPrompt="1"/>
          </p:nvPr>
        </p:nvSpPr>
        <p:spPr>
          <a:xfrm>
            <a:off x="4622243" y="4868543"/>
            <a:ext cx="3559698" cy="948828"/>
          </a:xfrm>
        </p:spPr>
        <p:txBody>
          <a:bodyPr vert="horz" lIns="0" tIns="0" rIns="0" bIns="0"/>
          <a:lstStyle>
            <a:lvl1pPr marL="0" indent="0">
              <a:spcAft>
                <a:spcPts val="100"/>
              </a:spcAft>
              <a:buNone/>
              <a:defRPr sz="2000" b="0">
                <a:solidFill>
                  <a:schemeClr val="bg1"/>
                </a:solidFill>
              </a:defRPr>
            </a:lvl1pPr>
            <a:lvl2pPr marL="0" indent="0">
              <a:spcAft>
                <a:spcPts val="100"/>
              </a:spcAft>
              <a:buNone/>
              <a:defRPr sz="1400">
                <a:solidFill>
                  <a:schemeClr val="bg1"/>
                </a:solidFill>
              </a:defRPr>
            </a:lvl2pPr>
            <a:lvl3pPr marL="179388" indent="-179388">
              <a:spcBef>
                <a:spcPts val="300"/>
              </a:spcBef>
              <a:spcAft>
                <a:spcPts val="600"/>
              </a:spcAft>
              <a:buClr>
                <a:schemeClr val="accent5"/>
              </a:buClr>
              <a:buFont typeface="Arial" panose="020B0604020202020204" pitchFamily="34" charset="0"/>
              <a:buChar char="•"/>
              <a:defRPr sz="1200">
                <a:solidFill>
                  <a:schemeClr val="bg1"/>
                </a:solidFill>
              </a:defRPr>
            </a:lvl3pPr>
            <a:lvl4pPr>
              <a:defRPr/>
            </a:lvl4pPr>
            <a:lvl5pPr marL="0" indent="0">
              <a:buNone/>
              <a:defRPr/>
            </a:lvl5pPr>
            <a:lvl6pPr>
              <a:defRPr/>
            </a:lvl6pPr>
            <a:lvl7pPr>
              <a:defRPr/>
            </a:lvl7pPr>
            <a:lvl8pPr>
              <a:defRPr/>
            </a:lvl8pPr>
            <a:lvl9pPr>
              <a:defRPr/>
            </a:lvl9pPr>
          </a:lstStyle>
          <a:p>
            <a:pPr lvl="0"/>
            <a:r>
              <a:rPr lang="nl-NL"/>
              <a:t>Onderwerp titel</a:t>
            </a:r>
          </a:p>
          <a:p>
            <a:pPr lvl="1"/>
            <a:r>
              <a:rPr lang="nl-NL"/>
              <a:t>Plaats hier informatie</a:t>
            </a:r>
          </a:p>
          <a:p>
            <a:pPr lvl="2"/>
            <a:r>
              <a:rPr lang="nl-NL" err="1"/>
              <a:t>Bullet</a:t>
            </a:r>
            <a:endParaRPr lang="nl-NL"/>
          </a:p>
        </p:txBody>
      </p:sp>
    </p:spTree>
    <p:extLst>
      <p:ext uri="{BB962C8B-B14F-4D97-AF65-F5344CB8AC3E}">
        <p14:creationId xmlns:p14="http://schemas.microsoft.com/office/powerpoint/2010/main" val="29496150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Agenda #3">
    <p:spTree>
      <p:nvGrpSpPr>
        <p:cNvPr id="1" name=""/>
        <p:cNvGrpSpPr/>
        <p:nvPr/>
      </p:nvGrpSpPr>
      <p:grpSpPr>
        <a:xfrm>
          <a:off x="0" y="0"/>
          <a:ext cx="0" cy="0"/>
          <a:chOff x="0" y="0"/>
          <a:chExt cx="0" cy="0"/>
        </a:xfrm>
      </p:grpSpPr>
      <p:sp>
        <p:nvSpPr>
          <p:cNvPr id="65" name="Rechthoek 64">
            <a:extLst>
              <a:ext uri="{FF2B5EF4-FFF2-40B4-BE49-F238E27FC236}">
                <a16:creationId xmlns:a16="http://schemas.microsoft.com/office/drawing/2014/main" id="{BD7220DF-5C88-48D7-B897-1CB149C3E17E}"/>
              </a:ext>
            </a:extLst>
          </p:cNvPr>
          <p:cNvSpPr/>
          <p:nvPr userDrawn="1"/>
        </p:nvSpPr>
        <p:spPr>
          <a:xfrm flipH="1">
            <a:off x="-1" y="0"/>
            <a:ext cx="12192000" cy="6858000"/>
          </a:xfrm>
          <a:prstGeom prst="rect">
            <a:avLst/>
          </a:prstGeom>
          <a:solidFill>
            <a:schemeClr val="accent4"/>
          </a:solidFill>
          <a:ln w="12692" cap="flat">
            <a:noFill/>
            <a:prstDash val="solid"/>
            <a:miter/>
          </a:ln>
        </p:spPr>
        <p:txBody>
          <a:bodyPr rtlCol="0" anchor="ctr"/>
          <a:lstStyle/>
          <a:p>
            <a:pPr lvl="0"/>
            <a:endParaRPr lang="nl-NL" sz="1633">
              <a:solidFill>
                <a:schemeClr val="tx1"/>
              </a:solidFill>
            </a:endParaRPr>
          </a:p>
        </p:txBody>
      </p:sp>
      <p:sp>
        <p:nvSpPr>
          <p:cNvPr id="227" name="Rechthoek 226">
            <a:extLst>
              <a:ext uri="{FF2B5EF4-FFF2-40B4-BE49-F238E27FC236}">
                <a16:creationId xmlns:a16="http://schemas.microsoft.com/office/drawing/2014/main" id="{D41F6AFD-F52B-410D-9360-577ECF8DDA2B}"/>
              </a:ext>
            </a:extLst>
          </p:cNvPr>
          <p:cNvSpPr/>
          <p:nvPr userDrawn="1"/>
        </p:nvSpPr>
        <p:spPr>
          <a:xfrm>
            <a:off x="-3786165" y="0"/>
            <a:ext cx="3593091" cy="3592466"/>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nl-NL" sz="1400" b="1" cap="all" baseline="0" noProof="0">
                <a:solidFill>
                  <a:schemeClr val="accent1"/>
                </a:solidFill>
                <a:latin typeface="Calibri" panose="020F0502020204030204" pitchFamily="34" charset="0"/>
                <a:cs typeface="Calibri" panose="020F0502020204030204" pitchFamily="34" charset="0"/>
              </a:rPr>
              <a:t>Tekstniveaus kiezen</a:t>
            </a:r>
          </a:p>
        </p:txBody>
      </p:sp>
      <p:sp>
        <p:nvSpPr>
          <p:cNvPr id="228" name="Ovaal 227">
            <a:extLst>
              <a:ext uri="{FF2B5EF4-FFF2-40B4-BE49-F238E27FC236}">
                <a16:creationId xmlns:a16="http://schemas.microsoft.com/office/drawing/2014/main" id="{E85019F5-A07C-4FB9-83DA-419AA98A4C13}"/>
              </a:ext>
            </a:extLst>
          </p:cNvPr>
          <p:cNvSpPr/>
          <p:nvPr userDrawn="1"/>
        </p:nvSpPr>
        <p:spPr>
          <a:xfrm>
            <a:off x="-3604183" y="18374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000" b="1" i="0" u="none" strike="noStrike" kern="0" cap="none" spc="0" normalizeH="0" baseline="0" noProof="0">
                <a:ln>
                  <a:noFill/>
                </a:ln>
                <a:solidFill>
                  <a:srgbClr val="FFFFFF"/>
                </a:solidFill>
                <a:effectLst/>
                <a:uLnTx/>
                <a:uFillTx/>
                <a:latin typeface="Calibri" panose="020F0502020204030204" pitchFamily="34" charset="0"/>
                <a:cs typeface="Calibri" panose="020F0502020204030204" pitchFamily="34" charset="0"/>
              </a:rPr>
              <a:t>1</a:t>
            </a:r>
          </a:p>
        </p:txBody>
      </p:sp>
      <p:sp>
        <p:nvSpPr>
          <p:cNvPr id="229" name="Rechthoek 228">
            <a:extLst>
              <a:ext uri="{FF2B5EF4-FFF2-40B4-BE49-F238E27FC236}">
                <a16:creationId xmlns:a16="http://schemas.microsoft.com/office/drawing/2014/main" id="{EC095CF9-D91E-457E-AF40-A9C7B04A9976}"/>
              </a:ext>
            </a:extLst>
          </p:cNvPr>
          <p:cNvSpPr/>
          <p:nvPr userDrawn="1"/>
        </p:nvSpPr>
        <p:spPr>
          <a:xfrm>
            <a:off x="-3319415" y="1837484"/>
            <a:ext cx="2949220" cy="180000"/>
          </a:xfrm>
          <a:prstGeom prst="rect">
            <a:avLst/>
          </a:prstGeom>
          <a:noFill/>
          <a:ln w="25400" cap="flat" cmpd="sng" algn="ctr">
            <a:noFill/>
            <a:prstDash val="solid"/>
          </a:ln>
          <a:effectLst/>
        </p:spPr>
        <p:txBody>
          <a:bodyPr lIns="0" tIns="0" rIns="0" bIns="0" rtlCol="0" anchor="ctr"/>
          <a:lstStyle/>
          <a:p>
            <a:pPr marL="0" marR="0" lvl="0" indent="0" algn="l" defTabSz="719138" rtl="0" eaLnBrk="1" fontAlgn="auto" latinLnBrk="0" hangingPunct="1">
              <a:lnSpc>
                <a:spcPct val="90000"/>
              </a:lnSpc>
              <a:spcBef>
                <a:spcPts val="0"/>
              </a:spcBef>
              <a:spcAft>
                <a:spcPts val="100"/>
              </a:spcAft>
              <a:buClr>
                <a:schemeClr val="accent1"/>
              </a:buClr>
              <a:buSzPct val="100000"/>
              <a:buFont typeface="Segoe UI Light" panose="020B0502040204020203" pitchFamily="34" charset="0"/>
              <a:buNone/>
              <a:tabLst/>
              <a:defRPr/>
            </a:pPr>
            <a:r>
              <a:rPr lang="nl-NL" sz="1400" b="0" kern="1200" noProof="0">
                <a:solidFill>
                  <a:schemeClr val="tx2"/>
                </a:solidFill>
                <a:latin typeface="+mn-lt"/>
                <a:ea typeface="+mn-ea"/>
                <a:cs typeface="+mn-cs"/>
              </a:rPr>
              <a:t>Onderwerp titel</a:t>
            </a:r>
          </a:p>
        </p:txBody>
      </p:sp>
      <p:sp>
        <p:nvSpPr>
          <p:cNvPr id="230" name="Ovaal 229">
            <a:extLst>
              <a:ext uri="{FF2B5EF4-FFF2-40B4-BE49-F238E27FC236}">
                <a16:creationId xmlns:a16="http://schemas.microsoft.com/office/drawing/2014/main" id="{AC83DF3C-BA88-4919-9B6F-105014E25DE3}"/>
              </a:ext>
            </a:extLst>
          </p:cNvPr>
          <p:cNvSpPr/>
          <p:nvPr userDrawn="1"/>
        </p:nvSpPr>
        <p:spPr>
          <a:xfrm>
            <a:off x="-3604183" y="2128768"/>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000" b="1" i="0" u="none" strike="noStrike" kern="0" cap="none" spc="0" normalizeH="0" baseline="0" noProof="0">
                <a:ln>
                  <a:noFill/>
                </a:ln>
                <a:solidFill>
                  <a:srgbClr val="FFFFFF"/>
                </a:solidFill>
                <a:effectLst/>
                <a:uLnTx/>
                <a:uFillTx/>
                <a:latin typeface="Calibri" panose="020F0502020204030204" pitchFamily="34" charset="0"/>
                <a:cs typeface="Calibri" panose="020F0502020204030204" pitchFamily="34" charset="0"/>
              </a:rPr>
              <a:t>2</a:t>
            </a:r>
          </a:p>
        </p:txBody>
      </p:sp>
      <p:sp>
        <p:nvSpPr>
          <p:cNvPr id="231" name="Rechthoek 230">
            <a:extLst>
              <a:ext uri="{FF2B5EF4-FFF2-40B4-BE49-F238E27FC236}">
                <a16:creationId xmlns:a16="http://schemas.microsoft.com/office/drawing/2014/main" id="{D1C20458-13C1-4DB4-BB19-F747E304AF3B}"/>
              </a:ext>
            </a:extLst>
          </p:cNvPr>
          <p:cNvSpPr/>
          <p:nvPr userDrawn="1"/>
        </p:nvSpPr>
        <p:spPr>
          <a:xfrm>
            <a:off x="-3604183" y="1196113"/>
            <a:ext cx="3229047" cy="459227"/>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200" b="0" i="0" u="none" strike="noStrike" kern="0" cap="none" spc="0" normalizeH="0" baseline="0" noProof="0">
                <a:ln>
                  <a:noFill/>
                </a:ln>
                <a:solidFill>
                  <a:srgbClr val="000000"/>
                </a:solidFill>
                <a:effectLst/>
                <a:uLnTx/>
                <a:uFillTx/>
                <a:latin typeface="Calibri" panose="020F0502020204030204" pitchFamily="34" charset="0"/>
                <a:cs typeface="Calibri" panose="020F0502020204030204" pitchFamily="34" charset="0"/>
              </a:rPr>
              <a:t>Gebruik onder de tab </a:t>
            </a:r>
            <a:r>
              <a:rPr kumimoji="0" lang="nl-NL" sz="1200" b="1" i="0" u="none" strike="noStrike" kern="0" cap="none" spc="0" normalizeH="0" baseline="0" noProof="0">
                <a:ln>
                  <a:noFill/>
                </a:ln>
                <a:solidFill>
                  <a:srgbClr val="000000"/>
                </a:solidFill>
                <a:effectLst/>
                <a:uLnTx/>
                <a:uFillTx/>
                <a:latin typeface="Calibri" panose="020F0502020204030204" pitchFamily="34" charset="0"/>
                <a:cs typeface="Calibri" panose="020F0502020204030204" pitchFamily="34" charset="0"/>
              </a:rPr>
              <a:t>‘Start’</a:t>
            </a:r>
            <a:r>
              <a:rPr kumimoji="0" lang="nl-NL" sz="1200" b="0" i="0" u="none" strike="noStrike" kern="0" cap="none" spc="0" normalizeH="0" baseline="0" noProof="0">
                <a:ln>
                  <a:noFill/>
                </a:ln>
                <a:solidFill>
                  <a:srgbClr val="000000"/>
                </a:solidFill>
                <a:effectLst/>
                <a:uLnTx/>
                <a:uFillTx/>
                <a:latin typeface="Calibri" panose="020F0502020204030204" pitchFamily="34" charset="0"/>
                <a:cs typeface="Calibri" panose="020F0502020204030204" pitchFamily="34" charset="0"/>
              </a:rPr>
              <a:t> de </a:t>
            </a:r>
            <a:r>
              <a:rPr kumimoji="0" lang="nl-NL" sz="1200" b="1" i="0" u="none" strike="noStrike" kern="0" cap="none" spc="0" normalizeH="0" baseline="0" noProof="0">
                <a:ln>
                  <a:noFill/>
                </a:ln>
                <a:solidFill>
                  <a:srgbClr val="000000"/>
                </a:solidFill>
                <a:effectLst/>
                <a:uLnTx/>
                <a:uFillTx/>
                <a:latin typeface="Calibri" panose="020F0502020204030204" pitchFamily="34" charset="0"/>
                <a:cs typeface="Calibri" panose="020F0502020204030204" pitchFamily="34" charset="0"/>
              </a:rPr>
              <a:t>lijstniveau-knoppen</a:t>
            </a:r>
            <a:r>
              <a:rPr kumimoji="0" lang="nl-NL" sz="1200" b="0" i="0" u="none" strike="noStrike" kern="0" cap="none" spc="0" normalizeH="0" baseline="0" noProof="0">
                <a:ln>
                  <a:noFill/>
                </a:ln>
                <a:solidFill>
                  <a:srgbClr val="000000"/>
                </a:solidFill>
                <a:effectLst/>
                <a:uLnTx/>
                <a:uFillTx/>
                <a:latin typeface="Calibri" panose="020F0502020204030204" pitchFamily="34" charset="0"/>
                <a:cs typeface="Calibri" panose="020F0502020204030204" pitchFamily="34" charset="0"/>
              </a:rPr>
              <a:t> om een tekst niveau te kiezen. </a:t>
            </a:r>
            <a:br>
              <a:rPr kumimoji="0" lang="nl-NL" sz="1200" b="0" i="0" u="none" strike="noStrike" kern="0" cap="none" spc="0" normalizeH="0" baseline="0" noProof="0">
                <a:ln>
                  <a:noFill/>
                </a:ln>
                <a:solidFill>
                  <a:srgbClr val="000000"/>
                </a:solidFill>
                <a:effectLst/>
                <a:uLnTx/>
                <a:uFillTx/>
                <a:latin typeface="Calibri" panose="020F0502020204030204" pitchFamily="34" charset="0"/>
                <a:cs typeface="Calibri" panose="020F0502020204030204" pitchFamily="34" charset="0"/>
              </a:rPr>
            </a:br>
            <a:r>
              <a:rPr kumimoji="0" lang="nl-NL" sz="1200" b="0" i="0" u="none" strike="noStrike" kern="0" cap="none" spc="0" normalizeH="0" baseline="0" noProof="0">
                <a:ln>
                  <a:noFill/>
                </a:ln>
                <a:solidFill>
                  <a:srgbClr val="000000"/>
                </a:solidFill>
                <a:effectLst/>
                <a:uLnTx/>
                <a:uFillTx/>
                <a:latin typeface="Calibri" panose="020F0502020204030204" pitchFamily="34" charset="0"/>
                <a:cs typeface="Calibri" panose="020F0502020204030204" pitchFamily="34" charset="0"/>
              </a:rPr>
              <a:t>Kies uit:</a:t>
            </a:r>
          </a:p>
        </p:txBody>
      </p:sp>
      <p:sp>
        <p:nvSpPr>
          <p:cNvPr id="232" name="Rechthoek 231">
            <a:extLst>
              <a:ext uri="{FF2B5EF4-FFF2-40B4-BE49-F238E27FC236}">
                <a16:creationId xmlns:a16="http://schemas.microsoft.com/office/drawing/2014/main" id="{39960D00-3CE1-4038-83BD-641906647128}"/>
              </a:ext>
            </a:extLst>
          </p:cNvPr>
          <p:cNvSpPr/>
          <p:nvPr userDrawn="1"/>
        </p:nvSpPr>
        <p:spPr>
          <a:xfrm>
            <a:off x="-3319415" y="2128873"/>
            <a:ext cx="2949220" cy="180000"/>
          </a:xfrm>
          <a:prstGeom prst="rect">
            <a:avLst/>
          </a:prstGeom>
          <a:noFill/>
          <a:ln w="25400" cap="flat" cmpd="sng" algn="ctr">
            <a:noFill/>
            <a:prstDash val="solid"/>
          </a:ln>
          <a:effectLst/>
        </p:spPr>
        <p:txBody>
          <a:bodyPr lIns="0" tIns="0" rIns="0" bIns="0" rtlCol="0" anchor="ctr"/>
          <a:lstStyle/>
          <a:p>
            <a:pPr marL="0" marR="0" lvl="1" indent="0" algn="l" defTabSz="719138" rtl="0" eaLnBrk="1" fontAlgn="auto" latinLnBrk="0" hangingPunct="1">
              <a:lnSpc>
                <a:spcPct val="90000"/>
              </a:lnSpc>
              <a:spcBef>
                <a:spcPts val="0"/>
              </a:spcBef>
              <a:spcAft>
                <a:spcPts val="100"/>
              </a:spcAft>
              <a:buClr>
                <a:schemeClr val="accent2"/>
              </a:buClr>
              <a:buSzPct val="100000"/>
              <a:buFont typeface="Arial" panose="020B0604020202020204" pitchFamily="34" charset="0"/>
              <a:buNone/>
              <a:tabLst/>
              <a:defRPr/>
            </a:pPr>
            <a:r>
              <a:rPr lang="nl-NL" sz="1200" i="0" kern="1200" noProof="0">
                <a:solidFill>
                  <a:schemeClr val="bg1">
                    <a:lumMod val="50000"/>
                  </a:schemeClr>
                </a:solidFill>
                <a:latin typeface="+mn-lt"/>
                <a:ea typeface="+mn-ea"/>
                <a:cs typeface="+mn-cs"/>
              </a:rPr>
              <a:t>Leestekst</a:t>
            </a:r>
          </a:p>
        </p:txBody>
      </p:sp>
      <p:sp>
        <p:nvSpPr>
          <p:cNvPr id="233" name="Ovaal 232">
            <a:extLst>
              <a:ext uri="{FF2B5EF4-FFF2-40B4-BE49-F238E27FC236}">
                <a16:creationId xmlns:a16="http://schemas.microsoft.com/office/drawing/2014/main" id="{DBFB15E3-5588-481A-9234-70E30EDC283D}"/>
              </a:ext>
            </a:extLst>
          </p:cNvPr>
          <p:cNvSpPr/>
          <p:nvPr userDrawn="1"/>
        </p:nvSpPr>
        <p:spPr>
          <a:xfrm>
            <a:off x="-3604183" y="2420052"/>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000" b="1" i="0" u="none" strike="noStrike" kern="0" cap="none" spc="0" normalizeH="0" baseline="0" noProof="0">
                <a:ln>
                  <a:noFill/>
                </a:ln>
                <a:solidFill>
                  <a:srgbClr val="FFFFFF"/>
                </a:solidFill>
                <a:effectLst/>
                <a:uLnTx/>
                <a:uFillTx/>
                <a:latin typeface="Calibri" panose="020F0502020204030204" pitchFamily="34" charset="0"/>
                <a:cs typeface="Calibri" panose="020F0502020204030204" pitchFamily="34" charset="0"/>
              </a:rPr>
              <a:t>3</a:t>
            </a:r>
          </a:p>
        </p:txBody>
      </p:sp>
      <p:sp>
        <p:nvSpPr>
          <p:cNvPr id="235" name="Rechthoek 234">
            <a:extLst>
              <a:ext uri="{FF2B5EF4-FFF2-40B4-BE49-F238E27FC236}">
                <a16:creationId xmlns:a16="http://schemas.microsoft.com/office/drawing/2014/main" id="{AB6217C0-14F2-463C-98F5-B332F0EBAFBE}"/>
              </a:ext>
            </a:extLst>
          </p:cNvPr>
          <p:cNvSpPr/>
          <p:nvPr userDrawn="1"/>
        </p:nvSpPr>
        <p:spPr>
          <a:xfrm>
            <a:off x="-3319415" y="2431129"/>
            <a:ext cx="2949220" cy="180000"/>
          </a:xfrm>
          <a:prstGeom prst="rect">
            <a:avLst/>
          </a:prstGeom>
          <a:noFill/>
          <a:ln w="25400" cap="flat" cmpd="sng" algn="ctr">
            <a:noFill/>
            <a:prstDash val="solid"/>
          </a:ln>
          <a:effectLst/>
        </p:spPr>
        <p:txBody>
          <a:bodyPr lIns="0" tIns="0" rIns="0" bIns="0" rtlCol="0" anchor="ctr"/>
          <a:lstStyle/>
          <a:p>
            <a:pPr marL="179388" marR="0" lvl="2" indent="-179388" algn="l" defTabSz="719138" rtl="0" eaLnBrk="1" fontAlgn="auto" latinLnBrk="0" hangingPunct="1">
              <a:lnSpc>
                <a:spcPct val="90000"/>
              </a:lnSpc>
              <a:spcBef>
                <a:spcPts val="300"/>
              </a:spcBef>
              <a:spcAft>
                <a:spcPts val="600"/>
              </a:spcAft>
              <a:buClr>
                <a:schemeClr val="accent1"/>
              </a:buClr>
              <a:buSzPct val="85000"/>
              <a:buFont typeface="Arial" panose="020B0604020202020204" pitchFamily="34" charset="0"/>
              <a:buChar char="•"/>
              <a:tabLst/>
              <a:defRPr/>
            </a:pPr>
            <a:r>
              <a:rPr lang="nl-NL" sz="1200" i="0" kern="1200" noProof="0">
                <a:solidFill>
                  <a:schemeClr val="bg1">
                    <a:lumMod val="50000"/>
                  </a:schemeClr>
                </a:solidFill>
                <a:latin typeface="+mn-lt"/>
                <a:ea typeface="+mn-ea"/>
                <a:cs typeface="+mn-cs"/>
              </a:rPr>
              <a:t>Bullet</a:t>
            </a:r>
          </a:p>
        </p:txBody>
      </p:sp>
      <p:sp>
        <p:nvSpPr>
          <p:cNvPr id="245" name="Rechthoek 244">
            <a:extLst>
              <a:ext uri="{FF2B5EF4-FFF2-40B4-BE49-F238E27FC236}">
                <a16:creationId xmlns:a16="http://schemas.microsoft.com/office/drawing/2014/main" id="{E3B0C14F-C9E9-4494-A95E-F97372784E71}"/>
              </a:ext>
            </a:extLst>
          </p:cNvPr>
          <p:cNvSpPr/>
          <p:nvPr userDrawn="1"/>
        </p:nvSpPr>
        <p:spPr>
          <a:xfrm>
            <a:off x="-3786437" y="2864495"/>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1200" b="1" cap="all" baseline="0" noProof="0">
                <a:solidFill>
                  <a:srgbClr val="211F26"/>
                </a:solidFill>
                <a:latin typeface="Calibri" panose="020F0502020204030204" pitchFamily="34" charset="0"/>
                <a:cs typeface="Calibri" panose="020F0502020204030204" pitchFamily="34" charset="0"/>
              </a:rPr>
              <a:t>Meer weten?</a:t>
            </a:r>
            <a:br>
              <a:rPr lang="nl-NL" sz="1200" cap="all" baseline="0" noProof="0">
                <a:solidFill>
                  <a:srgbClr val="211F26"/>
                </a:solidFill>
                <a:latin typeface="Calibri" panose="020F0502020204030204" pitchFamily="34" charset="0"/>
                <a:cs typeface="Calibri" panose="020F0502020204030204" pitchFamily="34" charset="0"/>
              </a:rPr>
            </a:br>
            <a:r>
              <a:rPr lang="nl-NL" sz="1200" cap="none" baseline="0" noProof="0">
                <a:solidFill>
                  <a:srgbClr val="211F26"/>
                </a:solidFill>
                <a:latin typeface="Calibri" panose="020F0502020204030204" pitchFamily="34" charset="0"/>
                <a:cs typeface="Calibri" panose="020F0502020204030204" pitchFamily="34" charset="0"/>
              </a:rPr>
              <a:t>Ga naar de instructie dia </a:t>
            </a:r>
            <a:r>
              <a:rPr lang="nl-NL" sz="1200" b="1" cap="none" baseline="0" noProof="0">
                <a:solidFill>
                  <a:srgbClr val="211F26"/>
                </a:solidFill>
                <a:latin typeface="Calibri" panose="020F0502020204030204" pitchFamily="34" charset="0"/>
                <a:cs typeface="Calibri" panose="020F0502020204030204" pitchFamily="34" charset="0"/>
              </a:rPr>
              <a:t>‘VIDEO INSTRUCTIES’</a:t>
            </a:r>
            <a:r>
              <a:rPr lang="nl-NL" sz="1200" cap="none" baseline="0" noProof="0">
                <a:solidFill>
                  <a:srgbClr val="211F26"/>
                </a:solidFill>
                <a:latin typeface="Calibri" panose="020F0502020204030204" pitchFamily="34" charset="0"/>
                <a:cs typeface="Calibri" panose="020F0502020204030204" pitchFamily="34" charset="0"/>
              </a:rPr>
              <a:t>.</a:t>
            </a:r>
            <a:br>
              <a:rPr lang="nl-NL" sz="1200" cap="none" baseline="0" noProof="0">
                <a:solidFill>
                  <a:srgbClr val="211F26"/>
                </a:solidFill>
                <a:latin typeface="Calibri" panose="020F0502020204030204" pitchFamily="34" charset="0"/>
                <a:cs typeface="Calibri" panose="020F0502020204030204" pitchFamily="34" charset="0"/>
              </a:rPr>
            </a:br>
            <a:r>
              <a:rPr lang="nl-NL" sz="1200" cap="none" baseline="0" noProof="0">
                <a:solidFill>
                  <a:srgbClr val="211F26"/>
                </a:solidFill>
                <a:latin typeface="Calibri" panose="020F0502020204030204" pitchFamily="34" charset="0"/>
                <a:cs typeface="Calibri" panose="020F0502020204030204" pitchFamily="34" charset="0"/>
              </a:rPr>
              <a:t>Deze vind je vooraan de presentatie of voeg je in via </a:t>
            </a:r>
            <a:r>
              <a:rPr lang="nl-NL" sz="1200" i="1" cap="none" baseline="0" noProof="0">
                <a:solidFill>
                  <a:srgbClr val="211F26"/>
                </a:solidFill>
                <a:latin typeface="Calibri" panose="020F0502020204030204" pitchFamily="34" charset="0"/>
                <a:cs typeface="Calibri" panose="020F0502020204030204" pitchFamily="34" charset="0"/>
              </a:rPr>
              <a:t>‘Start’</a:t>
            </a:r>
            <a:r>
              <a:rPr lang="nl-NL" sz="1200" cap="none" baseline="0" noProof="0">
                <a:solidFill>
                  <a:srgbClr val="211F26"/>
                </a:solidFill>
                <a:latin typeface="Calibri" panose="020F0502020204030204" pitchFamily="34" charset="0"/>
                <a:cs typeface="Calibri" panose="020F0502020204030204" pitchFamily="34" charset="0"/>
              </a:rPr>
              <a:t> &gt; </a:t>
            </a:r>
            <a:r>
              <a:rPr lang="nl-NL" sz="1200" i="1" cap="none" baseline="0" noProof="0">
                <a:solidFill>
                  <a:srgbClr val="211F26"/>
                </a:solidFill>
                <a:latin typeface="Calibri" panose="020F0502020204030204" pitchFamily="34" charset="0"/>
                <a:cs typeface="Calibri" panose="020F0502020204030204" pitchFamily="34" charset="0"/>
              </a:rPr>
              <a:t>‘Nieuwe dia’</a:t>
            </a:r>
          </a:p>
        </p:txBody>
      </p:sp>
      <p:grpSp>
        <p:nvGrpSpPr>
          <p:cNvPr id="246" name="ICOON_info">
            <a:extLst>
              <a:ext uri="{FF2B5EF4-FFF2-40B4-BE49-F238E27FC236}">
                <a16:creationId xmlns:a16="http://schemas.microsoft.com/office/drawing/2014/main" id="{8A3B4C6C-020D-4AF8-B677-574D41FC68DE}"/>
              </a:ext>
            </a:extLst>
          </p:cNvPr>
          <p:cNvGrpSpPr/>
          <p:nvPr userDrawn="1"/>
        </p:nvGrpSpPr>
        <p:grpSpPr>
          <a:xfrm>
            <a:off x="-376736" y="2733332"/>
            <a:ext cx="283685" cy="283685"/>
            <a:chOff x="-510741" y="5913713"/>
            <a:chExt cx="267555" cy="267555"/>
          </a:xfrm>
        </p:grpSpPr>
        <p:sp>
          <p:nvSpPr>
            <p:cNvPr id="290" name="Ovaal 289">
              <a:extLst>
                <a:ext uri="{FF2B5EF4-FFF2-40B4-BE49-F238E27FC236}">
                  <a16:creationId xmlns:a16="http://schemas.microsoft.com/office/drawing/2014/main" id="{AB0FA0E3-5AB6-42F8-8707-03150043FCD2}"/>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nl-NL" sz="1600" cap="all" baseline="0" noProof="0">
                <a:solidFill>
                  <a:schemeClr val="accent2"/>
                </a:solidFill>
                <a:latin typeface="Calibri" panose="020F0502020204030204" pitchFamily="34" charset="0"/>
                <a:cs typeface="Calibri" panose="020F0502020204030204" pitchFamily="34" charset="0"/>
              </a:endParaRPr>
            </a:p>
          </p:txBody>
        </p:sp>
        <p:sp>
          <p:nvSpPr>
            <p:cNvPr id="291" name="Graphic 163" descr="Informatie">
              <a:extLst>
                <a:ext uri="{FF2B5EF4-FFF2-40B4-BE49-F238E27FC236}">
                  <a16:creationId xmlns:a16="http://schemas.microsoft.com/office/drawing/2014/main" id="{D036D173-7164-4C47-9CBB-844D51691420}"/>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nl-NL" sz="2000" noProof="0">
                <a:solidFill>
                  <a:schemeClr val="accent2"/>
                </a:solidFill>
                <a:latin typeface="Calibri" panose="020F0502020204030204" pitchFamily="34" charset="0"/>
                <a:cs typeface="Calibri" panose="020F0502020204030204" pitchFamily="34" charset="0"/>
              </a:endParaRPr>
            </a:p>
          </p:txBody>
        </p:sp>
      </p:grpSp>
      <p:grpSp>
        <p:nvGrpSpPr>
          <p:cNvPr id="247" name="VOORBEELD">
            <a:extLst>
              <a:ext uri="{FF2B5EF4-FFF2-40B4-BE49-F238E27FC236}">
                <a16:creationId xmlns:a16="http://schemas.microsoft.com/office/drawing/2014/main" id="{B6EA0C9B-6A19-4CB5-8595-5321CAC1A959}"/>
              </a:ext>
            </a:extLst>
          </p:cNvPr>
          <p:cNvGrpSpPr/>
          <p:nvPr userDrawn="1"/>
        </p:nvGrpSpPr>
        <p:grpSpPr>
          <a:xfrm>
            <a:off x="-3605171" y="458674"/>
            <a:ext cx="3234311" cy="558875"/>
            <a:chOff x="-3605171" y="458674"/>
            <a:chExt cx="3234311" cy="558875"/>
          </a:xfrm>
        </p:grpSpPr>
        <p:sp>
          <p:nvSpPr>
            <p:cNvPr id="250" name="Rechthoek 249">
              <a:extLst>
                <a:ext uri="{FF2B5EF4-FFF2-40B4-BE49-F238E27FC236}">
                  <a16:creationId xmlns:a16="http://schemas.microsoft.com/office/drawing/2014/main" id="{3E2C0EC6-7FA1-49D1-8AF7-6A20CC508A60}"/>
                </a:ext>
              </a:extLst>
            </p:cNvPr>
            <p:cNvSpPr/>
            <p:nvPr userDrawn="1"/>
          </p:nvSpPr>
          <p:spPr>
            <a:xfrm>
              <a:off x="-3604183" y="458674"/>
              <a:ext cx="393459" cy="184058"/>
            </a:xfrm>
            <a:prstGeom prst="rect">
              <a:avLst/>
            </a:prstGeom>
            <a:solidFill>
              <a:srgbClr val="F8F8F8"/>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18000" rIns="0" bIns="0" numCol="1" spcCol="0" rtlCol="0" fromWordArt="0" anchor="t" anchorCtr="0" forceAA="0" compatLnSpc="1">
              <a:prstTxWarp prst="textNoShape">
                <a:avLst/>
              </a:prstTxWarp>
              <a:noAutofit/>
            </a:bodyPr>
            <a:lstStyle/>
            <a:p>
              <a:pPr algn="ctr"/>
              <a:r>
                <a:rPr lang="nl-NL" sz="900" b="1" noProof="0">
                  <a:solidFill>
                    <a:srgbClr val="211F26"/>
                  </a:solidFill>
                  <a:latin typeface="Calibri" panose="020F0502020204030204" pitchFamily="34" charset="0"/>
                  <a:cs typeface="Calibri" panose="020F0502020204030204" pitchFamily="34" charset="0"/>
                </a:rPr>
                <a:t>Start</a:t>
              </a:r>
            </a:p>
          </p:txBody>
        </p:sp>
        <p:sp>
          <p:nvSpPr>
            <p:cNvPr id="251" name="Rechthoek 250">
              <a:extLst>
                <a:ext uri="{FF2B5EF4-FFF2-40B4-BE49-F238E27FC236}">
                  <a16:creationId xmlns:a16="http://schemas.microsoft.com/office/drawing/2014/main" id="{28781952-3FB8-4A90-8AE2-18660E3F671B}"/>
                </a:ext>
              </a:extLst>
            </p:cNvPr>
            <p:cNvSpPr/>
            <p:nvPr userDrawn="1"/>
          </p:nvSpPr>
          <p:spPr>
            <a:xfrm>
              <a:off x="-3599184" y="621345"/>
              <a:ext cx="383782" cy="27171"/>
            </a:xfrm>
            <a:prstGeom prst="rect">
              <a:avLst/>
            </a:prstGeom>
            <a:solidFill>
              <a:srgbClr val="B7462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rgbClr val="211F26"/>
                </a:solidFill>
                <a:latin typeface="Calibri" panose="020F0502020204030204" pitchFamily="34" charset="0"/>
                <a:cs typeface="Calibri" panose="020F0502020204030204" pitchFamily="34" charset="0"/>
              </a:endParaRPr>
            </a:p>
          </p:txBody>
        </p:sp>
        <p:grpSp>
          <p:nvGrpSpPr>
            <p:cNvPr id="252" name="Groep 251">
              <a:extLst>
                <a:ext uri="{FF2B5EF4-FFF2-40B4-BE49-F238E27FC236}">
                  <a16:creationId xmlns:a16="http://schemas.microsoft.com/office/drawing/2014/main" id="{C1FE0DE4-99E6-4654-921E-A062AC93D685}"/>
                </a:ext>
              </a:extLst>
            </p:cNvPr>
            <p:cNvGrpSpPr/>
            <p:nvPr userDrawn="1"/>
          </p:nvGrpSpPr>
          <p:grpSpPr>
            <a:xfrm>
              <a:off x="-3386247" y="830871"/>
              <a:ext cx="139423" cy="109566"/>
              <a:chOff x="-2866744" y="827071"/>
              <a:chExt cx="168701" cy="132575"/>
            </a:xfrm>
          </p:grpSpPr>
          <p:grpSp>
            <p:nvGrpSpPr>
              <p:cNvPr id="283" name="Groep 282">
                <a:extLst>
                  <a:ext uri="{FF2B5EF4-FFF2-40B4-BE49-F238E27FC236}">
                    <a16:creationId xmlns:a16="http://schemas.microsoft.com/office/drawing/2014/main" id="{F2A958A8-9B7D-4B0A-89C6-659B13874158}"/>
                  </a:ext>
                </a:extLst>
              </p:cNvPr>
              <p:cNvGrpSpPr/>
              <p:nvPr userDrawn="1"/>
            </p:nvGrpSpPr>
            <p:grpSpPr>
              <a:xfrm>
                <a:off x="-2866744" y="827071"/>
                <a:ext cx="168701" cy="132575"/>
                <a:chOff x="-2866744" y="827071"/>
                <a:chExt cx="168701" cy="132575"/>
              </a:xfrm>
            </p:grpSpPr>
            <p:cxnSp>
              <p:nvCxnSpPr>
                <p:cNvPr id="285" name="Rechte verbindingslijn 284">
                  <a:extLst>
                    <a:ext uri="{FF2B5EF4-FFF2-40B4-BE49-F238E27FC236}">
                      <a16:creationId xmlns:a16="http://schemas.microsoft.com/office/drawing/2014/main" id="{DF185665-577A-4D14-A133-2072C2C7A5E5}"/>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286" name="Rechte verbindingslijn 285">
                  <a:extLst>
                    <a:ext uri="{FF2B5EF4-FFF2-40B4-BE49-F238E27FC236}">
                      <a16:creationId xmlns:a16="http://schemas.microsoft.com/office/drawing/2014/main" id="{161C177E-5020-471C-AAB3-148B24169F3D}"/>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287" name="Rechte verbindingslijn 286">
                  <a:extLst>
                    <a:ext uri="{FF2B5EF4-FFF2-40B4-BE49-F238E27FC236}">
                      <a16:creationId xmlns:a16="http://schemas.microsoft.com/office/drawing/2014/main" id="{21705B75-0471-42D9-9F58-0539702DA72A}"/>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288" name="Rechte verbindingslijn 287">
                  <a:extLst>
                    <a:ext uri="{FF2B5EF4-FFF2-40B4-BE49-F238E27FC236}">
                      <a16:creationId xmlns:a16="http://schemas.microsoft.com/office/drawing/2014/main" id="{D9E9FB6B-D2E6-4571-85C0-BDD7D0FB5F86}"/>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289" name="Rechte verbindingslijn 288">
                  <a:extLst>
                    <a:ext uri="{FF2B5EF4-FFF2-40B4-BE49-F238E27FC236}">
                      <a16:creationId xmlns:a16="http://schemas.microsoft.com/office/drawing/2014/main" id="{BC76B2D0-0D43-47EF-93A0-F188EACFA51B}"/>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284" name="Pijl: rechts 283">
                <a:extLst>
                  <a:ext uri="{FF2B5EF4-FFF2-40B4-BE49-F238E27FC236}">
                    <a16:creationId xmlns:a16="http://schemas.microsoft.com/office/drawing/2014/main" id="{3D244406-C1EA-48A2-9C8D-3213334D3C71}"/>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rgbClr val="211F26"/>
                  </a:solidFill>
                  <a:latin typeface="Calibri" panose="020F0502020204030204" pitchFamily="34" charset="0"/>
                  <a:cs typeface="Calibri" panose="020F0502020204030204" pitchFamily="34" charset="0"/>
                </a:endParaRPr>
              </a:p>
            </p:txBody>
          </p:sp>
        </p:grpSp>
        <p:grpSp>
          <p:nvGrpSpPr>
            <p:cNvPr id="253" name="Groep 252">
              <a:extLst>
                <a:ext uri="{FF2B5EF4-FFF2-40B4-BE49-F238E27FC236}">
                  <a16:creationId xmlns:a16="http://schemas.microsoft.com/office/drawing/2014/main" id="{34240A82-8084-49DF-A8C2-446DEC0D7BD9}"/>
                </a:ext>
              </a:extLst>
            </p:cNvPr>
            <p:cNvGrpSpPr/>
            <p:nvPr userDrawn="1"/>
          </p:nvGrpSpPr>
          <p:grpSpPr>
            <a:xfrm>
              <a:off x="-3605171" y="830871"/>
              <a:ext cx="139423" cy="109566"/>
              <a:chOff x="-2866744" y="518074"/>
              <a:chExt cx="168701" cy="132575"/>
            </a:xfrm>
          </p:grpSpPr>
          <p:grpSp>
            <p:nvGrpSpPr>
              <p:cNvPr id="276" name="Groep 275">
                <a:extLst>
                  <a:ext uri="{FF2B5EF4-FFF2-40B4-BE49-F238E27FC236}">
                    <a16:creationId xmlns:a16="http://schemas.microsoft.com/office/drawing/2014/main" id="{136DFCC4-AFB5-4D8D-87A6-6D4B0C963925}"/>
                  </a:ext>
                </a:extLst>
              </p:cNvPr>
              <p:cNvGrpSpPr/>
              <p:nvPr userDrawn="1"/>
            </p:nvGrpSpPr>
            <p:grpSpPr>
              <a:xfrm>
                <a:off x="-2866744" y="518074"/>
                <a:ext cx="168701" cy="132575"/>
                <a:chOff x="-2866744" y="518074"/>
                <a:chExt cx="168701" cy="132575"/>
              </a:xfrm>
            </p:grpSpPr>
            <p:cxnSp>
              <p:nvCxnSpPr>
                <p:cNvPr id="278" name="Rechte verbindingslijn 277">
                  <a:extLst>
                    <a:ext uri="{FF2B5EF4-FFF2-40B4-BE49-F238E27FC236}">
                      <a16:creationId xmlns:a16="http://schemas.microsoft.com/office/drawing/2014/main" id="{37C7BF75-63C1-4F44-9B0B-0ED9E64A56DD}"/>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279" name="Rechte verbindingslijn 278">
                  <a:extLst>
                    <a:ext uri="{FF2B5EF4-FFF2-40B4-BE49-F238E27FC236}">
                      <a16:creationId xmlns:a16="http://schemas.microsoft.com/office/drawing/2014/main" id="{EB981311-968C-4CB3-9A65-B98D50C894BA}"/>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280" name="Rechte verbindingslijn 279">
                  <a:extLst>
                    <a:ext uri="{FF2B5EF4-FFF2-40B4-BE49-F238E27FC236}">
                      <a16:creationId xmlns:a16="http://schemas.microsoft.com/office/drawing/2014/main" id="{4A4444FF-2F45-4F92-AD5C-9349949A2791}"/>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281" name="Rechte verbindingslijn 280">
                  <a:extLst>
                    <a:ext uri="{FF2B5EF4-FFF2-40B4-BE49-F238E27FC236}">
                      <a16:creationId xmlns:a16="http://schemas.microsoft.com/office/drawing/2014/main" id="{F97385E1-1A81-4AA1-A243-AD6EEC1A2B72}"/>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282" name="Rechte verbindingslijn 281">
                  <a:extLst>
                    <a:ext uri="{FF2B5EF4-FFF2-40B4-BE49-F238E27FC236}">
                      <a16:creationId xmlns:a16="http://schemas.microsoft.com/office/drawing/2014/main" id="{6A0D85EC-A671-4C3D-9D00-6C242631ECF4}"/>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277" name="Pijl: rechts 276">
                <a:extLst>
                  <a:ext uri="{FF2B5EF4-FFF2-40B4-BE49-F238E27FC236}">
                    <a16:creationId xmlns:a16="http://schemas.microsoft.com/office/drawing/2014/main" id="{8C2FE879-D096-480D-9972-8DC536C5A9BF}"/>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rgbClr val="211F26"/>
                  </a:solidFill>
                  <a:latin typeface="Calibri" panose="020F0502020204030204" pitchFamily="34" charset="0"/>
                  <a:cs typeface="Calibri" panose="020F0502020204030204" pitchFamily="34" charset="0"/>
                </a:endParaRPr>
              </a:p>
            </p:txBody>
          </p:sp>
        </p:grpSp>
        <p:cxnSp>
          <p:nvCxnSpPr>
            <p:cNvPr id="254" name="Rechte verbindingslijn 253">
              <a:extLst>
                <a:ext uri="{FF2B5EF4-FFF2-40B4-BE49-F238E27FC236}">
                  <a16:creationId xmlns:a16="http://schemas.microsoft.com/office/drawing/2014/main" id="{1E922B9F-390F-4956-AFEF-F8F697CD99C1}"/>
                </a:ext>
              </a:extLst>
            </p:cNvPr>
            <p:cNvCxnSpPr>
              <a:cxnSpLocks/>
            </p:cNvCxnSpPr>
            <p:nvPr userDrawn="1"/>
          </p:nvCxnSpPr>
          <p:spPr>
            <a:xfrm flipV="1">
              <a:off x="-3459956" y="588169"/>
              <a:ext cx="547687" cy="219076"/>
            </a:xfrm>
            <a:prstGeom prst="line">
              <a:avLst/>
            </a:prstGeom>
            <a:noFill/>
            <a:ln w="19050" cap="rnd" cmpd="sng" algn="ctr">
              <a:solidFill>
                <a:schemeClr val="accent1"/>
              </a:solidFill>
              <a:prstDash val="solid"/>
              <a:headEnd type="oval"/>
            </a:ln>
            <a:effectLst/>
          </p:spPr>
        </p:cxnSp>
        <p:cxnSp>
          <p:nvCxnSpPr>
            <p:cNvPr id="255" name="Rechte verbindingslijn 254">
              <a:extLst>
                <a:ext uri="{FF2B5EF4-FFF2-40B4-BE49-F238E27FC236}">
                  <a16:creationId xmlns:a16="http://schemas.microsoft.com/office/drawing/2014/main" id="{D964C532-DC73-426E-932C-4839468D3951}"/>
                </a:ext>
              </a:extLst>
            </p:cNvPr>
            <p:cNvCxnSpPr>
              <a:cxnSpLocks/>
            </p:cNvCxnSpPr>
            <p:nvPr userDrawn="1"/>
          </p:nvCxnSpPr>
          <p:spPr>
            <a:xfrm>
              <a:off x="-3224213" y="828675"/>
              <a:ext cx="319088" cy="0"/>
            </a:xfrm>
            <a:prstGeom prst="line">
              <a:avLst/>
            </a:prstGeom>
            <a:noFill/>
            <a:ln w="19050" cap="rnd" cmpd="sng" algn="ctr">
              <a:solidFill>
                <a:schemeClr val="accent1"/>
              </a:solidFill>
              <a:prstDash val="solid"/>
              <a:headEnd type="oval"/>
            </a:ln>
            <a:effectLst/>
          </p:spPr>
        </p:cxnSp>
        <p:sp>
          <p:nvSpPr>
            <p:cNvPr id="256" name="Rechthoek 255">
              <a:extLst>
                <a:ext uri="{FF2B5EF4-FFF2-40B4-BE49-F238E27FC236}">
                  <a16:creationId xmlns:a16="http://schemas.microsoft.com/office/drawing/2014/main" id="{FE28C55B-E724-469D-B4AD-49AC5779D0FF}"/>
                </a:ext>
              </a:extLst>
            </p:cNvPr>
            <p:cNvSpPr/>
            <p:nvPr userDrawn="1"/>
          </p:nvSpPr>
          <p:spPr>
            <a:xfrm>
              <a:off x="-2559903" y="512179"/>
              <a:ext cx="2189042" cy="151083"/>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chemeClr val="tx1"/>
                  </a:solidFill>
                  <a:effectLst/>
                  <a:uLnTx/>
                  <a:uFillTx/>
                  <a:latin typeface="Calibri" panose="020F0502020204030204" pitchFamily="34" charset="0"/>
                  <a:cs typeface="Calibri" panose="020F0502020204030204" pitchFamily="34" charset="0"/>
                </a:rPr>
                <a:t>Tekstniveau omhoog</a:t>
              </a:r>
            </a:p>
          </p:txBody>
        </p:sp>
        <p:sp>
          <p:nvSpPr>
            <p:cNvPr id="257" name="Rechthoek 256">
              <a:extLst>
                <a:ext uri="{FF2B5EF4-FFF2-40B4-BE49-F238E27FC236}">
                  <a16:creationId xmlns:a16="http://schemas.microsoft.com/office/drawing/2014/main" id="{3B031614-032B-47B1-8A52-9B73C33E2D89}"/>
                </a:ext>
              </a:extLst>
            </p:cNvPr>
            <p:cNvSpPr/>
            <p:nvPr userDrawn="1"/>
          </p:nvSpPr>
          <p:spPr>
            <a:xfrm>
              <a:off x="-2559903" y="819562"/>
              <a:ext cx="2189043" cy="142202"/>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chemeClr val="tx1"/>
                  </a:solidFill>
                  <a:effectLst/>
                  <a:uLnTx/>
                  <a:uFillTx/>
                  <a:latin typeface="Calibri" panose="020F0502020204030204" pitchFamily="34" charset="0"/>
                  <a:cs typeface="Calibri" panose="020F0502020204030204" pitchFamily="34" charset="0"/>
                </a:rPr>
                <a:t>Tekstniveau omlaag</a:t>
              </a:r>
            </a:p>
          </p:txBody>
        </p:sp>
        <p:grpSp>
          <p:nvGrpSpPr>
            <p:cNvPr id="258" name="Groep 257">
              <a:extLst>
                <a:ext uri="{FF2B5EF4-FFF2-40B4-BE49-F238E27FC236}">
                  <a16:creationId xmlns:a16="http://schemas.microsoft.com/office/drawing/2014/main" id="{6680A011-A8FB-4A98-A457-00BBE887EB30}"/>
                </a:ext>
              </a:extLst>
            </p:cNvPr>
            <p:cNvGrpSpPr/>
            <p:nvPr userDrawn="1"/>
          </p:nvGrpSpPr>
          <p:grpSpPr>
            <a:xfrm>
              <a:off x="-2916763" y="769168"/>
              <a:ext cx="268738" cy="248381"/>
              <a:chOff x="-2916763" y="769168"/>
              <a:chExt cx="268738" cy="248381"/>
            </a:xfrm>
          </p:grpSpPr>
          <p:sp>
            <p:nvSpPr>
              <p:cNvPr id="268" name="Rechthoek 267">
                <a:extLst>
                  <a:ext uri="{FF2B5EF4-FFF2-40B4-BE49-F238E27FC236}">
                    <a16:creationId xmlns:a16="http://schemas.microsoft.com/office/drawing/2014/main" id="{6A02F484-953B-446A-8755-35BF6CB8ED6F}"/>
                  </a:ext>
                </a:extLst>
              </p:cNvPr>
              <p:cNvSpPr/>
              <p:nvPr userDrawn="1"/>
            </p:nvSpPr>
            <p:spPr>
              <a:xfrm>
                <a:off x="-2916763" y="769168"/>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nl-NL" sz="1050" b="0" noProof="0">
                  <a:solidFill>
                    <a:srgbClr val="211F26"/>
                  </a:solidFill>
                  <a:latin typeface="Calibri" panose="020F0502020204030204" pitchFamily="34" charset="0"/>
                  <a:cs typeface="Calibri" panose="020F0502020204030204" pitchFamily="34" charset="0"/>
                </a:endParaRPr>
              </a:p>
            </p:txBody>
          </p:sp>
          <p:grpSp>
            <p:nvGrpSpPr>
              <p:cNvPr id="269" name="Groep 268">
                <a:extLst>
                  <a:ext uri="{FF2B5EF4-FFF2-40B4-BE49-F238E27FC236}">
                    <a16:creationId xmlns:a16="http://schemas.microsoft.com/office/drawing/2014/main" id="{5BD0A84A-FBB9-4676-B70D-FD872B12698A}"/>
                  </a:ext>
                </a:extLst>
              </p:cNvPr>
              <p:cNvGrpSpPr/>
              <p:nvPr userDrawn="1"/>
            </p:nvGrpSpPr>
            <p:grpSpPr>
              <a:xfrm>
                <a:off x="-2866744" y="827071"/>
                <a:ext cx="168701" cy="132575"/>
                <a:chOff x="-2866744" y="827071"/>
                <a:chExt cx="168701" cy="132575"/>
              </a:xfrm>
            </p:grpSpPr>
            <p:cxnSp>
              <p:nvCxnSpPr>
                <p:cNvPr id="271" name="Rechte verbindingslijn 270">
                  <a:extLst>
                    <a:ext uri="{FF2B5EF4-FFF2-40B4-BE49-F238E27FC236}">
                      <a16:creationId xmlns:a16="http://schemas.microsoft.com/office/drawing/2014/main" id="{446C7A37-FC46-40BB-A566-7DC617D80232}"/>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272" name="Rechte verbindingslijn 271">
                  <a:extLst>
                    <a:ext uri="{FF2B5EF4-FFF2-40B4-BE49-F238E27FC236}">
                      <a16:creationId xmlns:a16="http://schemas.microsoft.com/office/drawing/2014/main" id="{EA775097-43E6-49A5-95EF-7FDEF57D888A}"/>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273" name="Rechte verbindingslijn 272">
                  <a:extLst>
                    <a:ext uri="{FF2B5EF4-FFF2-40B4-BE49-F238E27FC236}">
                      <a16:creationId xmlns:a16="http://schemas.microsoft.com/office/drawing/2014/main" id="{4BF4686D-04AF-46A9-8E9F-91B4DC428126}"/>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274" name="Rechte verbindingslijn 273">
                  <a:extLst>
                    <a:ext uri="{FF2B5EF4-FFF2-40B4-BE49-F238E27FC236}">
                      <a16:creationId xmlns:a16="http://schemas.microsoft.com/office/drawing/2014/main" id="{F1EB4E4C-6DE1-4F98-8F4B-F73CE59E76FA}"/>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275" name="Rechte verbindingslijn 274">
                  <a:extLst>
                    <a:ext uri="{FF2B5EF4-FFF2-40B4-BE49-F238E27FC236}">
                      <a16:creationId xmlns:a16="http://schemas.microsoft.com/office/drawing/2014/main" id="{0B0094B7-EEB7-4616-A998-47E7E0EBFF3C}"/>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270" name="Pijl: rechts 269">
                <a:extLst>
                  <a:ext uri="{FF2B5EF4-FFF2-40B4-BE49-F238E27FC236}">
                    <a16:creationId xmlns:a16="http://schemas.microsoft.com/office/drawing/2014/main" id="{A6647078-7BFA-47C9-BCA0-ED8C121191A4}"/>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rgbClr val="211F26"/>
                  </a:solidFill>
                  <a:latin typeface="Calibri" panose="020F0502020204030204" pitchFamily="34" charset="0"/>
                  <a:cs typeface="Calibri" panose="020F0502020204030204" pitchFamily="34" charset="0"/>
                </a:endParaRPr>
              </a:p>
            </p:txBody>
          </p:sp>
        </p:grpSp>
        <p:grpSp>
          <p:nvGrpSpPr>
            <p:cNvPr id="259" name="Groep 258">
              <a:extLst>
                <a:ext uri="{FF2B5EF4-FFF2-40B4-BE49-F238E27FC236}">
                  <a16:creationId xmlns:a16="http://schemas.microsoft.com/office/drawing/2014/main" id="{D0717C83-1545-4381-95BB-06523B957867}"/>
                </a:ext>
              </a:extLst>
            </p:cNvPr>
            <p:cNvGrpSpPr/>
            <p:nvPr userDrawn="1"/>
          </p:nvGrpSpPr>
          <p:grpSpPr>
            <a:xfrm>
              <a:off x="-2916763" y="460171"/>
              <a:ext cx="268738" cy="248381"/>
              <a:chOff x="-2916763" y="460171"/>
              <a:chExt cx="268738" cy="248381"/>
            </a:xfrm>
          </p:grpSpPr>
          <p:sp>
            <p:nvSpPr>
              <p:cNvPr id="260" name="Rechthoek 259">
                <a:extLst>
                  <a:ext uri="{FF2B5EF4-FFF2-40B4-BE49-F238E27FC236}">
                    <a16:creationId xmlns:a16="http://schemas.microsoft.com/office/drawing/2014/main" id="{9EDEA73D-28AC-4B3D-B2C4-D1FAA03671B3}"/>
                  </a:ext>
                </a:extLst>
              </p:cNvPr>
              <p:cNvSpPr/>
              <p:nvPr userDrawn="1"/>
            </p:nvSpPr>
            <p:spPr>
              <a:xfrm>
                <a:off x="-2916763" y="460171"/>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nl-NL" sz="1050" b="0" noProof="0">
                  <a:solidFill>
                    <a:srgbClr val="211F26"/>
                  </a:solidFill>
                  <a:latin typeface="Calibri" panose="020F0502020204030204" pitchFamily="34" charset="0"/>
                  <a:cs typeface="Calibri" panose="020F0502020204030204" pitchFamily="34" charset="0"/>
                </a:endParaRPr>
              </a:p>
            </p:txBody>
          </p:sp>
          <p:grpSp>
            <p:nvGrpSpPr>
              <p:cNvPr id="261" name="Groep 260">
                <a:extLst>
                  <a:ext uri="{FF2B5EF4-FFF2-40B4-BE49-F238E27FC236}">
                    <a16:creationId xmlns:a16="http://schemas.microsoft.com/office/drawing/2014/main" id="{A62DCB34-325A-43B9-9521-E26F2AF93798}"/>
                  </a:ext>
                </a:extLst>
              </p:cNvPr>
              <p:cNvGrpSpPr/>
              <p:nvPr userDrawn="1"/>
            </p:nvGrpSpPr>
            <p:grpSpPr>
              <a:xfrm>
                <a:off x="-2866744" y="518074"/>
                <a:ext cx="168701" cy="132575"/>
                <a:chOff x="-2866744" y="518074"/>
                <a:chExt cx="168701" cy="132575"/>
              </a:xfrm>
            </p:grpSpPr>
            <p:cxnSp>
              <p:nvCxnSpPr>
                <p:cNvPr id="263" name="Rechte verbindingslijn 262">
                  <a:extLst>
                    <a:ext uri="{FF2B5EF4-FFF2-40B4-BE49-F238E27FC236}">
                      <a16:creationId xmlns:a16="http://schemas.microsoft.com/office/drawing/2014/main" id="{FDB8920A-0605-4918-AABC-6CFD7B3D20F4}"/>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264" name="Rechte verbindingslijn 263">
                  <a:extLst>
                    <a:ext uri="{FF2B5EF4-FFF2-40B4-BE49-F238E27FC236}">
                      <a16:creationId xmlns:a16="http://schemas.microsoft.com/office/drawing/2014/main" id="{78EA385E-C028-4D80-9573-B3098EFB04E3}"/>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265" name="Rechte verbindingslijn 264">
                  <a:extLst>
                    <a:ext uri="{FF2B5EF4-FFF2-40B4-BE49-F238E27FC236}">
                      <a16:creationId xmlns:a16="http://schemas.microsoft.com/office/drawing/2014/main" id="{2620AC03-8FDA-486A-A796-108F2B6207FF}"/>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266" name="Rechte verbindingslijn 265">
                  <a:extLst>
                    <a:ext uri="{FF2B5EF4-FFF2-40B4-BE49-F238E27FC236}">
                      <a16:creationId xmlns:a16="http://schemas.microsoft.com/office/drawing/2014/main" id="{42EA0981-9F7F-4526-A7EA-37DACE04DAEF}"/>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267" name="Rechte verbindingslijn 266">
                  <a:extLst>
                    <a:ext uri="{FF2B5EF4-FFF2-40B4-BE49-F238E27FC236}">
                      <a16:creationId xmlns:a16="http://schemas.microsoft.com/office/drawing/2014/main" id="{53EC698F-69CB-48CC-94FE-15DA943BB5E4}"/>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262" name="Pijl: rechts 261">
                <a:extLst>
                  <a:ext uri="{FF2B5EF4-FFF2-40B4-BE49-F238E27FC236}">
                    <a16:creationId xmlns:a16="http://schemas.microsoft.com/office/drawing/2014/main" id="{6C605EAE-0DC3-46C5-A8FF-50FB7E874DB5}"/>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rgbClr val="211F26"/>
                  </a:solidFill>
                  <a:latin typeface="Calibri" panose="020F0502020204030204" pitchFamily="34" charset="0"/>
                  <a:cs typeface="Calibri" panose="020F0502020204030204" pitchFamily="34" charset="0"/>
                </a:endParaRPr>
              </a:p>
            </p:txBody>
          </p:sp>
        </p:grpSp>
      </p:grpSp>
      <p:sp>
        <p:nvSpPr>
          <p:cNvPr id="165" name="Titel 2">
            <a:extLst>
              <a:ext uri="{FF2B5EF4-FFF2-40B4-BE49-F238E27FC236}">
                <a16:creationId xmlns:a16="http://schemas.microsoft.com/office/drawing/2014/main" id="{93E86168-1B16-4845-AF8F-729E1D7C9FF4}"/>
              </a:ext>
            </a:extLst>
          </p:cNvPr>
          <p:cNvSpPr>
            <a:spLocks noGrp="1"/>
          </p:cNvSpPr>
          <p:nvPr userDrawn="1">
            <p:ph type="title" hasCustomPrompt="1"/>
          </p:nvPr>
        </p:nvSpPr>
        <p:spPr>
          <a:xfrm>
            <a:off x="800239" y="530243"/>
            <a:ext cx="3559698" cy="895483"/>
          </a:xfrm>
        </p:spPr>
        <p:txBody>
          <a:bodyPr anchor="b"/>
          <a:lstStyle>
            <a:lvl1pPr>
              <a:defRPr sz="4000" b="1">
                <a:solidFill>
                  <a:schemeClr val="accent2"/>
                </a:solidFill>
              </a:defRPr>
            </a:lvl1pPr>
          </a:lstStyle>
          <a:p>
            <a:r>
              <a:rPr lang="nl-NL"/>
              <a:t>Agenda</a:t>
            </a:r>
          </a:p>
        </p:txBody>
      </p:sp>
      <p:sp>
        <p:nvSpPr>
          <p:cNvPr id="166" name="Tijdelijke aanduiding voor verticale tekst 2">
            <a:extLst>
              <a:ext uri="{FF2B5EF4-FFF2-40B4-BE49-F238E27FC236}">
                <a16:creationId xmlns:a16="http://schemas.microsoft.com/office/drawing/2014/main" id="{19A18D93-1992-4352-8B55-735271BAD86A}"/>
              </a:ext>
            </a:extLst>
          </p:cNvPr>
          <p:cNvSpPr>
            <a:spLocks noGrp="1"/>
          </p:cNvSpPr>
          <p:nvPr userDrawn="1">
            <p:ph type="body" orient="vert" idx="1" hasCustomPrompt="1"/>
          </p:nvPr>
        </p:nvSpPr>
        <p:spPr>
          <a:xfrm>
            <a:off x="801287" y="1651223"/>
            <a:ext cx="3157102" cy="1213271"/>
          </a:xfrm>
        </p:spPr>
        <p:txBody>
          <a:bodyPr vert="horz" lIns="0" tIns="0" rIns="0" bIns="0"/>
          <a:lstStyle>
            <a:lvl1pPr marL="0" indent="0">
              <a:spcAft>
                <a:spcPts val="100"/>
              </a:spcAft>
              <a:buNone/>
              <a:defRPr sz="2000" b="0">
                <a:solidFill>
                  <a:schemeClr val="accent2"/>
                </a:solidFill>
              </a:defRPr>
            </a:lvl1pPr>
            <a:lvl2pPr marL="0" indent="0">
              <a:spcAft>
                <a:spcPts val="100"/>
              </a:spcAft>
              <a:buNone/>
              <a:defRPr sz="1400">
                <a:solidFill>
                  <a:schemeClr val="accent2"/>
                </a:solidFill>
              </a:defRPr>
            </a:lvl2pPr>
            <a:lvl3pPr marL="179388" indent="-179388">
              <a:spcBef>
                <a:spcPts val="300"/>
              </a:spcBef>
              <a:spcAft>
                <a:spcPts val="600"/>
              </a:spcAft>
              <a:buClr>
                <a:schemeClr val="accent5"/>
              </a:buClr>
              <a:buFont typeface="Arial" panose="020B0604020202020204" pitchFamily="34" charset="0"/>
              <a:buChar char="•"/>
              <a:defRPr sz="1200">
                <a:solidFill>
                  <a:schemeClr val="accent2"/>
                </a:solidFill>
              </a:defRPr>
            </a:lvl3pPr>
            <a:lvl4pPr>
              <a:defRPr/>
            </a:lvl4pPr>
            <a:lvl5pPr marL="0" indent="0">
              <a:buNone/>
              <a:defRPr/>
            </a:lvl5pPr>
            <a:lvl6pPr>
              <a:defRPr/>
            </a:lvl6pPr>
            <a:lvl7pPr>
              <a:defRPr/>
            </a:lvl7pPr>
            <a:lvl8pPr>
              <a:defRPr/>
            </a:lvl8pPr>
            <a:lvl9pPr>
              <a:defRPr/>
            </a:lvl9pPr>
          </a:lstStyle>
          <a:p>
            <a:pPr lvl="0"/>
            <a:r>
              <a:rPr lang="nl-NL"/>
              <a:t>Onderwerp titel</a:t>
            </a:r>
          </a:p>
          <a:p>
            <a:pPr lvl="1"/>
            <a:r>
              <a:rPr lang="nl-NL"/>
              <a:t>Plaats hier informatie</a:t>
            </a:r>
          </a:p>
          <a:p>
            <a:pPr lvl="2"/>
            <a:r>
              <a:rPr lang="nl-NL" err="1"/>
              <a:t>Bullet</a:t>
            </a:r>
            <a:endParaRPr lang="nl-NL"/>
          </a:p>
        </p:txBody>
      </p:sp>
      <p:sp>
        <p:nvSpPr>
          <p:cNvPr id="173" name="Tijdelijke aanduiding voor verticale tekst 2">
            <a:extLst>
              <a:ext uri="{FF2B5EF4-FFF2-40B4-BE49-F238E27FC236}">
                <a16:creationId xmlns:a16="http://schemas.microsoft.com/office/drawing/2014/main" id="{330FC465-98CB-4609-9514-D28A7E83D1E1}"/>
              </a:ext>
            </a:extLst>
          </p:cNvPr>
          <p:cNvSpPr>
            <a:spLocks noGrp="1"/>
          </p:cNvSpPr>
          <p:nvPr userDrawn="1">
            <p:ph type="body" orient="vert" idx="10" hasCustomPrompt="1"/>
          </p:nvPr>
        </p:nvSpPr>
        <p:spPr>
          <a:xfrm>
            <a:off x="801287" y="3221027"/>
            <a:ext cx="3157102" cy="1213271"/>
          </a:xfrm>
        </p:spPr>
        <p:txBody>
          <a:bodyPr vert="horz" lIns="0" tIns="0" rIns="0" bIns="0"/>
          <a:lstStyle>
            <a:lvl1pPr marL="0" indent="0">
              <a:spcAft>
                <a:spcPts val="100"/>
              </a:spcAft>
              <a:buNone/>
              <a:defRPr sz="2000" b="0">
                <a:solidFill>
                  <a:schemeClr val="accent2"/>
                </a:solidFill>
              </a:defRPr>
            </a:lvl1pPr>
            <a:lvl2pPr marL="0" indent="0">
              <a:spcAft>
                <a:spcPts val="100"/>
              </a:spcAft>
              <a:buNone/>
              <a:defRPr sz="1400">
                <a:solidFill>
                  <a:schemeClr val="accent2"/>
                </a:solidFill>
              </a:defRPr>
            </a:lvl2pPr>
            <a:lvl3pPr marL="179388" indent="-179388">
              <a:spcBef>
                <a:spcPts val="300"/>
              </a:spcBef>
              <a:spcAft>
                <a:spcPts val="600"/>
              </a:spcAft>
              <a:buClr>
                <a:schemeClr val="accent5"/>
              </a:buClr>
              <a:buFont typeface="Arial" panose="020B0604020202020204" pitchFamily="34" charset="0"/>
              <a:buChar char="•"/>
              <a:defRPr sz="1200">
                <a:solidFill>
                  <a:schemeClr val="accent2"/>
                </a:solidFill>
              </a:defRPr>
            </a:lvl3pPr>
            <a:lvl4pPr>
              <a:defRPr/>
            </a:lvl4pPr>
            <a:lvl5pPr marL="0" indent="0">
              <a:buNone/>
              <a:defRPr/>
            </a:lvl5pPr>
            <a:lvl6pPr>
              <a:defRPr/>
            </a:lvl6pPr>
            <a:lvl7pPr>
              <a:defRPr/>
            </a:lvl7pPr>
            <a:lvl8pPr>
              <a:defRPr/>
            </a:lvl8pPr>
            <a:lvl9pPr>
              <a:defRPr/>
            </a:lvl9pPr>
          </a:lstStyle>
          <a:p>
            <a:pPr lvl="0"/>
            <a:r>
              <a:rPr lang="nl-NL"/>
              <a:t>Onderwerp titel</a:t>
            </a:r>
          </a:p>
          <a:p>
            <a:pPr lvl="1"/>
            <a:r>
              <a:rPr lang="nl-NL"/>
              <a:t>Plaats hier informatie</a:t>
            </a:r>
          </a:p>
          <a:p>
            <a:pPr lvl="2"/>
            <a:r>
              <a:rPr lang="nl-NL" err="1"/>
              <a:t>Bullet</a:t>
            </a:r>
            <a:endParaRPr lang="nl-NL"/>
          </a:p>
        </p:txBody>
      </p:sp>
      <p:sp>
        <p:nvSpPr>
          <p:cNvPr id="175" name="Tijdelijke aanduiding voor verticale tekst 2">
            <a:extLst>
              <a:ext uri="{FF2B5EF4-FFF2-40B4-BE49-F238E27FC236}">
                <a16:creationId xmlns:a16="http://schemas.microsoft.com/office/drawing/2014/main" id="{255EA2A6-C25F-4A37-AD19-2BCEA32E39D9}"/>
              </a:ext>
            </a:extLst>
          </p:cNvPr>
          <p:cNvSpPr>
            <a:spLocks noGrp="1"/>
          </p:cNvSpPr>
          <p:nvPr userDrawn="1">
            <p:ph type="body" orient="vert" idx="12" hasCustomPrompt="1"/>
          </p:nvPr>
        </p:nvSpPr>
        <p:spPr>
          <a:xfrm>
            <a:off x="801287" y="4790831"/>
            <a:ext cx="3157102" cy="1213271"/>
          </a:xfrm>
        </p:spPr>
        <p:txBody>
          <a:bodyPr vert="horz" lIns="0" tIns="0" rIns="0" bIns="0"/>
          <a:lstStyle>
            <a:lvl1pPr marL="0" indent="0">
              <a:spcAft>
                <a:spcPts val="100"/>
              </a:spcAft>
              <a:buNone/>
              <a:defRPr sz="2000" b="0">
                <a:solidFill>
                  <a:schemeClr val="accent2"/>
                </a:solidFill>
              </a:defRPr>
            </a:lvl1pPr>
            <a:lvl2pPr marL="0" indent="0">
              <a:spcAft>
                <a:spcPts val="100"/>
              </a:spcAft>
              <a:buNone/>
              <a:defRPr sz="1400">
                <a:solidFill>
                  <a:schemeClr val="accent2"/>
                </a:solidFill>
              </a:defRPr>
            </a:lvl2pPr>
            <a:lvl3pPr marL="179388" indent="-179388">
              <a:spcBef>
                <a:spcPts val="300"/>
              </a:spcBef>
              <a:spcAft>
                <a:spcPts val="600"/>
              </a:spcAft>
              <a:buClr>
                <a:schemeClr val="accent5"/>
              </a:buClr>
              <a:buFont typeface="Arial" panose="020B0604020202020204" pitchFamily="34" charset="0"/>
              <a:buChar char="•"/>
              <a:defRPr sz="1200">
                <a:solidFill>
                  <a:schemeClr val="accent2"/>
                </a:solidFill>
              </a:defRPr>
            </a:lvl3pPr>
            <a:lvl4pPr>
              <a:defRPr/>
            </a:lvl4pPr>
            <a:lvl5pPr marL="0" indent="0">
              <a:buNone/>
              <a:defRPr/>
            </a:lvl5pPr>
            <a:lvl6pPr>
              <a:defRPr/>
            </a:lvl6pPr>
            <a:lvl7pPr>
              <a:defRPr/>
            </a:lvl7pPr>
            <a:lvl8pPr>
              <a:defRPr/>
            </a:lvl8pPr>
            <a:lvl9pPr>
              <a:defRPr/>
            </a:lvl9pPr>
          </a:lstStyle>
          <a:p>
            <a:pPr lvl="0"/>
            <a:r>
              <a:rPr lang="nl-NL"/>
              <a:t>Onderwerp titel</a:t>
            </a:r>
          </a:p>
          <a:p>
            <a:pPr lvl="1"/>
            <a:r>
              <a:rPr lang="nl-NL"/>
              <a:t>Plaats hier informatie</a:t>
            </a:r>
          </a:p>
          <a:p>
            <a:pPr lvl="2"/>
            <a:r>
              <a:rPr lang="nl-NL" err="1"/>
              <a:t>Bullet</a:t>
            </a:r>
            <a:endParaRPr lang="nl-NL"/>
          </a:p>
        </p:txBody>
      </p:sp>
      <p:sp>
        <p:nvSpPr>
          <p:cNvPr id="75" name="Tijdelijke aanduiding voor verticale tekst 2">
            <a:extLst>
              <a:ext uri="{FF2B5EF4-FFF2-40B4-BE49-F238E27FC236}">
                <a16:creationId xmlns:a16="http://schemas.microsoft.com/office/drawing/2014/main" id="{09CB938F-3FE2-4875-81A1-0AC16A843B21}"/>
              </a:ext>
            </a:extLst>
          </p:cNvPr>
          <p:cNvSpPr>
            <a:spLocks noGrp="1"/>
          </p:cNvSpPr>
          <p:nvPr>
            <p:ph type="body" orient="vert" idx="13" hasCustomPrompt="1"/>
          </p:nvPr>
        </p:nvSpPr>
        <p:spPr>
          <a:xfrm>
            <a:off x="4622243" y="1651223"/>
            <a:ext cx="3157102" cy="1213271"/>
          </a:xfrm>
        </p:spPr>
        <p:txBody>
          <a:bodyPr vert="horz" lIns="0" tIns="0" rIns="0" bIns="0"/>
          <a:lstStyle>
            <a:lvl1pPr marL="0" indent="0">
              <a:spcAft>
                <a:spcPts val="100"/>
              </a:spcAft>
              <a:buNone/>
              <a:defRPr sz="2000" b="0">
                <a:solidFill>
                  <a:schemeClr val="accent2"/>
                </a:solidFill>
              </a:defRPr>
            </a:lvl1pPr>
            <a:lvl2pPr marL="0" indent="0">
              <a:spcAft>
                <a:spcPts val="100"/>
              </a:spcAft>
              <a:buNone/>
              <a:defRPr sz="1400">
                <a:solidFill>
                  <a:schemeClr val="accent2"/>
                </a:solidFill>
              </a:defRPr>
            </a:lvl2pPr>
            <a:lvl3pPr marL="179388" indent="-179388">
              <a:spcBef>
                <a:spcPts val="300"/>
              </a:spcBef>
              <a:spcAft>
                <a:spcPts val="600"/>
              </a:spcAft>
              <a:buClr>
                <a:schemeClr val="accent5"/>
              </a:buClr>
              <a:buFont typeface="Arial" panose="020B0604020202020204" pitchFamily="34" charset="0"/>
              <a:buChar char="•"/>
              <a:defRPr sz="1200">
                <a:solidFill>
                  <a:schemeClr val="accent2"/>
                </a:solidFill>
              </a:defRPr>
            </a:lvl3pPr>
            <a:lvl4pPr>
              <a:defRPr/>
            </a:lvl4pPr>
            <a:lvl5pPr marL="0" indent="0">
              <a:buNone/>
              <a:defRPr/>
            </a:lvl5pPr>
            <a:lvl6pPr>
              <a:defRPr/>
            </a:lvl6pPr>
            <a:lvl7pPr>
              <a:defRPr/>
            </a:lvl7pPr>
            <a:lvl8pPr>
              <a:defRPr/>
            </a:lvl8pPr>
            <a:lvl9pPr>
              <a:defRPr/>
            </a:lvl9pPr>
          </a:lstStyle>
          <a:p>
            <a:pPr lvl="0"/>
            <a:r>
              <a:rPr lang="nl-NL"/>
              <a:t>Onderwerp titel</a:t>
            </a:r>
          </a:p>
          <a:p>
            <a:pPr lvl="1"/>
            <a:r>
              <a:rPr lang="nl-NL"/>
              <a:t>Plaats hier informatie</a:t>
            </a:r>
          </a:p>
          <a:p>
            <a:pPr lvl="2"/>
            <a:r>
              <a:rPr lang="nl-NL" err="1"/>
              <a:t>Bullet</a:t>
            </a:r>
            <a:endParaRPr lang="nl-NL"/>
          </a:p>
        </p:txBody>
      </p:sp>
      <p:sp>
        <p:nvSpPr>
          <p:cNvPr id="76" name="Tijdelijke aanduiding voor verticale tekst 2">
            <a:extLst>
              <a:ext uri="{FF2B5EF4-FFF2-40B4-BE49-F238E27FC236}">
                <a16:creationId xmlns:a16="http://schemas.microsoft.com/office/drawing/2014/main" id="{343E7022-B614-4E53-9CDF-B9BD8ECA1334}"/>
              </a:ext>
            </a:extLst>
          </p:cNvPr>
          <p:cNvSpPr>
            <a:spLocks noGrp="1"/>
          </p:cNvSpPr>
          <p:nvPr>
            <p:ph type="body" orient="vert" idx="14" hasCustomPrompt="1"/>
          </p:nvPr>
        </p:nvSpPr>
        <p:spPr>
          <a:xfrm>
            <a:off x="4622243" y="3221027"/>
            <a:ext cx="3157102" cy="1213271"/>
          </a:xfrm>
        </p:spPr>
        <p:txBody>
          <a:bodyPr vert="horz" lIns="0" tIns="0" rIns="0" bIns="0"/>
          <a:lstStyle>
            <a:lvl1pPr marL="0" indent="0">
              <a:spcAft>
                <a:spcPts val="100"/>
              </a:spcAft>
              <a:buNone/>
              <a:defRPr sz="2000" b="0">
                <a:solidFill>
                  <a:schemeClr val="accent2"/>
                </a:solidFill>
              </a:defRPr>
            </a:lvl1pPr>
            <a:lvl2pPr marL="0" indent="0">
              <a:spcAft>
                <a:spcPts val="100"/>
              </a:spcAft>
              <a:buNone/>
              <a:defRPr sz="1400">
                <a:solidFill>
                  <a:schemeClr val="accent2"/>
                </a:solidFill>
              </a:defRPr>
            </a:lvl2pPr>
            <a:lvl3pPr marL="179388" indent="-179388">
              <a:spcBef>
                <a:spcPts val="300"/>
              </a:spcBef>
              <a:spcAft>
                <a:spcPts val="600"/>
              </a:spcAft>
              <a:buClr>
                <a:schemeClr val="accent5"/>
              </a:buClr>
              <a:buFont typeface="Arial" panose="020B0604020202020204" pitchFamily="34" charset="0"/>
              <a:buChar char="•"/>
              <a:defRPr sz="1200">
                <a:solidFill>
                  <a:schemeClr val="accent2"/>
                </a:solidFill>
              </a:defRPr>
            </a:lvl3pPr>
            <a:lvl4pPr>
              <a:defRPr/>
            </a:lvl4pPr>
            <a:lvl5pPr marL="0" indent="0">
              <a:buNone/>
              <a:defRPr/>
            </a:lvl5pPr>
            <a:lvl6pPr>
              <a:defRPr/>
            </a:lvl6pPr>
            <a:lvl7pPr>
              <a:defRPr/>
            </a:lvl7pPr>
            <a:lvl8pPr>
              <a:defRPr/>
            </a:lvl8pPr>
            <a:lvl9pPr>
              <a:defRPr/>
            </a:lvl9pPr>
          </a:lstStyle>
          <a:p>
            <a:pPr lvl="0"/>
            <a:r>
              <a:rPr lang="nl-NL"/>
              <a:t>Onderwerp titel</a:t>
            </a:r>
          </a:p>
          <a:p>
            <a:pPr lvl="1"/>
            <a:r>
              <a:rPr lang="nl-NL"/>
              <a:t>Plaats hier informatie</a:t>
            </a:r>
          </a:p>
          <a:p>
            <a:pPr lvl="2"/>
            <a:r>
              <a:rPr lang="nl-NL" err="1"/>
              <a:t>Bullet</a:t>
            </a:r>
            <a:endParaRPr lang="nl-NL"/>
          </a:p>
        </p:txBody>
      </p:sp>
      <p:sp>
        <p:nvSpPr>
          <p:cNvPr id="78" name="Tijdelijke aanduiding voor verticale tekst 2">
            <a:extLst>
              <a:ext uri="{FF2B5EF4-FFF2-40B4-BE49-F238E27FC236}">
                <a16:creationId xmlns:a16="http://schemas.microsoft.com/office/drawing/2014/main" id="{3ED8018F-23E8-4BD8-84C4-0BC5B50ADACD}"/>
              </a:ext>
            </a:extLst>
          </p:cNvPr>
          <p:cNvSpPr>
            <a:spLocks noGrp="1"/>
          </p:cNvSpPr>
          <p:nvPr>
            <p:ph type="body" orient="vert" idx="16" hasCustomPrompt="1"/>
          </p:nvPr>
        </p:nvSpPr>
        <p:spPr>
          <a:xfrm>
            <a:off x="4622243" y="4790831"/>
            <a:ext cx="3157102" cy="1213271"/>
          </a:xfrm>
        </p:spPr>
        <p:txBody>
          <a:bodyPr vert="horz" lIns="0" tIns="0" rIns="0" bIns="0"/>
          <a:lstStyle>
            <a:lvl1pPr marL="0" indent="0">
              <a:spcAft>
                <a:spcPts val="100"/>
              </a:spcAft>
              <a:buNone/>
              <a:defRPr sz="2000" b="0">
                <a:solidFill>
                  <a:schemeClr val="accent2"/>
                </a:solidFill>
              </a:defRPr>
            </a:lvl1pPr>
            <a:lvl2pPr marL="0" indent="0">
              <a:spcAft>
                <a:spcPts val="100"/>
              </a:spcAft>
              <a:buNone/>
              <a:defRPr sz="1400">
                <a:solidFill>
                  <a:schemeClr val="accent2"/>
                </a:solidFill>
              </a:defRPr>
            </a:lvl2pPr>
            <a:lvl3pPr marL="179388" indent="-179388">
              <a:spcBef>
                <a:spcPts val="300"/>
              </a:spcBef>
              <a:spcAft>
                <a:spcPts val="600"/>
              </a:spcAft>
              <a:buClr>
                <a:schemeClr val="accent5"/>
              </a:buClr>
              <a:buFont typeface="Arial" panose="020B0604020202020204" pitchFamily="34" charset="0"/>
              <a:buChar char="•"/>
              <a:defRPr sz="1200">
                <a:solidFill>
                  <a:schemeClr val="accent2"/>
                </a:solidFill>
              </a:defRPr>
            </a:lvl3pPr>
            <a:lvl4pPr>
              <a:defRPr/>
            </a:lvl4pPr>
            <a:lvl5pPr marL="0" indent="0">
              <a:buNone/>
              <a:defRPr/>
            </a:lvl5pPr>
            <a:lvl6pPr>
              <a:defRPr/>
            </a:lvl6pPr>
            <a:lvl7pPr>
              <a:defRPr/>
            </a:lvl7pPr>
            <a:lvl8pPr>
              <a:defRPr/>
            </a:lvl8pPr>
            <a:lvl9pPr>
              <a:defRPr/>
            </a:lvl9pPr>
          </a:lstStyle>
          <a:p>
            <a:pPr lvl="0"/>
            <a:r>
              <a:rPr lang="nl-NL"/>
              <a:t>Onderwerp titel</a:t>
            </a:r>
          </a:p>
          <a:p>
            <a:pPr lvl="1"/>
            <a:r>
              <a:rPr lang="nl-NL"/>
              <a:t>Plaats hier informatie</a:t>
            </a:r>
          </a:p>
          <a:p>
            <a:pPr lvl="2"/>
            <a:r>
              <a:rPr lang="nl-NL" err="1"/>
              <a:t>Bullet</a:t>
            </a:r>
            <a:endParaRPr lang="nl-NL"/>
          </a:p>
        </p:txBody>
      </p:sp>
      <p:sp>
        <p:nvSpPr>
          <p:cNvPr id="69" name="Graphic 31">
            <a:extLst>
              <a:ext uri="{FF2B5EF4-FFF2-40B4-BE49-F238E27FC236}">
                <a16:creationId xmlns:a16="http://schemas.microsoft.com/office/drawing/2014/main" id="{C32321E8-1406-4C94-B0E2-F90027AA9492}"/>
              </a:ext>
            </a:extLst>
          </p:cNvPr>
          <p:cNvSpPr>
            <a:spLocks noChangeAspect="1"/>
          </p:cNvSpPr>
          <p:nvPr userDrawn="1"/>
        </p:nvSpPr>
        <p:spPr>
          <a:xfrm rot="10800000" flipH="1" flipV="1">
            <a:off x="8568578" y="0"/>
            <a:ext cx="3623422" cy="6858295"/>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15644" h="7563811">
                <a:moveTo>
                  <a:pt x="892481" y="0"/>
                </a:moveTo>
                <a:cubicBezTo>
                  <a:pt x="1110972" y="1866494"/>
                  <a:pt x="88385" y="2171435"/>
                  <a:pt x="5816" y="3571624"/>
                </a:cubicBezTo>
                <a:cubicBezTo>
                  <a:pt x="-81834" y="5049318"/>
                  <a:pt x="851832" y="6147106"/>
                  <a:pt x="747667" y="7563812"/>
                </a:cubicBezTo>
                <a:lnTo>
                  <a:pt x="5315644" y="7563812"/>
                </a:lnTo>
                <a:lnTo>
                  <a:pt x="5315644" y="0"/>
                </a:lnTo>
                <a:lnTo>
                  <a:pt x="892481" y="0"/>
                </a:lnTo>
                <a:close/>
              </a:path>
            </a:pathLst>
          </a:custGeom>
          <a:solidFill>
            <a:schemeClr val="bg1"/>
          </a:solidFill>
          <a:ln w="12692" cap="flat">
            <a:noFill/>
            <a:prstDash val="solid"/>
            <a:miter/>
          </a:ln>
        </p:spPr>
        <p:txBody>
          <a:bodyPr rtlCol="0" anchor="ctr"/>
          <a:lstStyle/>
          <a:p>
            <a:pPr marL="0" marR="0" lvl="0" indent="0" defTabSz="457200" eaLnBrk="1" fontAlgn="auto" latinLnBrk="0" hangingPunct="1">
              <a:lnSpc>
                <a:spcPct val="100000"/>
              </a:lnSpc>
              <a:spcBef>
                <a:spcPts val="0"/>
              </a:spcBef>
              <a:spcAft>
                <a:spcPts val="0"/>
              </a:spcAft>
              <a:buClrTx/>
              <a:buSzTx/>
              <a:buFontTx/>
              <a:buNone/>
              <a:tabLst/>
              <a:defRPr/>
            </a:pPr>
            <a:endParaRPr kumimoji="0" lang="nl-NL" sz="1633" b="0" i="0" u="none" strike="noStrike" kern="0" cap="none" spc="0" normalizeH="0" baseline="0" noProof="0">
              <a:ln>
                <a:noFill/>
              </a:ln>
              <a:solidFill>
                <a:prstClr val="black"/>
              </a:solidFill>
              <a:effectLst/>
              <a:uLnTx/>
              <a:uFillTx/>
              <a:latin typeface="Calibri" panose="020F0502020204030204"/>
            </a:endParaRPr>
          </a:p>
        </p:txBody>
      </p:sp>
      <p:sp>
        <p:nvSpPr>
          <p:cNvPr id="70" name="Graphic 34">
            <a:extLst>
              <a:ext uri="{FF2B5EF4-FFF2-40B4-BE49-F238E27FC236}">
                <a16:creationId xmlns:a16="http://schemas.microsoft.com/office/drawing/2014/main" id="{FA97C7D3-5A9D-4921-98FC-311FA0A2593E}"/>
              </a:ext>
            </a:extLst>
          </p:cNvPr>
          <p:cNvSpPr>
            <a:spLocks noChangeAspect="1"/>
          </p:cNvSpPr>
          <p:nvPr userDrawn="1"/>
        </p:nvSpPr>
        <p:spPr>
          <a:xfrm rot="10800000" flipH="1" flipV="1">
            <a:off x="8555498" y="0"/>
            <a:ext cx="1626627" cy="6858295"/>
          </a:xfrm>
          <a:custGeom>
            <a:avLst/>
            <a:gdLst>
              <a:gd name="connsiteX0" fmla="*/ 5860 w 2434661"/>
              <a:gd name="connsiteY0" fmla="*/ 3586871 h 7563811"/>
              <a:gd name="connsiteX1" fmla="*/ 750252 w 2434661"/>
              <a:gd name="connsiteY1" fmla="*/ 7563812 h 7563811"/>
              <a:gd name="connsiteX2" fmla="*/ 2434662 w 2434661"/>
              <a:gd name="connsiteY2" fmla="*/ 7563812 h 7563811"/>
              <a:gd name="connsiteX3" fmla="*/ 2378769 w 2434661"/>
              <a:gd name="connsiteY3" fmla="*/ 7098777 h 7563811"/>
              <a:gd name="connsiteX4" fmla="*/ 1137692 w 2434661"/>
              <a:gd name="connsiteY4" fmla="*/ 3609741 h 7563811"/>
              <a:gd name="connsiteX5" fmla="*/ 1163098 w 2434661"/>
              <a:gd name="connsiteY5" fmla="*/ 0 h 7563811"/>
              <a:gd name="connsiteX6" fmla="*/ 893795 w 2434661"/>
              <a:gd name="connsiteY6" fmla="*/ 0 h 7563811"/>
              <a:gd name="connsiteX7" fmla="*/ 5860 w 2434661"/>
              <a:gd name="connsiteY7" fmla="*/ 3586871 h 756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4661" h="7563811">
                <a:moveTo>
                  <a:pt x="5860" y="3586871"/>
                </a:moveTo>
                <a:cubicBezTo>
                  <a:pt x="-81790" y="5059483"/>
                  <a:pt x="844254" y="6156000"/>
                  <a:pt x="750252" y="7563812"/>
                </a:cubicBezTo>
                <a:lnTo>
                  <a:pt x="2434662" y="7563812"/>
                </a:lnTo>
                <a:cubicBezTo>
                  <a:pt x="2427040" y="7407530"/>
                  <a:pt x="2407986" y="7251247"/>
                  <a:pt x="2378769" y="7098777"/>
                </a:cubicBezTo>
                <a:cubicBezTo>
                  <a:pt x="2156468" y="5923483"/>
                  <a:pt x="1311722" y="4928612"/>
                  <a:pt x="1137692" y="3609741"/>
                </a:cubicBezTo>
                <a:cubicBezTo>
                  <a:pt x="990338" y="2477647"/>
                  <a:pt x="1333318" y="1102871"/>
                  <a:pt x="1163098" y="0"/>
                </a:cubicBezTo>
                <a:lnTo>
                  <a:pt x="893795" y="0"/>
                </a:lnTo>
                <a:cubicBezTo>
                  <a:pt x="1117367" y="1877930"/>
                  <a:pt x="89700" y="2181600"/>
                  <a:pt x="5860" y="3586871"/>
                </a:cubicBezTo>
                <a:close/>
              </a:path>
            </a:pathLst>
          </a:custGeom>
          <a:solidFill>
            <a:schemeClr val="accent3"/>
          </a:solidFill>
          <a:ln w="12692" cap="flat">
            <a:noFill/>
            <a:prstDash val="solid"/>
            <a:miter/>
          </a:ln>
        </p:spPr>
        <p:txBody>
          <a:bodyPr rtlCol="0" anchor="ctr"/>
          <a:lstStyle/>
          <a:p>
            <a:pPr marL="0" marR="0" lvl="0" indent="0" defTabSz="457200" eaLnBrk="1" fontAlgn="auto" latinLnBrk="0" hangingPunct="1">
              <a:lnSpc>
                <a:spcPct val="100000"/>
              </a:lnSpc>
              <a:spcBef>
                <a:spcPts val="0"/>
              </a:spcBef>
              <a:spcAft>
                <a:spcPts val="0"/>
              </a:spcAft>
              <a:buClrTx/>
              <a:buSzTx/>
              <a:buFontTx/>
              <a:buNone/>
              <a:tabLst/>
              <a:defRPr/>
            </a:pPr>
            <a:endParaRPr kumimoji="0" lang="nl-NL" sz="1633" b="0" i="0" u="none" strike="noStrike" kern="0" cap="none" spc="0" normalizeH="0" baseline="0" noProof="0">
              <a:ln>
                <a:noFill/>
              </a:ln>
              <a:solidFill>
                <a:prstClr val="black"/>
              </a:solidFill>
              <a:effectLst/>
              <a:uLnTx/>
              <a:uFillTx/>
              <a:latin typeface="Calibri" panose="020F0502020204030204"/>
            </a:endParaRPr>
          </a:p>
        </p:txBody>
      </p:sp>
    </p:spTree>
    <p:extLst>
      <p:ext uri="{BB962C8B-B14F-4D97-AF65-F5344CB8AC3E}">
        <p14:creationId xmlns:p14="http://schemas.microsoft.com/office/powerpoint/2010/main" val="8066386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userDrawn="1">
  <p:cSld name="Titel en Tekst x4">
    <p:spTree>
      <p:nvGrpSpPr>
        <p:cNvPr id="1" name=""/>
        <p:cNvGrpSpPr/>
        <p:nvPr/>
      </p:nvGrpSpPr>
      <p:grpSpPr>
        <a:xfrm>
          <a:off x="0" y="0"/>
          <a:ext cx="0" cy="0"/>
          <a:chOff x="0" y="0"/>
          <a:chExt cx="0" cy="0"/>
        </a:xfrm>
      </p:grpSpPr>
      <p:sp>
        <p:nvSpPr>
          <p:cNvPr id="6" name="Graphic 31">
            <a:extLst>
              <a:ext uri="{FF2B5EF4-FFF2-40B4-BE49-F238E27FC236}">
                <a16:creationId xmlns:a16="http://schemas.microsoft.com/office/drawing/2014/main" id="{6F8C2140-0E3B-4526-AC26-07A2A3640BC3}"/>
              </a:ext>
            </a:extLst>
          </p:cNvPr>
          <p:cNvSpPr>
            <a:spLocks noChangeAspect="1"/>
          </p:cNvSpPr>
          <p:nvPr userDrawn="1"/>
        </p:nvSpPr>
        <p:spPr>
          <a:xfrm rot="5400000" flipH="1">
            <a:off x="2656213" y="-2656226"/>
            <a:ext cx="6900415" cy="12212857"/>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 name="connsiteX0" fmla="*/ 892481 w 5315644"/>
              <a:gd name="connsiteY0" fmla="*/ 0 h 7563813"/>
              <a:gd name="connsiteX1" fmla="*/ 5816 w 5315644"/>
              <a:gd name="connsiteY1" fmla="*/ 3571624 h 7563813"/>
              <a:gd name="connsiteX2" fmla="*/ 747667 w 5315644"/>
              <a:gd name="connsiteY2" fmla="*/ 7563812 h 7563813"/>
              <a:gd name="connsiteX3" fmla="*/ 4552322 w 5315644"/>
              <a:gd name="connsiteY3" fmla="*/ 7563813 h 7563813"/>
              <a:gd name="connsiteX4" fmla="*/ 5315644 w 5315644"/>
              <a:gd name="connsiteY4" fmla="*/ 0 h 7563813"/>
              <a:gd name="connsiteX5" fmla="*/ 892481 w 5315644"/>
              <a:gd name="connsiteY5" fmla="*/ 0 h 7563813"/>
              <a:gd name="connsiteX0" fmla="*/ 892481 w 5315644"/>
              <a:gd name="connsiteY0" fmla="*/ 0 h 7563813"/>
              <a:gd name="connsiteX1" fmla="*/ 5816 w 5315644"/>
              <a:gd name="connsiteY1" fmla="*/ 3571624 h 7563813"/>
              <a:gd name="connsiteX2" fmla="*/ 747667 w 5315644"/>
              <a:gd name="connsiteY2" fmla="*/ 7563812 h 7563813"/>
              <a:gd name="connsiteX3" fmla="*/ 4901639 w 5315644"/>
              <a:gd name="connsiteY3" fmla="*/ 7563813 h 7563813"/>
              <a:gd name="connsiteX4" fmla="*/ 5315644 w 5315644"/>
              <a:gd name="connsiteY4" fmla="*/ 0 h 7563813"/>
              <a:gd name="connsiteX5" fmla="*/ 892481 w 5315644"/>
              <a:gd name="connsiteY5" fmla="*/ 0 h 7563813"/>
              <a:gd name="connsiteX0" fmla="*/ 892481 w 4901639"/>
              <a:gd name="connsiteY0" fmla="*/ 0 h 7563813"/>
              <a:gd name="connsiteX1" fmla="*/ 5816 w 4901639"/>
              <a:gd name="connsiteY1" fmla="*/ 3571624 h 7563813"/>
              <a:gd name="connsiteX2" fmla="*/ 747667 w 4901639"/>
              <a:gd name="connsiteY2" fmla="*/ 7563812 h 7563813"/>
              <a:gd name="connsiteX3" fmla="*/ 4901639 w 4901639"/>
              <a:gd name="connsiteY3" fmla="*/ 7563813 h 7563813"/>
              <a:gd name="connsiteX4" fmla="*/ 4565260 w 4901639"/>
              <a:gd name="connsiteY4" fmla="*/ 0 h 7563813"/>
              <a:gd name="connsiteX5" fmla="*/ 892481 w 4901639"/>
              <a:gd name="connsiteY5" fmla="*/ 0 h 7563813"/>
              <a:gd name="connsiteX0" fmla="*/ 892481 w 4901639"/>
              <a:gd name="connsiteY0" fmla="*/ 12938 h 7576751"/>
              <a:gd name="connsiteX1" fmla="*/ 5816 w 4901639"/>
              <a:gd name="connsiteY1" fmla="*/ 3584562 h 7576751"/>
              <a:gd name="connsiteX2" fmla="*/ 747667 w 4901639"/>
              <a:gd name="connsiteY2" fmla="*/ 7576750 h 7576751"/>
              <a:gd name="connsiteX3" fmla="*/ 4901639 w 4901639"/>
              <a:gd name="connsiteY3" fmla="*/ 7576751 h 7576751"/>
              <a:gd name="connsiteX4" fmla="*/ 4901639 w 4901639"/>
              <a:gd name="connsiteY4" fmla="*/ 0 h 7576751"/>
              <a:gd name="connsiteX5" fmla="*/ 892481 w 4901639"/>
              <a:gd name="connsiteY5" fmla="*/ 12938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823283 h 8379532"/>
              <a:gd name="connsiteX1" fmla="*/ 10879 w 4906702"/>
              <a:gd name="connsiteY1" fmla="*/ 4387343 h 8379532"/>
              <a:gd name="connsiteX2" fmla="*/ 752730 w 4906702"/>
              <a:gd name="connsiteY2" fmla="*/ 8379531 h 8379532"/>
              <a:gd name="connsiteX3" fmla="*/ 4906702 w 4906702"/>
              <a:gd name="connsiteY3" fmla="*/ 8379532 h 8379532"/>
              <a:gd name="connsiteX4" fmla="*/ 4906702 w 4906702"/>
              <a:gd name="connsiteY4" fmla="*/ 802781 h 8379532"/>
              <a:gd name="connsiteX5" fmla="*/ 0 w 4906702"/>
              <a:gd name="connsiteY5" fmla="*/ 823283 h 8379532"/>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147214 w 4923206"/>
              <a:gd name="connsiteY0" fmla="*/ 179342 h 7576751"/>
              <a:gd name="connsiteX1" fmla="*/ 27383 w 4923206"/>
              <a:gd name="connsiteY1" fmla="*/ 3584562 h 7576751"/>
              <a:gd name="connsiteX2" fmla="*/ 769234 w 4923206"/>
              <a:gd name="connsiteY2" fmla="*/ 7576750 h 7576751"/>
              <a:gd name="connsiteX3" fmla="*/ 4923206 w 4923206"/>
              <a:gd name="connsiteY3" fmla="*/ 7576751 h 7576751"/>
              <a:gd name="connsiteX4" fmla="*/ 4923206 w 4923206"/>
              <a:gd name="connsiteY4" fmla="*/ 0 h 7576751"/>
              <a:gd name="connsiteX5" fmla="*/ 147214 w 4923206"/>
              <a:gd name="connsiteY5" fmla="*/ 179342 h 7576751"/>
              <a:gd name="connsiteX0" fmla="*/ 42213 w 4957629"/>
              <a:gd name="connsiteY0" fmla="*/ 5373 h 7576751"/>
              <a:gd name="connsiteX1" fmla="*/ 61806 w 4957629"/>
              <a:gd name="connsiteY1" fmla="*/ 3584562 h 7576751"/>
              <a:gd name="connsiteX2" fmla="*/ 803657 w 4957629"/>
              <a:gd name="connsiteY2" fmla="*/ 7576750 h 7576751"/>
              <a:gd name="connsiteX3" fmla="*/ 4957629 w 4957629"/>
              <a:gd name="connsiteY3" fmla="*/ 7576751 h 7576751"/>
              <a:gd name="connsiteX4" fmla="*/ 4957629 w 4957629"/>
              <a:gd name="connsiteY4" fmla="*/ 0 h 7576751"/>
              <a:gd name="connsiteX5" fmla="*/ 42213 w 4957629"/>
              <a:gd name="connsiteY5" fmla="*/ 5373 h 7576751"/>
              <a:gd name="connsiteX0" fmla="*/ 19358 w 4934774"/>
              <a:gd name="connsiteY0" fmla="*/ 5373 h 7576751"/>
              <a:gd name="connsiteX1" fmla="*/ 38951 w 4934774"/>
              <a:gd name="connsiteY1" fmla="*/ 3584562 h 7576751"/>
              <a:gd name="connsiteX2" fmla="*/ 780802 w 4934774"/>
              <a:gd name="connsiteY2" fmla="*/ 7576750 h 7576751"/>
              <a:gd name="connsiteX3" fmla="*/ 4934774 w 4934774"/>
              <a:gd name="connsiteY3" fmla="*/ 7576751 h 7576751"/>
              <a:gd name="connsiteX4" fmla="*/ 4934774 w 4934774"/>
              <a:gd name="connsiteY4" fmla="*/ 0 h 7576751"/>
              <a:gd name="connsiteX5" fmla="*/ 19358 w 4934774"/>
              <a:gd name="connsiteY5" fmla="*/ 5373 h 7576751"/>
              <a:gd name="connsiteX0" fmla="*/ 0 w 4915416"/>
              <a:gd name="connsiteY0" fmla="*/ 5373 h 7576751"/>
              <a:gd name="connsiteX1" fmla="*/ 19593 w 4915416"/>
              <a:gd name="connsiteY1" fmla="*/ 3584562 h 7576751"/>
              <a:gd name="connsiteX2" fmla="*/ 761444 w 4915416"/>
              <a:gd name="connsiteY2" fmla="*/ 7576750 h 7576751"/>
              <a:gd name="connsiteX3" fmla="*/ 4915416 w 4915416"/>
              <a:gd name="connsiteY3" fmla="*/ 7576751 h 7576751"/>
              <a:gd name="connsiteX4" fmla="*/ 4915416 w 4915416"/>
              <a:gd name="connsiteY4" fmla="*/ 0 h 7576751"/>
              <a:gd name="connsiteX5" fmla="*/ 0 w 4915416"/>
              <a:gd name="connsiteY5" fmla="*/ 5373 h 7576751"/>
              <a:gd name="connsiteX0" fmla="*/ 0 w 4915416"/>
              <a:gd name="connsiteY0" fmla="*/ 5373 h 7576751"/>
              <a:gd name="connsiteX1" fmla="*/ 19593 w 4915416"/>
              <a:gd name="connsiteY1" fmla="*/ 3584562 h 7576751"/>
              <a:gd name="connsiteX2" fmla="*/ 761444 w 4915416"/>
              <a:gd name="connsiteY2" fmla="*/ 7576750 h 7576751"/>
              <a:gd name="connsiteX3" fmla="*/ 4915416 w 4915416"/>
              <a:gd name="connsiteY3" fmla="*/ 7576751 h 7576751"/>
              <a:gd name="connsiteX4" fmla="*/ 4915416 w 4915416"/>
              <a:gd name="connsiteY4" fmla="*/ 0 h 7576751"/>
              <a:gd name="connsiteX5" fmla="*/ 0 w 4915416"/>
              <a:gd name="connsiteY5" fmla="*/ 5373 h 7576751"/>
              <a:gd name="connsiteX0" fmla="*/ 369366 w 5284782"/>
              <a:gd name="connsiteY0" fmla="*/ 266522 h 7837900"/>
              <a:gd name="connsiteX1" fmla="*/ 362817 w 5284782"/>
              <a:gd name="connsiteY1" fmla="*/ 3845711 h 7837900"/>
              <a:gd name="connsiteX2" fmla="*/ 1130810 w 5284782"/>
              <a:gd name="connsiteY2" fmla="*/ 7837899 h 7837900"/>
              <a:gd name="connsiteX3" fmla="*/ 5284782 w 5284782"/>
              <a:gd name="connsiteY3" fmla="*/ 7837900 h 7837900"/>
              <a:gd name="connsiteX4" fmla="*/ 5284782 w 5284782"/>
              <a:gd name="connsiteY4" fmla="*/ 261149 h 7837900"/>
              <a:gd name="connsiteX5" fmla="*/ 369366 w 5284782"/>
              <a:gd name="connsiteY5" fmla="*/ 266522 h 7837900"/>
              <a:gd name="connsiteX0" fmla="*/ 16535 w 4931951"/>
              <a:gd name="connsiteY0" fmla="*/ 5373 h 7576751"/>
              <a:gd name="connsiteX1" fmla="*/ 9986 w 4931951"/>
              <a:gd name="connsiteY1" fmla="*/ 3584562 h 7576751"/>
              <a:gd name="connsiteX2" fmla="*/ 777979 w 4931951"/>
              <a:gd name="connsiteY2" fmla="*/ 7576750 h 7576751"/>
              <a:gd name="connsiteX3" fmla="*/ 4931951 w 4931951"/>
              <a:gd name="connsiteY3" fmla="*/ 7576751 h 7576751"/>
              <a:gd name="connsiteX4" fmla="*/ 4931951 w 4931951"/>
              <a:gd name="connsiteY4" fmla="*/ 0 h 7576751"/>
              <a:gd name="connsiteX5" fmla="*/ 16535 w 4931951"/>
              <a:gd name="connsiteY5" fmla="*/ 5373 h 7576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31951" h="7576751">
                <a:moveTo>
                  <a:pt x="16535" y="5373"/>
                </a:moveTo>
                <a:cubicBezTo>
                  <a:pt x="-5007" y="4000"/>
                  <a:pt x="-3639" y="2292410"/>
                  <a:pt x="9986" y="3584562"/>
                </a:cubicBezTo>
                <a:cubicBezTo>
                  <a:pt x="23611" y="4876714"/>
                  <a:pt x="882144" y="6160044"/>
                  <a:pt x="777979" y="7576750"/>
                </a:cubicBezTo>
                <a:lnTo>
                  <a:pt x="4931951" y="7576751"/>
                </a:lnTo>
                <a:lnTo>
                  <a:pt x="4931951" y="0"/>
                </a:lnTo>
                <a:lnTo>
                  <a:pt x="16535" y="5373"/>
                </a:lnTo>
                <a:close/>
              </a:path>
            </a:pathLst>
          </a:custGeom>
          <a:solidFill>
            <a:srgbClr val="E5DDE8"/>
          </a:solidFill>
          <a:ln w="12692" cap="flat">
            <a:noFill/>
            <a:prstDash val="solid"/>
            <a:miter/>
          </a:ln>
        </p:spPr>
        <p:txBody>
          <a:bodyPr rtlCol="0" anchor="ctr"/>
          <a:lstStyle/>
          <a:p>
            <a:endParaRPr lang="nl-NL" sz="1633"/>
          </a:p>
        </p:txBody>
      </p:sp>
      <p:sp>
        <p:nvSpPr>
          <p:cNvPr id="4" name="Titel 2">
            <a:extLst>
              <a:ext uri="{FF2B5EF4-FFF2-40B4-BE49-F238E27FC236}">
                <a16:creationId xmlns:a16="http://schemas.microsoft.com/office/drawing/2014/main" id="{4D20EE6F-9DB1-43E9-9DF4-936AC3035312}"/>
              </a:ext>
            </a:extLst>
          </p:cNvPr>
          <p:cNvSpPr>
            <a:spLocks noGrp="1"/>
          </p:cNvSpPr>
          <p:nvPr>
            <p:ph type="title" hasCustomPrompt="1"/>
          </p:nvPr>
        </p:nvSpPr>
        <p:spPr>
          <a:xfrm>
            <a:off x="804998" y="728743"/>
            <a:ext cx="9683960" cy="895483"/>
          </a:xfrm>
        </p:spPr>
        <p:txBody>
          <a:bodyPr/>
          <a:lstStyle>
            <a:lvl1pPr>
              <a:defRPr/>
            </a:lvl1pPr>
          </a:lstStyle>
          <a:p>
            <a:r>
              <a:rPr lang="nl-NL"/>
              <a:t>Plaats hier een titel</a:t>
            </a:r>
            <a:br>
              <a:rPr lang="nl-NL"/>
            </a:br>
            <a:r>
              <a:rPr lang="nl-NL"/>
              <a:t>max. 2 regels</a:t>
            </a:r>
          </a:p>
        </p:txBody>
      </p:sp>
      <p:sp>
        <p:nvSpPr>
          <p:cNvPr id="7" name="Tijdelijke aanduiding voor verticale tekst 2">
            <a:extLst>
              <a:ext uri="{FF2B5EF4-FFF2-40B4-BE49-F238E27FC236}">
                <a16:creationId xmlns:a16="http://schemas.microsoft.com/office/drawing/2014/main" id="{D56E813C-BEBA-47BA-B648-9494279B851D}"/>
              </a:ext>
            </a:extLst>
          </p:cNvPr>
          <p:cNvSpPr>
            <a:spLocks noGrp="1"/>
          </p:cNvSpPr>
          <p:nvPr>
            <p:ph type="body" orient="vert" idx="1" hasCustomPrompt="1"/>
          </p:nvPr>
        </p:nvSpPr>
        <p:spPr>
          <a:xfrm>
            <a:off x="836374" y="1959086"/>
            <a:ext cx="4749680" cy="1600570"/>
          </a:xfrm>
        </p:spPr>
        <p:txBody>
          <a:bodyPr vert="horz" lIns="0" tIns="0" rIns="0" bIns="0"/>
          <a:lstStyle>
            <a:lvl1pPr>
              <a:defRPr>
                <a:solidFill>
                  <a:schemeClr val="accent2"/>
                </a:solidFill>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8" name="Tijdelijke aanduiding voor verticale tekst 2">
            <a:extLst>
              <a:ext uri="{FF2B5EF4-FFF2-40B4-BE49-F238E27FC236}">
                <a16:creationId xmlns:a16="http://schemas.microsoft.com/office/drawing/2014/main" id="{6C44E3D1-A55D-4933-A80D-8922D56EB8A7}"/>
              </a:ext>
            </a:extLst>
          </p:cNvPr>
          <p:cNvSpPr>
            <a:spLocks noGrp="1"/>
          </p:cNvSpPr>
          <p:nvPr>
            <p:ph type="body" orient="vert" idx="30" hasCustomPrompt="1"/>
          </p:nvPr>
        </p:nvSpPr>
        <p:spPr>
          <a:xfrm>
            <a:off x="836374" y="1690617"/>
            <a:ext cx="4749680" cy="268469"/>
          </a:xfrm>
        </p:spPr>
        <p:txBody>
          <a:bodyPr vert="horz" lIns="0" tIns="0" rIns="0" bIns="0"/>
          <a:lstStyle>
            <a:lvl1pPr marL="0" indent="0">
              <a:buNone/>
              <a:defRPr b="0">
                <a:solidFill>
                  <a:schemeClr val="accent2"/>
                </a:solidFill>
              </a:defRPr>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9" name="Tijdelijke aanduiding voor verticale tekst 2">
            <a:extLst>
              <a:ext uri="{FF2B5EF4-FFF2-40B4-BE49-F238E27FC236}">
                <a16:creationId xmlns:a16="http://schemas.microsoft.com/office/drawing/2014/main" id="{9202E3D9-D14A-4B52-BBC3-BBB7EAC9BE62}"/>
              </a:ext>
            </a:extLst>
          </p:cNvPr>
          <p:cNvSpPr>
            <a:spLocks noGrp="1"/>
          </p:cNvSpPr>
          <p:nvPr>
            <p:ph type="body" orient="vert" idx="41" hasCustomPrompt="1"/>
          </p:nvPr>
        </p:nvSpPr>
        <p:spPr>
          <a:xfrm>
            <a:off x="836374" y="3970236"/>
            <a:ext cx="4749680" cy="1600570"/>
          </a:xfrm>
        </p:spPr>
        <p:txBody>
          <a:bodyPr vert="horz" lIns="0" tIns="0" rIns="0" bIns="0"/>
          <a:lstStyle>
            <a:lvl1pPr>
              <a:defRPr>
                <a:solidFill>
                  <a:schemeClr val="accent2"/>
                </a:solidFill>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10" name="Tijdelijke aanduiding voor verticale tekst 2">
            <a:extLst>
              <a:ext uri="{FF2B5EF4-FFF2-40B4-BE49-F238E27FC236}">
                <a16:creationId xmlns:a16="http://schemas.microsoft.com/office/drawing/2014/main" id="{562FBD57-B2B1-4B61-B0C1-A8269DAAF92B}"/>
              </a:ext>
            </a:extLst>
          </p:cNvPr>
          <p:cNvSpPr>
            <a:spLocks noGrp="1"/>
          </p:cNvSpPr>
          <p:nvPr>
            <p:ph type="body" orient="vert" idx="42" hasCustomPrompt="1"/>
          </p:nvPr>
        </p:nvSpPr>
        <p:spPr>
          <a:xfrm>
            <a:off x="836374" y="3701767"/>
            <a:ext cx="4749680" cy="268469"/>
          </a:xfrm>
        </p:spPr>
        <p:txBody>
          <a:bodyPr vert="horz" lIns="0" tIns="0" rIns="0" bIns="0"/>
          <a:lstStyle>
            <a:lvl1pPr marL="0" indent="0">
              <a:buNone/>
              <a:defRPr b="0">
                <a:solidFill>
                  <a:schemeClr val="accent2"/>
                </a:solidFill>
              </a:defRPr>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81" name="Tijdelijke aanduiding voor verticale tekst 2">
            <a:extLst>
              <a:ext uri="{FF2B5EF4-FFF2-40B4-BE49-F238E27FC236}">
                <a16:creationId xmlns:a16="http://schemas.microsoft.com/office/drawing/2014/main" id="{18B94A39-9138-435F-A85F-E6EF904BE8CF}"/>
              </a:ext>
            </a:extLst>
          </p:cNvPr>
          <p:cNvSpPr>
            <a:spLocks noGrp="1"/>
          </p:cNvSpPr>
          <p:nvPr>
            <p:ph type="body" orient="vert" idx="43" hasCustomPrompt="1"/>
          </p:nvPr>
        </p:nvSpPr>
        <p:spPr>
          <a:xfrm>
            <a:off x="5778846" y="1959086"/>
            <a:ext cx="4749680" cy="1600570"/>
          </a:xfrm>
        </p:spPr>
        <p:txBody>
          <a:bodyPr vert="horz" lIns="0" tIns="0" rIns="0" bIns="0"/>
          <a:lstStyle>
            <a:lvl1pPr>
              <a:defRPr>
                <a:solidFill>
                  <a:schemeClr val="accent2"/>
                </a:solidFill>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82" name="Tijdelijke aanduiding voor verticale tekst 2">
            <a:extLst>
              <a:ext uri="{FF2B5EF4-FFF2-40B4-BE49-F238E27FC236}">
                <a16:creationId xmlns:a16="http://schemas.microsoft.com/office/drawing/2014/main" id="{2DA97F3C-2ABC-446E-A2ED-A8059CDA6233}"/>
              </a:ext>
            </a:extLst>
          </p:cNvPr>
          <p:cNvSpPr>
            <a:spLocks noGrp="1"/>
          </p:cNvSpPr>
          <p:nvPr>
            <p:ph type="body" orient="vert" idx="44" hasCustomPrompt="1"/>
          </p:nvPr>
        </p:nvSpPr>
        <p:spPr>
          <a:xfrm>
            <a:off x="5778846" y="1690617"/>
            <a:ext cx="4749680" cy="268469"/>
          </a:xfrm>
        </p:spPr>
        <p:txBody>
          <a:bodyPr vert="horz" lIns="0" tIns="0" rIns="0" bIns="0"/>
          <a:lstStyle>
            <a:lvl1pPr marL="0" indent="0">
              <a:buNone/>
              <a:defRPr b="0">
                <a:solidFill>
                  <a:schemeClr val="accent2"/>
                </a:solidFill>
              </a:defRPr>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83" name="Tijdelijke aanduiding voor verticale tekst 2">
            <a:extLst>
              <a:ext uri="{FF2B5EF4-FFF2-40B4-BE49-F238E27FC236}">
                <a16:creationId xmlns:a16="http://schemas.microsoft.com/office/drawing/2014/main" id="{30EFD084-28C5-41D2-9442-E72E19990439}"/>
              </a:ext>
            </a:extLst>
          </p:cNvPr>
          <p:cNvSpPr>
            <a:spLocks noGrp="1"/>
          </p:cNvSpPr>
          <p:nvPr>
            <p:ph type="body" orient="vert" idx="45" hasCustomPrompt="1"/>
          </p:nvPr>
        </p:nvSpPr>
        <p:spPr>
          <a:xfrm>
            <a:off x="5778846" y="3970236"/>
            <a:ext cx="4749680" cy="1600570"/>
          </a:xfrm>
        </p:spPr>
        <p:txBody>
          <a:bodyPr vert="horz" lIns="0" tIns="0" rIns="0" bIns="0"/>
          <a:lstStyle>
            <a:lvl1pPr>
              <a:defRPr>
                <a:solidFill>
                  <a:schemeClr val="accent2"/>
                </a:solidFill>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84" name="Tijdelijke aanduiding voor verticale tekst 2">
            <a:extLst>
              <a:ext uri="{FF2B5EF4-FFF2-40B4-BE49-F238E27FC236}">
                <a16:creationId xmlns:a16="http://schemas.microsoft.com/office/drawing/2014/main" id="{56784B59-9889-4BDC-BC95-375E5082EFC1}"/>
              </a:ext>
            </a:extLst>
          </p:cNvPr>
          <p:cNvSpPr>
            <a:spLocks noGrp="1"/>
          </p:cNvSpPr>
          <p:nvPr>
            <p:ph type="body" orient="vert" idx="46" hasCustomPrompt="1"/>
          </p:nvPr>
        </p:nvSpPr>
        <p:spPr>
          <a:xfrm>
            <a:off x="5778846" y="3701767"/>
            <a:ext cx="4749680" cy="268469"/>
          </a:xfrm>
        </p:spPr>
        <p:txBody>
          <a:bodyPr vert="horz" lIns="0" tIns="0" rIns="0" bIns="0"/>
          <a:lstStyle>
            <a:lvl1pPr marL="0" indent="0">
              <a:buNone/>
              <a:defRPr b="0">
                <a:solidFill>
                  <a:schemeClr val="accent2"/>
                </a:solidFill>
              </a:defRPr>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Tree>
    <p:extLst>
      <p:ext uri="{BB962C8B-B14F-4D97-AF65-F5344CB8AC3E}">
        <p14:creationId xmlns:p14="http://schemas.microsoft.com/office/powerpoint/2010/main" val="35959843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Titel en Tekst x4 #2">
    <p:spTree>
      <p:nvGrpSpPr>
        <p:cNvPr id="1" name=""/>
        <p:cNvGrpSpPr/>
        <p:nvPr/>
      </p:nvGrpSpPr>
      <p:grpSpPr>
        <a:xfrm>
          <a:off x="0" y="0"/>
          <a:ext cx="0" cy="0"/>
          <a:chOff x="0" y="0"/>
          <a:chExt cx="0" cy="0"/>
        </a:xfrm>
      </p:grpSpPr>
      <p:sp>
        <p:nvSpPr>
          <p:cNvPr id="8" name="Graphic 31">
            <a:extLst>
              <a:ext uri="{FF2B5EF4-FFF2-40B4-BE49-F238E27FC236}">
                <a16:creationId xmlns:a16="http://schemas.microsoft.com/office/drawing/2014/main" id="{3D319972-9B28-4EB1-A98E-96503CC03C59}"/>
              </a:ext>
            </a:extLst>
          </p:cNvPr>
          <p:cNvSpPr>
            <a:spLocks noChangeAspect="1"/>
          </p:cNvSpPr>
          <p:nvPr userDrawn="1"/>
        </p:nvSpPr>
        <p:spPr>
          <a:xfrm rot="5400000" flipV="1">
            <a:off x="2656221" y="-2656221"/>
            <a:ext cx="6900415" cy="12212857"/>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 name="connsiteX0" fmla="*/ 892481 w 5315644"/>
              <a:gd name="connsiteY0" fmla="*/ 0 h 7563813"/>
              <a:gd name="connsiteX1" fmla="*/ 5816 w 5315644"/>
              <a:gd name="connsiteY1" fmla="*/ 3571624 h 7563813"/>
              <a:gd name="connsiteX2" fmla="*/ 747667 w 5315644"/>
              <a:gd name="connsiteY2" fmla="*/ 7563812 h 7563813"/>
              <a:gd name="connsiteX3" fmla="*/ 4552322 w 5315644"/>
              <a:gd name="connsiteY3" fmla="*/ 7563813 h 7563813"/>
              <a:gd name="connsiteX4" fmla="*/ 5315644 w 5315644"/>
              <a:gd name="connsiteY4" fmla="*/ 0 h 7563813"/>
              <a:gd name="connsiteX5" fmla="*/ 892481 w 5315644"/>
              <a:gd name="connsiteY5" fmla="*/ 0 h 7563813"/>
              <a:gd name="connsiteX0" fmla="*/ 892481 w 5315644"/>
              <a:gd name="connsiteY0" fmla="*/ 0 h 7563813"/>
              <a:gd name="connsiteX1" fmla="*/ 5816 w 5315644"/>
              <a:gd name="connsiteY1" fmla="*/ 3571624 h 7563813"/>
              <a:gd name="connsiteX2" fmla="*/ 747667 w 5315644"/>
              <a:gd name="connsiteY2" fmla="*/ 7563812 h 7563813"/>
              <a:gd name="connsiteX3" fmla="*/ 4901639 w 5315644"/>
              <a:gd name="connsiteY3" fmla="*/ 7563813 h 7563813"/>
              <a:gd name="connsiteX4" fmla="*/ 5315644 w 5315644"/>
              <a:gd name="connsiteY4" fmla="*/ 0 h 7563813"/>
              <a:gd name="connsiteX5" fmla="*/ 892481 w 5315644"/>
              <a:gd name="connsiteY5" fmla="*/ 0 h 7563813"/>
              <a:gd name="connsiteX0" fmla="*/ 892481 w 4901639"/>
              <a:gd name="connsiteY0" fmla="*/ 0 h 7563813"/>
              <a:gd name="connsiteX1" fmla="*/ 5816 w 4901639"/>
              <a:gd name="connsiteY1" fmla="*/ 3571624 h 7563813"/>
              <a:gd name="connsiteX2" fmla="*/ 747667 w 4901639"/>
              <a:gd name="connsiteY2" fmla="*/ 7563812 h 7563813"/>
              <a:gd name="connsiteX3" fmla="*/ 4901639 w 4901639"/>
              <a:gd name="connsiteY3" fmla="*/ 7563813 h 7563813"/>
              <a:gd name="connsiteX4" fmla="*/ 4565260 w 4901639"/>
              <a:gd name="connsiteY4" fmla="*/ 0 h 7563813"/>
              <a:gd name="connsiteX5" fmla="*/ 892481 w 4901639"/>
              <a:gd name="connsiteY5" fmla="*/ 0 h 7563813"/>
              <a:gd name="connsiteX0" fmla="*/ 892481 w 4901639"/>
              <a:gd name="connsiteY0" fmla="*/ 12938 h 7576751"/>
              <a:gd name="connsiteX1" fmla="*/ 5816 w 4901639"/>
              <a:gd name="connsiteY1" fmla="*/ 3584562 h 7576751"/>
              <a:gd name="connsiteX2" fmla="*/ 747667 w 4901639"/>
              <a:gd name="connsiteY2" fmla="*/ 7576750 h 7576751"/>
              <a:gd name="connsiteX3" fmla="*/ 4901639 w 4901639"/>
              <a:gd name="connsiteY3" fmla="*/ 7576751 h 7576751"/>
              <a:gd name="connsiteX4" fmla="*/ 4901639 w 4901639"/>
              <a:gd name="connsiteY4" fmla="*/ 0 h 7576751"/>
              <a:gd name="connsiteX5" fmla="*/ 892481 w 4901639"/>
              <a:gd name="connsiteY5" fmla="*/ 12938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823283 h 8379532"/>
              <a:gd name="connsiteX1" fmla="*/ 10879 w 4906702"/>
              <a:gd name="connsiteY1" fmla="*/ 4387343 h 8379532"/>
              <a:gd name="connsiteX2" fmla="*/ 752730 w 4906702"/>
              <a:gd name="connsiteY2" fmla="*/ 8379531 h 8379532"/>
              <a:gd name="connsiteX3" fmla="*/ 4906702 w 4906702"/>
              <a:gd name="connsiteY3" fmla="*/ 8379532 h 8379532"/>
              <a:gd name="connsiteX4" fmla="*/ 4906702 w 4906702"/>
              <a:gd name="connsiteY4" fmla="*/ 802781 h 8379532"/>
              <a:gd name="connsiteX5" fmla="*/ 0 w 4906702"/>
              <a:gd name="connsiteY5" fmla="*/ 823283 h 8379532"/>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147214 w 4923206"/>
              <a:gd name="connsiteY0" fmla="*/ 179342 h 7576751"/>
              <a:gd name="connsiteX1" fmla="*/ 27383 w 4923206"/>
              <a:gd name="connsiteY1" fmla="*/ 3584562 h 7576751"/>
              <a:gd name="connsiteX2" fmla="*/ 769234 w 4923206"/>
              <a:gd name="connsiteY2" fmla="*/ 7576750 h 7576751"/>
              <a:gd name="connsiteX3" fmla="*/ 4923206 w 4923206"/>
              <a:gd name="connsiteY3" fmla="*/ 7576751 h 7576751"/>
              <a:gd name="connsiteX4" fmla="*/ 4923206 w 4923206"/>
              <a:gd name="connsiteY4" fmla="*/ 0 h 7576751"/>
              <a:gd name="connsiteX5" fmla="*/ 147214 w 4923206"/>
              <a:gd name="connsiteY5" fmla="*/ 179342 h 7576751"/>
              <a:gd name="connsiteX0" fmla="*/ 42213 w 4957629"/>
              <a:gd name="connsiteY0" fmla="*/ 5373 h 7576751"/>
              <a:gd name="connsiteX1" fmla="*/ 61806 w 4957629"/>
              <a:gd name="connsiteY1" fmla="*/ 3584562 h 7576751"/>
              <a:gd name="connsiteX2" fmla="*/ 803657 w 4957629"/>
              <a:gd name="connsiteY2" fmla="*/ 7576750 h 7576751"/>
              <a:gd name="connsiteX3" fmla="*/ 4957629 w 4957629"/>
              <a:gd name="connsiteY3" fmla="*/ 7576751 h 7576751"/>
              <a:gd name="connsiteX4" fmla="*/ 4957629 w 4957629"/>
              <a:gd name="connsiteY4" fmla="*/ 0 h 7576751"/>
              <a:gd name="connsiteX5" fmla="*/ 42213 w 4957629"/>
              <a:gd name="connsiteY5" fmla="*/ 5373 h 7576751"/>
              <a:gd name="connsiteX0" fmla="*/ 19358 w 4934774"/>
              <a:gd name="connsiteY0" fmla="*/ 5373 h 7576751"/>
              <a:gd name="connsiteX1" fmla="*/ 38951 w 4934774"/>
              <a:gd name="connsiteY1" fmla="*/ 3584562 h 7576751"/>
              <a:gd name="connsiteX2" fmla="*/ 780802 w 4934774"/>
              <a:gd name="connsiteY2" fmla="*/ 7576750 h 7576751"/>
              <a:gd name="connsiteX3" fmla="*/ 4934774 w 4934774"/>
              <a:gd name="connsiteY3" fmla="*/ 7576751 h 7576751"/>
              <a:gd name="connsiteX4" fmla="*/ 4934774 w 4934774"/>
              <a:gd name="connsiteY4" fmla="*/ 0 h 7576751"/>
              <a:gd name="connsiteX5" fmla="*/ 19358 w 4934774"/>
              <a:gd name="connsiteY5" fmla="*/ 5373 h 7576751"/>
              <a:gd name="connsiteX0" fmla="*/ 0 w 4915416"/>
              <a:gd name="connsiteY0" fmla="*/ 5373 h 7576751"/>
              <a:gd name="connsiteX1" fmla="*/ 19593 w 4915416"/>
              <a:gd name="connsiteY1" fmla="*/ 3584562 h 7576751"/>
              <a:gd name="connsiteX2" fmla="*/ 761444 w 4915416"/>
              <a:gd name="connsiteY2" fmla="*/ 7576750 h 7576751"/>
              <a:gd name="connsiteX3" fmla="*/ 4915416 w 4915416"/>
              <a:gd name="connsiteY3" fmla="*/ 7576751 h 7576751"/>
              <a:gd name="connsiteX4" fmla="*/ 4915416 w 4915416"/>
              <a:gd name="connsiteY4" fmla="*/ 0 h 7576751"/>
              <a:gd name="connsiteX5" fmla="*/ 0 w 4915416"/>
              <a:gd name="connsiteY5" fmla="*/ 5373 h 7576751"/>
              <a:gd name="connsiteX0" fmla="*/ 0 w 4915416"/>
              <a:gd name="connsiteY0" fmla="*/ 5373 h 7576751"/>
              <a:gd name="connsiteX1" fmla="*/ 19593 w 4915416"/>
              <a:gd name="connsiteY1" fmla="*/ 3584562 h 7576751"/>
              <a:gd name="connsiteX2" fmla="*/ 761444 w 4915416"/>
              <a:gd name="connsiteY2" fmla="*/ 7576750 h 7576751"/>
              <a:gd name="connsiteX3" fmla="*/ 4915416 w 4915416"/>
              <a:gd name="connsiteY3" fmla="*/ 7576751 h 7576751"/>
              <a:gd name="connsiteX4" fmla="*/ 4915416 w 4915416"/>
              <a:gd name="connsiteY4" fmla="*/ 0 h 7576751"/>
              <a:gd name="connsiteX5" fmla="*/ 0 w 4915416"/>
              <a:gd name="connsiteY5" fmla="*/ 5373 h 7576751"/>
              <a:gd name="connsiteX0" fmla="*/ 369366 w 5284782"/>
              <a:gd name="connsiteY0" fmla="*/ 266522 h 7837900"/>
              <a:gd name="connsiteX1" fmla="*/ 362817 w 5284782"/>
              <a:gd name="connsiteY1" fmla="*/ 3845711 h 7837900"/>
              <a:gd name="connsiteX2" fmla="*/ 1130810 w 5284782"/>
              <a:gd name="connsiteY2" fmla="*/ 7837899 h 7837900"/>
              <a:gd name="connsiteX3" fmla="*/ 5284782 w 5284782"/>
              <a:gd name="connsiteY3" fmla="*/ 7837900 h 7837900"/>
              <a:gd name="connsiteX4" fmla="*/ 5284782 w 5284782"/>
              <a:gd name="connsiteY4" fmla="*/ 261149 h 7837900"/>
              <a:gd name="connsiteX5" fmla="*/ 369366 w 5284782"/>
              <a:gd name="connsiteY5" fmla="*/ 266522 h 7837900"/>
              <a:gd name="connsiteX0" fmla="*/ 16535 w 4931951"/>
              <a:gd name="connsiteY0" fmla="*/ 5373 h 7576751"/>
              <a:gd name="connsiteX1" fmla="*/ 9986 w 4931951"/>
              <a:gd name="connsiteY1" fmla="*/ 3584562 h 7576751"/>
              <a:gd name="connsiteX2" fmla="*/ 777979 w 4931951"/>
              <a:gd name="connsiteY2" fmla="*/ 7576750 h 7576751"/>
              <a:gd name="connsiteX3" fmla="*/ 4931951 w 4931951"/>
              <a:gd name="connsiteY3" fmla="*/ 7576751 h 7576751"/>
              <a:gd name="connsiteX4" fmla="*/ 4931951 w 4931951"/>
              <a:gd name="connsiteY4" fmla="*/ 0 h 7576751"/>
              <a:gd name="connsiteX5" fmla="*/ 16535 w 4931951"/>
              <a:gd name="connsiteY5" fmla="*/ 5373 h 7576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31951" h="7576751">
                <a:moveTo>
                  <a:pt x="16535" y="5373"/>
                </a:moveTo>
                <a:cubicBezTo>
                  <a:pt x="-5007" y="4000"/>
                  <a:pt x="-3639" y="2292410"/>
                  <a:pt x="9986" y="3584562"/>
                </a:cubicBezTo>
                <a:cubicBezTo>
                  <a:pt x="23611" y="4876714"/>
                  <a:pt x="882144" y="6160044"/>
                  <a:pt x="777979" y="7576750"/>
                </a:cubicBezTo>
                <a:lnTo>
                  <a:pt x="4931951" y="7576751"/>
                </a:lnTo>
                <a:lnTo>
                  <a:pt x="4931951" y="0"/>
                </a:lnTo>
                <a:lnTo>
                  <a:pt x="16535" y="5373"/>
                </a:lnTo>
                <a:close/>
              </a:path>
            </a:pathLst>
          </a:custGeom>
          <a:solidFill>
            <a:srgbClr val="E5DDE8">
              <a:alpha val="25354"/>
            </a:srgbClr>
          </a:solidFill>
          <a:ln w="12692" cap="flat">
            <a:noFill/>
            <a:prstDash val="solid"/>
            <a:miter/>
          </a:ln>
        </p:spPr>
        <p:txBody>
          <a:bodyPr rtlCol="0" anchor="ctr"/>
          <a:lstStyle/>
          <a:p>
            <a:endParaRPr lang="nl-NL" sz="1633"/>
          </a:p>
        </p:txBody>
      </p:sp>
      <p:sp>
        <p:nvSpPr>
          <p:cNvPr id="3" name="Titel 2">
            <a:extLst>
              <a:ext uri="{FF2B5EF4-FFF2-40B4-BE49-F238E27FC236}">
                <a16:creationId xmlns:a16="http://schemas.microsoft.com/office/drawing/2014/main" id="{9C75EC70-7F42-4BDA-A7A4-1B42B53FCE8E}"/>
              </a:ext>
            </a:extLst>
          </p:cNvPr>
          <p:cNvSpPr>
            <a:spLocks noGrp="1"/>
          </p:cNvSpPr>
          <p:nvPr>
            <p:ph type="title" hasCustomPrompt="1"/>
          </p:nvPr>
        </p:nvSpPr>
        <p:spPr>
          <a:xfrm>
            <a:off x="804452" y="728743"/>
            <a:ext cx="9683960" cy="895483"/>
          </a:xfrm>
        </p:spPr>
        <p:txBody>
          <a:bodyPr/>
          <a:lstStyle>
            <a:lvl1pPr>
              <a:defRPr/>
            </a:lvl1pPr>
          </a:lstStyle>
          <a:p>
            <a:r>
              <a:rPr lang="nl-NL"/>
              <a:t>Plaats hier een titel</a:t>
            </a:r>
            <a:br>
              <a:rPr lang="nl-NL"/>
            </a:br>
            <a:r>
              <a:rPr lang="nl-NL"/>
              <a:t>max. 2 regels</a:t>
            </a:r>
          </a:p>
        </p:txBody>
      </p:sp>
      <p:sp>
        <p:nvSpPr>
          <p:cNvPr id="15" name="Tijdelijke aanduiding voor verticale tekst 2">
            <a:extLst>
              <a:ext uri="{FF2B5EF4-FFF2-40B4-BE49-F238E27FC236}">
                <a16:creationId xmlns:a16="http://schemas.microsoft.com/office/drawing/2014/main" id="{FCC2BCAC-5BB8-488C-B799-E2467A837BDA}"/>
              </a:ext>
            </a:extLst>
          </p:cNvPr>
          <p:cNvSpPr>
            <a:spLocks noGrp="1"/>
          </p:cNvSpPr>
          <p:nvPr>
            <p:ph type="body" orient="vert" idx="1" hasCustomPrompt="1"/>
          </p:nvPr>
        </p:nvSpPr>
        <p:spPr>
          <a:xfrm>
            <a:off x="1897187" y="2430625"/>
            <a:ext cx="3639455" cy="1600570"/>
          </a:xfrm>
        </p:spPr>
        <p:txBody>
          <a:bodyPr vert="horz" lIns="0" tIns="0" rIns="0" bIns="0"/>
          <a:lstStyle>
            <a:lvl1pPr marL="0" indent="0">
              <a:buNone/>
              <a:defRPr>
                <a:solidFill>
                  <a:schemeClr val="accent2"/>
                </a:solidFill>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16" name="Tijdelijke aanduiding voor verticale tekst 2">
            <a:extLst>
              <a:ext uri="{FF2B5EF4-FFF2-40B4-BE49-F238E27FC236}">
                <a16:creationId xmlns:a16="http://schemas.microsoft.com/office/drawing/2014/main" id="{268F3E74-EB61-4DD5-ABD2-2F912243E792}"/>
              </a:ext>
            </a:extLst>
          </p:cNvPr>
          <p:cNvSpPr>
            <a:spLocks noGrp="1"/>
          </p:cNvSpPr>
          <p:nvPr>
            <p:ph type="body" orient="vert" idx="30" hasCustomPrompt="1"/>
          </p:nvPr>
        </p:nvSpPr>
        <p:spPr>
          <a:xfrm>
            <a:off x="1897187" y="2162156"/>
            <a:ext cx="3639455" cy="268469"/>
          </a:xfrm>
        </p:spPr>
        <p:txBody>
          <a:bodyPr vert="horz" lIns="0" tIns="0" rIns="0" bIns="0"/>
          <a:lstStyle>
            <a:lvl1pPr marL="0" indent="0">
              <a:buNone/>
              <a:defRPr sz="1600" b="0">
                <a:solidFill>
                  <a:schemeClr val="accent1"/>
                </a:solidFill>
              </a:defRPr>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17" name="Tijdelijke aanduiding voor verticale tekst 2">
            <a:extLst>
              <a:ext uri="{FF2B5EF4-FFF2-40B4-BE49-F238E27FC236}">
                <a16:creationId xmlns:a16="http://schemas.microsoft.com/office/drawing/2014/main" id="{850DB247-445F-4284-BD6F-31D68E837F9D}"/>
              </a:ext>
            </a:extLst>
          </p:cNvPr>
          <p:cNvSpPr>
            <a:spLocks noGrp="1"/>
          </p:cNvSpPr>
          <p:nvPr>
            <p:ph type="body" orient="vert" idx="31" hasCustomPrompt="1"/>
          </p:nvPr>
        </p:nvSpPr>
        <p:spPr>
          <a:xfrm>
            <a:off x="1897187" y="4394923"/>
            <a:ext cx="3639455" cy="1600570"/>
          </a:xfrm>
        </p:spPr>
        <p:txBody>
          <a:bodyPr vert="horz" lIns="0" tIns="0" rIns="0" bIns="0"/>
          <a:lstStyle>
            <a:lvl1pPr marL="0" indent="0">
              <a:buNone/>
              <a:defRPr>
                <a:solidFill>
                  <a:schemeClr val="accent2"/>
                </a:solidFill>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18" name="Tijdelijke aanduiding voor verticale tekst 2">
            <a:extLst>
              <a:ext uri="{FF2B5EF4-FFF2-40B4-BE49-F238E27FC236}">
                <a16:creationId xmlns:a16="http://schemas.microsoft.com/office/drawing/2014/main" id="{0EAAEA3B-C96F-49C7-A571-54B361D2294E}"/>
              </a:ext>
            </a:extLst>
          </p:cNvPr>
          <p:cNvSpPr>
            <a:spLocks noGrp="1"/>
          </p:cNvSpPr>
          <p:nvPr>
            <p:ph type="body" orient="vert" idx="32" hasCustomPrompt="1"/>
          </p:nvPr>
        </p:nvSpPr>
        <p:spPr>
          <a:xfrm>
            <a:off x="1897187" y="4126454"/>
            <a:ext cx="3639455" cy="268469"/>
          </a:xfrm>
        </p:spPr>
        <p:txBody>
          <a:bodyPr vert="horz" lIns="0" tIns="0" rIns="0" bIns="0"/>
          <a:lstStyle>
            <a:lvl1pPr marL="0" indent="0">
              <a:buNone/>
              <a:defRPr sz="1600" b="0">
                <a:solidFill>
                  <a:schemeClr val="accent1"/>
                </a:solidFill>
              </a:defRPr>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19" name="Tijdelijke aanduiding voor verticale tekst 2">
            <a:extLst>
              <a:ext uri="{FF2B5EF4-FFF2-40B4-BE49-F238E27FC236}">
                <a16:creationId xmlns:a16="http://schemas.microsoft.com/office/drawing/2014/main" id="{D343F841-23ED-491F-902C-1582B1D18B79}"/>
              </a:ext>
            </a:extLst>
          </p:cNvPr>
          <p:cNvSpPr>
            <a:spLocks noGrp="1"/>
          </p:cNvSpPr>
          <p:nvPr>
            <p:ph type="body" orient="vert" idx="33" hasCustomPrompt="1"/>
          </p:nvPr>
        </p:nvSpPr>
        <p:spPr>
          <a:xfrm>
            <a:off x="6985471" y="2430625"/>
            <a:ext cx="3639455" cy="1600570"/>
          </a:xfrm>
        </p:spPr>
        <p:txBody>
          <a:bodyPr vert="horz" lIns="0" tIns="0" rIns="0" bIns="0"/>
          <a:lstStyle>
            <a:lvl1pPr marL="0" indent="0">
              <a:buNone/>
              <a:defRPr>
                <a:solidFill>
                  <a:schemeClr val="accent2"/>
                </a:solidFill>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20" name="Tijdelijke aanduiding voor verticale tekst 2">
            <a:extLst>
              <a:ext uri="{FF2B5EF4-FFF2-40B4-BE49-F238E27FC236}">
                <a16:creationId xmlns:a16="http://schemas.microsoft.com/office/drawing/2014/main" id="{9F38F779-596D-4AE5-8470-F514D7FA944D}"/>
              </a:ext>
            </a:extLst>
          </p:cNvPr>
          <p:cNvSpPr>
            <a:spLocks noGrp="1"/>
          </p:cNvSpPr>
          <p:nvPr>
            <p:ph type="body" orient="vert" idx="34" hasCustomPrompt="1"/>
          </p:nvPr>
        </p:nvSpPr>
        <p:spPr>
          <a:xfrm>
            <a:off x="6985471" y="2162156"/>
            <a:ext cx="3639455" cy="268469"/>
          </a:xfrm>
        </p:spPr>
        <p:txBody>
          <a:bodyPr vert="horz" lIns="0" tIns="0" rIns="0" bIns="0"/>
          <a:lstStyle>
            <a:lvl1pPr marL="0" indent="0">
              <a:buNone/>
              <a:defRPr sz="1600" b="0">
                <a:solidFill>
                  <a:schemeClr val="accent1"/>
                </a:solidFill>
              </a:defRPr>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21" name="Tijdelijke aanduiding voor verticale tekst 2">
            <a:extLst>
              <a:ext uri="{FF2B5EF4-FFF2-40B4-BE49-F238E27FC236}">
                <a16:creationId xmlns:a16="http://schemas.microsoft.com/office/drawing/2014/main" id="{D660ACC1-B1E3-4EE6-A15B-4C249EED7B79}"/>
              </a:ext>
            </a:extLst>
          </p:cNvPr>
          <p:cNvSpPr>
            <a:spLocks noGrp="1"/>
          </p:cNvSpPr>
          <p:nvPr>
            <p:ph type="body" orient="vert" idx="35" hasCustomPrompt="1"/>
          </p:nvPr>
        </p:nvSpPr>
        <p:spPr>
          <a:xfrm>
            <a:off x="6985471" y="4394923"/>
            <a:ext cx="3639455" cy="1600570"/>
          </a:xfrm>
        </p:spPr>
        <p:txBody>
          <a:bodyPr vert="horz" lIns="0" tIns="0" rIns="0" bIns="0"/>
          <a:lstStyle>
            <a:lvl1pPr marL="0" indent="0">
              <a:buNone/>
              <a:defRPr>
                <a:solidFill>
                  <a:schemeClr val="accent2"/>
                </a:solidFill>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22" name="Tijdelijke aanduiding voor verticale tekst 2">
            <a:extLst>
              <a:ext uri="{FF2B5EF4-FFF2-40B4-BE49-F238E27FC236}">
                <a16:creationId xmlns:a16="http://schemas.microsoft.com/office/drawing/2014/main" id="{41A32DFB-12DB-47A2-B798-3CF9F573FC18}"/>
              </a:ext>
            </a:extLst>
          </p:cNvPr>
          <p:cNvSpPr>
            <a:spLocks noGrp="1"/>
          </p:cNvSpPr>
          <p:nvPr>
            <p:ph type="body" orient="vert" idx="36" hasCustomPrompt="1"/>
          </p:nvPr>
        </p:nvSpPr>
        <p:spPr>
          <a:xfrm>
            <a:off x="6985471" y="4126454"/>
            <a:ext cx="3639455" cy="268469"/>
          </a:xfrm>
        </p:spPr>
        <p:txBody>
          <a:bodyPr vert="horz" lIns="0" tIns="0" rIns="0" bIns="0"/>
          <a:lstStyle>
            <a:lvl1pPr marL="0" indent="0">
              <a:buNone/>
              <a:defRPr sz="1600" b="0">
                <a:solidFill>
                  <a:schemeClr val="accent1"/>
                </a:solidFill>
              </a:defRPr>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Tree>
    <p:extLst>
      <p:ext uri="{BB962C8B-B14F-4D97-AF65-F5344CB8AC3E}">
        <p14:creationId xmlns:p14="http://schemas.microsoft.com/office/powerpoint/2010/main" val="33907691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userDrawn="1">
  <p:cSld name="Titel en Tekst x4 #3">
    <p:spTree>
      <p:nvGrpSpPr>
        <p:cNvPr id="1" name=""/>
        <p:cNvGrpSpPr/>
        <p:nvPr/>
      </p:nvGrpSpPr>
      <p:grpSpPr>
        <a:xfrm>
          <a:off x="0" y="0"/>
          <a:ext cx="0" cy="0"/>
          <a:chOff x="0" y="0"/>
          <a:chExt cx="0" cy="0"/>
        </a:xfrm>
      </p:grpSpPr>
      <p:sp>
        <p:nvSpPr>
          <p:cNvPr id="2" name="Rechthoek 1">
            <a:extLst>
              <a:ext uri="{FF2B5EF4-FFF2-40B4-BE49-F238E27FC236}">
                <a16:creationId xmlns:a16="http://schemas.microsoft.com/office/drawing/2014/main" id="{4AEE67BF-72B0-4192-887A-93CEC32FF6F7}"/>
              </a:ext>
            </a:extLst>
          </p:cNvPr>
          <p:cNvSpPr/>
          <p:nvPr userDrawn="1"/>
        </p:nvSpPr>
        <p:spPr>
          <a:xfrm>
            <a:off x="0" y="0"/>
            <a:ext cx="3735092" cy="690041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 name="Graphic 31">
            <a:extLst>
              <a:ext uri="{FF2B5EF4-FFF2-40B4-BE49-F238E27FC236}">
                <a16:creationId xmlns:a16="http://schemas.microsoft.com/office/drawing/2014/main" id="{3D319972-9B28-4EB1-A98E-96503CC03C59}"/>
              </a:ext>
            </a:extLst>
          </p:cNvPr>
          <p:cNvSpPr>
            <a:spLocks noChangeAspect="1"/>
          </p:cNvSpPr>
          <p:nvPr userDrawn="1"/>
        </p:nvSpPr>
        <p:spPr>
          <a:xfrm rot="5400000" flipV="1">
            <a:off x="2656221" y="-2656221"/>
            <a:ext cx="6900415" cy="12212857"/>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 name="connsiteX0" fmla="*/ 892481 w 5315644"/>
              <a:gd name="connsiteY0" fmla="*/ 0 h 7563813"/>
              <a:gd name="connsiteX1" fmla="*/ 5816 w 5315644"/>
              <a:gd name="connsiteY1" fmla="*/ 3571624 h 7563813"/>
              <a:gd name="connsiteX2" fmla="*/ 747667 w 5315644"/>
              <a:gd name="connsiteY2" fmla="*/ 7563812 h 7563813"/>
              <a:gd name="connsiteX3" fmla="*/ 4552322 w 5315644"/>
              <a:gd name="connsiteY3" fmla="*/ 7563813 h 7563813"/>
              <a:gd name="connsiteX4" fmla="*/ 5315644 w 5315644"/>
              <a:gd name="connsiteY4" fmla="*/ 0 h 7563813"/>
              <a:gd name="connsiteX5" fmla="*/ 892481 w 5315644"/>
              <a:gd name="connsiteY5" fmla="*/ 0 h 7563813"/>
              <a:gd name="connsiteX0" fmla="*/ 892481 w 5315644"/>
              <a:gd name="connsiteY0" fmla="*/ 0 h 7563813"/>
              <a:gd name="connsiteX1" fmla="*/ 5816 w 5315644"/>
              <a:gd name="connsiteY1" fmla="*/ 3571624 h 7563813"/>
              <a:gd name="connsiteX2" fmla="*/ 747667 w 5315644"/>
              <a:gd name="connsiteY2" fmla="*/ 7563812 h 7563813"/>
              <a:gd name="connsiteX3" fmla="*/ 4901639 w 5315644"/>
              <a:gd name="connsiteY3" fmla="*/ 7563813 h 7563813"/>
              <a:gd name="connsiteX4" fmla="*/ 5315644 w 5315644"/>
              <a:gd name="connsiteY4" fmla="*/ 0 h 7563813"/>
              <a:gd name="connsiteX5" fmla="*/ 892481 w 5315644"/>
              <a:gd name="connsiteY5" fmla="*/ 0 h 7563813"/>
              <a:gd name="connsiteX0" fmla="*/ 892481 w 4901639"/>
              <a:gd name="connsiteY0" fmla="*/ 0 h 7563813"/>
              <a:gd name="connsiteX1" fmla="*/ 5816 w 4901639"/>
              <a:gd name="connsiteY1" fmla="*/ 3571624 h 7563813"/>
              <a:gd name="connsiteX2" fmla="*/ 747667 w 4901639"/>
              <a:gd name="connsiteY2" fmla="*/ 7563812 h 7563813"/>
              <a:gd name="connsiteX3" fmla="*/ 4901639 w 4901639"/>
              <a:gd name="connsiteY3" fmla="*/ 7563813 h 7563813"/>
              <a:gd name="connsiteX4" fmla="*/ 4565260 w 4901639"/>
              <a:gd name="connsiteY4" fmla="*/ 0 h 7563813"/>
              <a:gd name="connsiteX5" fmla="*/ 892481 w 4901639"/>
              <a:gd name="connsiteY5" fmla="*/ 0 h 7563813"/>
              <a:gd name="connsiteX0" fmla="*/ 892481 w 4901639"/>
              <a:gd name="connsiteY0" fmla="*/ 12938 h 7576751"/>
              <a:gd name="connsiteX1" fmla="*/ 5816 w 4901639"/>
              <a:gd name="connsiteY1" fmla="*/ 3584562 h 7576751"/>
              <a:gd name="connsiteX2" fmla="*/ 747667 w 4901639"/>
              <a:gd name="connsiteY2" fmla="*/ 7576750 h 7576751"/>
              <a:gd name="connsiteX3" fmla="*/ 4901639 w 4901639"/>
              <a:gd name="connsiteY3" fmla="*/ 7576751 h 7576751"/>
              <a:gd name="connsiteX4" fmla="*/ 4901639 w 4901639"/>
              <a:gd name="connsiteY4" fmla="*/ 0 h 7576751"/>
              <a:gd name="connsiteX5" fmla="*/ 892481 w 4901639"/>
              <a:gd name="connsiteY5" fmla="*/ 12938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823283 h 8379532"/>
              <a:gd name="connsiteX1" fmla="*/ 10879 w 4906702"/>
              <a:gd name="connsiteY1" fmla="*/ 4387343 h 8379532"/>
              <a:gd name="connsiteX2" fmla="*/ 752730 w 4906702"/>
              <a:gd name="connsiteY2" fmla="*/ 8379531 h 8379532"/>
              <a:gd name="connsiteX3" fmla="*/ 4906702 w 4906702"/>
              <a:gd name="connsiteY3" fmla="*/ 8379532 h 8379532"/>
              <a:gd name="connsiteX4" fmla="*/ 4906702 w 4906702"/>
              <a:gd name="connsiteY4" fmla="*/ 802781 h 8379532"/>
              <a:gd name="connsiteX5" fmla="*/ 0 w 4906702"/>
              <a:gd name="connsiteY5" fmla="*/ 823283 h 8379532"/>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147214 w 4923206"/>
              <a:gd name="connsiteY0" fmla="*/ 179342 h 7576751"/>
              <a:gd name="connsiteX1" fmla="*/ 27383 w 4923206"/>
              <a:gd name="connsiteY1" fmla="*/ 3584562 h 7576751"/>
              <a:gd name="connsiteX2" fmla="*/ 769234 w 4923206"/>
              <a:gd name="connsiteY2" fmla="*/ 7576750 h 7576751"/>
              <a:gd name="connsiteX3" fmla="*/ 4923206 w 4923206"/>
              <a:gd name="connsiteY3" fmla="*/ 7576751 h 7576751"/>
              <a:gd name="connsiteX4" fmla="*/ 4923206 w 4923206"/>
              <a:gd name="connsiteY4" fmla="*/ 0 h 7576751"/>
              <a:gd name="connsiteX5" fmla="*/ 147214 w 4923206"/>
              <a:gd name="connsiteY5" fmla="*/ 179342 h 7576751"/>
              <a:gd name="connsiteX0" fmla="*/ 42213 w 4957629"/>
              <a:gd name="connsiteY0" fmla="*/ 5373 h 7576751"/>
              <a:gd name="connsiteX1" fmla="*/ 61806 w 4957629"/>
              <a:gd name="connsiteY1" fmla="*/ 3584562 h 7576751"/>
              <a:gd name="connsiteX2" fmla="*/ 803657 w 4957629"/>
              <a:gd name="connsiteY2" fmla="*/ 7576750 h 7576751"/>
              <a:gd name="connsiteX3" fmla="*/ 4957629 w 4957629"/>
              <a:gd name="connsiteY3" fmla="*/ 7576751 h 7576751"/>
              <a:gd name="connsiteX4" fmla="*/ 4957629 w 4957629"/>
              <a:gd name="connsiteY4" fmla="*/ 0 h 7576751"/>
              <a:gd name="connsiteX5" fmla="*/ 42213 w 4957629"/>
              <a:gd name="connsiteY5" fmla="*/ 5373 h 7576751"/>
              <a:gd name="connsiteX0" fmla="*/ 19358 w 4934774"/>
              <a:gd name="connsiteY0" fmla="*/ 5373 h 7576751"/>
              <a:gd name="connsiteX1" fmla="*/ 38951 w 4934774"/>
              <a:gd name="connsiteY1" fmla="*/ 3584562 h 7576751"/>
              <a:gd name="connsiteX2" fmla="*/ 780802 w 4934774"/>
              <a:gd name="connsiteY2" fmla="*/ 7576750 h 7576751"/>
              <a:gd name="connsiteX3" fmla="*/ 4934774 w 4934774"/>
              <a:gd name="connsiteY3" fmla="*/ 7576751 h 7576751"/>
              <a:gd name="connsiteX4" fmla="*/ 4934774 w 4934774"/>
              <a:gd name="connsiteY4" fmla="*/ 0 h 7576751"/>
              <a:gd name="connsiteX5" fmla="*/ 19358 w 4934774"/>
              <a:gd name="connsiteY5" fmla="*/ 5373 h 7576751"/>
              <a:gd name="connsiteX0" fmla="*/ 0 w 4915416"/>
              <a:gd name="connsiteY0" fmla="*/ 5373 h 7576751"/>
              <a:gd name="connsiteX1" fmla="*/ 19593 w 4915416"/>
              <a:gd name="connsiteY1" fmla="*/ 3584562 h 7576751"/>
              <a:gd name="connsiteX2" fmla="*/ 761444 w 4915416"/>
              <a:gd name="connsiteY2" fmla="*/ 7576750 h 7576751"/>
              <a:gd name="connsiteX3" fmla="*/ 4915416 w 4915416"/>
              <a:gd name="connsiteY3" fmla="*/ 7576751 h 7576751"/>
              <a:gd name="connsiteX4" fmla="*/ 4915416 w 4915416"/>
              <a:gd name="connsiteY4" fmla="*/ 0 h 7576751"/>
              <a:gd name="connsiteX5" fmla="*/ 0 w 4915416"/>
              <a:gd name="connsiteY5" fmla="*/ 5373 h 7576751"/>
              <a:gd name="connsiteX0" fmla="*/ 0 w 4915416"/>
              <a:gd name="connsiteY0" fmla="*/ 5373 h 7576751"/>
              <a:gd name="connsiteX1" fmla="*/ 19593 w 4915416"/>
              <a:gd name="connsiteY1" fmla="*/ 3584562 h 7576751"/>
              <a:gd name="connsiteX2" fmla="*/ 761444 w 4915416"/>
              <a:gd name="connsiteY2" fmla="*/ 7576750 h 7576751"/>
              <a:gd name="connsiteX3" fmla="*/ 4915416 w 4915416"/>
              <a:gd name="connsiteY3" fmla="*/ 7576751 h 7576751"/>
              <a:gd name="connsiteX4" fmla="*/ 4915416 w 4915416"/>
              <a:gd name="connsiteY4" fmla="*/ 0 h 7576751"/>
              <a:gd name="connsiteX5" fmla="*/ 0 w 4915416"/>
              <a:gd name="connsiteY5" fmla="*/ 5373 h 7576751"/>
              <a:gd name="connsiteX0" fmla="*/ 369366 w 5284782"/>
              <a:gd name="connsiteY0" fmla="*/ 266522 h 7837900"/>
              <a:gd name="connsiteX1" fmla="*/ 362817 w 5284782"/>
              <a:gd name="connsiteY1" fmla="*/ 3845711 h 7837900"/>
              <a:gd name="connsiteX2" fmla="*/ 1130810 w 5284782"/>
              <a:gd name="connsiteY2" fmla="*/ 7837899 h 7837900"/>
              <a:gd name="connsiteX3" fmla="*/ 5284782 w 5284782"/>
              <a:gd name="connsiteY3" fmla="*/ 7837900 h 7837900"/>
              <a:gd name="connsiteX4" fmla="*/ 5284782 w 5284782"/>
              <a:gd name="connsiteY4" fmla="*/ 261149 h 7837900"/>
              <a:gd name="connsiteX5" fmla="*/ 369366 w 5284782"/>
              <a:gd name="connsiteY5" fmla="*/ 266522 h 7837900"/>
              <a:gd name="connsiteX0" fmla="*/ 16535 w 4931951"/>
              <a:gd name="connsiteY0" fmla="*/ 5373 h 7576751"/>
              <a:gd name="connsiteX1" fmla="*/ 9986 w 4931951"/>
              <a:gd name="connsiteY1" fmla="*/ 3584562 h 7576751"/>
              <a:gd name="connsiteX2" fmla="*/ 777979 w 4931951"/>
              <a:gd name="connsiteY2" fmla="*/ 7576750 h 7576751"/>
              <a:gd name="connsiteX3" fmla="*/ 4931951 w 4931951"/>
              <a:gd name="connsiteY3" fmla="*/ 7576751 h 7576751"/>
              <a:gd name="connsiteX4" fmla="*/ 4931951 w 4931951"/>
              <a:gd name="connsiteY4" fmla="*/ 0 h 7576751"/>
              <a:gd name="connsiteX5" fmla="*/ 16535 w 4931951"/>
              <a:gd name="connsiteY5" fmla="*/ 5373 h 7576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31951" h="7576751">
                <a:moveTo>
                  <a:pt x="16535" y="5373"/>
                </a:moveTo>
                <a:cubicBezTo>
                  <a:pt x="-5007" y="4000"/>
                  <a:pt x="-3639" y="2292410"/>
                  <a:pt x="9986" y="3584562"/>
                </a:cubicBezTo>
                <a:cubicBezTo>
                  <a:pt x="23611" y="4876714"/>
                  <a:pt x="882144" y="6160044"/>
                  <a:pt x="777979" y="7576750"/>
                </a:cubicBezTo>
                <a:lnTo>
                  <a:pt x="4931951" y="7576751"/>
                </a:lnTo>
                <a:lnTo>
                  <a:pt x="4931951" y="0"/>
                </a:lnTo>
                <a:lnTo>
                  <a:pt x="16535" y="5373"/>
                </a:lnTo>
                <a:close/>
              </a:path>
            </a:pathLst>
          </a:custGeom>
          <a:solidFill>
            <a:srgbClr val="6C1D5F"/>
          </a:solidFill>
          <a:ln w="12692" cap="flat">
            <a:noFill/>
            <a:prstDash val="solid"/>
            <a:miter/>
          </a:ln>
        </p:spPr>
        <p:txBody>
          <a:bodyPr rtlCol="0" anchor="ctr"/>
          <a:lstStyle/>
          <a:p>
            <a:endParaRPr lang="nl-NL" sz="1633"/>
          </a:p>
        </p:txBody>
      </p:sp>
      <p:sp>
        <p:nvSpPr>
          <p:cNvPr id="3" name="Titel 2">
            <a:extLst>
              <a:ext uri="{FF2B5EF4-FFF2-40B4-BE49-F238E27FC236}">
                <a16:creationId xmlns:a16="http://schemas.microsoft.com/office/drawing/2014/main" id="{9C75EC70-7F42-4BDA-A7A4-1B42B53FCE8E}"/>
              </a:ext>
            </a:extLst>
          </p:cNvPr>
          <p:cNvSpPr>
            <a:spLocks noGrp="1"/>
          </p:cNvSpPr>
          <p:nvPr>
            <p:ph type="title" hasCustomPrompt="1"/>
          </p:nvPr>
        </p:nvSpPr>
        <p:spPr>
          <a:xfrm>
            <a:off x="790384" y="728743"/>
            <a:ext cx="9683960" cy="895483"/>
          </a:xfrm>
        </p:spPr>
        <p:txBody>
          <a:bodyPr/>
          <a:lstStyle>
            <a:lvl1pPr>
              <a:defRPr>
                <a:solidFill>
                  <a:schemeClr val="bg1"/>
                </a:solidFill>
              </a:defRPr>
            </a:lvl1pPr>
          </a:lstStyle>
          <a:p>
            <a:r>
              <a:rPr lang="nl-NL"/>
              <a:t>Plaats hier een titel</a:t>
            </a:r>
            <a:br>
              <a:rPr lang="nl-NL"/>
            </a:br>
            <a:r>
              <a:rPr lang="nl-NL"/>
              <a:t>max. 2 regels</a:t>
            </a:r>
          </a:p>
        </p:txBody>
      </p:sp>
      <p:sp>
        <p:nvSpPr>
          <p:cNvPr id="15" name="Tijdelijke aanduiding voor verticale tekst 2">
            <a:extLst>
              <a:ext uri="{FF2B5EF4-FFF2-40B4-BE49-F238E27FC236}">
                <a16:creationId xmlns:a16="http://schemas.microsoft.com/office/drawing/2014/main" id="{FCC2BCAC-5BB8-488C-B799-E2467A837BDA}"/>
              </a:ext>
            </a:extLst>
          </p:cNvPr>
          <p:cNvSpPr>
            <a:spLocks noGrp="1"/>
          </p:cNvSpPr>
          <p:nvPr>
            <p:ph type="body" orient="vert" idx="1" hasCustomPrompt="1"/>
          </p:nvPr>
        </p:nvSpPr>
        <p:spPr>
          <a:xfrm>
            <a:off x="1897187" y="2430625"/>
            <a:ext cx="3639455" cy="1600570"/>
          </a:xfrm>
        </p:spPr>
        <p:txBody>
          <a:bodyPr vert="horz" lIns="0" tIns="0" rIns="0" bIns="0"/>
          <a:lstStyle>
            <a:lvl1pPr marL="0" indent="0">
              <a:buNone/>
              <a:defRPr>
                <a:solidFill>
                  <a:schemeClr val="bg1"/>
                </a:solidFill>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16" name="Tijdelijke aanduiding voor verticale tekst 2">
            <a:extLst>
              <a:ext uri="{FF2B5EF4-FFF2-40B4-BE49-F238E27FC236}">
                <a16:creationId xmlns:a16="http://schemas.microsoft.com/office/drawing/2014/main" id="{268F3E74-EB61-4DD5-ABD2-2F912243E792}"/>
              </a:ext>
            </a:extLst>
          </p:cNvPr>
          <p:cNvSpPr>
            <a:spLocks noGrp="1"/>
          </p:cNvSpPr>
          <p:nvPr>
            <p:ph type="body" orient="vert" idx="30" hasCustomPrompt="1"/>
          </p:nvPr>
        </p:nvSpPr>
        <p:spPr>
          <a:xfrm>
            <a:off x="1897187" y="2162156"/>
            <a:ext cx="3639455" cy="268469"/>
          </a:xfrm>
        </p:spPr>
        <p:txBody>
          <a:bodyPr vert="horz" lIns="0" tIns="0" rIns="0" bIns="0"/>
          <a:lstStyle>
            <a:lvl1pPr marL="0" indent="0">
              <a:buNone/>
              <a:defRPr sz="1600" b="0">
                <a:solidFill>
                  <a:schemeClr val="bg1"/>
                </a:solidFill>
              </a:defRPr>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17" name="Tijdelijke aanduiding voor verticale tekst 2">
            <a:extLst>
              <a:ext uri="{FF2B5EF4-FFF2-40B4-BE49-F238E27FC236}">
                <a16:creationId xmlns:a16="http://schemas.microsoft.com/office/drawing/2014/main" id="{850DB247-445F-4284-BD6F-31D68E837F9D}"/>
              </a:ext>
            </a:extLst>
          </p:cNvPr>
          <p:cNvSpPr>
            <a:spLocks noGrp="1"/>
          </p:cNvSpPr>
          <p:nvPr>
            <p:ph type="body" orient="vert" idx="31" hasCustomPrompt="1"/>
          </p:nvPr>
        </p:nvSpPr>
        <p:spPr>
          <a:xfrm>
            <a:off x="1897187" y="4394923"/>
            <a:ext cx="3639455" cy="1600570"/>
          </a:xfrm>
        </p:spPr>
        <p:txBody>
          <a:bodyPr vert="horz" lIns="0" tIns="0" rIns="0" bIns="0"/>
          <a:lstStyle>
            <a:lvl1pPr marL="0" indent="0">
              <a:buNone/>
              <a:defRPr>
                <a:solidFill>
                  <a:schemeClr val="bg1"/>
                </a:solidFill>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18" name="Tijdelijke aanduiding voor verticale tekst 2">
            <a:extLst>
              <a:ext uri="{FF2B5EF4-FFF2-40B4-BE49-F238E27FC236}">
                <a16:creationId xmlns:a16="http://schemas.microsoft.com/office/drawing/2014/main" id="{0EAAEA3B-C96F-49C7-A571-54B361D2294E}"/>
              </a:ext>
            </a:extLst>
          </p:cNvPr>
          <p:cNvSpPr>
            <a:spLocks noGrp="1"/>
          </p:cNvSpPr>
          <p:nvPr>
            <p:ph type="body" orient="vert" idx="32" hasCustomPrompt="1"/>
          </p:nvPr>
        </p:nvSpPr>
        <p:spPr>
          <a:xfrm>
            <a:off x="1897187" y="4126454"/>
            <a:ext cx="3639455" cy="268469"/>
          </a:xfrm>
        </p:spPr>
        <p:txBody>
          <a:bodyPr vert="horz" lIns="0" tIns="0" rIns="0" bIns="0"/>
          <a:lstStyle>
            <a:lvl1pPr marL="0" indent="0">
              <a:buNone/>
              <a:defRPr sz="1600" b="0">
                <a:solidFill>
                  <a:schemeClr val="bg1"/>
                </a:solidFill>
              </a:defRPr>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19" name="Tijdelijke aanduiding voor verticale tekst 2">
            <a:extLst>
              <a:ext uri="{FF2B5EF4-FFF2-40B4-BE49-F238E27FC236}">
                <a16:creationId xmlns:a16="http://schemas.microsoft.com/office/drawing/2014/main" id="{D343F841-23ED-491F-902C-1582B1D18B79}"/>
              </a:ext>
            </a:extLst>
          </p:cNvPr>
          <p:cNvSpPr>
            <a:spLocks noGrp="1"/>
          </p:cNvSpPr>
          <p:nvPr>
            <p:ph type="body" orient="vert" idx="33" hasCustomPrompt="1"/>
          </p:nvPr>
        </p:nvSpPr>
        <p:spPr>
          <a:xfrm>
            <a:off x="6985471" y="2430625"/>
            <a:ext cx="3639455" cy="1600570"/>
          </a:xfrm>
        </p:spPr>
        <p:txBody>
          <a:bodyPr vert="horz" lIns="0" tIns="0" rIns="0" bIns="0"/>
          <a:lstStyle>
            <a:lvl1pPr marL="0" indent="0">
              <a:buNone/>
              <a:defRPr>
                <a:solidFill>
                  <a:schemeClr val="bg1"/>
                </a:solidFill>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20" name="Tijdelijke aanduiding voor verticale tekst 2">
            <a:extLst>
              <a:ext uri="{FF2B5EF4-FFF2-40B4-BE49-F238E27FC236}">
                <a16:creationId xmlns:a16="http://schemas.microsoft.com/office/drawing/2014/main" id="{9F38F779-596D-4AE5-8470-F514D7FA944D}"/>
              </a:ext>
            </a:extLst>
          </p:cNvPr>
          <p:cNvSpPr>
            <a:spLocks noGrp="1"/>
          </p:cNvSpPr>
          <p:nvPr>
            <p:ph type="body" orient="vert" idx="34" hasCustomPrompt="1"/>
          </p:nvPr>
        </p:nvSpPr>
        <p:spPr>
          <a:xfrm>
            <a:off x="6985471" y="2162156"/>
            <a:ext cx="3639455" cy="268469"/>
          </a:xfrm>
        </p:spPr>
        <p:txBody>
          <a:bodyPr vert="horz" lIns="0" tIns="0" rIns="0" bIns="0"/>
          <a:lstStyle>
            <a:lvl1pPr marL="0" indent="0">
              <a:buNone/>
              <a:defRPr sz="1600" b="0">
                <a:solidFill>
                  <a:schemeClr val="bg1"/>
                </a:solidFill>
              </a:defRPr>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21" name="Tijdelijke aanduiding voor verticale tekst 2">
            <a:extLst>
              <a:ext uri="{FF2B5EF4-FFF2-40B4-BE49-F238E27FC236}">
                <a16:creationId xmlns:a16="http://schemas.microsoft.com/office/drawing/2014/main" id="{D660ACC1-B1E3-4EE6-A15B-4C249EED7B79}"/>
              </a:ext>
            </a:extLst>
          </p:cNvPr>
          <p:cNvSpPr>
            <a:spLocks noGrp="1"/>
          </p:cNvSpPr>
          <p:nvPr>
            <p:ph type="body" orient="vert" idx="35" hasCustomPrompt="1"/>
          </p:nvPr>
        </p:nvSpPr>
        <p:spPr>
          <a:xfrm>
            <a:off x="6985471" y="4394923"/>
            <a:ext cx="3639455" cy="1600570"/>
          </a:xfrm>
        </p:spPr>
        <p:txBody>
          <a:bodyPr vert="horz" lIns="0" tIns="0" rIns="0" bIns="0"/>
          <a:lstStyle>
            <a:lvl1pPr marL="0" indent="0">
              <a:buNone/>
              <a:defRPr>
                <a:solidFill>
                  <a:schemeClr val="bg1"/>
                </a:solidFill>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22" name="Tijdelijke aanduiding voor verticale tekst 2">
            <a:extLst>
              <a:ext uri="{FF2B5EF4-FFF2-40B4-BE49-F238E27FC236}">
                <a16:creationId xmlns:a16="http://schemas.microsoft.com/office/drawing/2014/main" id="{41A32DFB-12DB-47A2-B798-3CF9F573FC18}"/>
              </a:ext>
            </a:extLst>
          </p:cNvPr>
          <p:cNvSpPr>
            <a:spLocks noGrp="1"/>
          </p:cNvSpPr>
          <p:nvPr>
            <p:ph type="body" orient="vert" idx="36" hasCustomPrompt="1"/>
          </p:nvPr>
        </p:nvSpPr>
        <p:spPr>
          <a:xfrm>
            <a:off x="6985471" y="4126454"/>
            <a:ext cx="3639455" cy="268469"/>
          </a:xfrm>
        </p:spPr>
        <p:txBody>
          <a:bodyPr vert="horz" lIns="0" tIns="0" rIns="0" bIns="0"/>
          <a:lstStyle>
            <a:lvl1pPr marL="0" indent="0">
              <a:buNone/>
              <a:defRPr sz="1600" b="0">
                <a:solidFill>
                  <a:schemeClr val="bg1"/>
                </a:solidFill>
              </a:defRPr>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Tree>
    <p:extLst>
      <p:ext uri="{BB962C8B-B14F-4D97-AF65-F5344CB8AC3E}">
        <p14:creationId xmlns:p14="http://schemas.microsoft.com/office/powerpoint/2010/main" val="3101096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Titel en Tekst x10">
    <p:spTree>
      <p:nvGrpSpPr>
        <p:cNvPr id="1" name=""/>
        <p:cNvGrpSpPr/>
        <p:nvPr/>
      </p:nvGrpSpPr>
      <p:grpSpPr>
        <a:xfrm>
          <a:off x="0" y="0"/>
          <a:ext cx="0" cy="0"/>
          <a:chOff x="0" y="0"/>
          <a:chExt cx="0" cy="0"/>
        </a:xfrm>
      </p:grpSpPr>
      <p:sp>
        <p:nvSpPr>
          <p:cNvPr id="6" name="Graphic 31">
            <a:extLst>
              <a:ext uri="{FF2B5EF4-FFF2-40B4-BE49-F238E27FC236}">
                <a16:creationId xmlns:a16="http://schemas.microsoft.com/office/drawing/2014/main" id="{BCEC8A5B-C8C7-47AA-B49F-07DDDC492905}"/>
              </a:ext>
            </a:extLst>
          </p:cNvPr>
          <p:cNvSpPr>
            <a:spLocks noChangeAspect="1"/>
          </p:cNvSpPr>
          <p:nvPr userDrawn="1"/>
        </p:nvSpPr>
        <p:spPr>
          <a:xfrm rot="5400000" flipH="1">
            <a:off x="3176034" y="-3176034"/>
            <a:ext cx="5860789" cy="12212857"/>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 name="connsiteX0" fmla="*/ 892481 w 5315644"/>
              <a:gd name="connsiteY0" fmla="*/ 0 h 7563813"/>
              <a:gd name="connsiteX1" fmla="*/ 5816 w 5315644"/>
              <a:gd name="connsiteY1" fmla="*/ 3571624 h 7563813"/>
              <a:gd name="connsiteX2" fmla="*/ 747667 w 5315644"/>
              <a:gd name="connsiteY2" fmla="*/ 7563812 h 7563813"/>
              <a:gd name="connsiteX3" fmla="*/ 4552322 w 5315644"/>
              <a:gd name="connsiteY3" fmla="*/ 7563813 h 7563813"/>
              <a:gd name="connsiteX4" fmla="*/ 5315644 w 5315644"/>
              <a:gd name="connsiteY4" fmla="*/ 0 h 7563813"/>
              <a:gd name="connsiteX5" fmla="*/ 892481 w 5315644"/>
              <a:gd name="connsiteY5" fmla="*/ 0 h 7563813"/>
              <a:gd name="connsiteX0" fmla="*/ 892481 w 5315644"/>
              <a:gd name="connsiteY0" fmla="*/ 0 h 7563813"/>
              <a:gd name="connsiteX1" fmla="*/ 5816 w 5315644"/>
              <a:gd name="connsiteY1" fmla="*/ 3571624 h 7563813"/>
              <a:gd name="connsiteX2" fmla="*/ 747667 w 5315644"/>
              <a:gd name="connsiteY2" fmla="*/ 7563812 h 7563813"/>
              <a:gd name="connsiteX3" fmla="*/ 4901639 w 5315644"/>
              <a:gd name="connsiteY3" fmla="*/ 7563813 h 7563813"/>
              <a:gd name="connsiteX4" fmla="*/ 5315644 w 5315644"/>
              <a:gd name="connsiteY4" fmla="*/ 0 h 7563813"/>
              <a:gd name="connsiteX5" fmla="*/ 892481 w 5315644"/>
              <a:gd name="connsiteY5" fmla="*/ 0 h 7563813"/>
              <a:gd name="connsiteX0" fmla="*/ 892481 w 4901639"/>
              <a:gd name="connsiteY0" fmla="*/ 0 h 7563813"/>
              <a:gd name="connsiteX1" fmla="*/ 5816 w 4901639"/>
              <a:gd name="connsiteY1" fmla="*/ 3571624 h 7563813"/>
              <a:gd name="connsiteX2" fmla="*/ 747667 w 4901639"/>
              <a:gd name="connsiteY2" fmla="*/ 7563812 h 7563813"/>
              <a:gd name="connsiteX3" fmla="*/ 4901639 w 4901639"/>
              <a:gd name="connsiteY3" fmla="*/ 7563813 h 7563813"/>
              <a:gd name="connsiteX4" fmla="*/ 4565260 w 4901639"/>
              <a:gd name="connsiteY4" fmla="*/ 0 h 7563813"/>
              <a:gd name="connsiteX5" fmla="*/ 892481 w 4901639"/>
              <a:gd name="connsiteY5" fmla="*/ 0 h 7563813"/>
              <a:gd name="connsiteX0" fmla="*/ 892481 w 4901639"/>
              <a:gd name="connsiteY0" fmla="*/ 12938 h 7576751"/>
              <a:gd name="connsiteX1" fmla="*/ 5816 w 4901639"/>
              <a:gd name="connsiteY1" fmla="*/ 3584562 h 7576751"/>
              <a:gd name="connsiteX2" fmla="*/ 747667 w 4901639"/>
              <a:gd name="connsiteY2" fmla="*/ 7576750 h 7576751"/>
              <a:gd name="connsiteX3" fmla="*/ 4901639 w 4901639"/>
              <a:gd name="connsiteY3" fmla="*/ 7576751 h 7576751"/>
              <a:gd name="connsiteX4" fmla="*/ 4901639 w 4901639"/>
              <a:gd name="connsiteY4" fmla="*/ 0 h 7576751"/>
              <a:gd name="connsiteX5" fmla="*/ 892481 w 4901639"/>
              <a:gd name="connsiteY5" fmla="*/ 12938 h 7576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1639" h="7576751">
                <a:moveTo>
                  <a:pt x="892481" y="12938"/>
                </a:moveTo>
                <a:cubicBezTo>
                  <a:pt x="1110972" y="1879432"/>
                  <a:pt x="88385" y="2184373"/>
                  <a:pt x="5816" y="3584562"/>
                </a:cubicBezTo>
                <a:cubicBezTo>
                  <a:pt x="-81834" y="5062256"/>
                  <a:pt x="851832" y="6160044"/>
                  <a:pt x="747667" y="7576750"/>
                </a:cubicBezTo>
                <a:lnTo>
                  <a:pt x="4901639" y="7576751"/>
                </a:lnTo>
                <a:lnTo>
                  <a:pt x="4901639" y="0"/>
                </a:lnTo>
                <a:lnTo>
                  <a:pt x="892481" y="12938"/>
                </a:lnTo>
                <a:close/>
              </a:path>
            </a:pathLst>
          </a:custGeom>
          <a:solidFill>
            <a:srgbClr val="E5DDE8"/>
          </a:solidFill>
          <a:ln w="12692" cap="flat">
            <a:noFill/>
            <a:prstDash val="solid"/>
            <a:miter/>
          </a:ln>
        </p:spPr>
        <p:txBody>
          <a:bodyPr rtlCol="0" anchor="ctr"/>
          <a:lstStyle/>
          <a:p>
            <a:endParaRPr lang="nl-NL" sz="1633"/>
          </a:p>
        </p:txBody>
      </p:sp>
      <p:sp>
        <p:nvSpPr>
          <p:cNvPr id="3" name="Titel 2">
            <a:extLst>
              <a:ext uri="{FF2B5EF4-FFF2-40B4-BE49-F238E27FC236}">
                <a16:creationId xmlns:a16="http://schemas.microsoft.com/office/drawing/2014/main" id="{9C75EC70-7F42-4BDA-A7A4-1B42B53FCE8E}"/>
              </a:ext>
            </a:extLst>
          </p:cNvPr>
          <p:cNvSpPr>
            <a:spLocks noGrp="1"/>
          </p:cNvSpPr>
          <p:nvPr>
            <p:ph type="title" hasCustomPrompt="1"/>
          </p:nvPr>
        </p:nvSpPr>
        <p:spPr>
          <a:xfrm>
            <a:off x="789750" y="283901"/>
            <a:ext cx="6798095" cy="552906"/>
          </a:xfrm>
        </p:spPr>
        <p:txBody>
          <a:bodyPr/>
          <a:lstStyle>
            <a:lvl1pPr>
              <a:defRPr/>
            </a:lvl1pPr>
          </a:lstStyle>
          <a:p>
            <a:r>
              <a:rPr lang="nl-NL"/>
              <a:t>Plaats hier een titel</a:t>
            </a:r>
          </a:p>
        </p:txBody>
      </p:sp>
      <p:sp>
        <p:nvSpPr>
          <p:cNvPr id="12" name="Tijdelijke aanduiding voor verticale tekst 2">
            <a:extLst>
              <a:ext uri="{FF2B5EF4-FFF2-40B4-BE49-F238E27FC236}">
                <a16:creationId xmlns:a16="http://schemas.microsoft.com/office/drawing/2014/main" id="{EF7AF3FF-C1B3-47AD-9EAA-88B850FFEB71}"/>
              </a:ext>
            </a:extLst>
          </p:cNvPr>
          <p:cNvSpPr>
            <a:spLocks noGrp="1"/>
          </p:cNvSpPr>
          <p:nvPr>
            <p:ph type="body" orient="vert" idx="1" hasCustomPrompt="1"/>
          </p:nvPr>
        </p:nvSpPr>
        <p:spPr>
          <a:xfrm>
            <a:off x="881287" y="1417850"/>
            <a:ext cx="1810730" cy="1301192"/>
          </a:xfrm>
        </p:spPr>
        <p:txBody>
          <a:bodyPr vert="horz" lIns="0" tIns="0" rIns="0" bIns="0"/>
          <a:lstStyle>
            <a:lvl1pPr>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13" name="Tijdelijke aanduiding voor verticale tekst 2">
            <a:extLst>
              <a:ext uri="{FF2B5EF4-FFF2-40B4-BE49-F238E27FC236}">
                <a16:creationId xmlns:a16="http://schemas.microsoft.com/office/drawing/2014/main" id="{6BD8F974-554A-443F-97C9-B902344D858B}"/>
              </a:ext>
            </a:extLst>
          </p:cNvPr>
          <p:cNvSpPr>
            <a:spLocks noGrp="1"/>
          </p:cNvSpPr>
          <p:nvPr>
            <p:ph type="body" orient="vert" idx="30" hasCustomPrompt="1"/>
          </p:nvPr>
        </p:nvSpPr>
        <p:spPr>
          <a:xfrm>
            <a:off x="881287" y="1149381"/>
            <a:ext cx="1810730" cy="268469"/>
          </a:xfrm>
        </p:spPr>
        <p:txBody>
          <a:bodyPr vert="horz" lIns="0" tIns="0" rIns="0" bIns="0"/>
          <a:lstStyle>
            <a:lvl1pPr marL="0" indent="0">
              <a:buNone/>
              <a:defRPr b="1"/>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31" name="Tijdelijke aanduiding voor verticale tekst 2">
            <a:extLst>
              <a:ext uri="{FF2B5EF4-FFF2-40B4-BE49-F238E27FC236}">
                <a16:creationId xmlns:a16="http://schemas.microsoft.com/office/drawing/2014/main" id="{4AB4E0FB-23CD-46FB-A150-478448E2F71B}"/>
              </a:ext>
            </a:extLst>
          </p:cNvPr>
          <p:cNvSpPr>
            <a:spLocks noGrp="1"/>
          </p:cNvSpPr>
          <p:nvPr>
            <p:ph type="body" orient="vert" idx="31" hasCustomPrompt="1"/>
          </p:nvPr>
        </p:nvSpPr>
        <p:spPr>
          <a:xfrm>
            <a:off x="811835" y="858860"/>
            <a:ext cx="3694611" cy="268467"/>
          </a:xfrm>
        </p:spPr>
        <p:txBody>
          <a:bodyPr vert="horz" lIns="0" tIns="0" rIns="0" bIns="0"/>
          <a:lstStyle>
            <a:lvl1pPr marL="0" indent="0">
              <a:buNone/>
              <a:defRPr sz="1600" b="0"/>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34" name="Tijdelijke aanduiding voor verticale tekst 2">
            <a:extLst>
              <a:ext uri="{FF2B5EF4-FFF2-40B4-BE49-F238E27FC236}">
                <a16:creationId xmlns:a16="http://schemas.microsoft.com/office/drawing/2014/main" id="{1564CBB9-C6B3-42D6-AB97-D30AD6AA5577}"/>
              </a:ext>
            </a:extLst>
          </p:cNvPr>
          <p:cNvSpPr>
            <a:spLocks noGrp="1"/>
          </p:cNvSpPr>
          <p:nvPr>
            <p:ph type="body" orient="vert" idx="33" hasCustomPrompt="1"/>
          </p:nvPr>
        </p:nvSpPr>
        <p:spPr>
          <a:xfrm>
            <a:off x="3091710" y="1417850"/>
            <a:ext cx="1810730" cy="1301192"/>
          </a:xfrm>
        </p:spPr>
        <p:txBody>
          <a:bodyPr vert="horz" lIns="0" tIns="0" rIns="0" bIns="0"/>
          <a:lstStyle>
            <a:lvl1pPr>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35" name="Tijdelijke aanduiding voor verticale tekst 2">
            <a:extLst>
              <a:ext uri="{FF2B5EF4-FFF2-40B4-BE49-F238E27FC236}">
                <a16:creationId xmlns:a16="http://schemas.microsoft.com/office/drawing/2014/main" id="{9C5B7778-87CE-4003-9CD1-3E6165C22A2B}"/>
              </a:ext>
            </a:extLst>
          </p:cNvPr>
          <p:cNvSpPr>
            <a:spLocks noGrp="1"/>
          </p:cNvSpPr>
          <p:nvPr>
            <p:ph type="body" orient="vert" idx="34" hasCustomPrompt="1"/>
          </p:nvPr>
        </p:nvSpPr>
        <p:spPr>
          <a:xfrm>
            <a:off x="3091710" y="1149381"/>
            <a:ext cx="1810730" cy="268469"/>
          </a:xfrm>
        </p:spPr>
        <p:txBody>
          <a:bodyPr vert="horz" lIns="0" tIns="0" rIns="0" bIns="0"/>
          <a:lstStyle>
            <a:lvl1pPr marL="0" indent="0">
              <a:buNone/>
              <a:defRPr b="1"/>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36" name="Tijdelijke aanduiding voor verticale tekst 2">
            <a:extLst>
              <a:ext uri="{FF2B5EF4-FFF2-40B4-BE49-F238E27FC236}">
                <a16:creationId xmlns:a16="http://schemas.microsoft.com/office/drawing/2014/main" id="{9F5A3ECC-63DE-45E6-B1AB-B965843BCB5F}"/>
              </a:ext>
            </a:extLst>
          </p:cNvPr>
          <p:cNvSpPr>
            <a:spLocks noGrp="1"/>
          </p:cNvSpPr>
          <p:nvPr>
            <p:ph type="body" orient="vert" idx="35" hasCustomPrompt="1"/>
          </p:nvPr>
        </p:nvSpPr>
        <p:spPr>
          <a:xfrm>
            <a:off x="5302133" y="1417850"/>
            <a:ext cx="1810730" cy="1301192"/>
          </a:xfrm>
        </p:spPr>
        <p:txBody>
          <a:bodyPr vert="horz" lIns="0" tIns="0" rIns="0" bIns="0"/>
          <a:lstStyle>
            <a:lvl1pPr>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37" name="Tijdelijke aanduiding voor verticale tekst 2">
            <a:extLst>
              <a:ext uri="{FF2B5EF4-FFF2-40B4-BE49-F238E27FC236}">
                <a16:creationId xmlns:a16="http://schemas.microsoft.com/office/drawing/2014/main" id="{3B982D3A-E29A-4174-BC34-ED7BF7884C77}"/>
              </a:ext>
            </a:extLst>
          </p:cNvPr>
          <p:cNvSpPr>
            <a:spLocks noGrp="1"/>
          </p:cNvSpPr>
          <p:nvPr>
            <p:ph type="body" orient="vert" idx="36" hasCustomPrompt="1"/>
          </p:nvPr>
        </p:nvSpPr>
        <p:spPr>
          <a:xfrm>
            <a:off x="5302133" y="1149381"/>
            <a:ext cx="1810730" cy="268469"/>
          </a:xfrm>
        </p:spPr>
        <p:txBody>
          <a:bodyPr vert="horz" lIns="0" tIns="0" rIns="0" bIns="0"/>
          <a:lstStyle>
            <a:lvl1pPr marL="0" indent="0">
              <a:buNone/>
              <a:defRPr b="1"/>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38" name="Tijdelijke aanduiding voor verticale tekst 2">
            <a:extLst>
              <a:ext uri="{FF2B5EF4-FFF2-40B4-BE49-F238E27FC236}">
                <a16:creationId xmlns:a16="http://schemas.microsoft.com/office/drawing/2014/main" id="{0446144A-FC0D-48CD-AF91-405C54568958}"/>
              </a:ext>
            </a:extLst>
          </p:cNvPr>
          <p:cNvSpPr>
            <a:spLocks noGrp="1"/>
          </p:cNvSpPr>
          <p:nvPr>
            <p:ph type="body" orient="vert" idx="37" hasCustomPrompt="1"/>
          </p:nvPr>
        </p:nvSpPr>
        <p:spPr>
          <a:xfrm>
            <a:off x="7512556" y="1417850"/>
            <a:ext cx="1810730" cy="1301192"/>
          </a:xfrm>
        </p:spPr>
        <p:txBody>
          <a:bodyPr vert="horz" lIns="0" tIns="0" rIns="0" bIns="0"/>
          <a:lstStyle>
            <a:lvl1pPr>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39" name="Tijdelijke aanduiding voor verticale tekst 2">
            <a:extLst>
              <a:ext uri="{FF2B5EF4-FFF2-40B4-BE49-F238E27FC236}">
                <a16:creationId xmlns:a16="http://schemas.microsoft.com/office/drawing/2014/main" id="{F3BE9B0A-A754-47F3-A849-8A1C0D1D5628}"/>
              </a:ext>
            </a:extLst>
          </p:cNvPr>
          <p:cNvSpPr>
            <a:spLocks noGrp="1"/>
          </p:cNvSpPr>
          <p:nvPr>
            <p:ph type="body" orient="vert" idx="38" hasCustomPrompt="1"/>
          </p:nvPr>
        </p:nvSpPr>
        <p:spPr>
          <a:xfrm>
            <a:off x="7512556" y="1149381"/>
            <a:ext cx="1810730" cy="268469"/>
          </a:xfrm>
        </p:spPr>
        <p:txBody>
          <a:bodyPr vert="horz" lIns="0" tIns="0" rIns="0" bIns="0"/>
          <a:lstStyle>
            <a:lvl1pPr marL="0" indent="0">
              <a:buNone/>
              <a:defRPr b="1"/>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40" name="Tijdelijke aanduiding voor verticale tekst 2">
            <a:extLst>
              <a:ext uri="{FF2B5EF4-FFF2-40B4-BE49-F238E27FC236}">
                <a16:creationId xmlns:a16="http://schemas.microsoft.com/office/drawing/2014/main" id="{A3847542-984E-4E85-AD47-F62C503A10A9}"/>
              </a:ext>
            </a:extLst>
          </p:cNvPr>
          <p:cNvSpPr>
            <a:spLocks noGrp="1"/>
          </p:cNvSpPr>
          <p:nvPr>
            <p:ph type="body" orient="vert" idx="39" hasCustomPrompt="1"/>
          </p:nvPr>
        </p:nvSpPr>
        <p:spPr>
          <a:xfrm>
            <a:off x="9722979" y="1417850"/>
            <a:ext cx="1810730" cy="1301192"/>
          </a:xfrm>
        </p:spPr>
        <p:txBody>
          <a:bodyPr vert="horz" lIns="0" tIns="0" rIns="0" bIns="0"/>
          <a:lstStyle>
            <a:lvl1pPr>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41" name="Tijdelijke aanduiding voor verticale tekst 2">
            <a:extLst>
              <a:ext uri="{FF2B5EF4-FFF2-40B4-BE49-F238E27FC236}">
                <a16:creationId xmlns:a16="http://schemas.microsoft.com/office/drawing/2014/main" id="{01745C7D-0424-4A92-B2C9-AF969EBC4017}"/>
              </a:ext>
            </a:extLst>
          </p:cNvPr>
          <p:cNvSpPr>
            <a:spLocks noGrp="1"/>
          </p:cNvSpPr>
          <p:nvPr>
            <p:ph type="body" orient="vert" idx="40" hasCustomPrompt="1"/>
          </p:nvPr>
        </p:nvSpPr>
        <p:spPr>
          <a:xfrm>
            <a:off x="9722979" y="1149381"/>
            <a:ext cx="1810730" cy="268469"/>
          </a:xfrm>
        </p:spPr>
        <p:txBody>
          <a:bodyPr vert="horz" lIns="0" tIns="0" rIns="0" bIns="0"/>
          <a:lstStyle>
            <a:lvl1pPr marL="0" indent="0">
              <a:buNone/>
              <a:defRPr b="1"/>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58" name="Tijdelijke aanduiding voor verticale tekst 2">
            <a:extLst>
              <a:ext uri="{FF2B5EF4-FFF2-40B4-BE49-F238E27FC236}">
                <a16:creationId xmlns:a16="http://schemas.microsoft.com/office/drawing/2014/main" id="{2A5AA1DC-BE64-4900-93E1-324287208AE4}"/>
              </a:ext>
            </a:extLst>
          </p:cNvPr>
          <p:cNvSpPr>
            <a:spLocks noGrp="1"/>
          </p:cNvSpPr>
          <p:nvPr>
            <p:ph type="body" orient="vert" idx="41" hasCustomPrompt="1"/>
          </p:nvPr>
        </p:nvSpPr>
        <p:spPr>
          <a:xfrm>
            <a:off x="881287" y="3429000"/>
            <a:ext cx="1810730" cy="1301192"/>
          </a:xfrm>
        </p:spPr>
        <p:txBody>
          <a:bodyPr vert="horz" lIns="0" tIns="0" rIns="0" bIns="0"/>
          <a:lstStyle>
            <a:lvl1pPr>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59" name="Tijdelijke aanduiding voor verticale tekst 2">
            <a:extLst>
              <a:ext uri="{FF2B5EF4-FFF2-40B4-BE49-F238E27FC236}">
                <a16:creationId xmlns:a16="http://schemas.microsoft.com/office/drawing/2014/main" id="{D0305FB1-E0B6-4744-A139-C6B1CAF533A6}"/>
              </a:ext>
            </a:extLst>
          </p:cNvPr>
          <p:cNvSpPr>
            <a:spLocks noGrp="1"/>
          </p:cNvSpPr>
          <p:nvPr>
            <p:ph type="body" orient="vert" idx="42" hasCustomPrompt="1"/>
          </p:nvPr>
        </p:nvSpPr>
        <p:spPr>
          <a:xfrm>
            <a:off x="881287" y="3160531"/>
            <a:ext cx="1810730" cy="268469"/>
          </a:xfrm>
        </p:spPr>
        <p:txBody>
          <a:bodyPr vert="horz" lIns="0" tIns="0" rIns="0" bIns="0"/>
          <a:lstStyle>
            <a:lvl1pPr marL="0" indent="0">
              <a:buNone/>
              <a:defRPr b="1"/>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65" name="Tijdelijke aanduiding voor verticale tekst 2">
            <a:extLst>
              <a:ext uri="{FF2B5EF4-FFF2-40B4-BE49-F238E27FC236}">
                <a16:creationId xmlns:a16="http://schemas.microsoft.com/office/drawing/2014/main" id="{F470C83E-E3CD-49A9-AC4F-6C14B1563598}"/>
              </a:ext>
            </a:extLst>
          </p:cNvPr>
          <p:cNvSpPr>
            <a:spLocks noGrp="1"/>
          </p:cNvSpPr>
          <p:nvPr>
            <p:ph type="body" orient="vert" idx="43" hasCustomPrompt="1"/>
          </p:nvPr>
        </p:nvSpPr>
        <p:spPr>
          <a:xfrm>
            <a:off x="787771" y="2870010"/>
            <a:ext cx="3694611" cy="268467"/>
          </a:xfrm>
        </p:spPr>
        <p:txBody>
          <a:bodyPr vert="horz" lIns="0" tIns="0" rIns="0" bIns="0"/>
          <a:lstStyle>
            <a:lvl1pPr marL="0" indent="0">
              <a:buNone/>
              <a:defRPr sz="1600" b="0"/>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66" name="Tijdelijke aanduiding voor verticale tekst 2">
            <a:extLst>
              <a:ext uri="{FF2B5EF4-FFF2-40B4-BE49-F238E27FC236}">
                <a16:creationId xmlns:a16="http://schemas.microsoft.com/office/drawing/2014/main" id="{45D1BA74-1327-44DC-A126-2E8D7FDA0D76}"/>
              </a:ext>
            </a:extLst>
          </p:cNvPr>
          <p:cNvSpPr>
            <a:spLocks noGrp="1"/>
          </p:cNvSpPr>
          <p:nvPr>
            <p:ph type="body" orient="vert" idx="44" hasCustomPrompt="1"/>
          </p:nvPr>
        </p:nvSpPr>
        <p:spPr>
          <a:xfrm>
            <a:off x="3091710" y="3429000"/>
            <a:ext cx="1810730" cy="1301192"/>
          </a:xfrm>
        </p:spPr>
        <p:txBody>
          <a:bodyPr vert="horz" lIns="0" tIns="0" rIns="0" bIns="0"/>
          <a:lstStyle>
            <a:lvl1pPr>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67" name="Tijdelijke aanduiding voor verticale tekst 2">
            <a:extLst>
              <a:ext uri="{FF2B5EF4-FFF2-40B4-BE49-F238E27FC236}">
                <a16:creationId xmlns:a16="http://schemas.microsoft.com/office/drawing/2014/main" id="{4D25CFD4-7426-41A2-AE61-CB42D1C7A416}"/>
              </a:ext>
            </a:extLst>
          </p:cNvPr>
          <p:cNvSpPr>
            <a:spLocks noGrp="1"/>
          </p:cNvSpPr>
          <p:nvPr>
            <p:ph type="body" orient="vert" idx="45" hasCustomPrompt="1"/>
          </p:nvPr>
        </p:nvSpPr>
        <p:spPr>
          <a:xfrm>
            <a:off x="3091710" y="3160531"/>
            <a:ext cx="1810730" cy="268469"/>
          </a:xfrm>
        </p:spPr>
        <p:txBody>
          <a:bodyPr vert="horz" lIns="0" tIns="0" rIns="0" bIns="0"/>
          <a:lstStyle>
            <a:lvl1pPr marL="0" indent="0">
              <a:buNone/>
              <a:defRPr b="1"/>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68" name="Tijdelijke aanduiding voor verticale tekst 2">
            <a:extLst>
              <a:ext uri="{FF2B5EF4-FFF2-40B4-BE49-F238E27FC236}">
                <a16:creationId xmlns:a16="http://schemas.microsoft.com/office/drawing/2014/main" id="{3B7880A4-6E72-45FF-AF82-CC1E84178C8C}"/>
              </a:ext>
            </a:extLst>
          </p:cNvPr>
          <p:cNvSpPr>
            <a:spLocks noGrp="1"/>
          </p:cNvSpPr>
          <p:nvPr>
            <p:ph type="body" orient="vert" idx="46" hasCustomPrompt="1"/>
          </p:nvPr>
        </p:nvSpPr>
        <p:spPr>
          <a:xfrm>
            <a:off x="5302133" y="3429000"/>
            <a:ext cx="1810730" cy="1301192"/>
          </a:xfrm>
        </p:spPr>
        <p:txBody>
          <a:bodyPr vert="horz" lIns="0" tIns="0" rIns="0" bIns="0"/>
          <a:lstStyle>
            <a:lvl1pPr>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69" name="Tijdelijke aanduiding voor verticale tekst 2">
            <a:extLst>
              <a:ext uri="{FF2B5EF4-FFF2-40B4-BE49-F238E27FC236}">
                <a16:creationId xmlns:a16="http://schemas.microsoft.com/office/drawing/2014/main" id="{3CB304D9-1E47-4B97-A383-80482AEE49D2}"/>
              </a:ext>
            </a:extLst>
          </p:cNvPr>
          <p:cNvSpPr>
            <a:spLocks noGrp="1"/>
          </p:cNvSpPr>
          <p:nvPr>
            <p:ph type="body" orient="vert" idx="47" hasCustomPrompt="1"/>
          </p:nvPr>
        </p:nvSpPr>
        <p:spPr>
          <a:xfrm>
            <a:off x="5302133" y="3160531"/>
            <a:ext cx="1810730" cy="268469"/>
          </a:xfrm>
        </p:spPr>
        <p:txBody>
          <a:bodyPr vert="horz" lIns="0" tIns="0" rIns="0" bIns="0"/>
          <a:lstStyle>
            <a:lvl1pPr marL="0" indent="0">
              <a:buNone/>
              <a:defRPr b="1"/>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70" name="Tijdelijke aanduiding voor verticale tekst 2">
            <a:extLst>
              <a:ext uri="{FF2B5EF4-FFF2-40B4-BE49-F238E27FC236}">
                <a16:creationId xmlns:a16="http://schemas.microsoft.com/office/drawing/2014/main" id="{A3164667-E006-405D-961E-4E10652EEB36}"/>
              </a:ext>
            </a:extLst>
          </p:cNvPr>
          <p:cNvSpPr>
            <a:spLocks noGrp="1"/>
          </p:cNvSpPr>
          <p:nvPr>
            <p:ph type="body" orient="vert" idx="48" hasCustomPrompt="1"/>
          </p:nvPr>
        </p:nvSpPr>
        <p:spPr>
          <a:xfrm>
            <a:off x="7512556" y="3429000"/>
            <a:ext cx="1810730" cy="1301192"/>
          </a:xfrm>
        </p:spPr>
        <p:txBody>
          <a:bodyPr vert="horz" lIns="0" tIns="0" rIns="0" bIns="0"/>
          <a:lstStyle>
            <a:lvl1pPr>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71" name="Tijdelijke aanduiding voor verticale tekst 2">
            <a:extLst>
              <a:ext uri="{FF2B5EF4-FFF2-40B4-BE49-F238E27FC236}">
                <a16:creationId xmlns:a16="http://schemas.microsoft.com/office/drawing/2014/main" id="{7EC3CF2C-1A4C-4840-BFD1-55CEF827628C}"/>
              </a:ext>
            </a:extLst>
          </p:cNvPr>
          <p:cNvSpPr>
            <a:spLocks noGrp="1"/>
          </p:cNvSpPr>
          <p:nvPr>
            <p:ph type="body" orient="vert" idx="49" hasCustomPrompt="1"/>
          </p:nvPr>
        </p:nvSpPr>
        <p:spPr>
          <a:xfrm>
            <a:off x="7512556" y="3160531"/>
            <a:ext cx="1810730" cy="268469"/>
          </a:xfrm>
        </p:spPr>
        <p:txBody>
          <a:bodyPr vert="horz" lIns="0" tIns="0" rIns="0" bIns="0"/>
          <a:lstStyle>
            <a:lvl1pPr marL="0" indent="0">
              <a:buNone/>
              <a:defRPr b="1"/>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72" name="Tijdelijke aanduiding voor verticale tekst 2">
            <a:extLst>
              <a:ext uri="{FF2B5EF4-FFF2-40B4-BE49-F238E27FC236}">
                <a16:creationId xmlns:a16="http://schemas.microsoft.com/office/drawing/2014/main" id="{7BF4F914-A1AB-408D-BBC3-F985085978D8}"/>
              </a:ext>
            </a:extLst>
          </p:cNvPr>
          <p:cNvSpPr>
            <a:spLocks noGrp="1"/>
          </p:cNvSpPr>
          <p:nvPr>
            <p:ph type="body" orient="vert" idx="50" hasCustomPrompt="1"/>
          </p:nvPr>
        </p:nvSpPr>
        <p:spPr>
          <a:xfrm>
            <a:off x="9722979" y="3429000"/>
            <a:ext cx="1810730" cy="1301192"/>
          </a:xfrm>
        </p:spPr>
        <p:txBody>
          <a:bodyPr vert="horz" lIns="0" tIns="0" rIns="0" bIns="0"/>
          <a:lstStyle>
            <a:lvl1pPr>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73" name="Tijdelijke aanduiding voor verticale tekst 2">
            <a:extLst>
              <a:ext uri="{FF2B5EF4-FFF2-40B4-BE49-F238E27FC236}">
                <a16:creationId xmlns:a16="http://schemas.microsoft.com/office/drawing/2014/main" id="{FBD99BFE-5B79-4DF5-AC29-B92D3CFDCA1C}"/>
              </a:ext>
            </a:extLst>
          </p:cNvPr>
          <p:cNvSpPr>
            <a:spLocks noGrp="1"/>
          </p:cNvSpPr>
          <p:nvPr>
            <p:ph type="body" orient="vert" idx="51" hasCustomPrompt="1"/>
          </p:nvPr>
        </p:nvSpPr>
        <p:spPr>
          <a:xfrm>
            <a:off x="9722979" y="3160531"/>
            <a:ext cx="1810730" cy="268469"/>
          </a:xfrm>
        </p:spPr>
        <p:txBody>
          <a:bodyPr vert="horz" lIns="0" tIns="0" rIns="0" bIns="0"/>
          <a:lstStyle>
            <a:lvl1pPr marL="0" indent="0">
              <a:buNone/>
              <a:defRPr b="1"/>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75" name="Tijdelijke aanduiding voor verticale tekst 2">
            <a:extLst>
              <a:ext uri="{FF2B5EF4-FFF2-40B4-BE49-F238E27FC236}">
                <a16:creationId xmlns:a16="http://schemas.microsoft.com/office/drawing/2014/main" id="{CED68B8F-0156-498C-8181-AD8EB48B0661}"/>
              </a:ext>
            </a:extLst>
          </p:cNvPr>
          <p:cNvSpPr>
            <a:spLocks noGrp="1"/>
          </p:cNvSpPr>
          <p:nvPr>
            <p:ph type="body" orient="vert" idx="52" hasCustomPrompt="1"/>
          </p:nvPr>
        </p:nvSpPr>
        <p:spPr>
          <a:xfrm>
            <a:off x="722653" y="6011757"/>
            <a:ext cx="10652422" cy="562342"/>
          </a:xfrm>
        </p:spPr>
        <p:txBody>
          <a:bodyPr vert="horz" lIns="0" tIns="0" rIns="0" bIns="0"/>
          <a:lstStyle>
            <a:lvl1pPr marL="0" indent="0">
              <a:buNone/>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Tree>
    <p:extLst>
      <p:ext uri="{BB962C8B-B14F-4D97-AF65-F5344CB8AC3E}">
        <p14:creationId xmlns:p14="http://schemas.microsoft.com/office/powerpoint/2010/main" val="16639301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Titel en Tekst x6">
    <p:spTree>
      <p:nvGrpSpPr>
        <p:cNvPr id="1" name=""/>
        <p:cNvGrpSpPr/>
        <p:nvPr/>
      </p:nvGrpSpPr>
      <p:grpSpPr>
        <a:xfrm>
          <a:off x="0" y="0"/>
          <a:ext cx="0" cy="0"/>
          <a:chOff x="0" y="0"/>
          <a:chExt cx="0" cy="0"/>
        </a:xfrm>
      </p:grpSpPr>
      <p:sp>
        <p:nvSpPr>
          <p:cNvPr id="6" name="Graphic 31">
            <a:extLst>
              <a:ext uri="{FF2B5EF4-FFF2-40B4-BE49-F238E27FC236}">
                <a16:creationId xmlns:a16="http://schemas.microsoft.com/office/drawing/2014/main" id="{BCEC8A5B-C8C7-47AA-B49F-07DDDC492905}"/>
              </a:ext>
            </a:extLst>
          </p:cNvPr>
          <p:cNvSpPr>
            <a:spLocks noChangeAspect="1"/>
          </p:cNvSpPr>
          <p:nvPr userDrawn="1"/>
        </p:nvSpPr>
        <p:spPr>
          <a:xfrm rot="5400000" flipH="1">
            <a:off x="3011184" y="-3011185"/>
            <a:ext cx="6190489" cy="12212857"/>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 name="connsiteX0" fmla="*/ 892481 w 5315644"/>
              <a:gd name="connsiteY0" fmla="*/ 0 h 7563813"/>
              <a:gd name="connsiteX1" fmla="*/ 5816 w 5315644"/>
              <a:gd name="connsiteY1" fmla="*/ 3571624 h 7563813"/>
              <a:gd name="connsiteX2" fmla="*/ 747667 w 5315644"/>
              <a:gd name="connsiteY2" fmla="*/ 7563812 h 7563813"/>
              <a:gd name="connsiteX3" fmla="*/ 4552322 w 5315644"/>
              <a:gd name="connsiteY3" fmla="*/ 7563813 h 7563813"/>
              <a:gd name="connsiteX4" fmla="*/ 5315644 w 5315644"/>
              <a:gd name="connsiteY4" fmla="*/ 0 h 7563813"/>
              <a:gd name="connsiteX5" fmla="*/ 892481 w 5315644"/>
              <a:gd name="connsiteY5" fmla="*/ 0 h 7563813"/>
              <a:gd name="connsiteX0" fmla="*/ 892481 w 5315644"/>
              <a:gd name="connsiteY0" fmla="*/ 0 h 7563813"/>
              <a:gd name="connsiteX1" fmla="*/ 5816 w 5315644"/>
              <a:gd name="connsiteY1" fmla="*/ 3571624 h 7563813"/>
              <a:gd name="connsiteX2" fmla="*/ 747667 w 5315644"/>
              <a:gd name="connsiteY2" fmla="*/ 7563812 h 7563813"/>
              <a:gd name="connsiteX3" fmla="*/ 4901639 w 5315644"/>
              <a:gd name="connsiteY3" fmla="*/ 7563813 h 7563813"/>
              <a:gd name="connsiteX4" fmla="*/ 5315644 w 5315644"/>
              <a:gd name="connsiteY4" fmla="*/ 0 h 7563813"/>
              <a:gd name="connsiteX5" fmla="*/ 892481 w 5315644"/>
              <a:gd name="connsiteY5" fmla="*/ 0 h 7563813"/>
              <a:gd name="connsiteX0" fmla="*/ 892481 w 4901639"/>
              <a:gd name="connsiteY0" fmla="*/ 0 h 7563813"/>
              <a:gd name="connsiteX1" fmla="*/ 5816 w 4901639"/>
              <a:gd name="connsiteY1" fmla="*/ 3571624 h 7563813"/>
              <a:gd name="connsiteX2" fmla="*/ 747667 w 4901639"/>
              <a:gd name="connsiteY2" fmla="*/ 7563812 h 7563813"/>
              <a:gd name="connsiteX3" fmla="*/ 4901639 w 4901639"/>
              <a:gd name="connsiteY3" fmla="*/ 7563813 h 7563813"/>
              <a:gd name="connsiteX4" fmla="*/ 4565260 w 4901639"/>
              <a:gd name="connsiteY4" fmla="*/ 0 h 7563813"/>
              <a:gd name="connsiteX5" fmla="*/ 892481 w 4901639"/>
              <a:gd name="connsiteY5" fmla="*/ 0 h 7563813"/>
              <a:gd name="connsiteX0" fmla="*/ 892481 w 4901639"/>
              <a:gd name="connsiteY0" fmla="*/ 12938 h 7576751"/>
              <a:gd name="connsiteX1" fmla="*/ 5816 w 4901639"/>
              <a:gd name="connsiteY1" fmla="*/ 3584562 h 7576751"/>
              <a:gd name="connsiteX2" fmla="*/ 747667 w 4901639"/>
              <a:gd name="connsiteY2" fmla="*/ 7576750 h 7576751"/>
              <a:gd name="connsiteX3" fmla="*/ 4901639 w 4901639"/>
              <a:gd name="connsiteY3" fmla="*/ 7576751 h 7576751"/>
              <a:gd name="connsiteX4" fmla="*/ 4901639 w 4901639"/>
              <a:gd name="connsiteY4" fmla="*/ 0 h 7576751"/>
              <a:gd name="connsiteX5" fmla="*/ 892481 w 4901639"/>
              <a:gd name="connsiteY5" fmla="*/ 12938 h 7576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1639" h="7576751">
                <a:moveTo>
                  <a:pt x="892481" y="12938"/>
                </a:moveTo>
                <a:cubicBezTo>
                  <a:pt x="1110972" y="1879432"/>
                  <a:pt x="88385" y="2184373"/>
                  <a:pt x="5816" y="3584562"/>
                </a:cubicBezTo>
                <a:cubicBezTo>
                  <a:pt x="-81834" y="5062256"/>
                  <a:pt x="851832" y="6160044"/>
                  <a:pt x="747667" y="7576750"/>
                </a:cubicBezTo>
                <a:lnTo>
                  <a:pt x="4901639" y="7576751"/>
                </a:lnTo>
                <a:lnTo>
                  <a:pt x="4901639" y="0"/>
                </a:lnTo>
                <a:lnTo>
                  <a:pt x="892481" y="12938"/>
                </a:lnTo>
                <a:close/>
              </a:path>
            </a:pathLst>
          </a:custGeom>
          <a:solidFill>
            <a:srgbClr val="E5DDE8"/>
          </a:solidFill>
          <a:ln w="12692" cap="flat">
            <a:noFill/>
            <a:prstDash val="solid"/>
            <a:miter/>
          </a:ln>
        </p:spPr>
        <p:txBody>
          <a:bodyPr rtlCol="0" anchor="ctr"/>
          <a:lstStyle/>
          <a:p>
            <a:endParaRPr lang="nl-NL" sz="1633"/>
          </a:p>
        </p:txBody>
      </p:sp>
      <p:sp>
        <p:nvSpPr>
          <p:cNvPr id="3" name="Titel 2">
            <a:extLst>
              <a:ext uri="{FF2B5EF4-FFF2-40B4-BE49-F238E27FC236}">
                <a16:creationId xmlns:a16="http://schemas.microsoft.com/office/drawing/2014/main" id="{9C75EC70-7F42-4BDA-A7A4-1B42B53FCE8E}"/>
              </a:ext>
            </a:extLst>
          </p:cNvPr>
          <p:cNvSpPr>
            <a:spLocks noGrp="1"/>
          </p:cNvSpPr>
          <p:nvPr>
            <p:ph type="title" hasCustomPrompt="1"/>
          </p:nvPr>
        </p:nvSpPr>
        <p:spPr>
          <a:xfrm>
            <a:off x="790930" y="283901"/>
            <a:ext cx="6798095" cy="552906"/>
          </a:xfrm>
        </p:spPr>
        <p:txBody>
          <a:bodyPr/>
          <a:lstStyle>
            <a:lvl1pPr>
              <a:defRPr/>
            </a:lvl1pPr>
          </a:lstStyle>
          <a:p>
            <a:r>
              <a:rPr lang="nl-NL"/>
              <a:t>Plaats hier een titel</a:t>
            </a:r>
          </a:p>
        </p:txBody>
      </p:sp>
      <p:sp>
        <p:nvSpPr>
          <p:cNvPr id="31" name="Tijdelijke aanduiding voor verticale tekst 2">
            <a:extLst>
              <a:ext uri="{FF2B5EF4-FFF2-40B4-BE49-F238E27FC236}">
                <a16:creationId xmlns:a16="http://schemas.microsoft.com/office/drawing/2014/main" id="{4AB4E0FB-23CD-46FB-A150-478448E2F71B}"/>
              </a:ext>
            </a:extLst>
          </p:cNvPr>
          <p:cNvSpPr>
            <a:spLocks noGrp="1"/>
          </p:cNvSpPr>
          <p:nvPr userDrawn="1">
            <p:ph type="body" orient="vert" idx="31" hasCustomPrompt="1"/>
          </p:nvPr>
        </p:nvSpPr>
        <p:spPr>
          <a:xfrm>
            <a:off x="813014" y="858860"/>
            <a:ext cx="10661695" cy="268467"/>
          </a:xfrm>
        </p:spPr>
        <p:txBody>
          <a:bodyPr vert="horz" lIns="0" tIns="0" rIns="0" bIns="0"/>
          <a:lstStyle>
            <a:lvl1pPr marL="0" indent="0">
              <a:buNone/>
              <a:defRPr sz="1600" b="0"/>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34" name="Tijdelijke aanduiding voor verticale tekst 2">
            <a:extLst>
              <a:ext uri="{FF2B5EF4-FFF2-40B4-BE49-F238E27FC236}">
                <a16:creationId xmlns:a16="http://schemas.microsoft.com/office/drawing/2014/main" id="{1564CBB9-C6B3-42D6-AB97-D30AD6AA5577}"/>
              </a:ext>
            </a:extLst>
          </p:cNvPr>
          <p:cNvSpPr>
            <a:spLocks noGrp="1"/>
          </p:cNvSpPr>
          <p:nvPr userDrawn="1">
            <p:ph type="body" orient="vert" idx="33" hasCustomPrompt="1"/>
          </p:nvPr>
        </p:nvSpPr>
        <p:spPr>
          <a:xfrm>
            <a:off x="4472600" y="1417850"/>
            <a:ext cx="3351835" cy="1301192"/>
          </a:xfrm>
        </p:spPr>
        <p:txBody>
          <a:bodyPr vert="horz" lIns="0" tIns="0" rIns="0" bIns="0"/>
          <a:lstStyle>
            <a:lvl1pPr>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35" name="Tijdelijke aanduiding voor verticale tekst 2">
            <a:extLst>
              <a:ext uri="{FF2B5EF4-FFF2-40B4-BE49-F238E27FC236}">
                <a16:creationId xmlns:a16="http://schemas.microsoft.com/office/drawing/2014/main" id="{9C5B7778-87CE-4003-9CD1-3E6165C22A2B}"/>
              </a:ext>
            </a:extLst>
          </p:cNvPr>
          <p:cNvSpPr>
            <a:spLocks noGrp="1"/>
          </p:cNvSpPr>
          <p:nvPr userDrawn="1">
            <p:ph type="body" orient="vert" idx="34" hasCustomPrompt="1"/>
          </p:nvPr>
        </p:nvSpPr>
        <p:spPr>
          <a:xfrm>
            <a:off x="4472600" y="1149381"/>
            <a:ext cx="3351835" cy="268469"/>
          </a:xfrm>
        </p:spPr>
        <p:txBody>
          <a:bodyPr vert="horz" lIns="0" tIns="0" rIns="0" bIns="0"/>
          <a:lstStyle>
            <a:lvl1pPr marL="0" indent="0">
              <a:buNone/>
              <a:defRPr b="1"/>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36" name="Tijdelijke aanduiding voor verticale tekst 2">
            <a:extLst>
              <a:ext uri="{FF2B5EF4-FFF2-40B4-BE49-F238E27FC236}">
                <a16:creationId xmlns:a16="http://schemas.microsoft.com/office/drawing/2014/main" id="{9F5A3ECC-63DE-45E6-B1AB-B965843BCB5F}"/>
              </a:ext>
            </a:extLst>
          </p:cNvPr>
          <p:cNvSpPr>
            <a:spLocks noGrp="1"/>
          </p:cNvSpPr>
          <p:nvPr userDrawn="1">
            <p:ph type="body" orient="vert" idx="35" hasCustomPrompt="1"/>
          </p:nvPr>
        </p:nvSpPr>
        <p:spPr>
          <a:xfrm>
            <a:off x="8122894" y="1417850"/>
            <a:ext cx="3351835" cy="1301192"/>
          </a:xfrm>
        </p:spPr>
        <p:txBody>
          <a:bodyPr vert="horz" lIns="0" tIns="0" rIns="0" bIns="0"/>
          <a:lstStyle>
            <a:lvl1pPr>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37" name="Tijdelijke aanduiding voor verticale tekst 2">
            <a:extLst>
              <a:ext uri="{FF2B5EF4-FFF2-40B4-BE49-F238E27FC236}">
                <a16:creationId xmlns:a16="http://schemas.microsoft.com/office/drawing/2014/main" id="{3B982D3A-E29A-4174-BC34-ED7BF7884C77}"/>
              </a:ext>
            </a:extLst>
          </p:cNvPr>
          <p:cNvSpPr>
            <a:spLocks noGrp="1"/>
          </p:cNvSpPr>
          <p:nvPr userDrawn="1">
            <p:ph type="body" orient="vert" idx="36" hasCustomPrompt="1"/>
          </p:nvPr>
        </p:nvSpPr>
        <p:spPr>
          <a:xfrm>
            <a:off x="8122894" y="1149381"/>
            <a:ext cx="3351835" cy="268469"/>
          </a:xfrm>
        </p:spPr>
        <p:txBody>
          <a:bodyPr vert="horz" lIns="0" tIns="0" rIns="0" bIns="0"/>
          <a:lstStyle>
            <a:lvl1pPr marL="0" indent="0">
              <a:buNone/>
              <a:defRPr b="1"/>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65" name="Tijdelijke aanduiding voor verticale tekst 2">
            <a:extLst>
              <a:ext uri="{FF2B5EF4-FFF2-40B4-BE49-F238E27FC236}">
                <a16:creationId xmlns:a16="http://schemas.microsoft.com/office/drawing/2014/main" id="{F470C83E-E3CD-49A9-AC4F-6C14B1563598}"/>
              </a:ext>
            </a:extLst>
          </p:cNvPr>
          <p:cNvSpPr>
            <a:spLocks noGrp="1"/>
          </p:cNvSpPr>
          <p:nvPr userDrawn="1">
            <p:ph type="body" orient="vert" idx="43" hasCustomPrompt="1"/>
          </p:nvPr>
        </p:nvSpPr>
        <p:spPr>
          <a:xfrm>
            <a:off x="788950" y="2870010"/>
            <a:ext cx="10661712" cy="268467"/>
          </a:xfrm>
        </p:spPr>
        <p:txBody>
          <a:bodyPr vert="horz" lIns="0" tIns="0" rIns="0" bIns="0"/>
          <a:lstStyle>
            <a:lvl1pPr marL="0" indent="0">
              <a:buNone/>
              <a:defRPr sz="1600" b="0"/>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66" name="Tijdelijke aanduiding voor verticale tekst 2">
            <a:extLst>
              <a:ext uri="{FF2B5EF4-FFF2-40B4-BE49-F238E27FC236}">
                <a16:creationId xmlns:a16="http://schemas.microsoft.com/office/drawing/2014/main" id="{45D1BA74-1327-44DC-A126-2E8D7FDA0D76}"/>
              </a:ext>
            </a:extLst>
          </p:cNvPr>
          <p:cNvSpPr>
            <a:spLocks noGrp="1"/>
          </p:cNvSpPr>
          <p:nvPr userDrawn="1">
            <p:ph type="body" orient="vert" idx="44" hasCustomPrompt="1"/>
          </p:nvPr>
        </p:nvSpPr>
        <p:spPr>
          <a:xfrm>
            <a:off x="4472600" y="3429000"/>
            <a:ext cx="3351835" cy="1301192"/>
          </a:xfrm>
        </p:spPr>
        <p:txBody>
          <a:bodyPr vert="horz" lIns="0" tIns="0" rIns="0" bIns="0"/>
          <a:lstStyle>
            <a:lvl1pPr>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67" name="Tijdelijke aanduiding voor verticale tekst 2">
            <a:extLst>
              <a:ext uri="{FF2B5EF4-FFF2-40B4-BE49-F238E27FC236}">
                <a16:creationId xmlns:a16="http://schemas.microsoft.com/office/drawing/2014/main" id="{4D25CFD4-7426-41A2-AE61-CB42D1C7A416}"/>
              </a:ext>
            </a:extLst>
          </p:cNvPr>
          <p:cNvSpPr>
            <a:spLocks noGrp="1"/>
          </p:cNvSpPr>
          <p:nvPr userDrawn="1">
            <p:ph type="body" orient="vert" idx="45" hasCustomPrompt="1"/>
          </p:nvPr>
        </p:nvSpPr>
        <p:spPr>
          <a:xfrm>
            <a:off x="4472600" y="3160531"/>
            <a:ext cx="3351835" cy="268469"/>
          </a:xfrm>
        </p:spPr>
        <p:txBody>
          <a:bodyPr vert="horz" lIns="0" tIns="0" rIns="0" bIns="0"/>
          <a:lstStyle>
            <a:lvl1pPr marL="0" indent="0">
              <a:buNone/>
              <a:defRPr b="1"/>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68" name="Tijdelijke aanduiding voor verticale tekst 2">
            <a:extLst>
              <a:ext uri="{FF2B5EF4-FFF2-40B4-BE49-F238E27FC236}">
                <a16:creationId xmlns:a16="http://schemas.microsoft.com/office/drawing/2014/main" id="{3B7880A4-6E72-45FF-AF82-CC1E84178C8C}"/>
              </a:ext>
            </a:extLst>
          </p:cNvPr>
          <p:cNvSpPr>
            <a:spLocks noGrp="1"/>
          </p:cNvSpPr>
          <p:nvPr userDrawn="1">
            <p:ph type="body" orient="vert" idx="46" hasCustomPrompt="1"/>
          </p:nvPr>
        </p:nvSpPr>
        <p:spPr>
          <a:xfrm>
            <a:off x="8122894" y="3429000"/>
            <a:ext cx="3351835" cy="1301192"/>
          </a:xfrm>
        </p:spPr>
        <p:txBody>
          <a:bodyPr vert="horz" lIns="0" tIns="0" rIns="0" bIns="0"/>
          <a:lstStyle>
            <a:lvl1pPr>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69" name="Tijdelijke aanduiding voor verticale tekst 2">
            <a:extLst>
              <a:ext uri="{FF2B5EF4-FFF2-40B4-BE49-F238E27FC236}">
                <a16:creationId xmlns:a16="http://schemas.microsoft.com/office/drawing/2014/main" id="{3CB304D9-1E47-4B97-A383-80482AEE49D2}"/>
              </a:ext>
            </a:extLst>
          </p:cNvPr>
          <p:cNvSpPr>
            <a:spLocks noGrp="1"/>
          </p:cNvSpPr>
          <p:nvPr userDrawn="1">
            <p:ph type="body" orient="vert" idx="47" hasCustomPrompt="1"/>
          </p:nvPr>
        </p:nvSpPr>
        <p:spPr>
          <a:xfrm>
            <a:off x="8122894" y="3160531"/>
            <a:ext cx="3351835" cy="268469"/>
          </a:xfrm>
        </p:spPr>
        <p:txBody>
          <a:bodyPr vert="horz" lIns="0" tIns="0" rIns="0" bIns="0"/>
          <a:lstStyle>
            <a:lvl1pPr marL="0" indent="0">
              <a:buNone/>
              <a:defRPr b="1"/>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75" name="Tijdelijke aanduiding voor verticale tekst 2">
            <a:extLst>
              <a:ext uri="{FF2B5EF4-FFF2-40B4-BE49-F238E27FC236}">
                <a16:creationId xmlns:a16="http://schemas.microsoft.com/office/drawing/2014/main" id="{CED68B8F-0156-498C-8181-AD8EB48B0661}"/>
              </a:ext>
            </a:extLst>
          </p:cNvPr>
          <p:cNvSpPr>
            <a:spLocks noGrp="1"/>
          </p:cNvSpPr>
          <p:nvPr userDrawn="1">
            <p:ph type="body" orient="vert" idx="52" hasCustomPrompt="1"/>
          </p:nvPr>
        </p:nvSpPr>
        <p:spPr>
          <a:xfrm>
            <a:off x="722653" y="6011757"/>
            <a:ext cx="10652422" cy="562342"/>
          </a:xfrm>
        </p:spPr>
        <p:txBody>
          <a:bodyPr vert="horz" lIns="0" tIns="0" rIns="0" bIns="0"/>
          <a:lstStyle>
            <a:lvl1pPr marL="0" indent="0">
              <a:buNone/>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144" name="Tijdelijke aanduiding voor verticale tekst 2">
            <a:extLst>
              <a:ext uri="{FF2B5EF4-FFF2-40B4-BE49-F238E27FC236}">
                <a16:creationId xmlns:a16="http://schemas.microsoft.com/office/drawing/2014/main" id="{AEFFF933-7B83-44F7-8437-181612F05B8A}"/>
              </a:ext>
            </a:extLst>
          </p:cNvPr>
          <p:cNvSpPr>
            <a:spLocks noGrp="1"/>
          </p:cNvSpPr>
          <p:nvPr>
            <p:ph type="body" orient="vert" idx="1" hasCustomPrompt="1"/>
          </p:nvPr>
        </p:nvSpPr>
        <p:spPr>
          <a:xfrm>
            <a:off x="882467" y="1417850"/>
            <a:ext cx="3291674" cy="1301192"/>
          </a:xfrm>
        </p:spPr>
        <p:txBody>
          <a:bodyPr vert="horz" lIns="0" tIns="0" rIns="0" bIns="0"/>
          <a:lstStyle>
            <a:lvl1pPr>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145" name="Tijdelijke aanduiding voor verticale tekst 2">
            <a:extLst>
              <a:ext uri="{FF2B5EF4-FFF2-40B4-BE49-F238E27FC236}">
                <a16:creationId xmlns:a16="http://schemas.microsoft.com/office/drawing/2014/main" id="{52571305-E4B9-4C79-BE53-DFF215B0A0F7}"/>
              </a:ext>
            </a:extLst>
          </p:cNvPr>
          <p:cNvSpPr>
            <a:spLocks noGrp="1"/>
          </p:cNvSpPr>
          <p:nvPr>
            <p:ph type="body" orient="vert" idx="30" hasCustomPrompt="1"/>
          </p:nvPr>
        </p:nvSpPr>
        <p:spPr>
          <a:xfrm>
            <a:off x="882467" y="1149381"/>
            <a:ext cx="3291674" cy="268469"/>
          </a:xfrm>
        </p:spPr>
        <p:txBody>
          <a:bodyPr vert="horz" lIns="0" tIns="0" rIns="0" bIns="0"/>
          <a:lstStyle>
            <a:lvl1pPr marL="0" indent="0">
              <a:buNone/>
              <a:defRPr b="1"/>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146" name="Tijdelijke aanduiding voor verticale tekst 2">
            <a:extLst>
              <a:ext uri="{FF2B5EF4-FFF2-40B4-BE49-F238E27FC236}">
                <a16:creationId xmlns:a16="http://schemas.microsoft.com/office/drawing/2014/main" id="{7E992326-0086-4E2C-B05A-A72C36A5C71D}"/>
              </a:ext>
            </a:extLst>
          </p:cNvPr>
          <p:cNvSpPr>
            <a:spLocks noGrp="1"/>
          </p:cNvSpPr>
          <p:nvPr>
            <p:ph type="body" orient="vert" idx="41" hasCustomPrompt="1"/>
          </p:nvPr>
        </p:nvSpPr>
        <p:spPr>
          <a:xfrm>
            <a:off x="882467" y="3429000"/>
            <a:ext cx="3291674" cy="1301192"/>
          </a:xfrm>
        </p:spPr>
        <p:txBody>
          <a:bodyPr vert="horz" lIns="0" tIns="0" rIns="0" bIns="0"/>
          <a:lstStyle>
            <a:lvl1pPr>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147" name="Tijdelijke aanduiding voor verticale tekst 2">
            <a:extLst>
              <a:ext uri="{FF2B5EF4-FFF2-40B4-BE49-F238E27FC236}">
                <a16:creationId xmlns:a16="http://schemas.microsoft.com/office/drawing/2014/main" id="{1ACDE7B0-85DD-4D08-BCF7-36FCB07DFA69}"/>
              </a:ext>
            </a:extLst>
          </p:cNvPr>
          <p:cNvSpPr>
            <a:spLocks noGrp="1"/>
          </p:cNvSpPr>
          <p:nvPr>
            <p:ph type="body" orient="vert" idx="42" hasCustomPrompt="1"/>
          </p:nvPr>
        </p:nvSpPr>
        <p:spPr>
          <a:xfrm>
            <a:off x="882467" y="3160531"/>
            <a:ext cx="3291674" cy="268469"/>
          </a:xfrm>
        </p:spPr>
        <p:txBody>
          <a:bodyPr vert="horz" lIns="0" tIns="0" rIns="0" bIns="0"/>
          <a:lstStyle>
            <a:lvl1pPr marL="0" indent="0">
              <a:buNone/>
              <a:defRPr b="1"/>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Tree>
    <p:extLst>
      <p:ext uri="{BB962C8B-B14F-4D97-AF65-F5344CB8AC3E}">
        <p14:creationId xmlns:p14="http://schemas.microsoft.com/office/powerpoint/2010/main" val="38320072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Roadmap #1">
    <p:spTree>
      <p:nvGrpSpPr>
        <p:cNvPr id="1" name=""/>
        <p:cNvGrpSpPr/>
        <p:nvPr/>
      </p:nvGrpSpPr>
      <p:grpSpPr>
        <a:xfrm>
          <a:off x="0" y="0"/>
          <a:ext cx="0" cy="0"/>
          <a:chOff x="0" y="0"/>
          <a:chExt cx="0" cy="0"/>
        </a:xfrm>
      </p:grpSpPr>
      <p:sp>
        <p:nvSpPr>
          <p:cNvPr id="6" name="Graphic 31">
            <a:extLst>
              <a:ext uri="{FF2B5EF4-FFF2-40B4-BE49-F238E27FC236}">
                <a16:creationId xmlns:a16="http://schemas.microsoft.com/office/drawing/2014/main" id="{BCEC8A5B-C8C7-47AA-B49F-07DDDC492905}"/>
              </a:ext>
            </a:extLst>
          </p:cNvPr>
          <p:cNvSpPr>
            <a:spLocks noChangeAspect="1"/>
          </p:cNvSpPr>
          <p:nvPr userDrawn="1"/>
        </p:nvSpPr>
        <p:spPr>
          <a:xfrm rot="5400000" flipH="1">
            <a:off x="3176032" y="-3176033"/>
            <a:ext cx="5860789" cy="12212857"/>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 name="connsiteX0" fmla="*/ 892481 w 5315644"/>
              <a:gd name="connsiteY0" fmla="*/ 0 h 7563813"/>
              <a:gd name="connsiteX1" fmla="*/ 5816 w 5315644"/>
              <a:gd name="connsiteY1" fmla="*/ 3571624 h 7563813"/>
              <a:gd name="connsiteX2" fmla="*/ 747667 w 5315644"/>
              <a:gd name="connsiteY2" fmla="*/ 7563812 h 7563813"/>
              <a:gd name="connsiteX3" fmla="*/ 4552322 w 5315644"/>
              <a:gd name="connsiteY3" fmla="*/ 7563813 h 7563813"/>
              <a:gd name="connsiteX4" fmla="*/ 5315644 w 5315644"/>
              <a:gd name="connsiteY4" fmla="*/ 0 h 7563813"/>
              <a:gd name="connsiteX5" fmla="*/ 892481 w 5315644"/>
              <a:gd name="connsiteY5" fmla="*/ 0 h 7563813"/>
              <a:gd name="connsiteX0" fmla="*/ 892481 w 5315644"/>
              <a:gd name="connsiteY0" fmla="*/ 0 h 7563813"/>
              <a:gd name="connsiteX1" fmla="*/ 5816 w 5315644"/>
              <a:gd name="connsiteY1" fmla="*/ 3571624 h 7563813"/>
              <a:gd name="connsiteX2" fmla="*/ 747667 w 5315644"/>
              <a:gd name="connsiteY2" fmla="*/ 7563812 h 7563813"/>
              <a:gd name="connsiteX3" fmla="*/ 4901639 w 5315644"/>
              <a:gd name="connsiteY3" fmla="*/ 7563813 h 7563813"/>
              <a:gd name="connsiteX4" fmla="*/ 5315644 w 5315644"/>
              <a:gd name="connsiteY4" fmla="*/ 0 h 7563813"/>
              <a:gd name="connsiteX5" fmla="*/ 892481 w 5315644"/>
              <a:gd name="connsiteY5" fmla="*/ 0 h 7563813"/>
              <a:gd name="connsiteX0" fmla="*/ 892481 w 4901639"/>
              <a:gd name="connsiteY0" fmla="*/ 0 h 7563813"/>
              <a:gd name="connsiteX1" fmla="*/ 5816 w 4901639"/>
              <a:gd name="connsiteY1" fmla="*/ 3571624 h 7563813"/>
              <a:gd name="connsiteX2" fmla="*/ 747667 w 4901639"/>
              <a:gd name="connsiteY2" fmla="*/ 7563812 h 7563813"/>
              <a:gd name="connsiteX3" fmla="*/ 4901639 w 4901639"/>
              <a:gd name="connsiteY3" fmla="*/ 7563813 h 7563813"/>
              <a:gd name="connsiteX4" fmla="*/ 4565260 w 4901639"/>
              <a:gd name="connsiteY4" fmla="*/ 0 h 7563813"/>
              <a:gd name="connsiteX5" fmla="*/ 892481 w 4901639"/>
              <a:gd name="connsiteY5" fmla="*/ 0 h 7563813"/>
              <a:gd name="connsiteX0" fmla="*/ 892481 w 4901639"/>
              <a:gd name="connsiteY0" fmla="*/ 12938 h 7576751"/>
              <a:gd name="connsiteX1" fmla="*/ 5816 w 4901639"/>
              <a:gd name="connsiteY1" fmla="*/ 3584562 h 7576751"/>
              <a:gd name="connsiteX2" fmla="*/ 747667 w 4901639"/>
              <a:gd name="connsiteY2" fmla="*/ 7576750 h 7576751"/>
              <a:gd name="connsiteX3" fmla="*/ 4901639 w 4901639"/>
              <a:gd name="connsiteY3" fmla="*/ 7576751 h 7576751"/>
              <a:gd name="connsiteX4" fmla="*/ 4901639 w 4901639"/>
              <a:gd name="connsiteY4" fmla="*/ 0 h 7576751"/>
              <a:gd name="connsiteX5" fmla="*/ 892481 w 4901639"/>
              <a:gd name="connsiteY5" fmla="*/ 12938 h 7576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1639" h="7576751">
                <a:moveTo>
                  <a:pt x="892481" y="12938"/>
                </a:moveTo>
                <a:cubicBezTo>
                  <a:pt x="1110972" y="1879432"/>
                  <a:pt x="88385" y="2184373"/>
                  <a:pt x="5816" y="3584562"/>
                </a:cubicBezTo>
                <a:cubicBezTo>
                  <a:pt x="-81834" y="5062256"/>
                  <a:pt x="851832" y="6160044"/>
                  <a:pt x="747667" y="7576750"/>
                </a:cubicBezTo>
                <a:lnTo>
                  <a:pt x="4901639" y="7576751"/>
                </a:lnTo>
                <a:lnTo>
                  <a:pt x="4901639" y="0"/>
                </a:lnTo>
                <a:lnTo>
                  <a:pt x="892481" y="12938"/>
                </a:lnTo>
                <a:close/>
              </a:path>
            </a:pathLst>
          </a:custGeom>
          <a:solidFill>
            <a:srgbClr val="E5DDE8"/>
          </a:solidFill>
          <a:ln w="12692" cap="flat">
            <a:noFill/>
            <a:prstDash val="solid"/>
            <a:miter/>
          </a:ln>
        </p:spPr>
        <p:txBody>
          <a:bodyPr rtlCol="0" anchor="ctr"/>
          <a:lstStyle/>
          <a:p>
            <a:endParaRPr lang="nl-NL" sz="1633"/>
          </a:p>
        </p:txBody>
      </p:sp>
      <p:sp>
        <p:nvSpPr>
          <p:cNvPr id="12" name="Tijdelijke aanduiding voor verticale tekst 2">
            <a:extLst>
              <a:ext uri="{FF2B5EF4-FFF2-40B4-BE49-F238E27FC236}">
                <a16:creationId xmlns:a16="http://schemas.microsoft.com/office/drawing/2014/main" id="{EF7AF3FF-C1B3-47AD-9EAA-88B850FFEB71}"/>
              </a:ext>
            </a:extLst>
          </p:cNvPr>
          <p:cNvSpPr>
            <a:spLocks noGrp="1"/>
          </p:cNvSpPr>
          <p:nvPr>
            <p:ph type="body" orient="vert" idx="1" hasCustomPrompt="1"/>
          </p:nvPr>
        </p:nvSpPr>
        <p:spPr>
          <a:xfrm>
            <a:off x="8056249" y="757336"/>
            <a:ext cx="3694611" cy="2856735"/>
          </a:xfrm>
        </p:spPr>
        <p:txBody>
          <a:bodyPr vert="horz" lIns="0" tIns="0" rIns="0" bIns="0"/>
          <a:lstStyle>
            <a:lvl1pPr>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Klik hier om een bullet te plaatsen.</a:t>
            </a:r>
          </a:p>
          <a:p>
            <a:pPr lvl="1"/>
            <a:r>
              <a:rPr lang="nl-NL"/>
              <a:t>Sub-bullets</a:t>
            </a:r>
          </a:p>
          <a:p>
            <a:pPr lvl="2"/>
            <a:r>
              <a:rPr lang="nl-NL"/>
              <a:t>Leestekst</a:t>
            </a:r>
          </a:p>
        </p:txBody>
      </p:sp>
      <p:sp>
        <p:nvSpPr>
          <p:cNvPr id="13" name="Tijdelijke aanduiding voor verticale tekst 2">
            <a:extLst>
              <a:ext uri="{FF2B5EF4-FFF2-40B4-BE49-F238E27FC236}">
                <a16:creationId xmlns:a16="http://schemas.microsoft.com/office/drawing/2014/main" id="{6BD8F974-554A-443F-97C9-B902344D858B}"/>
              </a:ext>
            </a:extLst>
          </p:cNvPr>
          <p:cNvSpPr>
            <a:spLocks noGrp="1"/>
          </p:cNvSpPr>
          <p:nvPr>
            <p:ph type="body" orient="vert" idx="30" hasCustomPrompt="1"/>
          </p:nvPr>
        </p:nvSpPr>
        <p:spPr>
          <a:xfrm>
            <a:off x="8056249" y="488868"/>
            <a:ext cx="3694611" cy="268467"/>
          </a:xfrm>
        </p:spPr>
        <p:txBody>
          <a:bodyPr vert="horz" lIns="0" tIns="0" rIns="0" bIns="0"/>
          <a:lstStyle>
            <a:lvl1pPr marL="0" indent="0">
              <a:buNone/>
              <a:defRPr b="1"/>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pic>
        <p:nvPicPr>
          <p:cNvPr id="14" name="Graphic 13">
            <a:extLst>
              <a:ext uri="{FF2B5EF4-FFF2-40B4-BE49-F238E27FC236}">
                <a16:creationId xmlns:a16="http://schemas.microsoft.com/office/drawing/2014/main" id="{D582EE61-9B0A-4E1B-940D-41E32827A82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33803" y="2016019"/>
            <a:ext cx="7636933" cy="2404533"/>
          </a:xfrm>
          <a:prstGeom prst="rect">
            <a:avLst/>
          </a:prstGeom>
        </p:spPr>
      </p:pic>
      <p:pic>
        <p:nvPicPr>
          <p:cNvPr id="15" name="Graphic 14">
            <a:extLst>
              <a:ext uri="{FF2B5EF4-FFF2-40B4-BE49-F238E27FC236}">
                <a16:creationId xmlns:a16="http://schemas.microsoft.com/office/drawing/2014/main" id="{6575007D-BE34-4429-86D3-87496D9EC68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1143" y="1950115"/>
            <a:ext cx="7636933" cy="2404533"/>
          </a:xfrm>
          <a:prstGeom prst="rect">
            <a:avLst/>
          </a:prstGeom>
        </p:spPr>
      </p:pic>
      <p:sp>
        <p:nvSpPr>
          <p:cNvPr id="21" name="Titel 2">
            <a:extLst>
              <a:ext uri="{FF2B5EF4-FFF2-40B4-BE49-F238E27FC236}">
                <a16:creationId xmlns:a16="http://schemas.microsoft.com/office/drawing/2014/main" id="{881F3947-E509-4EAD-87B9-DC709632180A}"/>
              </a:ext>
            </a:extLst>
          </p:cNvPr>
          <p:cNvSpPr>
            <a:spLocks noGrp="1"/>
          </p:cNvSpPr>
          <p:nvPr>
            <p:ph type="title" hasCustomPrompt="1"/>
          </p:nvPr>
        </p:nvSpPr>
        <p:spPr>
          <a:xfrm>
            <a:off x="804998" y="283901"/>
            <a:ext cx="6798095" cy="552906"/>
          </a:xfrm>
        </p:spPr>
        <p:txBody>
          <a:bodyPr/>
          <a:lstStyle>
            <a:lvl1pPr>
              <a:defRPr/>
            </a:lvl1pPr>
          </a:lstStyle>
          <a:p>
            <a:r>
              <a:rPr lang="nl-NL"/>
              <a:t>Plaats hier een titel</a:t>
            </a:r>
          </a:p>
        </p:txBody>
      </p:sp>
      <p:sp>
        <p:nvSpPr>
          <p:cNvPr id="27" name="Tijdelijke aanduiding voor verticale tekst 2">
            <a:extLst>
              <a:ext uri="{FF2B5EF4-FFF2-40B4-BE49-F238E27FC236}">
                <a16:creationId xmlns:a16="http://schemas.microsoft.com/office/drawing/2014/main" id="{EF05331C-FC15-4006-B79A-C26E665C1B98}"/>
              </a:ext>
            </a:extLst>
          </p:cNvPr>
          <p:cNvSpPr>
            <a:spLocks noGrp="1"/>
          </p:cNvSpPr>
          <p:nvPr>
            <p:ph type="body" orient="vert" idx="31" hasCustomPrompt="1"/>
          </p:nvPr>
        </p:nvSpPr>
        <p:spPr>
          <a:xfrm>
            <a:off x="490387" y="1506244"/>
            <a:ext cx="1433918" cy="1433918"/>
          </a:xfrm>
          <a:prstGeom prst="ellipse">
            <a:avLst/>
          </a:prstGeom>
          <a:solidFill>
            <a:schemeClr val="bg1"/>
          </a:solidFill>
        </p:spPr>
        <p:txBody>
          <a:bodyPr vert="horz" lIns="0" tIns="0" rIns="0" bIns="0" anchor="ctr"/>
          <a:lstStyle>
            <a:lvl1pPr marL="0" indent="0" algn="ctr">
              <a:buNone/>
              <a:defRPr sz="1200" b="0"/>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28" name="Tijdelijke aanduiding voor verticale tekst 2">
            <a:extLst>
              <a:ext uri="{FF2B5EF4-FFF2-40B4-BE49-F238E27FC236}">
                <a16:creationId xmlns:a16="http://schemas.microsoft.com/office/drawing/2014/main" id="{6E432348-1C21-4C9C-ABCA-D082DD8FB661}"/>
              </a:ext>
            </a:extLst>
          </p:cNvPr>
          <p:cNvSpPr>
            <a:spLocks noGrp="1"/>
          </p:cNvSpPr>
          <p:nvPr>
            <p:ph type="body" orient="vert" idx="32" hasCustomPrompt="1"/>
          </p:nvPr>
        </p:nvSpPr>
        <p:spPr>
          <a:xfrm>
            <a:off x="3962937" y="1506244"/>
            <a:ext cx="1433918" cy="1433918"/>
          </a:xfrm>
          <a:prstGeom prst="ellipse">
            <a:avLst/>
          </a:prstGeom>
          <a:solidFill>
            <a:schemeClr val="bg1"/>
          </a:solidFill>
        </p:spPr>
        <p:txBody>
          <a:bodyPr vert="horz" lIns="0" tIns="0" rIns="0" bIns="0" anchor="ctr"/>
          <a:lstStyle>
            <a:lvl1pPr marL="0" indent="0" algn="ctr">
              <a:buNone/>
              <a:defRPr sz="1200" b="0"/>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29" name="Tijdelijke aanduiding voor verticale tekst 2">
            <a:extLst>
              <a:ext uri="{FF2B5EF4-FFF2-40B4-BE49-F238E27FC236}">
                <a16:creationId xmlns:a16="http://schemas.microsoft.com/office/drawing/2014/main" id="{25F99765-ED3C-4143-8A50-9C842F70BD39}"/>
              </a:ext>
            </a:extLst>
          </p:cNvPr>
          <p:cNvSpPr>
            <a:spLocks noGrp="1"/>
          </p:cNvSpPr>
          <p:nvPr>
            <p:ph type="body" orient="vert" idx="33" hasCustomPrompt="1"/>
          </p:nvPr>
        </p:nvSpPr>
        <p:spPr>
          <a:xfrm>
            <a:off x="6165908" y="2524655"/>
            <a:ext cx="1433918" cy="1433918"/>
          </a:xfrm>
          <a:prstGeom prst="ellipse">
            <a:avLst/>
          </a:prstGeom>
          <a:solidFill>
            <a:schemeClr val="bg1"/>
          </a:solidFill>
        </p:spPr>
        <p:txBody>
          <a:bodyPr vert="horz" lIns="0" tIns="0" rIns="0" bIns="0" anchor="ctr"/>
          <a:lstStyle>
            <a:lvl1pPr marL="0" indent="0" algn="ctr">
              <a:buNone/>
              <a:defRPr sz="1200" b="0"/>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30" name="Tijdelijke aanduiding voor verticale tekst 2">
            <a:extLst>
              <a:ext uri="{FF2B5EF4-FFF2-40B4-BE49-F238E27FC236}">
                <a16:creationId xmlns:a16="http://schemas.microsoft.com/office/drawing/2014/main" id="{9CDF32C8-AABB-4ACF-BB91-74D6F39C011D}"/>
              </a:ext>
            </a:extLst>
          </p:cNvPr>
          <p:cNvSpPr>
            <a:spLocks noGrp="1"/>
          </p:cNvSpPr>
          <p:nvPr>
            <p:ph type="body" orient="vert" idx="34" hasCustomPrompt="1"/>
          </p:nvPr>
        </p:nvSpPr>
        <p:spPr>
          <a:xfrm>
            <a:off x="3999979" y="3374071"/>
            <a:ext cx="1433918" cy="1433918"/>
          </a:xfrm>
          <a:prstGeom prst="ellipse">
            <a:avLst/>
          </a:prstGeom>
          <a:solidFill>
            <a:schemeClr val="bg1"/>
          </a:solidFill>
        </p:spPr>
        <p:txBody>
          <a:bodyPr vert="horz" lIns="0" tIns="0" rIns="0" bIns="0" anchor="ctr"/>
          <a:lstStyle>
            <a:lvl1pPr marL="0" indent="0" algn="ctr">
              <a:buNone/>
              <a:defRPr sz="1200" b="0"/>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31" name="Tijdelijke aanduiding voor verticale tekst 2">
            <a:extLst>
              <a:ext uri="{FF2B5EF4-FFF2-40B4-BE49-F238E27FC236}">
                <a16:creationId xmlns:a16="http://schemas.microsoft.com/office/drawing/2014/main" id="{9A9B597C-B850-4483-B069-5F534B37813D}"/>
              </a:ext>
            </a:extLst>
          </p:cNvPr>
          <p:cNvSpPr>
            <a:spLocks noGrp="1"/>
          </p:cNvSpPr>
          <p:nvPr>
            <p:ph type="body" orient="vert" idx="35" hasCustomPrompt="1"/>
          </p:nvPr>
        </p:nvSpPr>
        <p:spPr>
          <a:xfrm>
            <a:off x="1900232" y="3374071"/>
            <a:ext cx="1433918" cy="1433918"/>
          </a:xfrm>
          <a:prstGeom prst="ellipse">
            <a:avLst/>
          </a:prstGeom>
          <a:solidFill>
            <a:schemeClr val="bg1"/>
          </a:solidFill>
        </p:spPr>
        <p:txBody>
          <a:bodyPr vert="horz" lIns="0" tIns="0" rIns="0" bIns="0" anchor="ctr"/>
          <a:lstStyle>
            <a:lvl1pPr marL="0" indent="0" algn="ctr">
              <a:buNone/>
              <a:defRPr sz="1200" b="0"/>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Tree>
    <p:extLst>
      <p:ext uri="{BB962C8B-B14F-4D97-AF65-F5344CB8AC3E}">
        <p14:creationId xmlns:p14="http://schemas.microsoft.com/office/powerpoint/2010/main" val="22382914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Roadmap #2">
    <p:spTree>
      <p:nvGrpSpPr>
        <p:cNvPr id="1" name=""/>
        <p:cNvGrpSpPr/>
        <p:nvPr/>
      </p:nvGrpSpPr>
      <p:grpSpPr>
        <a:xfrm>
          <a:off x="0" y="0"/>
          <a:ext cx="0" cy="0"/>
          <a:chOff x="0" y="0"/>
          <a:chExt cx="0" cy="0"/>
        </a:xfrm>
      </p:grpSpPr>
      <p:sp>
        <p:nvSpPr>
          <p:cNvPr id="6" name="Graphic 31">
            <a:extLst>
              <a:ext uri="{FF2B5EF4-FFF2-40B4-BE49-F238E27FC236}">
                <a16:creationId xmlns:a16="http://schemas.microsoft.com/office/drawing/2014/main" id="{BCEC8A5B-C8C7-47AA-B49F-07DDDC492905}"/>
              </a:ext>
            </a:extLst>
          </p:cNvPr>
          <p:cNvSpPr>
            <a:spLocks noChangeAspect="1"/>
          </p:cNvSpPr>
          <p:nvPr userDrawn="1"/>
        </p:nvSpPr>
        <p:spPr>
          <a:xfrm rot="5400000" flipH="1">
            <a:off x="3176032" y="-3176033"/>
            <a:ext cx="5860789" cy="12212857"/>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 name="connsiteX0" fmla="*/ 892481 w 5315644"/>
              <a:gd name="connsiteY0" fmla="*/ 0 h 7563813"/>
              <a:gd name="connsiteX1" fmla="*/ 5816 w 5315644"/>
              <a:gd name="connsiteY1" fmla="*/ 3571624 h 7563813"/>
              <a:gd name="connsiteX2" fmla="*/ 747667 w 5315644"/>
              <a:gd name="connsiteY2" fmla="*/ 7563812 h 7563813"/>
              <a:gd name="connsiteX3" fmla="*/ 4552322 w 5315644"/>
              <a:gd name="connsiteY3" fmla="*/ 7563813 h 7563813"/>
              <a:gd name="connsiteX4" fmla="*/ 5315644 w 5315644"/>
              <a:gd name="connsiteY4" fmla="*/ 0 h 7563813"/>
              <a:gd name="connsiteX5" fmla="*/ 892481 w 5315644"/>
              <a:gd name="connsiteY5" fmla="*/ 0 h 7563813"/>
              <a:gd name="connsiteX0" fmla="*/ 892481 w 5315644"/>
              <a:gd name="connsiteY0" fmla="*/ 0 h 7563813"/>
              <a:gd name="connsiteX1" fmla="*/ 5816 w 5315644"/>
              <a:gd name="connsiteY1" fmla="*/ 3571624 h 7563813"/>
              <a:gd name="connsiteX2" fmla="*/ 747667 w 5315644"/>
              <a:gd name="connsiteY2" fmla="*/ 7563812 h 7563813"/>
              <a:gd name="connsiteX3" fmla="*/ 4901639 w 5315644"/>
              <a:gd name="connsiteY3" fmla="*/ 7563813 h 7563813"/>
              <a:gd name="connsiteX4" fmla="*/ 5315644 w 5315644"/>
              <a:gd name="connsiteY4" fmla="*/ 0 h 7563813"/>
              <a:gd name="connsiteX5" fmla="*/ 892481 w 5315644"/>
              <a:gd name="connsiteY5" fmla="*/ 0 h 7563813"/>
              <a:gd name="connsiteX0" fmla="*/ 892481 w 4901639"/>
              <a:gd name="connsiteY0" fmla="*/ 0 h 7563813"/>
              <a:gd name="connsiteX1" fmla="*/ 5816 w 4901639"/>
              <a:gd name="connsiteY1" fmla="*/ 3571624 h 7563813"/>
              <a:gd name="connsiteX2" fmla="*/ 747667 w 4901639"/>
              <a:gd name="connsiteY2" fmla="*/ 7563812 h 7563813"/>
              <a:gd name="connsiteX3" fmla="*/ 4901639 w 4901639"/>
              <a:gd name="connsiteY3" fmla="*/ 7563813 h 7563813"/>
              <a:gd name="connsiteX4" fmla="*/ 4565260 w 4901639"/>
              <a:gd name="connsiteY4" fmla="*/ 0 h 7563813"/>
              <a:gd name="connsiteX5" fmla="*/ 892481 w 4901639"/>
              <a:gd name="connsiteY5" fmla="*/ 0 h 7563813"/>
              <a:gd name="connsiteX0" fmla="*/ 892481 w 4901639"/>
              <a:gd name="connsiteY0" fmla="*/ 12938 h 7576751"/>
              <a:gd name="connsiteX1" fmla="*/ 5816 w 4901639"/>
              <a:gd name="connsiteY1" fmla="*/ 3584562 h 7576751"/>
              <a:gd name="connsiteX2" fmla="*/ 747667 w 4901639"/>
              <a:gd name="connsiteY2" fmla="*/ 7576750 h 7576751"/>
              <a:gd name="connsiteX3" fmla="*/ 4901639 w 4901639"/>
              <a:gd name="connsiteY3" fmla="*/ 7576751 h 7576751"/>
              <a:gd name="connsiteX4" fmla="*/ 4901639 w 4901639"/>
              <a:gd name="connsiteY4" fmla="*/ 0 h 7576751"/>
              <a:gd name="connsiteX5" fmla="*/ 892481 w 4901639"/>
              <a:gd name="connsiteY5" fmla="*/ 12938 h 7576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1639" h="7576751">
                <a:moveTo>
                  <a:pt x="892481" y="12938"/>
                </a:moveTo>
                <a:cubicBezTo>
                  <a:pt x="1110972" y="1879432"/>
                  <a:pt x="88385" y="2184373"/>
                  <a:pt x="5816" y="3584562"/>
                </a:cubicBezTo>
                <a:cubicBezTo>
                  <a:pt x="-81834" y="5062256"/>
                  <a:pt x="851832" y="6160044"/>
                  <a:pt x="747667" y="7576750"/>
                </a:cubicBezTo>
                <a:lnTo>
                  <a:pt x="4901639" y="7576751"/>
                </a:lnTo>
                <a:lnTo>
                  <a:pt x="4901639" y="0"/>
                </a:lnTo>
                <a:lnTo>
                  <a:pt x="892481" y="12938"/>
                </a:lnTo>
                <a:close/>
              </a:path>
            </a:pathLst>
          </a:custGeom>
          <a:solidFill>
            <a:srgbClr val="E5DDE8"/>
          </a:solidFill>
          <a:ln w="12692" cap="flat">
            <a:noFill/>
            <a:prstDash val="solid"/>
            <a:miter/>
          </a:ln>
        </p:spPr>
        <p:txBody>
          <a:bodyPr rtlCol="0" anchor="ctr"/>
          <a:lstStyle/>
          <a:p>
            <a:endParaRPr lang="nl-NL" sz="1633"/>
          </a:p>
        </p:txBody>
      </p:sp>
      <p:sp>
        <p:nvSpPr>
          <p:cNvPr id="12" name="Tijdelijke aanduiding voor verticale tekst 2">
            <a:extLst>
              <a:ext uri="{FF2B5EF4-FFF2-40B4-BE49-F238E27FC236}">
                <a16:creationId xmlns:a16="http://schemas.microsoft.com/office/drawing/2014/main" id="{EF7AF3FF-C1B3-47AD-9EAA-88B850FFEB71}"/>
              </a:ext>
            </a:extLst>
          </p:cNvPr>
          <p:cNvSpPr>
            <a:spLocks noGrp="1"/>
          </p:cNvSpPr>
          <p:nvPr>
            <p:ph type="body" orient="vert" idx="1" hasCustomPrompt="1"/>
          </p:nvPr>
        </p:nvSpPr>
        <p:spPr>
          <a:xfrm>
            <a:off x="8056249" y="2474927"/>
            <a:ext cx="3694611" cy="1908150"/>
          </a:xfrm>
        </p:spPr>
        <p:txBody>
          <a:bodyPr vert="horz" lIns="0" tIns="0" rIns="0" bIns="0"/>
          <a:lstStyle>
            <a:lvl1pPr>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Klik hier om een bullet te plaatsen.</a:t>
            </a:r>
          </a:p>
          <a:p>
            <a:pPr lvl="1"/>
            <a:r>
              <a:rPr lang="nl-NL"/>
              <a:t>Sub-bullets</a:t>
            </a:r>
          </a:p>
          <a:p>
            <a:pPr lvl="2"/>
            <a:r>
              <a:rPr lang="nl-NL"/>
              <a:t>Leestekst</a:t>
            </a:r>
          </a:p>
        </p:txBody>
      </p:sp>
      <p:sp>
        <p:nvSpPr>
          <p:cNvPr id="13" name="Tijdelijke aanduiding voor verticale tekst 2">
            <a:extLst>
              <a:ext uri="{FF2B5EF4-FFF2-40B4-BE49-F238E27FC236}">
                <a16:creationId xmlns:a16="http://schemas.microsoft.com/office/drawing/2014/main" id="{6BD8F974-554A-443F-97C9-B902344D858B}"/>
              </a:ext>
            </a:extLst>
          </p:cNvPr>
          <p:cNvSpPr>
            <a:spLocks noGrp="1"/>
          </p:cNvSpPr>
          <p:nvPr>
            <p:ph type="body" orient="vert" idx="30" hasCustomPrompt="1"/>
          </p:nvPr>
        </p:nvSpPr>
        <p:spPr>
          <a:xfrm>
            <a:off x="8056249" y="2206458"/>
            <a:ext cx="3694611" cy="268467"/>
          </a:xfrm>
        </p:spPr>
        <p:txBody>
          <a:bodyPr vert="horz" lIns="0" tIns="0" rIns="0" bIns="0"/>
          <a:lstStyle>
            <a:lvl1pPr marL="0" indent="0">
              <a:buNone/>
              <a:defRPr b="1"/>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7" name="Titel 2">
            <a:extLst>
              <a:ext uri="{FF2B5EF4-FFF2-40B4-BE49-F238E27FC236}">
                <a16:creationId xmlns:a16="http://schemas.microsoft.com/office/drawing/2014/main" id="{DC52CE47-E787-40FB-97EF-4E61D0EDF1CA}"/>
              </a:ext>
            </a:extLst>
          </p:cNvPr>
          <p:cNvSpPr>
            <a:spLocks noGrp="1"/>
          </p:cNvSpPr>
          <p:nvPr>
            <p:ph type="title" hasCustomPrompt="1"/>
          </p:nvPr>
        </p:nvSpPr>
        <p:spPr>
          <a:xfrm>
            <a:off x="804998" y="283901"/>
            <a:ext cx="6798095" cy="552906"/>
          </a:xfrm>
        </p:spPr>
        <p:txBody>
          <a:bodyPr/>
          <a:lstStyle>
            <a:lvl1pPr>
              <a:defRPr/>
            </a:lvl1pPr>
          </a:lstStyle>
          <a:p>
            <a:r>
              <a:rPr lang="nl-NL"/>
              <a:t>Plaats hier een titel</a:t>
            </a:r>
          </a:p>
        </p:txBody>
      </p:sp>
      <p:pic>
        <p:nvPicPr>
          <p:cNvPr id="8" name="Graphic 7">
            <a:extLst>
              <a:ext uri="{FF2B5EF4-FFF2-40B4-BE49-F238E27FC236}">
                <a16:creationId xmlns:a16="http://schemas.microsoft.com/office/drawing/2014/main" id="{903108BE-E7E2-45D2-A686-021DBE23D0B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 y="4098725"/>
            <a:ext cx="5462777" cy="487043"/>
          </a:xfrm>
          <a:prstGeom prst="rect">
            <a:avLst/>
          </a:prstGeom>
        </p:spPr>
      </p:pic>
      <p:cxnSp>
        <p:nvCxnSpPr>
          <p:cNvPr id="9" name="Rechte verbindingslijn 8">
            <a:extLst>
              <a:ext uri="{FF2B5EF4-FFF2-40B4-BE49-F238E27FC236}">
                <a16:creationId xmlns:a16="http://schemas.microsoft.com/office/drawing/2014/main" id="{B61656D7-DE81-424C-8DEA-2783457F589B}"/>
              </a:ext>
            </a:extLst>
          </p:cNvPr>
          <p:cNvCxnSpPr>
            <a:cxnSpLocks/>
            <a:stCxn id="8" idx="1"/>
          </p:cNvCxnSpPr>
          <p:nvPr userDrawn="1"/>
        </p:nvCxnSpPr>
        <p:spPr>
          <a:xfrm>
            <a:off x="-5" y="4342247"/>
            <a:ext cx="3167412" cy="0"/>
          </a:xfrm>
          <a:prstGeom prst="line">
            <a:avLst/>
          </a:prstGeom>
          <a:ln w="38100" cap="rnd">
            <a:solidFill>
              <a:schemeClr val="bg1"/>
            </a:solidFill>
            <a:prstDash val="sysDot"/>
          </a:ln>
        </p:spPr>
        <p:style>
          <a:lnRef idx="1">
            <a:schemeClr val="accent1"/>
          </a:lnRef>
          <a:fillRef idx="0">
            <a:schemeClr val="accent1"/>
          </a:fillRef>
          <a:effectRef idx="0">
            <a:schemeClr val="accent1"/>
          </a:effectRef>
          <a:fontRef idx="minor">
            <a:schemeClr val="tx1"/>
          </a:fontRef>
        </p:style>
      </p:cxnSp>
      <p:pic>
        <p:nvPicPr>
          <p:cNvPr id="10" name="Graphic 9">
            <a:extLst>
              <a:ext uri="{FF2B5EF4-FFF2-40B4-BE49-F238E27FC236}">
                <a16:creationId xmlns:a16="http://schemas.microsoft.com/office/drawing/2014/main" id="{3CD482F0-5B9E-496C-8230-9456805DABE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 y="2065504"/>
            <a:ext cx="7936997" cy="487043"/>
          </a:xfrm>
          <a:prstGeom prst="rect">
            <a:avLst/>
          </a:prstGeom>
        </p:spPr>
      </p:pic>
      <p:cxnSp>
        <p:nvCxnSpPr>
          <p:cNvPr id="11" name="Rechte verbindingslijn 10">
            <a:extLst>
              <a:ext uri="{FF2B5EF4-FFF2-40B4-BE49-F238E27FC236}">
                <a16:creationId xmlns:a16="http://schemas.microsoft.com/office/drawing/2014/main" id="{825E1B70-E2FB-46A4-A1F8-146C4B952FFB}"/>
              </a:ext>
            </a:extLst>
          </p:cNvPr>
          <p:cNvCxnSpPr>
            <a:cxnSpLocks/>
            <a:stCxn id="10" idx="1"/>
          </p:cNvCxnSpPr>
          <p:nvPr userDrawn="1"/>
        </p:nvCxnSpPr>
        <p:spPr>
          <a:xfrm>
            <a:off x="-5" y="2309025"/>
            <a:ext cx="5246829" cy="9131"/>
          </a:xfrm>
          <a:prstGeom prst="line">
            <a:avLst/>
          </a:prstGeom>
          <a:ln w="38100" cap="rnd">
            <a:solidFill>
              <a:schemeClr val="bg1"/>
            </a:solidFill>
            <a:prstDash val="sysDot"/>
          </a:ln>
        </p:spPr>
        <p:style>
          <a:lnRef idx="1">
            <a:schemeClr val="accent1"/>
          </a:lnRef>
          <a:fillRef idx="0">
            <a:schemeClr val="accent1"/>
          </a:fillRef>
          <a:effectRef idx="0">
            <a:schemeClr val="accent1"/>
          </a:effectRef>
          <a:fontRef idx="minor">
            <a:schemeClr val="tx1"/>
          </a:fontRef>
        </p:style>
      </p:cxnSp>
      <p:sp>
        <p:nvSpPr>
          <p:cNvPr id="18" name="Tijdelijke aanduiding voor verticale tekst 2">
            <a:extLst>
              <a:ext uri="{FF2B5EF4-FFF2-40B4-BE49-F238E27FC236}">
                <a16:creationId xmlns:a16="http://schemas.microsoft.com/office/drawing/2014/main" id="{895CBDCD-E238-49BB-A52C-A0497A6DB5A8}"/>
              </a:ext>
            </a:extLst>
          </p:cNvPr>
          <p:cNvSpPr>
            <a:spLocks noGrp="1"/>
          </p:cNvSpPr>
          <p:nvPr>
            <p:ph type="body" orient="vert" idx="31" hasCustomPrompt="1"/>
          </p:nvPr>
        </p:nvSpPr>
        <p:spPr>
          <a:xfrm>
            <a:off x="622638" y="1592066"/>
            <a:ext cx="1433918" cy="1433918"/>
          </a:xfrm>
          <a:prstGeom prst="ellipse">
            <a:avLst/>
          </a:prstGeom>
          <a:solidFill>
            <a:schemeClr val="bg1"/>
          </a:solidFill>
        </p:spPr>
        <p:txBody>
          <a:bodyPr vert="horz" lIns="0" tIns="0" rIns="0" bIns="0" anchor="ctr"/>
          <a:lstStyle>
            <a:lvl1pPr marL="0" indent="0" algn="ctr">
              <a:buNone/>
              <a:defRPr sz="1200" b="0"/>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19" name="Tijdelijke aanduiding voor verticale tekst 2">
            <a:extLst>
              <a:ext uri="{FF2B5EF4-FFF2-40B4-BE49-F238E27FC236}">
                <a16:creationId xmlns:a16="http://schemas.microsoft.com/office/drawing/2014/main" id="{645D782C-0486-42D2-8582-54724F2C683F}"/>
              </a:ext>
            </a:extLst>
          </p:cNvPr>
          <p:cNvSpPr>
            <a:spLocks noGrp="1"/>
          </p:cNvSpPr>
          <p:nvPr>
            <p:ph type="body" orient="vert" idx="36" hasCustomPrompt="1"/>
          </p:nvPr>
        </p:nvSpPr>
        <p:spPr>
          <a:xfrm>
            <a:off x="3031833" y="1592066"/>
            <a:ext cx="1433918" cy="1433918"/>
          </a:xfrm>
          <a:prstGeom prst="ellipse">
            <a:avLst/>
          </a:prstGeom>
          <a:solidFill>
            <a:schemeClr val="bg1"/>
          </a:solidFill>
        </p:spPr>
        <p:txBody>
          <a:bodyPr vert="horz" lIns="0" tIns="0" rIns="0" bIns="0" anchor="ctr"/>
          <a:lstStyle>
            <a:lvl1pPr marL="0" indent="0" algn="ctr">
              <a:buNone/>
              <a:defRPr sz="1200" b="0"/>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20" name="Tijdelijke aanduiding voor verticale tekst 2">
            <a:extLst>
              <a:ext uri="{FF2B5EF4-FFF2-40B4-BE49-F238E27FC236}">
                <a16:creationId xmlns:a16="http://schemas.microsoft.com/office/drawing/2014/main" id="{4DB9425C-29AB-4844-A204-6D7117B6CEA1}"/>
              </a:ext>
            </a:extLst>
          </p:cNvPr>
          <p:cNvSpPr>
            <a:spLocks noGrp="1"/>
          </p:cNvSpPr>
          <p:nvPr>
            <p:ph type="body" orient="vert" idx="37" hasCustomPrompt="1"/>
          </p:nvPr>
        </p:nvSpPr>
        <p:spPr>
          <a:xfrm>
            <a:off x="5355673" y="1592066"/>
            <a:ext cx="1433918" cy="1433918"/>
          </a:xfrm>
          <a:prstGeom prst="ellipse">
            <a:avLst/>
          </a:prstGeom>
          <a:solidFill>
            <a:schemeClr val="bg1"/>
          </a:solidFill>
        </p:spPr>
        <p:txBody>
          <a:bodyPr vert="horz" lIns="0" tIns="0" rIns="0" bIns="0" anchor="ctr"/>
          <a:lstStyle>
            <a:lvl1pPr marL="0" indent="0" algn="ctr">
              <a:buNone/>
              <a:defRPr sz="1200" b="0"/>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21" name="Tijdelijke aanduiding voor verticale tekst 2">
            <a:extLst>
              <a:ext uri="{FF2B5EF4-FFF2-40B4-BE49-F238E27FC236}">
                <a16:creationId xmlns:a16="http://schemas.microsoft.com/office/drawing/2014/main" id="{C1E71C41-4AFC-4655-B90C-B49244F5E1FA}"/>
              </a:ext>
            </a:extLst>
          </p:cNvPr>
          <p:cNvSpPr>
            <a:spLocks noGrp="1"/>
          </p:cNvSpPr>
          <p:nvPr>
            <p:ph type="body" orient="vert" idx="38" hasCustomPrompt="1"/>
          </p:nvPr>
        </p:nvSpPr>
        <p:spPr>
          <a:xfrm>
            <a:off x="3031833" y="3631594"/>
            <a:ext cx="1433918" cy="1433918"/>
          </a:xfrm>
          <a:prstGeom prst="ellipse">
            <a:avLst/>
          </a:prstGeom>
          <a:solidFill>
            <a:schemeClr val="bg1"/>
          </a:solidFill>
        </p:spPr>
        <p:txBody>
          <a:bodyPr vert="horz" lIns="0" tIns="0" rIns="0" bIns="0" anchor="ctr"/>
          <a:lstStyle>
            <a:lvl1pPr marL="0" indent="0" algn="ctr">
              <a:buNone/>
              <a:defRPr sz="1200" b="0"/>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Tree>
    <p:extLst>
      <p:ext uri="{BB962C8B-B14F-4D97-AF65-F5344CB8AC3E}">
        <p14:creationId xmlns:p14="http://schemas.microsoft.com/office/powerpoint/2010/main" val="2800154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Roadmap #3">
    <p:spTree>
      <p:nvGrpSpPr>
        <p:cNvPr id="1" name=""/>
        <p:cNvGrpSpPr/>
        <p:nvPr/>
      </p:nvGrpSpPr>
      <p:grpSpPr>
        <a:xfrm>
          <a:off x="0" y="0"/>
          <a:ext cx="0" cy="0"/>
          <a:chOff x="0" y="0"/>
          <a:chExt cx="0" cy="0"/>
        </a:xfrm>
      </p:grpSpPr>
      <p:sp>
        <p:nvSpPr>
          <p:cNvPr id="6" name="Graphic 31">
            <a:extLst>
              <a:ext uri="{FF2B5EF4-FFF2-40B4-BE49-F238E27FC236}">
                <a16:creationId xmlns:a16="http://schemas.microsoft.com/office/drawing/2014/main" id="{BCEC8A5B-C8C7-47AA-B49F-07DDDC492905}"/>
              </a:ext>
            </a:extLst>
          </p:cNvPr>
          <p:cNvSpPr>
            <a:spLocks noChangeAspect="1"/>
          </p:cNvSpPr>
          <p:nvPr userDrawn="1"/>
        </p:nvSpPr>
        <p:spPr>
          <a:xfrm rot="5400000" flipH="1">
            <a:off x="3176032" y="-3176033"/>
            <a:ext cx="5860789" cy="12212857"/>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 name="connsiteX0" fmla="*/ 892481 w 5315644"/>
              <a:gd name="connsiteY0" fmla="*/ 0 h 7563813"/>
              <a:gd name="connsiteX1" fmla="*/ 5816 w 5315644"/>
              <a:gd name="connsiteY1" fmla="*/ 3571624 h 7563813"/>
              <a:gd name="connsiteX2" fmla="*/ 747667 w 5315644"/>
              <a:gd name="connsiteY2" fmla="*/ 7563812 h 7563813"/>
              <a:gd name="connsiteX3" fmla="*/ 4552322 w 5315644"/>
              <a:gd name="connsiteY3" fmla="*/ 7563813 h 7563813"/>
              <a:gd name="connsiteX4" fmla="*/ 5315644 w 5315644"/>
              <a:gd name="connsiteY4" fmla="*/ 0 h 7563813"/>
              <a:gd name="connsiteX5" fmla="*/ 892481 w 5315644"/>
              <a:gd name="connsiteY5" fmla="*/ 0 h 7563813"/>
              <a:gd name="connsiteX0" fmla="*/ 892481 w 5315644"/>
              <a:gd name="connsiteY0" fmla="*/ 0 h 7563813"/>
              <a:gd name="connsiteX1" fmla="*/ 5816 w 5315644"/>
              <a:gd name="connsiteY1" fmla="*/ 3571624 h 7563813"/>
              <a:gd name="connsiteX2" fmla="*/ 747667 w 5315644"/>
              <a:gd name="connsiteY2" fmla="*/ 7563812 h 7563813"/>
              <a:gd name="connsiteX3" fmla="*/ 4901639 w 5315644"/>
              <a:gd name="connsiteY3" fmla="*/ 7563813 h 7563813"/>
              <a:gd name="connsiteX4" fmla="*/ 5315644 w 5315644"/>
              <a:gd name="connsiteY4" fmla="*/ 0 h 7563813"/>
              <a:gd name="connsiteX5" fmla="*/ 892481 w 5315644"/>
              <a:gd name="connsiteY5" fmla="*/ 0 h 7563813"/>
              <a:gd name="connsiteX0" fmla="*/ 892481 w 4901639"/>
              <a:gd name="connsiteY0" fmla="*/ 0 h 7563813"/>
              <a:gd name="connsiteX1" fmla="*/ 5816 w 4901639"/>
              <a:gd name="connsiteY1" fmla="*/ 3571624 h 7563813"/>
              <a:gd name="connsiteX2" fmla="*/ 747667 w 4901639"/>
              <a:gd name="connsiteY2" fmla="*/ 7563812 h 7563813"/>
              <a:gd name="connsiteX3" fmla="*/ 4901639 w 4901639"/>
              <a:gd name="connsiteY3" fmla="*/ 7563813 h 7563813"/>
              <a:gd name="connsiteX4" fmla="*/ 4565260 w 4901639"/>
              <a:gd name="connsiteY4" fmla="*/ 0 h 7563813"/>
              <a:gd name="connsiteX5" fmla="*/ 892481 w 4901639"/>
              <a:gd name="connsiteY5" fmla="*/ 0 h 7563813"/>
              <a:gd name="connsiteX0" fmla="*/ 892481 w 4901639"/>
              <a:gd name="connsiteY0" fmla="*/ 12938 h 7576751"/>
              <a:gd name="connsiteX1" fmla="*/ 5816 w 4901639"/>
              <a:gd name="connsiteY1" fmla="*/ 3584562 h 7576751"/>
              <a:gd name="connsiteX2" fmla="*/ 747667 w 4901639"/>
              <a:gd name="connsiteY2" fmla="*/ 7576750 h 7576751"/>
              <a:gd name="connsiteX3" fmla="*/ 4901639 w 4901639"/>
              <a:gd name="connsiteY3" fmla="*/ 7576751 h 7576751"/>
              <a:gd name="connsiteX4" fmla="*/ 4901639 w 4901639"/>
              <a:gd name="connsiteY4" fmla="*/ 0 h 7576751"/>
              <a:gd name="connsiteX5" fmla="*/ 892481 w 4901639"/>
              <a:gd name="connsiteY5" fmla="*/ 12938 h 7576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1639" h="7576751">
                <a:moveTo>
                  <a:pt x="892481" y="12938"/>
                </a:moveTo>
                <a:cubicBezTo>
                  <a:pt x="1110972" y="1879432"/>
                  <a:pt x="88385" y="2184373"/>
                  <a:pt x="5816" y="3584562"/>
                </a:cubicBezTo>
                <a:cubicBezTo>
                  <a:pt x="-81834" y="5062256"/>
                  <a:pt x="851832" y="6160044"/>
                  <a:pt x="747667" y="7576750"/>
                </a:cubicBezTo>
                <a:lnTo>
                  <a:pt x="4901639" y="7576751"/>
                </a:lnTo>
                <a:lnTo>
                  <a:pt x="4901639" y="0"/>
                </a:lnTo>
                <a:lnTo>
                  <a:pt x="892481" y="12938"/>
                </a:lnTo>
                <a:close/>
              </a:path>
            </a:pathLst>
          </a:custGeom>
          <a:solidFill>
            <a:srgbClr val="E5DDE8"/>
          </a:solidFill>
          <a:ln w="12692" cap="flat">
            <a:noFill/>
            <a:prstDash val="solid"/>
            <a:miter/>
          </a:ln>
        </p:spPr>
        <p:txBody>
          <a:bodyPr rtlCol="0" anchor="ctr"/>
          <a:lstStyle/>
          <a:p>
            <a:endParaRPr lang="nl-NL" sz="1633"/>
          </a:p>
        </p:txBody>
      </p:sp>
      <p:grpSp>
        <p:nvGrpSpPr>
          <p:cNvPr id="14" name="Groep 13">
            <a:extLst>
              <a:ext uri="{FF2B5EF4-FFF2-40B4-BE49-F238E27FC236}">
                <a16:creationId xmlns:a16="http://schemas.microsoft.com/office/drawing/2014/main" id="{DCA60521-31DA-4BD9-80FD-D32569188F79}"/>
              </a:ext>
            </a:extLst>
          </p:cNvPr>
          <p:cNvGrpSpPr/>
          <p:nvPr userDrawn="1"/>
        </p:nvGrpSpPr>
        <p:grpSpPr>
          <a:xfrm>
            <a:off x="0" y="2633848"/>
            <a:ext cx="11527513" cy="487043"/>
            <a:chOff x="-364551" y="2978529"/>
            <a:chExt cx="11527513" cy="487043"/>
          </a:xfrm>
        </p:grpSpPr>
        <p:pic>
          <p:nvPicPr>
            <p:cNvPr id="10" name="Graphic 9">
              <a:extLst>
                <a:ext uri="{FF2B5EF4-FFF2-40B4-BE49-F238E27FC236}">
                  <a16:creationId xmlns:a16="http://schemas.microsoft.com/office/drawing/2014/main" id="{3CD482F0-5B9E-496C-8230-9456805DABE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225965" y="2978529"/>
              <a:ext cx="7936997" cy="487043"/>
            </a:xfrm>
            <a:prstGeom prst="rect">
              <a:avLst/>
            </a:prstGeom>
          </p:spPr>
        </p:pic>
        <p:sp>
          <p:nvSpPr>
            <p:cNvPr id="3" name="Rechthoek 2">
              <a:extLst>
                <a:ext uri="{FF2B5EF4-FFF2-40B4-BE49-F238E27FC236}">
                  <a16:creationId xmlns:a16="http://schemas.microsoft.com/office/drawing/2014/main" id="{C4DD60D4-0C1D-4935-8544-77975171F54C}"/>
                </a:ext>
              </a:extLst>
            </p:cNvPr>
            <p:cNvSpPr/>
            <p:nvPr userDrawn="1"/>
          </p:nvSpPr>
          <p:spPr>
            <a:xfrm>
              <a:off x="-364551" y="3057966"/>
              <a:ext cx="9318051" cy="325062"/>
            </a:xfrm>
            <a:prstGeom prst="rect">
              <a:avLst/>
            </a:prstGeom>
            <a:solidFill>
              <a:srgbClr val="9D92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7" name="Titel 2">
            <a:extLst>
              <a:ext uri="{FF2B5EF4-FFF2-40B4-BE49-F238E27FC236}">
                <a16:creationId xmlns:a16="http://schemas.microsoft.com/office/drawing/2014/main" id="{DC52CE47-E787-40FB-97EF-4E61D0EDF1CA}"/>
              </a:ext>
            </a:extLst>
          </p:cNvPr>
          <p:cNvSpPr>
            <a:spLocks noGrp="1"/>
          </p:cNvSpPr>
          <p:nvPr>
            <p:ph type="title" hasCustomPrompt="1"/>
          </p:nvPr>
        </p:nvSpPr>
        <p:spPr>
          <a:xfrm>
            <a:off x="804998" y="283901"/>
            <a:ext cx="6798095" cy="552906"/>
          </a:xfrm>
        </p:spPr>
        <p:txBody>
          <a:bodyPr/>
          <a:lstStyle>
            <a:lvl1pPr>
              <a:defRPr/>
            </a:lvl1pPr>
          </a:lstStyle>
          <a:p>
            <a:r>
              <a:rPr lang="nl-NL"/>
              <a:t>Plaats hier een titel</a:t>
            </a:r>
          </a:p>
        </p:txBody>
      </p:sp>
      <p:cxnSp>
        <p:nvCxnSpPr>
          <p:cNvPr id="11" name="Rechte verbindingslijn 10">
            <a:extLst>
              <a:ext uri="{FF2B5EF4-FFF2-40B4-BE49-F238E27FC236}">
                <a16:creationId xmlns:a16="http://schemas.microsoft.com/office/drawing/2014/main" id="{825E1B70-E2FB-46A4-A1F8-146C4B952FFB}"/>
              </a:ext>
            </a:extLst>
          </p:cNvPr>
          <p:cNvCxnSpPr>
            <a:cxnSpLocks/>
          </p:cNvCxnSpPr>
          <p:nvPr userDrawn="1"/>
        </p:nvCxnSpPr>
        <p:spPr>
          <a:xfrm>
            <a:off x="0" y="2866404"/>
            <a:ext cx="11264202" cy="0"/>
          </a:xfrm>
          <a:prstGeom prst="line">
            <a:avLst/>
          </a:prstGeom>
          <a:ln w="38100" cap="rnd">
            <a:solidFill>
              <a:schemeClr val="bg1"/>
            </a:solidFill>
            <a:prstDash val="sysDot"/>
          </a:ln>
        </p:spPr>
        <p:style>
          <a:lnRef idx="1">
            <a:schemeClr val="accent1"/>
          </a:lnRef>
          <a:fillRef idx="0">
            <a:schemeClr val="accent1"/>
          </a:fillRef>
          <a:effectRef idx="0">
            <a:schemeClr val="accent1"/>
          </a:effectRef>
          <a:fontRef idx="minor">
            <a:schemeClr val="tx1"/>
          </a:fontRef>
        </p:style>
      </p:cxnSp>
      <p:sp>
        <p:nvSpPr>
          <p:cNvPr id="18" name="Tijdelijke aanduiding voor verticale tekst 2">
            <a:extLst>
              <a:ext uri="{FF2B5EF4-FFF2-40B4-BE49-F238E27FC236}">
                <a16:creationId xmlns:a16="http://schemas.microsoft.com/office/drawing/2014/main" id="{895CBDCD-E238-49BB-A52C-A0497A6DB5A8}"/>
              </a:ext>
            </a:extLst>
          </p:cNvPr>
          <p:cNvSpPr>
            <a:spLocks noGrp="1"/>
          </p:cNvSpPr>
          <p:nvPr>
            <p:ph type="body" orient="vert" idx="31" hasCustomPrompt="1"/>
          </p:nvPr>
        </p:nvSpPr>
        <p:spPr>
          <a:xfrm>
            <a:off x="622638" y="2255371"/>
            <a:ext cx="1271930" cy="1271930"/>
          </a:xfrm>
          <a:prstGeom prst="ellipse">
            <a:avLst/>
          </a:prstGeom>
          <a:solidFill>
            <a:schemeClr val="bg1"/>
          </a:solidFill>
        </p:spPr>
        <p:txBody>
          <a:bodyPr vert="horz" lIns="0" tIns="0" rIns="0" bIns="0" anchor="ctr"/>
          <a:lstStyle>
            <a:lvl1pPr marL="0" indent="0" algn="ctr">
              <a:buNone/>
              <a:defRPr sz="1200" b="0"/>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19" name="Tijdelijke aanduiding voor verticale tekst 2">
            <a:extLst>
              <a:ext uri="{FF2B5EF4-FFF2-40B4-BE49-F238E27FC236}">
                <a16:creationId xmlns:a16="http://schemas.microsoft.com/office/drawing/2014/main" id="{645D782C-0486-42D2-8582-54724F2C683F}"/>
              </a:ext>
            </a:extLst>
          </p:cNvPr>
          <p:cNvSpPr>
            <a:spLocks noGrp="1"/>
          </p:cNvSpPr>
          <p:nvPr>
            <p:ph type="body" orient="vert" idx="36" hasCustomPrompt="1"/>
          </p:nvPr>
        </p:nvSpPr>
        <p:spPr>
          <a:xfrm>
            <a:off x="2349146" y="2255371"/>
            <a:ext cx="1271930" cy="1271930"/>
          </a:xfrm>
          <a:prstGeom prst="ellipse">
            <a:avLst/>
          </a:prstGeom>
          <a:solidFill>
            <a:schemeClr val="bg1"/>
          </a:solidFill>
        </p:spPr>
        <p:txBody>
          <a:bodyPr vert="horz" lIns="0" tIns="0" rIns="0" bIns="0" anchor="ctr"/>
          <a:lstStyle>
            <a:lvl1pPr marL="0" indent="0" algn="ctr">
              <a:buNone/>
              <a:defRPr sz="1200" b="0"/>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20" name="Tijdelijke aanduiding voor verticale tekst 2">
            <a:extLst>
              <a:ext uri="{FF2B5EF4-FFF2-40B4-BE49-F238E27FC236}">
                <a16:creationId xmlns:a16="http://schemas.microsoft.com/office/drawing/2014/main" id="{4DB9425C-29AB-4844-A204-6D7117B6CEA1}"/>
              </a:ext>
            </a:extLst>
          </p:cNvPr>
          <p:cNvSpPr>
            <a:spLocks noGrp="1"/>
          </p:cNvSpPr>
          <p:nvPr>
            <p:ph type="body" orient="vert" idx="37" hasCustomPrompt="1"/>
          </p:nvPr>
        </p:nvSpPr>
        <p:spPr>
          <a:xfrm>
            <a:off x="4075654" y="2255371"/>
            <a:ext cx="1271930" cy="1271930"/>
          </a:xfrm>
          <a:prstGeom prst="ellipse">
            <a:avLst/>
          </a:prstGeom>
          <a:solidFill>
            <a:schemeClr val="bg1"/>
          </a:solidFill>
        </p:spPr>
        <p:txBody>
          <a:bodyPr vert="horz" lIns="0" tIns="0" rIns="0" bIns="0" anchor="ctr"/>
          <a:lstStyle>
            <a:lvl1pPr marL="0" indent="0" algn="ctr">
              <a:buNone/>
              <a:defRPr sz="1200" b="0"/>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89" name="Tijdelijke aanduiding voor verticale tekst 2">
            <a:extLst>
              <a:ext uri="{FF2B5EF4-FFF2-40B4-BE49-F238E27FC236}">
                <a16:creationId xmlns:a16="http://schemas.microsoft.com/office/drawing/2014/main" id="{ECBDD883-81C6-4977-828D-00EB6674112C}"/>
              </a:ext>
            </a:extLst>
          </p:cNvPr>
          <p:cNvSpPr>
            <a:spLocks noGrp="1"/>
          </p:cNvSpPr>
          <p:nvPr>
            <p:ph type="body" orient="vert" idx="38" hasCustomPrompt="1"/>
          </p:nvPr>
        </p:nvSpPr>
        <p:spPr>
          <a:xfrm>
            <a:off x="9255176" y="2255371"/>
            <a:ext cx="1271930" cy="1271930"/>
          </a:xfrm>
          <a:prstGeom prst="ellipse">
            <a:avLst/>
          </a:prstGeom>
          <a:solidFill>
            <a:schemeClr val="bg1"/>
          </a:solidFill>
        </p:spPr>
        <p:txBody>
          <a:bodyPr vert="horz" lIns="0" tIns="0" rIns="0" bIns="0" anchor="ctr"/>
          <a:lstStyle>
            <a:lvl1pPr marL="0" indent="0" algn="ctr">
              <a:buNone/>
              <a:defRPr sz="1200" b="0"/>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90" name="Tijdelijke aanduiding voor verticale tekst 2">
            <a:extLst>
              <a:ext uri="{FF2B5EF4-FFF2-40B4-BE49-F238E27FC236}">
                <a16:creationId xmlns:a16="http://schemas.microsoft.com/office/drawing/2014/main" id="{C34B1D02-F968-48FD-84C4-A81EC8AE4685}"/>
              </a:ext>
            </a:extLst>
          </p:cNvPr>
          <p:cNvSpPr>
            <a:spLocks noGrp="1"/>
          </p:cNvSpPr>
          <p:nvPr>
            <p:ph type="body" orient="vert" idx="39" hasCustomPrompt="1"/>
          </p:nvPr>
        </p:nvSpPr>
        <p:spPr>
          <a:xfrm>
            <a:off x="5802162" y="2255371"/>
            <a:ext cx="1271930" cy="1271930"/>
          </a:xfrm>
          <a:prstGeom prst="ellipse">
            <a:avLst/>
          </a:prstGeom>
          <a:solidFill>
            <a:schemeClr val="bg1"/>
          </a:solidFill>
        </p:spPr>
        <p:txBody>
          <a:bodyPr vert="horz" lIns="0" tIns="0" rIns="0" bIns="0" anchor="ctr"/>
          <a:lstStyle>
            <a:lvl1pPr marL="0" indent="0" algn="ctr">
              <a:buNone/>
              <a:defRPr sz="1200" b="0"/>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91" name="Tijdelijke aanduiding voor verticale tekst 2">
            <a:extLst>
              <a:ext uri="{FF2B5EF4-FFF2-40B4-BE49-F238E27FC236}">
                <a16:creationId xmlns:a16="http://schemas.microsoft.com/office/drawing/2014/main" id="{A1120CCC-37DA-46CC-BC80-FA3297265D9A}"/>
              </a:ext>
            </a:extLst>
          </p:cNvPr>
          <p:cNvSpPr>
            <a:spLocks noGrp="1"/>
          </p:cNvSpPr>
          <p:nvPr>
            <p:ph type="body" orient="vert" idx="40" hasCustomPrompt="1"/>
          </p:nvPr>
        </p:nvSpPr>
        <p:spPr>
          <a:xfrm>
            <a:off x="7528670" y="2255371"/>
            <a:ext cx="1271930" cy="1271930"/>
          </a:xfrm>
          <a:prstGeom prst="ellipse">
            <a:avLst/>
          </a:prstGeom>
          <a:solidFill>
            <a:schemeClr val="bg1"/>
          </a:solidFill>
        </p:spPr>
        <p:txBody>
          <a:bodyPr vert="horz" lIns="0" tIns="0" rIns="0" bIns="0" anchor="ctr"/>
          <a:lstStyle>
            <a:lvl1pPr marL="0" indent="0" algn="ctr">
              <a:buNone/>
              <a:defRPr sz="1200" b="0"/>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Tree>
    <p:extLst>
      <p:ext uri="{BB962C8B-B14F-4D97-AF65-F5344CB8AC3E}">
        <p14:creationId xmlns:p14="http://schemas.microsoft.com/office/powerpoint/2010/main" val="31653228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Roadmap #4">
    <p:spTree>
      <p:nvGrpSpPr>
        <p:cNvPr id="1" name=""/>
        <p:cNvGrpSpPr/>
        <p:nvPr/>
      </p:nvGrpSpPr>
      <p:grpSpPr>
        <a:xfrm>
          <a:off x="0" y="0"/>
          <a:ext cx="0" cy="0"/>
          <a:chOff x="0" y="0"/>
          <a:chExt cx="0" cy="0"/>
        </a:xfrm>
      </p:grpSpPr>
      <p:sp>
        <p:nvSpPr>
          <p:cNvPr id="6" name="Graphic 31">
            <a:extLst>
              <a:ext uri="{FF2B5EF4-FFF2-40B4-BE49-F238E27FC236}">
                <a16:creationId xmlns:a16="http://schemas.microsoft.com/office/drawing/2014/main" id="{BCEC8A5B-C8C7-47AA-B49F-07DDDC492905}"/>
              </a:ext>
            </a:extLst>
          </p:cNvPr>
          <p:cNvSpPr>
            <a:spLocks noChangeAspect="1"/>
          </p:cNvSpPr>
          <p:nvPr userDrawn="1"/>
        </p:nvSpPr>
        <p:spPr>
          <a:xfrm rot="5400000" flipH="1">
            <a:off x="3176032" y="-3176033"/>
            <a:ext cx="5860789" cy="12212857"/>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 name="connsiteX0" fmla="*/ 892481 w 5315644"/>
              <a:gd name="connsiteY0" fmla="*/ 0 h 7563813"/>
              <a:gd name="connsiteX1" fmla="*/ 5816 w 5315644"/>
              <a:gd name="connsiteY1" fmla="*/ 3571624 h 7563813"/>
              <a:gd name="connsiteX2" fmla="*/ 747667 w 5315644"/>
              <a:gd name="connsiteY2" fmla="*/ 7563812 h 7563813"/>
              <a:gd name="connsiteX3" fmla="*/ 4552322 w 5315644"/>
              <a:gd name="connsiteY3" fmla="*/ 7563813 h 7563813"/>
              <a:gd name="connsiteX4" fmla="*/ 5315644 w 5315644"/>
              <a:gd name="connsiteY4" fmla="*/ 0 h 7563813"/>
              <a:gd name="connsiteX5" fmla="*/ 892481 w 5315644"/>
              <a:gd name="connsiteY5" fmla="*/ 0 h 7563813"/>
              <a:gd name="connsiteX0" fmla="*/ 892481 w 5315644"/>
              <a:gd name="connsiteY0" fmla="*/ 0 h 7563813"/>
              <a:gd name="connsiteX1" fmla="*/ 5816 w 5315644"/>
              <a:gd name="connsiteY1" fmla="*/ 3571624 h 7563813"/>
              <a:gd name="connsiteX2" fmla="*/ 747667 w 5315644"/>
              <a:gd name="connsiteY2" fmla="*/ 7563812 h 7563813"/>
              <a:gd name="connsiteX3" fmla="*/ 4901639 w 5315644"/>
              <a:gd name="connsiteY3" fmla="*/ 7563813 h 7563813"/>
              <a:gd name="connsiteX4" fmla="*/ 5315644 w 5315644"/>
              <a:gd name="connsiteY4" fmla="*/ 0 h 7563813"/>
              <a:gd name="connsiteX5" fmla="*/ 892481 w 5315644"/>
              <a:gd name="connsiteY5" fmla="*/ 0 h 7563813"/>
              <a:gd name="connsiteX0" fmla="*/ 892481 w 4901639"/>
              <a:gd name="connsiteY0" fmla="*/ 0 h 7563813"/>
              <a:gd name="connsiteX1" fmla="*/ 5816 w 4901639"/>
              <a:gd name="connsiteY1" fmla="*/ 3571624 h 7563813"/>
              <a:gd name="connsiteX2" fmla="*/ 747667 w 4901639"/>
              <a:gd name="connsiteY2" fmla="*/ 7563812 h 7563813"/>
              <a:gd name="connsiteX3" fmla="*/ 4901639 w 4901639"/>
              <a:gd name="connsiteY3" fmla="*/ 7563813 h 7563813"/>
              <a:gd name="connsiteX4" fmla="*/ 4565260 w 4901639"/>
              <a:gd name="connsiteY4" fmla="*/ 0 h 7563813"/>
              <a:gd name="connsiteX5" fmla="*/ 892481 w 4901639"/>
              <a:gd name="connsiteY5" fmla="*/ 0 h 7563813"/>
              <a:gd name="connsiteX0" fmla="*/ 892481 w 4901639"/>
              <a:gd name="connsiteY0" fmla="*/ 12938 h 7576751"/>
              <a:gd name="connsiteX1" fmla="*/ 5816 w 4901639"/>
              <a:gd name="connsiteY1" fmla="*/ 3584562 h 7576751"/>
              <a:gd name="connsiteX2" fmla="*/ 747667 w 4901639"/>
              <a:gd name="connsiteY2" fmla="*/ 7576750 h 7576751"/>
              <a:gd name="connsiteX3" fmla="*/ 4901639 w 4901639"/>
              <a:gd name="connsiteY3" fmla="*/ 7576751 h 7576751"/>
              <a:gd name="connsiteX4" fmla="*/ 4901639 w 4901639"/>
              <a:gd name="connsiteY4" fmla="*/ 0 h 7576751"/>
              <a:gd name="connsiteX5" fmla="*/ 892481 w 4901639"/>
              <a:gd name="connsiteY5" fmla="*/ 12938 h 7576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1639" h="7576751">
                <a:moveTo>
                  <a:pt x="892481" y="12938"/>
                </a:moveTo>
                <a:cubicBezTo>
                  <a:pt x="1110972" y="1879432"/>
                  <a:pt x="88385" y="2184373"/>
                  <a:pt x="5816" y="3584562"/>
                </a:cubicBezTo>
                <a:cubicBezTo>
                  <a:pt x="-81834" y="5062256"/>
                  <a:pt x="851832" y="6160044"/>
                  <a:pt x="747667" y="7576750"/>
                </a:cubicBezTo>
                <a:lnTo>
                  <a:pt x="4901639" y="7576751"/>
                </a:lnTo>
                <a:lnTo>
                  <a:pt x="4901639" y="0"/>
                </a:lnTo>
                <a:lnTo>
                  <a:pt x="892481" y="12938"/>
                </a:lnTo>
                <a:close/>
              </a:path>
            </a:pathLst>
          </a:custGeom>
          <a:solidFill>
            <a:srgbClr val="E5DDE8"/>
          </a:solidFill>
          <a:ln w="12692" cap="flat">
            <a:noFill/>
            <a:prstDash val="solid"/>
            <a:miter/>
          </a:ln>
        </p:spPr>
        <p:txBody>
          <a:bodyPr rtlCol="0" anchor="ctr"/>
          <a:lstStyle/>
          <a:p>
            <a:endParaRPr lang="nl-NL" sz="1633"/>
          </a:p>
        </p:txBody>
      </p:sp>
      <p:grpSp>
        <p:nvGrpSpPr>
          <p:cNvPr id="14" name="Groep 13">
            <a:extLst>
              <a:ext uri="{FF2B5EF4-FFF2-40B4-BE49-F238E27FC236}">
                <a16:creationId xmlns:a16="http://schemas.microsoft.com/office/drawing/2014/main" id="{DCA60521-31DA-4BD9-80FD-D32569188F79}"/>
              </a:ext>
            </a:extLst>
          </p:cNvPr>
          <p:cNvGrpSpPr/>
          <p:nvPr userDrawn="1"/>
        </p:nvGrpSpPr>
        <p:grpSpPr>
          <a:xfrm>
            <a:off x="0" y="3506733"/>
            <a:ext cx="11527513" cy="487043"/>
            <a:chOff x="-364551" y="2978529"/>
            <a:chExt cx="11527513" cy="487043"/>
          </a:xfrm>
        </p:grpSpPr>
        <p:pic>
          <p:nvPicPr>
            <p:cNvPr id="10" name="Graphic 9">
              <a:extLst>
                <a:ext uri="{FF2B5EF4-FFF2-40B4-BE49-F238E27FC236}">
                  <a16:creationId xmlns:a16="http://schemas.microsoft.com/office/drawing/2014/main" id="{3CD482F0-5B9E-496C-8230-9456805DABE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225965" y="2978529"/>
              <a:ext cx="7936997" cy="487043"/>
            </a:xfrm>
            <a:prstGeom prst="rect">
              <a:avLst/>
            </a:prstGeom>
          </p:spPr>
        </p:pic>
        <p:sp>
          <p:nvSpPr>
            <p:cNvPr id="3" name="Rechthoek 2">
              <a:extLst>
                <a:ext uri="{FF2B5EF4-FFF2-40B4-BE49-F238E27FC236}">
                  <a16:creationId xmlns:a16="http://schemas.microsoft.com/office/drawing/2014/main" id="{C4DD60D4-0C1D-4935-8544-77975171F54C}"/>
                </a:ext>
              </a:extLst>
            </p:cNvPr>
            <p:cNvSpPr/>
            <p:nvPr userDrawn="1"/>
          </p:nvSpPr>
          <p:spPr>
            <a:xfrm>
              <a:off x="-364551" y="3057966"/>
              <a:ext cx="9318051" cy="325062"/>
            </a:xfrm>
            <a:prstGeom prst="rect">
              <a:avLst/>
            </a:prstGeom>
            <a:solidFill>
              <a:srgbClr val="9D92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7" name="Titel 2">
            <a:extLst>
              <a:ext uri="{FF2B5EF4-FFF2-40B4-BE49-F238E27FC236}">
                <a16:creationId xmlns:a16="http://schemas.microsoft.com/office/drawing/2014/main" id="{DC52CE47-E787-40FB-97EF-4E61D0EDF1CA}"/>
              </a:ext>
            </a:extLst>
          </p:cNvPr>
          <p:cNvSpPr>
            <a:spLocks noGrp="1"/>
          </p:cNvSpPr>
          <p:nvPr>
            <p:ph type="title" hasCustomPrompt="1"/>
          </p:nvPr>
        </p:nvSpPr>
        <p:spPr>
          <a:xfrm>
            <a:off x="804998" y="283901"/>
            <a:ext cx="6798095" cy="552906"/>
          </a:xfrm>
        </p:spPr>
        <p:txBody>
          <a:bodyPr/>
          <a:lstStyle>
            <a:lvl1pPr>
              <a:defRPr/>
            </a:lvl1pPr>
          </a:lstStyle>
          <a:p>
            <a:r>
              <a:rPr lang="nl-NL"/>
              <a:t>Plaats hier een titel</a:t>
            </a:r>
          </a:p>
        </p:txBody>
      </p:sp>
      <p:cxnSp>
        <p:nvCxnSpPr>
          <p:cNvPr id="11" name="Rechte verbindingslijn 10">
            <a:extLst>
              <a:ext uri="{FF2B5EF4-FFF2-40B4-BE49-F238E27FC236}">
                <a16:creationId xmlns:a16="http://schemas.microsoft.com/office/drawing/2014/main" id="{825E1B70-E2FB-46A4-A1F8-146C4B952FFB}"/>
              </a:ext>
            </a:extLst>
          </p:cNvPr>
          <p:cNvCxnSpPr>
            <a:cxnSpLocks/>
          </p:cNvCxnSpPr>
          <p:nvPr userDrawn="1"/>
        </p:nvCxnSpPr>
        <p:spPr>
          <a:xfrm>
            <a:off x="0" y="3739289"/>
            <a:ext cx="11264202" cy="0"/>
          </a:xfrm>
          <a:prstGeom prst="line">
            <a:avLst/>
          </a:prstGeom>
          <a:ln w="38100" cap="rnd">
            <a:solidFill>
              <a:schemeClr val="bg1"/>
            </a:solidFill>
            <a:prstDash val="sysDot"/>
          </a:ln>
        </p:spPr>
        <p:style>
          <a:lnRef idx="1">
            <a:schemeClr val="accent1"/>
          </a:lnRef>
          <a:fillRef idx="0">
            <a:schemeClr val="accent1"/>
          </a:fillRef>
          <a:effectRef idx="0">
            <a:schemeClr val="accent1"/>
          </a:effectRef>
          <a:fontRef idx="minor">
            <a:schemeClr val="tx1"/>
          </a:fontRef>
        </p:style>
      </p:cxnSp>
      <p:sp>
        <p:nvSpPr>
          <p:cNvPr id="18" name="Tijdelijke aanduiding voor verticale tekst 2">
            <a:extLst>
              <a:ext uri="{FF2B5EF4-FFF2-40B4-BE49-F238E27FC236}">
                <a16:creationId xmlns:a16="http://schemas.microsoft.com/office/drawing/2014/main" id="{895CBDCD-E238-49BB-A52C-A0497A6DB5A8}"/>
              </a:ext>
            </a:extLst>
          </p:cNvPr>
          <p:cNvSpPr>
            <a:spLocks noGrp="1"/>
          </p:cNvSpPr>
          <p:nvPr>
            <p:ph type="body" orient="vert" idx="31" hasCustomPrompt="1"/>
          </p:nvPr>
        </p:nvSpPr>
        <p:spPr>
          <a:xfrm>
            <a:off x="622638" y="2966268"/>
            <a:ext cx="1433918" cy="1433918"/>
          </a:xfrm>
          <a:prstGeom prst="ellipse">
            <a:avLst/>
          </a:prstGeom>
          <a:solidFill>
            <a:schemeClr val="bg1"/>
          </a:solidFill>
        </p:spPr>
        <p:txBody>
          <a:bodyPr vert="horz" lIns="0" tIns="0" rIns="0" bIns="0" anchor="ctr"/>
          <a:lstStyle>
            <a:lvl1pPr marL="0" indent="0" algn="ctr">
              <a:buNone/>
              <a:defRPr sz="1200" b="0"/>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19" name="Tijdelijke aanduiding voor verticale tekst 2">
            <a:extLst>
              <a:ext uri="{FF2B5EF4-FFF2-40B4-BE49-F238E27FC236}">
                <a16:creationId xmlns:a16="http://schemas.microsoft.com/office/drawing/2014/main" id="{645D782C-0486-42D2-8582-54724F2C683F}"/>
              </a:ext>
            </a:extLst>
          </p:cNvPr>
          <p:cNvSpPr>
            <a:spLocks noGrp="1"/>
          </p:cNvSpPr>
          <p:nvPr>
            <p:ph type="body" orient="vert" idx="36" hasCustomPrompt="1"/>
          </p:nvPr>
        </p:nvSpPr>
        <p:spPr>
          <a:xfrm>
            <a:off x="2722604" y="2966268"/>
            <a:ext cx="1433918" cy="1433918"/>
          </a:xfrm>
          <a:prstGeom prst="ellipse">
            <a:avLst/>
          </a:prstGeom>
          <a:solidFill>
            <a:schemeClr val="bg1"/>
          </a:solidFill>
        </p:spPr>
        <p:txBody>
          <a:bodyPr vert="horz" lIns="0" tIns="0" rIns="0" bIns="0" anchor="ctr"/>
          <a:lstStyle>
            <a:lvl1pPr marL="0" indent="0" algn="ctr">
              <a:buNone/>
              <a:defRPr sz="1200" b="0"/>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20" name="Tijdelijke aanduiding voor verticale tekst 2">
            <a:extLst>
              <a:ext uri="{FF2B5EF4-FFF2-40B4-BE49-F238E27FC236}">
                <a16:creationId xmlns:a16="http://schemas.microsoft.com/office/drawing/2014/main" id="{4DB9425C-29AB-4844-A204-6D7117B6CEA1}"/>
              </a:ext>
            </a:extLst>
          </p:cNvPr>
          <p:cNvSpPr>
            <a:spLocks noGrp="1"/>
          </p:cNvSpPr>
          <p:nvPr>
            <p:ph type="body" orient="vert" idx="37" hasCustomPrompt="1"/>
          </p:nvPr>
        </p:nvSpPr>
        <p:spPr>
          <a:xfrm>
            <a:off x="4822570" y="2966268"/>
            <a:ext cx="1433918" cy="1433918"/>
          </a:xfrm>
          <a:prstGeom prst="ellipse">
            <a:avLst/>
          </a:prstGeom>
          <a:solidFill>
            <a:schemeClr val="bg1"/>
          </a:solidFill>
        </p:spPr>
        <p:txBody>
          <a:bodyPr vert="horz" lIns="0" tIns="0" rIns="0" bIns="0" anchor="ctr"/>
          <a:lstStyle>
            <a:lvl1pPr marL="0" indent="0" algn="ctr">
              <a:buNone/>
              <a:defRPr sz="1200" b="0"/>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89" name="Tijdelijke aanduiding voor verticale tekst 2">
            <a:extLst>
              <a:ext uri="{FF2B5EF4-FFF2-40B4-BE49-F238E27FC236}">
                <a16:creationId xmlns:a16="http://schemas.microsoft.com/office/drawing/2014/main" id="{ECBDD883-81C6-4977-828D-00EB6674112C}"/>
              </a:ext>
            </a:extLst>
          </p:cNvPr>
          <p:cNvSpPr>
            <a:spLocks noGrp="1"/>
          </p:cNvSpPr>
          <p:nvPr>
            <p:ph type="body" orient="vert" idx="38" hasCustomPrompt="1"/>
          </p:nvPr>
        </p:nvSpPr>
        <p:spPr>
          <a:xfrm>
            <a:off x="9022501" y="2966268"/>
            <a:ext cx="1433918" cy="1433918"/>
          </a:xfrm>
          <a:prstGeom prst="ellipse">
            <a:avLst/>
          </a:prstGeom>
          <a:solidFill>
            <a:schemeClr val="bg1"/>
          </a:solidFill>
        </p:spPr>
        <p:txBody>
          <a:bodyPr vert="horz" lIns="0" tIns="0" rIns="0" bIns="0" anchor="ctr"/>
          <a:lstStyle>
            <a:lvl1pPr marL="0" indent="0" algn="ctr">
              <a:buNone/>
              <a:defRPr sz="1200" b="0"/>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90" name="Tijdelijke aanduiding voor verticale tekst 2">
            <a:extLst>
              <a:ext uri="{FF2B5EF4-FFF2-40B4-BE49-F238E27FC236}">
                <a16:creationId xmlns:a16="http://schemas.microsoft.com/office/drawing/2014/main" id="{C34B1D02-F968-48FD-84C4-A81EC8AE4685}"/>
              </a:ext>
            </a:extLst>
          </p:cNvPr>
          <p:cNvSpPr>
            <a:spLocks noGrp="1"/>
          </p:cNvSpPr>
          <p:nvPr>
            <p:ph type="body" orient="vert" idx="39" hasCustomPrompt="1"/>
          </p:nvPr>
        </p:nvSpPr>
        <p:spPr>
          <a:xfrm>
            <a:off x="6922536" y="2966268"/>
            <a:ext cx="1433918" cy="1433918"/>
          </a:xfrm>
          <a:prstGeom prst="ellipse">
            <a:avLst/>
          </a:prstGeom>
          <a:solidFill>
            <a:schemeClr val="bg1"/>
          </a:solidFill>
        </p:spPr>
        <p:txBody>
          <a:bodyPr vert="horz" lIns="0" tIns="0" rIns="0" bIns="0" anchor="ctr"/>
          <a:lstStyle>
            <a:lvl1pPr marL="0" indent="0" algn="ctr">
              <a:buNone/>
              <a:defRPr sz="1200" b="0"/>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88" name="Tijdelijke aanduiding voor verticale tekst 2">
            <a:extLst>
              <a:ext uri="{FF2B5EF4-FFF2-40B4-BE49-F238E27FC236}">
                <a16:creationId xmlns:a16="http://schemas.microsoft.com/office/drawing/2014/main" id="{1CCB7F2D-E244-42B8-82DD-EC614A9B6BAB}"/>
              </a:ext>
            </a:extLst>
          </p:cNvPr>
          <p:cNvSpPr>
            <a:spLocks noGrp="1"/>
          </p:cNvSpPr>
          <p:nvPr>
            <p:ph type="body" orient="vert" idx="33" hasCustomPrompt="1"/>
          </p:nvPr>
        </p:nvSpPr>
        <p:spPr>
          <a:xfrm>
            <a:off x="715688" y="1725178"/>
            <a:ext cx="1686604" cy="908152"/>
          </a:xfrm>
        </p:spPr>
        <p:txBody>
          <a:bodyPr vert="horz" lIns="0" tIns="0" rIns="0" bIns="0"/>
          <a:lstStyle>
            <a:lvl1pPr>
              <a:defRPr sz="1200"/>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91" name="Tijdelijke aanduiding voor verticale tekst 2">
            <a:extLst>
              <a:ext uri="{FF2B5EF4-FFF2-40B4-BE49-F238E27FC236}">
                <a16:creationId xmlns:a16="http://schemas.microsoft.com/office/drawing/2014/main" id="{943A4B16-B2D3-4434-98C3-DC55DA084F94}"/>
              </a:ext>
            </a:extLst>
          </p:cNvPr>
          <p:cNvSpPr>
            <a:spLocks noGrp="1"/>
          </p:cNvSpPr>
          <p:nvPr>
            <p:ph type="body" orient="vert" idx="34" hasCustomPrompt="1"/>
          </p:nvPr>
        </p:nvSpPr>
        <p:spPr>
          <a:xfrm>
            <a:off x="715688" y="1456709"/>
            <a:ext cx="1686604" cy="268469"/>
          </a:xfrm>
        </p:spPr>
        <p:txBody>
          <a:bodyPr vert="horz" lIns="0" tIns="0" rIns="0" bIns="0"/>
          <a:lstStyle>
            <a:lvl1pPr marL="0" indent="0">
              <a:buNone/>
              <a:defRPr sz="1200" b="1"/>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cxnSp>
        <p:nvCxnSpPr>
          <p:cNvPr id="92" name="Rechte verbindingslijn 91">
            <a:extLst>
              <a:ext uri="{FF2B5EF4-FFF2-40B4-BE49-F238E27FC236}">
                <a16:creationId xmlns:a16="http://schemas.microsoft.com/office/drawing/2014/main" id="{D6956F92-C6AB-4DEF-A88A-5CEFFED2F13F}"/>
              </a:ext>
            </a:extLst>
          </p:cNvPr>
          <p:cNvCxnSpPr>
            <a:cxnSpLocks/>
          </p:cNvCxnSpPr>
          <p:nvPr userDrawn="1"/>
        </p:nvCxnSpPr>
        <p:spPr>
          <a:xfrm>
            <a:off x="622638" y="1456709"/>
            <a:ext cx="0" cy="1159387"/>
          </a:xfrm>
          <a:prstGeom prst="line">
            <a:avLst/>
          </a:prstGeom>
          <a:ln>
            <a:solidFill>
              <a:srgbClr val="5A5A5A"/>
            </a:solidFill>
          </a:ln>
        </p:spPr>
        <p:style>
          <a:lnRef idx="1">
            <a:schemeClr val="accent1"/>
          </a:lnRef>
          <a:fillRef idx="0">
            <a:schemeClr val="accent1"/>
          </a:fillRef>
          <a:effectRef idx="0">
            <a:schemeClr val="accent1"/>
          </a:effectRef>
          <a:fontRef idx="minor">
            <a:schemeClr val="tx1"/>
          </a:fontRef>
        </p:style>
      </p:cxnSp>
      <p:sp>
        <p:nvSpPr>
          <p:cNvPr id="93" name="Tijdelijke aanduiding voor verticale tekst 2">
            <a:extLst>
              <a:ext uri="{FF2B5EF4-FFF2-40B4-BE49-F238E27FC236}">
                <a16:creationId xmlns:a16="http://schemas.microsoft.com/office/drawing/2014/main" id="{5E72DA37-0184-4C09-9749-4FD66D7DA332}"/>
              </a:ext>
            </a:extLst>
          </p:cNvPr>
          <p:cNvSpPr>
            <a:spLocks noGrp="1"/>
          </p:cNvSpPr>
          <p:nvPr>
            <p:ph type="body" orient="vert" idx="40" hasCustomPrompt="1"/>
          </p:nvPr>
        </p:nvSpPr>
        <p:spPr>
          <a:xfrm>
            <a:off x="2820446" y="1725178"/>
            <a:ext cx="1686604" cy="908152"/>
          </a:xfrm>
        </p:spPr>
        <p:txBody>
          <a:bodyPr vert="horz" lIns="0" tIns="0" rIns="0" bIns="0"/>
          <a:lstStyle>
            <a:lvl1pPr>
              <a:defRPr sz="1200"/>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94" name="Tijdelijke aanduiding voor verticale tekst 2">
            <a:extLst>
              <a:ext uri="{FF2B5EF4-FFF2-40B4-BE49-F238E27FC236}">
                <a16:creationId xmlns:a16="http://schemas.microsoft.com/office/drawing/2014/main" id="{580AE0D6-4E88-4B43-9DE1-5C6B7F8D5001}"/>
              </a:ext>
            </a:extLst>
          </p:cNvPr>
          <p:cNvSpPr>
            <a:spLocks noGrp="1"/>
          </p:cNvSpPr>
          <p:nvPr>
            <p:ph type="body" orient="vert" idx="41" hasCustomPrompt="1"/>
          </p:nvPr>
        </p:nvSpPr>
        <p:spPr>
          <a:xfrm>
            <a:off x="2820446" y="1456709"/>
            <a:ext cx="1686604" cy="268469"/>
          </a:xfrm>
        </p:spPr>
        <p:txBody>
          <a:bodyPr vert="horz" lIns="0" tIns="0" rIns="0" bIns="0"/>
          <a:lstStyle>
            <a:lvl1pPr marL="0" indent="0">
              <a:buNone/>
              <a:defRPr sz="1200" b="1"/>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cxnSp>
        <p:nvCxnSpPr>
          <p:cNvPr id="95" name="Rechte verbindingslijn 94">
            <a:extLst>
              <a:ext uri="{FF2B5EF4-FFF2-40B4-BE49-F238E27FC236}">
                <a16:creationId xmlns:a16="http://schemas.microsoft.com/office/drawing/2014/main" id="{87A82D78-13BF-4A07-9297-A7E9EA12035C}"/>
              </a:ext>
            </a:extLst>
          </p:cNvPr>
          <p:cNvCxnSpPr>
            <a:cxnSpLocks/>
          </p:cNvCxnSpPr>
          <p:nvPr userDrawn="1"/>
        </p:nvCxnSpPr>
        <p:spPr>
          <a:xfrm>
            <a:off x="2727396" y="1456709"/>
            <a:ext cx="0" cy="1159387"/>
          </a:xfrm>
          <a:prstGeom prst="line">
            <a:avLst/>
          </a:prstGeom>
          <a:ln>
            <a:solidFill>
              <a:srgbClr val="5A5A5A"/>
            </a:solidFill>
          </a:ln>
        </p:spPr>
        <p:style>
          <a:lnRef idx="1">
            <a:schemeClr val="accent1"/>
          </a:lnRef>
          <a:fillRef idx="0">
            <a:schemeClr val="accent1"/>
          </a:fillRef>
          <a:effectRef idx="0">
            <a:schemeClr val="accent1"/>
          </a:effectRef>
          <a:fontRef idx="minor">
            <a:schemeClr val="tx1"/>
          </a:fontRef>
        </p:style>
      </p:cxnSp>
      <p:sp>
        <p:nvSpPr>
          <p:cNvPr id="96" name="Tijdelijke aanduiding voor verticale tekst 2">
            <a:extLst>
              <a:ext uri="{FF2B5EF4-FFF2-40B4-BE49-F238E27FC236}">
                <a16:creationId xmlns:a16="http://schemas.microsoft.com/office/drawing/2014/main" id="{0E79D17E-8817-4018-851B-370C57096172}"/>
              </a:ext>
            </a:extLst>
          </p:cNvPr>
          <p:cNvSpPr>
            <a:spLocks noGrp="1"/>
          </p:cNvSpPr>
          <p:nvPr>
            <p:ph type="body" orient="vert" idx="42" hasCustomPrompt="1"/>
          </p:nvPr>
        </p:nvSpPr>
        <p:spPr>
          <a:xfrm>
            <a:off x="4925205" y="1725178"/>
            <a:ext cx="1686604" cy="908152"/>
          </a:xfrm>
        </p:spPr>
        <p:txBody>
          <a:bodyPr vert="horz" lIns="0" tIns="0" rIns="0" bIns="0"/>
          <a:lstStyle>
            <a:lvl1pPr>
              <a:defRPr sz="1200"/>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97" name="Tijdelijke aanduiding voor verticale tekst 2">
            <a:extLst>
              <a:ext uri="{FF2B5EF4-FFF2-40B4-BE49-F238E27FC236}">
                <a16:creationId xmlns:a16="http://schemas.microsoft.com/office/drawing/2014/main" id="{BCAA31C9-752C-4622-8787-9C25BA6E7EB0}"/>
              </a:ext>
            </a:extLst>
          </p:cNvPr>
          <p:cNvSpPr>
            <a:spLocks noGrp="1"/>
          </p:cNvSpPr>
          <p:nvPr>
            <p:ph type="body" orient="vert" idx="43" hasCustomPrompt="1"/>
          </p:nvPr>
        </p:nvSpPr>
        <p:spPr>
          <a:xfrm>
            <a:off x="4925205" y="1456709"/>
            <a:ext cx="1686604" cy="268469"/>
          </a:xfrm>
        </p:spPr>
        <p:txBody>
          <a:bodyPr vert="horz" lIns="0" tIns="0" rIns="0" bIns="0"/>
          <a:lstStyle>
            <a:lvl1pPr marL="0" indent="0">
              <a:buNone/>
              <a:defRPr sz="1200" b="1"/>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cxnSp>
        <p:nvCxnSpPr>
          <p:cNvPr id="98" name="Rechte verbindingslijn 97">
            <a:extLst>
              <a:ext uri="{FF2B5EF4-FFF2-40B4-BE49-F238E27FC236}">
                <a16:creationId xmlns:a16="http://schemas.microsoft.com/office/drawing/2014/main" id="{B0FE916E-AF0E-4E8D-B712-341D5D373550}"/>
              </a:ext>
            </a:extLst>
          </p:cNvPr>
          <p:cNvCxnSpPr>
            <a:cxnSpLocks/>
          </p:cNvCxnSpPr>
          <p:nvPr userDrawn="1"/>
        </p:nvCxnSpPr>
        <p:spPr>
          <a:xfrm>
            <a:off x="4787308" y="1456709"/>
            <a:ext cx="0" cy="1159387"/>
          </a:xfrm>
          <a:prstGeom prst="line">
            <a:avLst/>
          </a:prstGeom>
          <a:ln>
            <a:solidFill>
              <a:srgbClr val="5A5A5A"/>
            </a:solidFill>
          </a:ln>
        </p:spPr>
        <p:style>
          <a:lnRef idx="1">
            <a:schemeClr val="accent1"/>
          </a:lnRef>
          <a:fillRef idx="0">
            <a:schemeClr val="accent1"/>
          </a:fillRef>
          <a:effectRef idx="0">
            <a:schemeClr val="accent1"/>
          </a:effectRef>
          <a:fontRef idx="minor">
            <a:schemeClr val="tx1"/>
          </a:fontRef>
        </p:style>
      </p:cxnSp>
      <p:sp>
        <p:nvSpPr>
          <p:cNvPr id="99" name="Tijdelijke aanduiding voor verticale tekst 2">
            <a:extLst>
              <a:ext uri="{FF2B5EF4-FFF2-40B4-BE49-F238E27FC236}">
                <a16:creationId xmlns:a16="http://schemas.microsoft.com/office/drawing/2014/main" id="{AE194A5F-CE72-4227-9A6D-857F64272A24}"/>
              </a:ext>
            </a:extLst>
          </p:cNvPr>
          <p:cNvSpPr>
            <a:spLocks noGrp="1"/>
          </p:cNvSpPr>
          <p:nvPr>
            <p:ph type="body" orient="vert" idx="44" hasCustomPrompt="1"/>
          </p:nvPr>
        </p:nvSpPr>
        <p:spPr>
          <a:xfrm>
            <a:off x="6985117" y="1725178"/>
            <a:ext cx="1686604" cy="908152"/>
          </a:xfrm>
        </p:spPr>
        <p:txBody>
          <a:bodyPr vert="horz" lIns="0" tIns="0" rIns="0" bIns="0"/>
          <a:lstStyle>
            <a:lvl1pPr>
              <a:defRPr sz="1200"/>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100" name="Tijdelijke aanduiding voor verticale tekst 2">
            <a:extLst>
              <a:ext uri="{FF2B5EF4-FFF2-40B4-BE49-F238E27FC236}">
                <a16:creationId xmlns:a16="http://schemas.microsoft.com/office/drawing/2014/main" id="{9CFFA5BE-C3DD-4822-99CC-0C3C87BC01B8}"/>
              </a:ext>
            </a:extLst>
          </p:cNvPr>
          <p:cNvSpPr>
            <a:spLocks noGrp="1"/>
          </p:cNvSpPr>
          <p:nvPr>
            <p:ph type="body" orient="vert" idx="45" hasCustomPrompt="1"/>
          </p:nvPr>
        </p:nvSpPr>
        <p:spPr>
          <a:xfrm>
            <a:off x="6985117" y="1456709"/>
            <a:ext cx="1686604" cy="268469"/>
          </a:xfrm>
        </p:spPr>
        <p:txBody>
          <a:bodyPr vert="horz" lIns="0" tIns="0" rIns="0" bIns="0"/>
          <a:lstStyle>
            <a:lvl1pPr marL="0" indent="0">
              <a:buNone/>
              <a:defRPr sz="1200" b="1"/>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cxnSp>
        <p:nvCxnSpPr>
          <p:cNvPr id="101" name="Rechte verbindingslijn 100">
            <a:extLst>
              <a:ext uri="{FF2B5EF4-FFF2-40B4-BE49-F238E27FC236}">
                <a16:creationId xmlns:a16="http://schemas.microsoft.com/office/drawing/2014/main" id="{A0621CE7-7F5E-40C0-BDCC-4746D53D4B18}"/>
              </a:ext>
            </a:extLst>
          </p:cNvPr>
          <p:cNvCxnSpPr>
            <a:cxnSpLocks/>
          </p:cNvCxnSpPr>
          <p:nvPr userDrawn="1"/>
        </p:nvCxnSpPr>
        <p:spPr>
          <a:xfrm>
            <a:off x="6892067" y="1456709"/>
            <a:ext cx="0" cy="1159387"/>
          </a:xfrm>
          <a:prstGeom prst="line">
            <a:avLst/>
          </a:prstGeom>
          <a:ln>
            <a:solidFill>
              <a:srgbClr val="5A5A5A"/>
            </a:solidFill>
          </a:ln>
        </p:spPr>
        <p:style>
          <a:lnRef idx="1">
            <a:schemeClr val="accent1"/>
          </a:lnRef>
          <a:fillRef idx="0">
            <a:schemeClr val="accent1"/>
          </a:fillRef>
          <a:effectRef idx="0">
            <a:schemeClr val="accent1"/>
          </a:effectRef>
          <a:fontRef idx="minor">
            <a:schemeClr val="tx1"/>
          </a:fontRef>
        </p:style>
      </p:cxnSp>
      <p:sp>
        <p:nvSpPr>
          <p:cNvPr id="102" name="Tijdelijke aanduiding voor verticale tekst 2">
            <a:extLst>
              <a:ext uri="{FF2B5EF4-FFF2-40B4-BE49-F238E27FC236}">
                <a16:creationId xmlns:a16="http://schemas.microsoft.com/office/drawing/2014/main" id="{21F1942C-FBDB-4774-807E-4C66FAF0F458}"/>
              </a:ext>
            </a:extLst>
          </p:cNvPr>
          <p:cNvSpPr>
            <a:spLocks noGrp="1"/>
          </p:cNvSpPr>
          <p:nvPr>
            <p:ph type="body" orient="vert" idx="46" hasCustomPrompt="1"/>
          </p:nvPr>
        </p:nvSpPr>
        <p:spPr>
          <a:xfrm>
            <a:off x="9125416" y="1725178"/>
            <a:ext cx="1686604" cy="908152"/>
          </a:xfrm>
        </p:spPr>
        <p:txBody>
          <a:bodyPr vert="horz" lIns="0" tIns="0" rIns="0" bIns="0"/>
          <a:lstStyle>
            <a:lvl1pPr>
              <a:defRPr sz="1200"/>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103" name="Tijdelijke aanduiding voor verticale tekst 2">
            <a:extLst>
              <a:ext uri="{FF2B5EF4-FFF2-40B4-BE49-F238E27FC236}">
                <a16:creationId xmlns:a16="http://schemas.microsoft.com/office/drawing/2014/main" id="{2E9ED120-DA00-4319-B132-0A2640D65AF3}"/>
              </a:ext>
            </a:extLst>
          </p:cNvPr>
          <p:cNvSpPr>
            <a:spLocks noGrp="1"/>
          </p:cNvSpPr>
          <p:nvPr>
            <p:ph type="body" orient="vert" idx="47" hasCustomPrompt="1"/>
          </p:nvPr>
        </p:nvSpPr>
        <p:spPr>
          <a:xfrm>
            <a:off x="9125416" y="1456709"/>
            <a:ext cx="1686604" cy="268469"/>
          </a:xfrm>
        </p:spPr>
        <p:txBody>
          <a:bodyPr vert="horz" lIns="0" tIns="0" rIns="0" bIns="0"/>
          <a:lstStyle>
            <a:lvl1pPr marL="0" indent="0">
              <a:buNone/>
              <a:defRPr sz="1200" b="1"/>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cxnSp>
        <p:nvCxnSpPr>
          <p:cNvPr id="104" name="Rechte verbindingslijn 103">
            <a:extLst>
              <a:ext uri="{FF2B5EF4-FFF2-40B4-BE49-F238E27FC236}">
                <a16:creationId xmlns:a16="http://schemas.microsoft.com/office/drawing/2014/main" id="{62B02E2D-D2D4-47F3-A241-EE6FCF4FA6A6}"/>
              </a:ext>
            </a:extLst>
          </p:cNvPr>
          <p:cNvCxnSpPr>
            <a:cxnSpLocks/>
          </p:cNvCxnSpPr>
          <p:nvPr userDrawn="1"/>
        </p:nvCxnSpPr>
        <p:spPr>
          <a:xfrm>
            <a:off x="9032366" y="1456709"/>
            <a:ext cx="0" cy="1159387"/>
          </a:xfrm>
          <a:prstGeom prst="line">
            <a:avLst/>
          </a:prstGeom>
          <a:ln>
            <a:solidFill>
              <a:srgbClr val="5A5A5A"/>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661537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Tekst en Tabel">
    <p:spTree>
      <p:nvGrpSpPr>
        <p:cNvPr id="1" name=""/>
        <p:cNvGrpSpPr/>
        <p:nvPr/>
      </p:nvGrpSpPr>
      <p:grpSpPr>
        <a:xfrm>
          <a:off x="0" y="0"/>
          <a:ext cx="0" cy="0"/>
          <a:chOff x="0" y="0"/>
          <a:chExt cx="0" cy="0"/>
        </a:xfrm>
      </p:grpSpPr>
      <p:sp>
        <p:nvSpPr>
          <p:cNvPr id="8" name="Graphic 31">
            <a:extLst>
              <a:ext uri="{FF2B5EF4-FFF2-40B4-BE49-F238E27FC236}">
                <a16:creationId xmlns:a16="http://schemas.microsoft.com/office/drawing/2014/main" id="{3D319972-9B28-4EB1-A98E-96503CC03C59}"/>
              </a:ext>
            </a:extLst>
          </p:cNvPr>
          <p:cNvSpPr>
            <a:spLocks noChangeAspect="1"/>
          </p:cNvSpPr>
          <p:nvPr userDrawn="1"/>
        </p:nvSpPr>
        <p:spPr>
          <a:xfrm rot="5400000" flipV="1">
            <a:off x="2656221" y="-2656221"/>
            <a:ext cx="6900415" cy="12212857"/>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 name="connsiteX0" fmla="*/ 892481 w 5315644"/>
              <a:gd name="connsiteY0" fmla="*/ 0 h 7563813"/>
              <a:gd name="connsiteX1" fmla="*/ 5816 w 5315644"/>
              <a:gd name="connsiteY1" fmla="*/ 3571624 h 7563813"/>
              <a:gd name="connsiteX2" fmla="*/ 747667 w 5315644"/>
              <a:gd name="connsiteY2" fmla="*/ 7563812 h 7563813"/>
              <a:gd name="connsiteX3" fmla="*/ 4552322 w 5315644"/>
              <a:gd name="connsiteY3" fmla="*/ 7563813 h 7563813"/>
              <a:gd name="connsiteX4" fmla="*/ 5315644 w 5315644"/>
              <a:gd name="connsiteY4" fmla="*/ 0 h 7563813"/>
              <a:gd name="connsiteX5" fmla="*/ 892481 w 5315644"/>
              <a:gd name="connsiteY5" fmla="*/ 0 h 7563813"/>
              <a:gd name="connsiteX0" fmla="*/ 892481 w 5315644"/>
              <a:gd name="connsiteY0" fmla="*/ 0 h 7563813"/>
              <a:gd name="connsiteX1" fmla="*/ 5816 w 5315644"/>
              <a:gd name="connsiteY1" fmla="*/ 3571624 h 7563813"/>
              <a:gd name="connsiteX2" fmla="*/ 747667 w 5315644"/>
              <a:gd name="connsiteY2" fmla="*/ 7563812 h 7563813"/>
              <a:gd name="connsiteX3" fmla="*/ 4901639 w 5315644"/>
              <a:gd name="connsiteY3" fmla="*/ 7563813 h 7563813"/>
              <a:gd name="connsiteX4" fmla="*/ 5315644 w 5315644"/>
              <a:gd name="connsiteY4" fmla="*/ 0 h 7563813"/>
              <a:gd name="connsiteX5" fmla="*/ 892481 w 5315644"/>
              <a:gd name="connsiteY5" fmla="*/ 0 h 7563813"/>
              <a:gd name="connsiteX0" fmla="*/ 892481 w 4901639"/>
              <a:gd name="connsiteY0" fmla="*/ 0 h 7563813"/>
              <a:gd name="connsiteX1" fmla="*/ 5816 w 4901639"/>
              <a:gd name="connsiteY1" fmla="*/ 3571624 h 7563813"/>
              <a:gd name="connsiteX2" fmla="*/ 747667 w 4901639"/>
              <a:gd name="connsiteY2" fmla="*/ 7563812 h 7563813"/>
              <a:gd name="connsiteX3" fmla="*/ 4901639 w 4901639"/>
              <a:gd name="connsiteY3" fmla="*/ 7563813 h 7563813"/>
              <a:gd name="connsiteX4" fmla="*/ 4565260 w 4901639"/>
              <a:gd name="connsiteY4" fmla="*/ 0 h 7563813"/>
              <a:gd name="connsiteX5" fmla="*/ 892481 w 4901639"/>
              <a:gd name="connsiteY5" fmla="*/ 0 h 7563813"/>
              <a:gd name="connsiteX0" fmla="*/ 892481 w 4901639"/>
              <a:gd name="connsiteY0" fmla="*/ 12938 h 7576751"/>
              <a:gd name="connsiteX1" fmla="*/ 5816 w 4901639"/>
              <a:gd name="connsiteY1" fmla="*/ 3584562 h 7576751"/>
              <a:gd name="connsiteX2" fmla="*/ 747667 w 4901639"/>
              <a:gd name="connsiteY2" fmla="*/ 7576750 h 7576751"/>
              <a:gd name="connsiteX3" fmla="*/ 4901639 w 4901639"/>
              <a:gd name="connsiteY3" fmla="*/ 7576751 h 7576751"/>
              <a:gd name="connsiteX4" fmla="*/ 4901639 w 4901639"/>
              <a:gd name="connsiteY4" fmla="*/ 0 h 7576751"/>
              <a:gd name="connsiteX5" fmla="*/ 892481 w 4901639"/>
              <a:gd name="connsiteY5" fmla="*/ 12938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823283 h 8379532"/>
              <a:gd name="connsiteX1" fmla="*/ 10879 w 4906702"/>
              <a:gd name="connsiteY1" fmla="*/ 4387343 h 8379532"/>
              <a:gd name="connsiteX2" fmla="*/ 752730 w 4906702"/>
              <a:gd name="connsiteY2" fmla="*/ 8379531 h 8379532"/>
              <a:gd name="connsiteX3" fmla="*/ 4906702 w 4906702"/>
              <a:gd name="connsiteY3" fmla="*/ 8379532 h 8379532"/>
              <a:gd name="connsiteX4" fmla="*/ 4906702 w 4906702"/>
              <a:gd name="connsiteY4" fmla="*/ 802781 h 8379532"/>
              <a:gd name="connsiteX5" fmla="*/ 0 w 4906702"/>
              <a:gd name="connsiteY5" fmla="*/ 823283 h 8379532"/>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147214 w 4923206"/>
              <a:gd name="connsiteY0" fmla="*/ 179342 h 7576751"/>
              <a:gd name="connsiteX1" fmla="*/ 27383 w 4923206"/>
              <a:gd name="connsiteY1" fmla="*/ 3584562 h 7576751"/>
              <a:gd name="connsiteX2" fmla="*/ 769234 w 4923206"/>
              <a:gd name="connsiteY2" fmla="*/ 7576750 h 7576751"/>
              <a:gd name="connsiteX3" fmla="*/ 4923206 w 4923206"/>
              <a:gd name="connsiteY3" fmla="*/ 7576751 h 7576751"/>
              <a:gd name="connsiteX4" fmla="*/ 4923206 w 4923206"/>
              <a:gd name="connsiteY4" fmla="*/ 0 h 7576751"/>
              <a:gd name="connsiteX5" fmla="*/ 147214 w 4923206"/>
              <a:gd name="connsiteY5" fmla="*/ 179342 h 7576751"/>
              <a:gd name="connsiteX0" fmla="*/ 42213 w 4957629"/>
              <a:gd name="connsiteY0" fmla="*/ 5373 h 7576751"/>
              <a:gd name="connsiteX1" fmla="*/ 61806 w 4957629"/>
              <a:gd name="connsiteY1" fmla="*/ 3584562 h 7576751"/>
              <a:gd name="connsiteX2" fmla="*/ 803657 w 4957629"/>
              <a:gd name="connsiteY2" fmla="*/ 7576750 h 7576751"/>
              <a:gd name="connsiteX3" fmla="*/ 4957629 w 4957629"/>
              <a:gd name="connsiteY3" fmla="*/ 7576751 h 7576751"/>
              <a:gd name="connsiteX4" fmla="*/ 4957629 w 4957629"/>
              <a:gd name="connsiteY4" fmla="*/ 0 h 7576751"/>
              <a:gd name="connsiteX5" fmla="*/ 42213 w 4957629"/>
              <a:gd name="connsiteY5" fmla="*/ 5373 h 7576751"/>
              <a:gd name="connsiteX0" fmla="*/ 19358 w 4934774"/>
              <a:gd name="connsiteY0" fmla="*/ 5373 h 7576751"/>
              <a:gd name="connsiteX1" fmla="*/ 38951 w 4934774"/>
              <a:gd name="connsiteY1" fmla="*/ 3584562 h 7576751"/>
              <a:gd name="connsiteX2" fmla="*/ 780802 w 4934774"/>
              <a:gd name="connsiteY2" fmla="*/ 7576750 h 7576751"/>
              <a:gd name="connsiteX3" fmla="*/ 4934774 w 4934774"/>
              <a:gd name="connsiteY3" fmla="*/ 7576751 h 7576751"/>
              <a:gd name="connsiteX4" fmla="*/ 4934774 w 4934774"/>
              <a:gd name="connsiteY4" fmla="*/ 0 h 7576751"/>
              <a:gd name="connsiteX5" fmla="*/ 19358 w 4934774"/>
              <a:gd name="connsiteY5" fmla="*/ 5373 h 7576751"/>
              <a:gd name="connsiteX0" fmla="*/ 0 w 4915416"/>
              <a:gd name="connsiteY0" fmla="*/ 5373 h 7576751"/>
              <a:gd name="connsiteX1" fmla="*/ 19593 w 4915416"/>
              <a:gd name="connsiteY1" fmla="*/ 3584562 h 7576751"/>
              <a:gd name="connsiteX2" fmla="*/ 761444 w 4915416"/>
              <a:gd name="connsiteY2" fmla="*/ 7576750 h 7576751"/>
              <a:gd name="connsiteX3" fmla="*/ 4915416 w 4915416"/>
              <a:gd name="connsiteY3" fmla="*/ 7576751 h 7576751"/>
              <a:gd name="connsiteX4" fmla="*/ 4915416 w 4915416"/>
              <a:gd name="connsiteY4" fmla="*/ 0 h 7576751"/>
              <a:gd name="connsiteX5" fmla="*/ 0 w 4915416"/>
              <a:gd name="connsiteY5" fmla="*/ 5373 h 7576751"/>
              <a:gd name="connsiteX0" fmla="*/ 0 w 4915416"/>
              <a:gd name="connsiteY0" fmla="*/ 5373 h 7576751"/>
              <a:gd name="connsiteX1" fmla="*/ 19593 w 4915416"/>
              <a:gd name="connsiteY1" fmla="*/ 3584562 h 7576751"/>
              <a:gd name="connsiteX2" fmla="*/ 761444 w 4915416"/>
              <a:gd name="connsiteY2" fmla="*/ 7576750 h 7576751"/>
              <a:gd name="connsiteX3" fmla="*/ 4915416 w 4915416"/>
              <a:gd name="connsiteY3" fmla="*/ 7576751 h 7576751"/>
              <a:gd name="connsiteX4" fmla="*/ 4915416 w 4915416"/>
              <a:gd name="connsiteY4" fmla="*/ 0 h 7576751"/>
              <a:gd name="connsiteX5" fmla="*/ 0 w 4915416"/>
              <a:gd name="connsiteY5" fmla="*/ 5373 h 7576751"/>
              <a:gd name="connsiteX0" fmla="*/ 369366 w 5284782"/>
              <a:gd name="connsiteY0" fmla="*/ 266522 h 7837900"/>
              <a:gd name="connsiteX1" fmla="*/ 362817 w 5284782"/>
              <a:gd name="connsiteY1" fmla="*/ 3845711 h 7837900"/>
              <a:gd name="connsiteX2" fmla="*/ 1130810 w 5284782"/>
              <a:gd name="connsiteY2" fmla="*/ 7837899 h 7837900"/>
              <a:gd name="connsiteX3" fmla="*/ 5284782 w 5284782"/>
              <a:gd name="connsiteY3" fmla="*/ 7837900 h 7837900"/>
              <a:gd name="connsiteX4" fmla="*/ 5284782 w 5284782"/>
              <a:gd name="connsiteY4" fmla="*/ 261149 h 7837900"/>
              <a:gd name="connsiteX5" fmla="*/ 369366 w 5284782"/>
              <a:gd name="connsiteY5" fmla="*/ 266522 h 7837900"/>
              <a:gd name="connsiteX0" fmla="*/ 16535 w 4931951"/>
              <a:gd name="connsiteY0" fmla="*/ 5373 h 7576751"/>
              <a:gd name="connsiteX1" fmla="*/ 9986 w 4931951"/>
              <a:gd name="connsiteY1" fmla="*/ 3584562 h 7576751"/>
              <a:gd name="connsiteX2" fmla="*/ 777979 w 4931951"/>
              <a:gd name="connsiteY2" fmla="*/ 7576750 h 7576751"/>
              <a:gd name="connsiteX3" fmla="*/ 4931951 w 4931951"/>
              <a:gd name="connsiteY3" fmla="*/ 7576751 h 7576751"/>
              <a:gd name="connsiteX4" fmla="*/ 4931951 w 4931951"/>
              <a:gd name="connsiteY4" fmla="*/ 0 h 7576751"/>
              <a:gd name="connsiteX5" fmla="*/ 16535 w 4931951"/>
              <a:gd name="connsiteY5" fmla="*/ 5373 h 7576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31951" h="7576751">
                <a:moveTo>
                  <a:pt x="16535" y="5373"/>
                </a:moveTo>
                <a:cubicBezTo>
                  <a:pt x="-5007" y="4000"/>
                  <a:pt x="-3639" y="2292410"/>
                  <a:pt x="9986" y="3584562"/>
                </a:cubicBezTo>
                <a:cubicBezTo>
                  <a:pt x="23611" y="4876714"/>
                  <a:pt x="882144" y="6160044"/>
                  <a:pt x="777979" y="7576750"/>
                </a:cubicBezTo>
                <a:lnTo>
                  <a:pt x="4931951" y="7576751"/>
                </a:lnTo>
                <a:lnTo>
                  <a:pt x="4931951" y="0"/>
                </a:lnTo>
                <a:lnTo>
                  <a:pt x="16535" y="5373"/>
                </a:lnTo>
                <a:close/>
              </a:path>
            </a:pathLst>
          </a:custGeom>
          <a:solidFill>
            <a:srgbClr val="E5DDE8">
              <a:alpha val="25354"/>
            </a:srgbClr>
          </a:solidFill>
          <a:ln w="12692" cap="flat">
            <a:noFill/>
            <a:prstDash val="solid"/>
            <a:miter/>
          </a:ln>
        </p:spPr>
        <p:txBody>
          <a:bodyPr rtlCol="0" anchor="ctr"/>
          <a:lstStyle/>
          <a:p>
            <a:endParaRPr lang="nl-NL" sz="1633"/>
          </a:p>
        </p:txBody>
      </p:sp>
      <p:sp>
        <p:nvSpPr>
          <p:cNvPr id="84" name="Tijdelijke aanduiding voor tabel 8">
            <a:extLst>
              <a:ext uri="{FF2B5EF4-FFF2-40B4-BE49-F238E27FC236}">
                <a16:creationId xmlns:a16="http://schemas.microsoft.com/office/drawing/2014/main" id="{ABF4736A-9630-47D8-8864-CB7B6A3FBACF}"/>
              </a:ext>
            </a:extLst>
          </p:cNvPr>
          <p:cNvSpPr>
            <a:spLocks noGrp="1"/>
          </p:cNvSpPr>
          <p:nvPr>
            <p:ph type="tbl" sz="quarter" idx="15" hasCustomPrompt="1"/>
          </p:nvPr>
        </p:nvSpPr>
        <p:spPr>
          <a:xfrm>
            <a:off x="6096000" y="900881"/>
            <a:ext cx="5412323" cy="5257382"/>
          </a:xfrm>
          <a:noFill/>
          <a:effectLst/>
        </p:spPr>
        <p:txBody>
          <a:bodyPr bIns="1620000" anchor="ctr"/>
          <a:lstStyle>
            <a:lvl1pPr marL="0" indent="0" algn="ctr">
              <a:lnSpc>
                <a:spcPct val="90000"/>
              </a:lnSpc>
              <a:spcBef>
                <a:spcPts val="0"/>
              </a:spcBef>
              <a:spcAft>
                <a:spcPts val="0"/>
              </a:spcAft>
              <a:buNone/>
              <a:defRPr sz="1500">
                <a:solidFill>
                  <a:schemeClr val="tx1">
                    <a:lumMod val="50000"/>
                    <a:lumOff val="50000"/>
                  </a:schemeClr>
                </a:solidFill>
              </a:defRPr>
            </a:lvl1pPr>
          </a:lstStyle>
          <a:p>
            <a:r>
              <a:rPr lang="nl-NL"/>
              <a:t>Klik op het onderstaand icoon </a:t>
            </a:r>
            <a:br>
              <a:rPr lang="nl-NL"/>
            </a:br>
            <a:r>
              <a:rPr lang="nl-NL"/>
              <a:t>om een tabel in te voegen.</a:t>
            </a:r>
            <a:br>
              <a:rPr lang="nl-NL"/>
            </a:br>
            <a:br>
              <a:rPr lang="nl-NL"/>
            </a:br>
            <a:r>
              <a:rPr lang="nl-NL"/>
              <a:t>Meer hulp nodig? </a:t>
            </a:r>
            <a:br>
              <a:rPr lang="nl-NL"/>
            </a:br>
            <a:r>
              <a:rPr lang="nl-NL"/>
              <a:t>Aan de zijkanten van de dia's zijn instructies </a:t>
            </a:r>
            <a:br>
              <a:rPr lang="nl-NL"/>
            </a:br>
            <a:r>
              <a:rPr lang="nl-NL"/>
              <a:t>geplaatst voor verdere informatie.</a:t>
            </a:r>
          </a:p>
        </p:txBody>
      </p:sp>
      <p:sp>
        <p:nvSpPr>
          <p:cNvPr id="161" name="Titel 2">
            <a:extLst>
              <a:ext uri="{FF2B5EF4-FFF2-40B4-BE49-F238E27FC236}">
                <a16:creationId xmlns:a16="http://schemas.microsoft.com/office/drawing/2014/main" id="{A37AA7A8-E01D-424E-815A-ECD22A3C047D}"/>
              </a:ext>
            </a:extLst>
          </p:cNvPr>
          <p:cNvSpPr>
            <a:spLocks noGrp="1"/>
          </p:cNvSpPr>
          <p:nvPr>
            <p:ph type="title" hasCustomPrompt="1"/>
          </p:nvPr>
        </p:nvSpPr>
        <p:spPr>
          <a:xfrm>
            <a:off x="782814" y="901540"/>
            <a:ext cx="4911084" cy="461665"/>
          </a:xfrm>
        </p:spPr>
        <p:txBody>
          <a:bodyPr/>
          <a:lstStyle>
            <a:lvl1pPr>
              <a:defRPr>
                <a:solidFill>
                  <a:schemeClr val="accent1"/>
                </a:solidFill>
              </a:defRPr>
            </a:lvl1pPr>
          </a:lstStyle>
          <a:p>
            <a:r>
              <a:rPr lang="nl-NL"/>
              <a:t>Plaats hier een titel</a:t>
            </a:r>
          </a:p>
        </p:txBody>
      </p:sp>
      <p:sp>
        <p:nvSpPr>
          <p:cNvPr id="162" name="Tijdelijke aanduiding voor verticale tekst 2">
            <a:extLst>
              <a:ext uri="{FF2B5EF4-FFF2-40B4-BE49-F238E27FC236}">
                <a16:creationId xmlns:a16="http://schemas.microsoft.com/office/drawing/2014/main" id="{A9AF92CE-EEC7-40D9-B7E3-D27371A9151D}"/>
              </a:ext>
            </a:extLst>
          </p:cNvPr>
          <p:cNvSpPr>
            <a:spLocks noGrp="1"/>
          </p:cNvSpPr>
          <p:nvPr>
            <p:ph type="body" orient="vert" idx="1" hasCustomPrompt="1"/>
          </p:nvPr>
        </p:nvSpPr>
        <p:spPr>
          <a:xfrm>
            <a:off x="807910" y="1837485"/>
            <a:ext cx="4880821" cy="4320778"/>
          </a:xfrm>
        </p:spPr>
        <p:txBody>
          <a:bodyPr vert="horz" lIns="0" tIns="0" rIns="0" bIns="0"/>
          <a:lstStyle>
            <a:lvl1pPr>
              <a:defRPr/>
            </a:lvl1pPr>
            <a:lvl2pPr>
              <a:defRPr/>
            </a:lvl2pPr>
            <a:lvl3pPr>
              <a:defRPr/>
            </a:lvl3pPr>
            <a:lvl4pPr>
              <a:spcBef>
                <a:spcPts val="600"/>
              </a:spcBef>
              <a:spcAft>
                <a:spcPts val="300"/>
              </a:spcAft>
              <a:defRPr/>
            </a:lvl4pPr>
            <a:lvl5pPr>
              <a:defRPr/>
            </a:lvl5pPr>
            <a:lvl6pPr>
              <a:defRPr/>
            </a:lvl6pPr>
            <a:lvl7pPr>
              <a:defRPr/>
            </a:lvl7pPr>
            <a:lvl8pPr>
              <a:defRPr/>
            </a:lvl8pPr>
            <a:lvl9pPr>
              <a:defRPr/>
            </a:lvl9pPr>
          </a:lstStyle>
          <a:p>
            <a:pPr lvl="0"/>
            <a:r>
              <a:rPr lang="nl-NL"/>
              <a:t>Klik hier om een bullet te plaatsen.</a:t>
            </a:r>
          </a:p>
          <a:p>
            <a:pPr lvl="1"/>
            <a:r>
              <a:rPr lang="nl-NL"/>
              <a:t>Sub-bullets</a:t>
            </a:r>
          </a:p>
          <a:p>
            <a:pPr lvl="2"/>
            <a:r>
              <a:rPr lang="nl-NL"/>
              <a:t>Leestekst</a:t>
            </a:r>
          </a:p>
          <a:p>
            <a:pPr lvl="3"/>
            <a:r>
              <a:rPr lang="nl-NL"/>
              <a:t>Subtitel</a:t>
            </a:r>
          </a:p>
          <a:p>
            <a:pPr lvl="4"/>
            <a:r>
              <a:rPr lang="nl-NL"/>
              <a:t>Numerieke bullets</a:t>
            </a:r>
          </a:p>
          <a:p>
            <a:pPr lvl="5"/>
            <a:r>
              <a:rPr lang="nl-NL"/>
              <a:t># Abc</a:t>
            </a:r>
          </a:p>
          <a:p>
            <a:pPr lvl="6"/>
            <a:r>
              <a:rPr lang="nl-NL"/>
              <a:t># Bullets</a:t>
            </a:r>
          </a:p>
          <a:p>
            <a:pPr lvl="7"/>
            <a:r>
              <a:rPr lang="nl-NL"/>
              <a:t>Cursief</a:t>
            </a:r>
          </a:p>
          <a:p>
            <a:pPr lvl="8"/>
            <a:r>
              <a:rPr lang="nl-NL"/>
              <a:t>Alt. Subtitel</a:t>
            </a:r>
          </a:p>
        </p:txBody>
      </p:sp>
      <p:sp>
        <p:nvSpPr>
          <p:cNvPr id="163" name="Tijdelijke aanduiding voor verticale tekst 2">
            <a:extLst>
              <a:ext uri="{FF2B5EF4-FFF2-40B4-BE49-F238E27FC236}">
                <a16:creationId xmlns:a16="http://schemas.microsoft.com/office/drawing/2014/main" id="{D7D67AFC-C660-4148-AE86-8CFC180460D0}"/>
              </a:ext>
            </a:extLst>
          </p:cNvPr>
          <p:cNvSpPr>
            <a:spLocks noGrp="1"/>
          </p:cNvSpPr>
          <p:nvPr>
            <p:ph type="body" orient="vert" idx="16" hasCustomPrompt="1"/>
          </p:nvPr>
        </p:nvSpPr>
        <p:spPr>
          <a:xfrm>
            <a:off x="807910" y="1425726"/>
            <a:ext cx="4880821" cy="194626"/>
          </a:xfrm>
        </p:spPr>
        <p:txBody>
          <a:bodyPr vert="horz" lIns="0" tIns="0" rIns="0" bIns="0" anchor="b"/>
          <a:lstStyle>
            <a:lvl1pPr marL="0" indent="0">
              <a:buNone/>
              <a:defRPr sz="1600">
                <a:solidFill>
                  <a:schemeClr val="accent2"/>
                </a:solidFill>
              </a:defRPr>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Plaats hier een subtitel</a:t>
            </a:r>
          </a:p>
        </p:txBody>
      </p:sp>
    </p:spTree>
    <p:extLst>
      <p:ext uri="{BB962C8B-B14F-4D97-AF65-F5344CB8AC3E}">
        <p14:creationId xmlns:p14="http://schemas.microsoft.com/office/powerpoint/2010/main" val="9514016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Tabel">
    <p:spTree>
      <p:nvGrpSpPr>
        <p:cNvPr id="1" name=""/>
        <p:cNvGrpSpPr/>
        <p:nvPr/>
      </p:nvGrpSpPr>
      <p:grpSpPr>
        <a:xfrm>
          <a:off x="0" y="0"/>
          <a:ext cx="0" cy="0"/>
          <a:chOff x="0" y="0"/>
          <a:chExt cx="0" cy="0"/>
        </a:xfrm>
      </p:grpSpPr>
      <p:sp>
        <p:nvSpPr>
          <p:cNvPr id="8" name="Graphic 31">
            <a:extLst>
              <a:ext uri="{FF2B5EF4-FFF2-40B4-BE49-F238E27FC236}">
                <a16:creationId xmlns:a16="http://schemas.microsoft.com/office/drawing/2014/main" id="{3D319972-9B28-4EB1-A98E-96503CC03C59}"/>
              </a:ext>
            </a:extLst>
          </p:cNvPr>
          <p:cNvSpPr>
            <a:spLocks noChangeAspect="1"/>
          </p:cNvSpPr>
          <p:nvPr userDrawn="1"/>
        </p:nvSpPr>
        <p:spPr>
          <a:xfrm rot="5400000" flipV="1">
            <a:off x="2634380" y="-2656221"/>
            <a:ext cx="6900415" cy="12212857"/>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 name="connsiteX0" fmla="*/ 892481 w 5315644"/>
              <a:gd name="connsiteY0" fmla="*/ 0 h 7563813"/>
              <a:gd name="connsiteX1" fmla="*/ 5816 w 5315644"/>
              <a:gd name="connsiteY1" fmla="*/ 3571624 h 7563813"/>
              <a:gd name="connsiteX2" fmla="*/ 747667 w 5315644"/>
              <a:gd name="connsiteY2" fmla="*/ 7563812 h 7563813"/>
              <a:gd name="connsiteX3" fmla="*/ 4552322 w 5315644"/>
              <a:gd name="connsiteY3" fmla="*/ 7563813 h 7563813"/>
              <a:gd name="connsiteX4" fmla="*/ 5315644 w 5315644"/>
              <a:gd name="connsiteY4" fmla="*/ 0 h 7563813"/>
              <a:gd name="connsiteX5" fmla="*/ 892481 w 5315644"/>
              <a:gd name="connsiteY5" fmla="*/ 0 h 7563813"/>
              <a:gd name="connsiteX0" fmla="*/ 892481 w 5315644"/>
              <a:gd name="connsiteY0" fmla="*/ 0 h 7563813"/>
              <a:gd name="connsiteX1" fmla="*/ 5816 w 5315644"/>
              <a:gd name="connsiteY1" fmla="*/ 3571624 h 7563813"/>
              <a:gd name="connsiteX2" fmla="*/ 747667 w 5315644"/>
              <a:gd name="connsiteY2" fmla="*/ 7563812 h 7563813"/>
              <a:gd name="connsiteX3" fmla="*/ 4901639 w 5315644"/>
              <a:gd name="connsiteY3" fmla="*/ 7563813 h 7563813"/>
              <a:gd name="connsiteX4" fmla="*/ 5315644 w 5315644"/>
              <a:gd name="connsiteY4" fmla="*/ 0 h 7563813"/>
              <a:gd name="connsiteX5" fmla="*/ 892481 w 5315644"/>
              <a:gd name="connsiteY5" fmla="*/ 0 h 7563813"/>
              <a:gd name="connsiteX0" fmla="*/ 892481 w 4901639"/>
              <a:gd name="connsiteY0" fmla="*/ 0 h 7563813"/>
              <a:gd name="connsiteX1" fmla="*/ 5816 w 4901639"/>
              <a:gd name="connsiteY1" fmla="*/ 3571624 h 7563813"/>
              <a:gd name="connsiteX2" fmla="*/ 747667 w 4901639"/>
              <a:gd name="connsiteY2" fmla="*/ 7563812 h 7563813"/>
              <a:gd name="connsiteX3" fmla="*/ 4901639 w 4901639"/>
              <a:gd name="connsiteY3" fmla="*/ 7563813 h 7563813"/>
              <a:gd name="connsiteX4" fmla="*/ 4565260 w 4901639"/>
              <a:gd name="connsiteY4" fmla="*/ 0 h 7563813"/>
              <a:gd name="connsiteX5" fmla="*/ 892481 w 4901639"/>
              <a:gd name="connsiteY5" fmla="*/ 0 h 7563813"/>
              <a:gd name="connsiteX0" fmla="*/ 892481 w 4901639"/>
              <a:gd name="connsiteY0" fmla="*/ 12938 h 7576751"/>
              <a:gd name="connsiteX1" fmla="*/ 5816 w 4901639"/>
              <a:gd name="connsiteY1" fmla="*/ 3584562 h 7576751"/>
              <a:gd name="connsiteX2" fmla="*/ 747667 w 4901639"/>
              <a:gd name="connsiteY2" fmla="*/ 7576750 h 7576751"/>
              <a:gd name="connsiteX3" fmla="*/ 4901639 w 4901639"/>
              <a:gd name="connsiteY3" fmla="*/ 7576751 h 7576751"/>
              <a:gd name="connsiteX4" fmla="*/ 4901639 w 4901639"/>
              <a:gd name="connsiteY4" fmla="*/ 0 h 7576751"/>
              <a:gd name="connsiteX5" fmla="*/ 892481 w 4901639"/>
              <a:gd name="connsiteY5" fmla="*/ 12938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823283 h 8379532"/>
              <a:gd name="connsiteX1" fmla="*/ 10879 w 4906702"/>
              <a:gd name="connsiteY1" fmla="*/ 4387343 h 8379532"/>
              <a:gd name="connsiteX2" fmla="*/ 752730 w 4906702"/>
              <a:gd name="connsiteY2" fmla="*/ 8379531 h 8379532"/>
              <a:gd name="connsiteX3" fmla="*/ 4906702 w 4906702"/>
              <a:gd name="connsiteY3" fmla="*/ 8379532 h 8379532"/>
              <a:gd name="connsiteX4" fmla="*/ 4906702 w 4906702"/>
              <a:gd name="connsiteY4" fmla="*/ 802781 h 8379532"/>
              <a:gd name="connsiteX5" fmla="*/ 0 w 4906702"/>
              <a:gd name="connsiteY5" fmla="*/ 823283 h 8379532"/>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147214 w 4923206"/>
              <a:gd name="connsiteY0" fmla="*/ 179342 h 7576751"/>
              <a:gd name="connsiteX1" fmla="*/ 27383 w 4923206"/>
              <a:gd name="connsiteY1" fmla="*/ 3584562 h 7576751"/>
              <a:gd name="connsiteX2" fmla="*/ 769234 w 4923206"/>
              <a:gd name="connsiteY2" fmla="*/ 7576750 h 7576751"/>
              <a:gd name="connsiteX3" fmla="*/ 4923206 w 4923206"/>
              <a:gd name="connsiteY3" fmla="*/ 7576751 h 7576751"/>
              <a:gd name="connsiteX4" fmla="*/ 4923206 w 4923206"/>
              <a:gd name="connsiteY4" fmla="*/ 0 h 7576751"/>
              <a:gd name="connsiteX5" fmla="*/ 147214 w 4923206"/>
              <a:gd name="connsiteY5" fmla="*/ 179342 h 7576751"/>
              <a:gd name="connsiteX0" fmla="*/ 42213 w 4957629"/>
              <a:gd name="connsiteY0" fmla="*/ 5373 h 7576751"/>
              <a:gd name="connsiteX1" fmla="*/ 61806 w 4957629"/>
              <a:gd name="connsiteY1" fmla="*/ 3584562 h 7576751"/>
              <a:gd name="connsiteX2" fmla="*/ 803657 w 4957629"/>
              <a:gd name="connsiteY2" fmla="*/ 7576750 h 7576751"/>
              <a:gd name="connsiteX3" fmla="*/ 4957629 w 4957629"/>
              <a:gd name="connsiteY3" fmla="*/ 7576751 h 7576751"/>
              <a:gd name="connsiteX4" fmla="*/ 4957629 w 4957629"/>
              <a:gd name="connsiteY4" fmla="*/ 0 h 7576751"/>
              <a:gd name="connsiteX5" fmla="*/ 42213 w 4957629"/>
              <a:gd name="connsiteY5" fmla="*/ 5373 h 7576751"/>
              <a:gd name="connsiteX0" fmla="*/ 19358 w 4934774"/>
              <a:gd name="connsiteY0" fmla="*/ 5373 h 7576751"/>
              <a:gd name="connsiteX1" fmla="*/ 38951 w 4934774"/>
              <a:gd name="connsiteY1" fmla="*/ 3584562 h 7576751"/>
              <a:gd name="connsiteX2" fmla="*/ 780802 w 4934774"/>
              <a:gd name="connsiteY2" fmla="*/ 7576750 h 7576751"/>
              <a:gd name="connsiteX3" fmla="*/ 4934774 w 4934774"/>
              <a:gd name="connsiteY3" fmla="*/ 7576751 h 7576751"/>
              <a:gd name="connsiteX4" fmla="*/ 4934774 w 4934774"/>
              <a:gd name="connsiteY4" fmla="*/ 0 h 7576751"/>
              <a:gd name="connsiteX5" fmla="*/ 19358 w 4934774"/>
              <a:gd name="connsiteY5" fmla="*/ 5373 h 7576751"/>
              <a:gd name="connsiteX0" fmla="*/ 0 w 4915416"/>
              <a:gd name="connsiteY0" fmla="*/ 5373 h 7576751"/>
              <a:gd name="connsiteX1" fmla="*/ 19593 w 4915416"/>
              <a:gd name="connsiteY1" fmla="*/ 3584562 h 7576751"/>
              <a:gd name="connsiteX2" fmla="*/ 761444 w 4915416"/>
              <a:gd name="connsiteY2" fmla="*/ 7576750 h 7576751"/>
              <a:gd name="connsiteX3" fmla="*/ 4915416 w 4915416"/>
              <a:gd name="connsiteY3" fmla="*/ 7576751 h 7576751"/>
              <a:gd name="connsiteX4" fmla="*/ 4915416 w 4915416"/>
              <a:gd name="connsiteY4" fmla="*/ 0 h 7576751"/>
              <a:gd name="connsiteX5" fmla="*/ 0 w 4915416"/>
              <a:gd name="connsiteY5" fmla="*/ 5373 h 7576751"/>
              <a:gd name="connsiteX0" fmla="*/ 0 w 4915416"/>
              <a:gd name="connsiteY0" fmla="*/ 5373 h 7576751"/>
              <a:gd name="connsiteX1" fmla="*/ 19593 w 4915416"/>
              <a:gd name="connsiteY1" fmla="*/ 3584562 h 7576751"/>
              <a:gd name="connsiteX2" fmla="*/ 761444 w 4915416"/>
              <a:gd name="connsiteY2" fmla="*/ 7576750 h 7576751"/>
              <a:gd name="connsiteX3" fmla="*/ 4915416 w 4915416"/>
              <a:gd name="connsiteY3" fmla="*/ 7576751 h 7576751"/>
              <a:gd name="connsiteX4" fmla="*/ 4915416 w 4915416"/>
              <a:gd name="connsiteY4" fmla="*/ 0 h 7576751"/>
              <a:gd name="connsiteX5" fmla="*/ 0 w 4915416"/>
              <a:gd name="connsiteY5" fmla="*/ 5373 h 7576751"/>
              <a:gd name="connsiteX0" fmla="*/ 369366 w 5284782"/>
              <a:gd name="connsiteY0" fmla="*/ 266522 h 7837900"/>
              <a:gd name="connsiteX1" fmla="*/ 362817 w 5284782"/>
              <a:gd name="connsiteY1" fmla="*/ 3845711 h 7837900"/>
              <a:gd name="connsiteX2" fmla="*/ 1130810 w 5284782"/>
              <a:gd name="connsiteY2" fmla="*/ 7837899 h 7837900"/>
              <a:gd name="connsiteX3" fmla="*/ 5284782 w 5284782"/>
              <a:gd name="connsiteY3" fmla="*/ 7837900 h 7837900"/>
              <a:gd name="connsiteX4" fmla="*/ 5284782 w 5284782"/>
              <a:gd name="connsiteY4" fmla="*/ 261149 h 7837900"/>
              <a:gd name="connsiteX5" fmla="*/ 369366 w 5284782"/>
              <a:gd name="connsiteY5" fmla="*/ 266522 h 7837900"/>
              <a:gd name="connsiteX0" fmla="*/ 16535 w 4931951"/>
              <a:gd name="connsiteY0" fmla="*/ 5373 h 7576751"/>
              <a:gd name="connsiteX1" fmla="*/ 9986 w 4931951"/>
              <a:gd name="connsiteY1" fmla="*/ 3584562 h 7576751"/>
              <a:gd name="connsiteX2" fmla="*/ 777979 w 4931951"/>
              <a:gd name="connsiteY2" fmla="*/ 7576750 h 7576751"/>
              <a:gd name="connsiteX3" fmla="*/ 4931951 w 4931951"/>
              <a:gd name="connsiteY3" fmla="*/ 7576751 h 7576751"/>
              <a:gd name="connsiteX4" fmla="*/ 4931951 w 4931951"/>
              <a:gd name="connsiteY4" fmla="*/ 0 h 7576751"/>
              <a:gd name="connsiteX5" fmla="*/ 16535 w 4931951"/>
              <a:gd name="connsiteY5" fmla="*/ 5373 h 7576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31951" h="7576751">
                <a:moveTo>
                  <a:pt x="16535" y="5373"/>
                </a:moveTo>
                <a:cubicBezTo>
                  <a:pt x="-5007" y="4000"/>
                  <a:pt x="-3639" y="2292410"/>
                  <a:pt x="9986" y="3584562"/>
                </a:cubicBezTo>
                <a:cubicBezTo>
                  <a:pt x="23611" y="4876714"/>
                  <a:pt x="882144" y="6160044"/>
                  <a:pt x="777979" y="7576750"/>
                </a:cubicBezTo>
                <a:lnTo>
                  <a:pt x="4931951" y="7576751"/>
                </a:lnTo>
                <a:lnTo>
                  <a:pt x="4931951" y="0"/>
                </a:lnTo>
                <a:lnTo>
                  <a:pt x="16535" y="5373"/>
                </a:lnTo>
                <a:close/>
              </a:path>
            </a:pathLst>
          </a:custGeom>
          <a:solidFill>
            <a:srgbClr val="E5DDE8">
              <a:alpha val="25354"/>
            </a:srgbClr>
          </a:solidFill>
          <a:ln w="12692" cap="flat">
            <a:noFill/>
            <a:prstDash val="solid"/>
            <a:miter/>
          </a:ln>
        </p:spPr>
        <p:txBody>
          <a:bodyPr rtlCol="0" anchor="ctr"/>
          <a:lstStyle/>
          <a:p>
            <a:endParaRPr lang="nl-NL" sz="1633"/>
          </a:p>
        </p:txBody>
      </p:sp>
      <p:sp>
        <p:nvSpPr>
          <p:cNvPr id="162" name="Tijdelijke aanduiding voor tabel 8">
            <a:extLst>
              <a:ext uri="{FF2B5EF4-FFF2-40B4-BE49-F238E27FC236}">
                <a16:creationId xmlns:a16="http://schemas.microsoft.com/office/drawing/2014/main" id="{8851A065-3A68-43DE-A686-96F4F470D311}"/>
              </a:ext>
            </a:extLst>
          </p:cNvPr>
          <p:cNvSpPr>
            <a:spLocks noGrp="1"/>
          </p:cNvSpPr>
          <p:nvPr>
            <p:ph type="tbl" sz="quarter" idx="15" hasCustomPrompt="1"/>
          </p:nvPr>
        </p:nvSpPr>
        <p:spPr>
          <a:xfrm>
            <a:off x="782814" y="1837485"/>
            <a:ext cx="10725509" cy="4320778"/>
          </a:xfrm>
          <a:noFill/>
          <a:effectLst/>
        </p:spPr>
        <p:txBody>
          <a:bodyPr bIns="1620000" anchor="ctr"/>
          <a:lstStyle>
            <a:lvl1pPr marL="0" indent="0" algn="ctr">
              <a:lnSpc>
                <a:spcPct val="90000"/>
              </a:lnSpc>
              <a:spcBef>
                <a:spcPts val="0"/>
              </a:spcBef>
              <a:spcAft>
                <a:spcPts val="0"/>
              </a:spcAft>
              <a:buNone/>
              <a:defRPr sz="1500">
                <a:solidFill>
                  <a:schemeClr val="tx1">
                    <a:lumMod val="50000"/>
                    <a:lumOff val="50000"/>
                  </a:schemeClr>
                </a:solidFill>
              </a:defRPr>
            </a:lvl1pPr>
          </a:lstStyle>
          <a:p>
            <a:r>
              <a:rPr lang="nl-NL"/>
              <a:t>Klik op het onderstaand icoon </a:t>
            </a:r>
            <a:br>
              <a:rPr lang="nl-NL"/>
            </a:br>
            <a:r>
              <a:rPr lang="nl-NL"/>
              <a:t>om een tabel in te voegen.</a:t>
            </a:r>
            <a:br>
              <a:rPr lang="nl-NL"/>
            </a:br>
            <a:br>
              <a:rPr lang="nl-NL"/>
            </a:br>
            <a:r>
              <a:rPr lang="nl-NL"/>
              <a:t>Meer hulp nodig? </a:t>
            </a:r>
            <a:br>
              <a:rPr lang="nl-NL"/>
            </a:br>
            <a:r>
              <a:rPr lang="nl-NL"/>
              <a:t>Aan de zijkanten van de dia's zijn instructies </a:t>
            </a:r>
            <a:br>
              <a:rPr lang="nl-NL"/>
            </a:br>
            <a:r>
              <a:rPr lang="nl-NL"/>
              <a:t>geplaatst voor verdere informatie.</a:t>
            </a:r>
          </a:p>
        </p:txBody>
      </p:sp>
      <p:sp>
        <p:nvSpPr>
          <p:cNvPr id="163" name="Titel 2">
            <a:extLst>
              <a:ext uri="{FF2B5EF4-FFF2-40B4-BE49-F238E27FC236}">
                <a16:creationId xmlns:a16="http://schemas.microsoft.com/office/drawing/2014/main" id="{92331F6E-F0BA-4DE7-953C-0698C7D3943D}"/>
              </a:ext>
            </a:extLst>
          </p:cNvPr>
          <p:cNvSpPr>
            <a:spLocks noGrp="1"/>
          </p:cNvSpPr>
          <p:nvPr>
            <p:ph type="title" hasCustomPrompt="1"/>
          </p:nvPr>
        </p:nvSpPr>
        <p:spPr>
          <a:xfrm>
            <a:off x="782814" y="901540"/>
            <a:ext cx="10725508" cy="461665"/>
          </a:xfrm>
        </p:spPr>
        <p:txBody>
          <a:bodyPr/>
          <a:lstStyle>
            <a:lvl1pPr>
              <a:defRPr>
                <a:solidFill>
                  <a:schemeClr val="accent1"/>
                </a:solidFill>
              </a:defRPr>
            </a:lvl1pPr>
          </a:lstStyle>
          <a:p>
            <a:r>
              <a:rPr lang="nl-NL"/>
              <a:t>Plaats hier een titel</a:t>
            </a:r>
          </a:p>
        </p:txBody>
      </p:sp>
      <p:sp>
        <p:nvSpPr>
          <p:cNvPr id="165" name="Tijdelijke aanduiding voor verticale tekst 2">
            <a:extLst>
              <a:ext uri="{FF2B5EF4-FFF2-40B4-BE49-F238E27FC236}">
                <a16:creationId xmlns:a16="http://schemas.microsoft.com/office/drawing/2014/main" id="{42034BA7-A5C1-421B-8194-7C5BC9EECB18}"/>
              </a:ext>
            </a:extLst>
          </p:cNvPr>
          <p:cNvSpPr>
            <a:spLocks noGrp="1"/>
          </p:cNvSpPr>
          <p:nvPr>
            <p:ph type="body" orient="vert" idx="16" hasCustomPrompt="1"/>
          </p:nvPr>
        </p:nvSpPr>
        <p:spPr>
          <a:xfrm>
            <a:off x="807910" y="1425726"/>
            <a:ext cx="10659415" cy="194626"/>
          </a:xfrm>
        </p:spPr>
        <p:txBody>
          <a:bodyPr vert="horz" lIns="0" tIns="0" rIns="0" bIns="0" anchor="b"/>
          <a:lstStyle>
            <a:lvl1pPr marL="0" indent="0">
              <a:buNone/>
              <a:defRPr sz="1600">
                <a:solidFill>
                  <a:schemeClr val="accent2"/>
                </a:solidFill>
              </a:defRPr>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Plaats hier een subtitel</a:t>
            </a:r>
          </a:p>
        </p:txBody>
      </p:sp>
    </p:spTree>
    <p:extLst>
      <p:ext uri="{BB962C8B-B14F-4D97-AF65-F5344CB8AC3E}">
        <p14:creationId xmlns:p14="http://schemas.microsoft.com/office/powerpoint/2010/main" val="38257241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Tabel #2">
    <p:spTree>
      <p:nvGrpSpPr>
        <p:cNvPr id="1" name=""/>
        <p:cNvGrpSpPr/>
        <p:nvPr/>
      </p:nvGrpSpPr>
      <p:grpSpPr>
        <a:xfrm>
          <a:off x="0" y="0"/>
          <a:ext cx="0" cy="0"/>
          <a:chOff x="0" y="0"/>
          <a:chExt cx="0" cy="0"/>
        </a:xfrm>
      </p:grpSpPr>
      <p:sp>
        <p:nvSpPr>
          <p:cNvPr id="6" name="Graphic 31">
            <a:extLst>
              <a:ext uri="{FF2B5EF4-FFF2-40B4-BE49-F238E27FC236}">
                <a16:creationId xmlns:a16="http://schemas.microsoft.com/office/drawing/2014/main" id="{BCEC8A5B-C8C7-47AA-B49F-07DDDC492905}"/>
              </a:ext>
            </a:extLst>
          </p:cNvPr>
          <p:cNvSpPr>
            <a:spLocks noChangeAspect="1"/>
          </p:cNvSpPr>
          <p:nvPr userDrawn="1"/>
        </p:nvSpPr>
        <p:spPr>
          <a:xfrm rot="5400000" flipH="1">
            <a:off x="3176032" y="-3176033"/>
            <a:ext cx="5860789" cy="12212857"/>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 name="connsiteX0" fmla="*/ 892481 w 5315644"/>
              <a:gd name="connsiteY0" fmla="*/ 0 h 7563813"/>
              <a:gd name="connsiteX1" fmla="*/ 5816 w 5315644"/>
              <a:gd name="connsiteY1" fmla="*/ 3571624 h 7563813"/>
              <a:gd name="connsiteX2" fmla="*/ 747667 w 5315644"/>
              <a:gd name="connsiteY2" fmla="*/ 7563812 h 7563813"/>
              <a:gd name="connsiteX3" fmla="*/ 4552322 w 5315644"/>
              <a:gd name="connsiteY3" fmla="*/ 7563813 h 7563813"/>
              <a:gd name="connsiteX4" fmla="*/ 5315644 w 5315644"/>
              <a:gd name="connsiteY4" fmla="*/ 0 h 7563813"/>
              <a:gd name="connsiteX5" fmla="*/ 892481 w 5315644"/>
              <a:gd name="connsiteY5" fmla="*/ 0 h 7563813"/>
              <a:gd name="connsiteX0" fmla="*/ 892481 w 5315644"/>
              <a:gd name="connsiteY0" fmla="*/ 0 h 7563813"/>
              <a:gd name="connsiteX1" fmla="*/ 5816 w 5315644"/>
              <a:gd name="connsiteY1" fmla="*/ 3571624 h 7563813"/>
              <a:gd name="connsiteX2" fmla="*/ 747667 w 5315644"/>
              <a:gd name="connsiteY2" fmla="*/ 7563812 h 7563813"/>
              <a:gd name="connsiteX3" fmla="*/ 4901639 w 5315644"/>
              <a:gd name="connsiteY3" fmla="*/ 7563813 h 7563813"/>
              <a:gd name="connsiteX4" fmla="*/ 5315644 w 5315644"/>
              <a:gd name="connsiteY4" fmla="*/ 0 h 7563813"/>
              <a:gd name="connsiteX5" fmla="*/ 892481 w 5315644"/>
              <a:gd name="connsiteY5" fmla="*/ 0 h 7563813"/>
              <a:gd name="connsiteX0" fmla="*/ 892481 w 4901639"/>
              <a:gd name="connsiteY0" fmla="*/ 0 h 7563813"/>
              <a:gd name="connsiteX1" fmla="*/ 5816 w 4901639"/>
              <a:gd name="connsiteY1" fmla="*/ 3571624 h 7563813"/>
              <a:gd name="connsiteX2" fmla="*/ 747667 w 4901639"/>
              <a:gd name="connsiteY2" fmla="*/ 7563812 h 7563813"/>
              <a:gd name="connsiteX3" fmla="*/ 4901639 w 4901639"/>
              <a:gd name="connsiteY3" fmla="*/ 7563813 h 7563813"/>
              <a:gd name="connsiteX4" fmla="*/ 4565260 w 4901639"/>
              <a:gd name="connsiteY4" fmla="*/ 0 h 7563813"/>
              <a:gd name="connsiteX5" fmla="*/ 892481 w 4901639"/>
              <a:gd name="connsiteY5" fmla="*/ 0 h 7563813"/>
              <a:gd name="connsiteX0" fmla="*/ 892481 w 4901639"/>
              <a:gd name="connsiteY0" fmla="*/ 12938 h 7576751"/>
              <a:gd name="connsiteX1" fmla="*/ 5816 w 4901639"/>
              <a:gd name="connsiteY1" fmla="*/ 3584562 h 7576751"/>
              <a:gd name="connsiteX2" fmla="*/ 747667 w 4901639"/>
              <a:gd name="connsiteY2" fmla="*/ 7576750 h 7576751"/>
              <a:gd name="connsiteX3" fmla="*/ 4901639 w 4901639"/>
              <a:gd name="connsiteY3" fmla="*/ 7576751 h 7576751"/>
              <a:gd name="connsiteX4" fmla="*/ 4901639 w 4901639"/>
              <a:gd name="connsiteY4" fmla="*/ 0 h 7576751"/>
              <a:gd name="connsiteX5" fmla="*/ 892481 w 4901639"/>
              <a:gd name="connsiteY5" fmla="*/ 12938 h 7576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1639" h="7576751">
                <a:moveTo>
                  <a:pt x="892481" y="12938"/>
                </a:moveTo>
                <a:cubicBezTo>
                  <a:pt x="1110972" y="1879432"/>
                  <a:pt x="88385" y="2184373"/>
                  <a:pt x="5816" y="3584562"/>
                </a:cubicBezTo>
                <a:cubicBezTo>
                  <a:pt x="-81834" y="5062256"/>
                  <a:pt x="851832" y="6160044"/>
                  <a:pt x="747667" y="7576750"/>
                </a:cubicBezTo>
                <a:lnTo>
                  <a:pt x="4901639" y="7576751"/>
                </a:lnTo>
                <a:lnTo>
                  <a:pt x="4901639" y="0"/>
                </a:lnTo>
                <a:lnTo>
                  <a:pt x="892481" y="12938"/>
                </a:lnTo>
                <a:close/>
              </a:path>
            </a:pathLst>
          </a:custGeom>
          <a:solidFill>
            <a:srgbClr val="E5DDE8"/>
          </a:solidFill>
          <a:ln w="12692" cap="flat">
            <a:noFill/>
            <a:prstDash val="solid"/>
            <a:miter/>
          </a:ln>
        </p:spPr>
        <p:txBody>
          <a:bodyPr rtlCol="0" anchor="ctr"/>
          <a:lstStyle/>
          <a:p>
            <a:endParaRPr lang="nl-NL" sz="1633"/>
          </a:p>
        </p:txBody>
      </p:sp>
      <p:sp>
        <p:nvSpPr>
          <p:cNvPr id="7" name="Titel 2">
            <a:extLst>
              <a:ext uri="{FF2B5EF4-FFF2-40B4-BE49-F238E27FC236}">
                <a16:creationId xmlns:a16="http://schemas.microsoft.com/office/drawing/2014/main" id="{9DF2A9A8-44DF-4127-BF6A-BFF43F1DD3AE}"/>
              </a:ext>
            </a:extLst>
          </p:cNvPr>
          <p:cNvSpPr>
            <a:spLocks noGrp="1"/>
          </p:cNvSpPr>
          <p:nvPr>
            <p:ph type="title" hasCustomPrompt="1"/>
          </p:nvPr>
        </p:nvSpPr>
        <p:spPr>
          <a:xfrm>
            <a:off x="791263" y="283901"/>
            <a:ext cx="6798095" cy="552906"/>
          </a:xfrm>
        </p:spPr>
        <p:txBody>
          <a:bodyPr/>
          <a:lstStyle>
            <a:lvl1pPr>
              <a:defRPr/>
            </a:lvl1pPr>
          </a:lstStyle>
          <a:p>
            <a:r>
              <a:rPr lang="nl-NL"/>
              <a:t>Plaats hier een titel</a:t>
            </a:r>
          </a:p>
        </p:txBody>
      </p:sp>
      <p:sp>
        <p:nvSpPr>
          <p:cNvPr id="86" name="Tijdelijke aanduiding voor tabel 8">
            <a:extLst>
              <a:ext uri="{FF2B5EF4-FFF2-40B4-BE49-F238E27FC236}">
                <a16:creationId xmlns:a16="http://schemas.microsoft.com/office/drawing/2014/main" id="{5AAF1DC8-20D0-4687-B2C0-3C9F7479BB9D}"/>
              </a:ext>
            </a:extLst>
          </p:cNvPr>
          <p:cNvSpPr>
            <a:spLocks noGrp="1"/>
          </p:cNvSpPr>
          <p:nvPr>
            <p:ph type="tbl" sz="quarter" idx="15" hasCustomPrompt="1"/>
          </p:nvPr>
        </p:nvSpPr>
        <p:spPr>
          <a:xfrm>
            <a:off x="810335" y="1291742"/>
            <a:ext cx="10272187" cy="3188860"/>
          </a:xfrm>
          <a:noFill/>
          <a:effectLst/>
        </p:spPr>
        <p:txBody>
          <a:bodyPr bIns="1620000" anchor="ctr"/>
          <a:lstStyle>
            <a:lvl1pPr marL="0" indent="0" algn="ctr">
              <a:lnSpc>
                <a:spcPct val="90000"/>
              </a:lnSpc>
              <a:spcBef>
                <a:spcPts val="0"/>
              </a:spcBef>
              <a:spcAft>
                <a:spcPts val="0"/>
              </a:spcAft>
              <a:buNone/>
              <a:defRPr sz="1500">
                <a:solidFill>
                  <a:schemeClr val="tx1">
                    <a:lumMod val="50000"/>
                    <a:lumOff val="50000"/>
                  </a:schemeClr>
                </a:solidFill>
              </a:defRPr>
            </a:lvl1pPr>
          </a:lstStyle>
          <a:p>
            <a:r>
              <a:rPr lang="nl-NL"/>
              <a:t>Klik op het onderstaand icoon </a:t>
            </a:r>
            <a:br>
              <a:rPr lang="nl-NL"/>
            </a:br>
            <a:r>
              <a:rPr lang="nl-NL"/>
              <a:t>om een tabel in te voegen.</a:t>
            </a:r>
            <a:br>
              <a:rPr lang="nl-NL"/>
            </a:br>
            <a:br>
              <a:rPr lang="nl-NL"/>
            </a:br>
            <a:r>
              <a:rPr lang="nl-NL"/>
              <a:t>Meer hulp nodig? </a:t>
            </a:r>
            <a:br>
              <a:rPr lang="nl-NL"/>
            </a:br>
            <a:r>
              <a:rPr lang="nl-NL"/>
              <a:t>Aan de zijkanten van de dia's zijn instructies </a:t>
            </a:r>
            <a:br>
              <a:rPr lang="nl-NL"/>
            </a:br>
            <a:r>
              <a:rPr lang="nl-NL"/>
              <a:t>geplaatst voor verdere informatie.</a:t>
            </a:r>
          </a:p>
        </p:txBody>
      </p:sp>
    </p:spTree>
    <p:extLst>
      <p:ext uri="{BB962C8B-B14F-4D97-AF65-F5344CB8AC3E}">
        <p14:creationId xmlns:p14="http://schemas.microsoft.com/office/powerpoint/2010/main" val="4861475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Tekst en Grafiek">
    <p:spTree>
      <p:nvGrpSpPr>
        <p:cNvPr id="1" name=""/>
        <p:cNvGrpSpPr/>
        <p:nvPr/>
      </p:nvGrpSpPr>
      <p:grpSpPr>
        <a:xfrm>
          <a:off x="0" y="0"/>
          <a:ext cx="0" cy="0"/>
          <a:chOff x="0" y="0"/>
          <a:chExt cx="0" cy="0"/>
        </a:xfrm>
      </p:grpSpPr>
      <p:sp>
        <p:nvSpPr>
          <p:cNvPr id="8" name="Graphic 31">
            <a:extLst>
              <a:ext uri="{FF2B5EF4-FFF2-40B4-BE49-F238E27FC236}">
                <a16:creationId xmlns:a16="http://schemas.microsoft.com/office/drawing/2014/main" id="{3D319972-9B28-4EB1-A98E-96503CC03C59}"/>
              </a:ext>
            </a:extLst>
          </p:cNvPr>
          <p:cNvSpPr>
            <a:spLocks noChangeAspect="1"/>
          </p:cNvSpPr>
          <p:nvPr userDrawn="1"/>
        </p:nvSpPr>
        <p:spPr>
          <a:xfrm rot="5400000" flipV="1">
            <a:off x="2610316" y="-2656221"/>
            <a:ext cx="6900415" cy="12212857"/>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 name="connsiteX0" fmla="*/ 892481 w 5315644"/>
              <a:gd name="connsiteY0" fmla="*/ 0 h 7563813"/>
              <a:gd name="connsiteX1" fmla="*/ 5816 w 5315644"/>
              <a:gd name="connsiteY1" fmla="*/ 3571624 h 7563813"/>
              <a:gd name="connsiteX2" fmla="*/ 747667 w 5315644"/>
              <a:gd name="connsiteY2" fmla="*/ 7563812 h 7563813"/>
              <a:gd name="connsiteX3" fmla="*/ 4552322 w 5315644"/>
              <a:gd name="connsiteY3" fmla="*/ 7563813 h 7563813"/>
              <a:gd name="connsiteX4" fmla="*/ 5315644 w 5315644"/>
              <a:gd name="connsiteY4" fmla="*/ 0 h 7563813"/>
              <a:gd name="connsiteX5" fmla="*/ 892481 w 5315644"/>
              <a:gd name="connsiteY5" fmla="*/ 0 h 7563813"/>
              <a:gd name="connsiteX0" fmla="*/ 892481 w 5315644"/>
              <a:gd name="connsiteY0" fmla="*/ 0 h 7563813"/>
              <a:gd name="connsiteX1" fmla="*/ 5816 w 5315644"/>
              <a:gd name="connsiteY1" fmla="*/ 3571624 h 7563813"/>
              <a:gd name="connsiteX2" fmla="*/ 747667 w 5315644"/>
              <a:gd name="connsiteY2" fmla="*/ 7563812 h 7563813"/>
              <a:gd name="connsiteX3" fmla="*/ 4901639 w 5315644"/>
              <a:gd name="connsiteY3" fmla="*/ 7563813 h 7563813"/>
              <a:gd name="connsiteX4" fmla="*/ 5315644 w 5315644"/>
              <a:gd name="connsiteY4" fmla="*/ 0 h 7563813"/>
              <a:gd name="connsiteX5" fmla="*/ 892481 w 5315644"/>
              <a:gd name="connsiteY5" fmla="*/ 0 h 7563813"/>
              <a:gd name="connsiteX0" fmla="*/ 892481 w 4901639"/>
              <a:gd name="connsiteY0" fmla="*/ 0 h 7563813"/>
              <a:gd name="connsiteX1" fmla="*/ 5816 w 4901639"/>
              <a:gd name="connsiteY1" fmla="*/ 3571624 h 7563813"/>
              <a:gd name="connsiteX2" fmla="*/ 747667 w 4901639"/>
              <a:gd name="connsiteY2" fmla="*/ 7563812 h 7563813"/>
              <a:gd name="connsiteX3" fmla="*/ 4901639 w 4901639"/>
              <a:gd name="connsiteY3" fmla="*/ 7563813 h 7563813"/>
              <a:gd name="connsiteX4" fmla="*/ 4565260 w 4901639"/>
              <a:gd name="connsiteY4" fmla="*/ 0 h 7563813"/>
              <a:gd name="connsiteX5" fmla="*/ 892481 w 4901639"/>
              <a:gd name="connsiteY5" fmla="*/ 0 h 7563813"/>
              <a:gd name="connsiteX0" fmla="*/ 892481 w 4901639"/>
              <a:gd name="connsiteY0" fmla="*/ 12938 h 7576751"/>
              <a:gd name="connsiteX1" fmla="*/ 5816 w 4901639"/>
              <a:gd name="connsiteY1" fmla="*/ 3584562 h 7576751"/>
              <a:gd name="connsiteX2" fmla="*/ 747667 w 4901639"/>
              <a:gd name="connsiteY2" fmla="*/ 7576750 h 7576751"/>
              <a:gd name="connsiteX3" fmla="*/ 4901639 w 4901639"/>
              <a:gd name="connsiteY3" fmla="*/ 7576751 h 7576751"/>
              <a:gd name="connsiteX4" fmla="*/ 4901639 w 4901639"/>
              <a:gd name="connsiteY4" fmla="*/ 0 h 7576751"/>
              <a:gd name="connsiteX5" fmla="*/ 892481 w 4901639"/>
              <a:gd name="connsiteY5" fmla="*/ 12938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823283 h 8379532"/>
              <a:gd name="connsiteX1" fmla="*/ 10879 w 4906702"/>
              <a:gd name="connsiteY1" fmla="*/ 4387343 h 8379532"/>
              <a:gd name="connsiteX2" fmla="*/ 752730 w 4906702"/>
              <a:gd name="connsiteY2" fmla="*/ 8379531 h 8379532"/>
              <a:gd name="connsiteX3" fmla="*/ 4906702 w 4906702"/>
              <a:gd name="connsiteY3" fmla="*/ 8379532 h 8379532"/>
              <a:gd name="connsiteX4" fmla="*/ 4906702 w 4906702"/>
              <a:gd name="connsiteY4" fmla="*/ 802781 h 8379532"/>
              <a:gd name="connsiteX5" fmla="*/ 0 w 4906702"/>
              <a:gd name="connsiteY5" fmla="*/ 823283 h 8379532"/>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147214 w 4923206"/>
              <a:gd name="connsiteY0" fmla="*/ 179342 h 7576751"/>
              <a:gd name="connsiteX1" fmla="*/ 27383 w 4923206"/>
              <a:gd name="connsiteY1" fmla="*/ 3584562 h 7576751"/>
              <a:gd name="connsiteX2" fmla="*/ 769234 w 4923206"/>
              <a:gd name="connsiteY2" fmla="*/ 7576750 h 7576751"/>
              <a:gd name="connsiteX3" fmla="*/ 4923206 w 4923206"/>
              <a:gd name="connsiteY3" fmla="*/ 7576751 h 7576751"/>
              <a:gd name="connsiteX4" fmla="*/ 4923206 w 4923206"/>
              <a:gd name="connsiteY4" fmla="*/ 0 h 7576751"/>
              <a:gd name="connsiteX5" fmla="*/ 147214 w 4923206"/>
              <a:gd name="connsiteY5" fmla="*/ 179342 h 7576751"/>
              <a:gd name="connsiteX0" fmla="*/ 42213 w 4957629"/>
              <a:gd name="connsiteY0" fmla="*/ 5373 h 7576751"/>
              <a:gd name="connsiteX1" fmla="*/ 61806 w 4957629"/>
              <a:gd name="connsiteY1" fmla="*/ 3584562 h 7576751"/>
              <a:gd name="connsiteX2" fmla="*/ 803657 w 4957629"/>
              <a:gd name="connsiteY2" fmla="*/ 7576750 h 7576751"/>
              <a:gd name="connsiteX3" fmla="*/ 4957629 w 4957629"/>
              <a:gd name="connsiteY3" fmla="*/ 7576751 h 7576751"/>
              <a:gd name="connsiteX4" fmla="*/ 4957629 w 4957629"/>
              <a:gd name="connsiteY4" fmla="*/ 0 h 7576751"/>
              <a:gd name="connsiteX5" fmla="*/ 42213 w 4957629"/>
              <a:gd name="connsiteY5" fmla="*/ 5373 h 7576751"/>
              <a:gd name="connsiteX0" fmla="*/ 19358 w 4934774"/>
              <a:gd name="connsiteY0" fmla="*/ 5373 h 7576751"/>
              <a:gd name="connsiteX1" fmla="*/ 38951 w 4934774"/>
              <a:gd name="connsiteY1" fmla="*/ 3584562 h 7576751"/>
              <a:gd name="connsiteX2" fmla="*/ 780802 w 4934774"/>
              <a:gd name="connsiteY2" fmla="*/ 7576750 h 7576751"/>
              <a:gd name="connsiteX3" fmla="*/ 4934774 w 4934774"/>
              <a:gd name="connsiteY3" fmla="*/ 7576751 h 7576751"/>
              <a:gd name="connsiteX4" fmla="*/ 4934774 w 4934774"/>
              <a:gd name="connsiteY4" fmla="*/ 0 h 7576751"/>
              <a:gd name="connsiteX5" fmla="*/ 19358 w 4934774"/>
              <a:gd name="connsiteY5" fmla="*/ 5373 h 7576751"/>
              <a:gd name="connsiteX0" fmla="*/ 0 w 4915416"/>
              <a:gd name="connsiteY0" fmla="*/ 5373 h 7576751"/>
              <a:gd name="connsiteX1" fmla="*/ 19593 w 4915416"/>
              <a:gd name="connsiteY1" fmla="*/ 3584562 h 7576751"/>
              <a:gd name="connsiteX2" fmla="*/ 761444 w 4915416"/>
              <a:gd name="connsiteY2" fmla="*/ 7576750 h 7576751"/>
              <a:gd name="connsiteX3" fmla="*/ 4915416 w 4915416"/>
              <a:gd name="connsiteY3" fmla="*/ 7576751 h 7576751"/>
              <a:gd name="connsiteX4" fmla="*/ 4915416 w 4915416"/>
              <a:gd name="connsiteY4" fmla="*/ 0 h 7576751"/>
              <a:gd name="connsiteX5" fmla="*/ 0 w 4915416"/>
              <a:gd name="connsiteY5" fmla="*/ 5373 h 7576751"/>
              <a:gd name="connsiteX0" fmla="*/ 0 w 4915416"/>
              <a:gd name="connsiteY0" fmla="*/ 5373 h 7576751"/>
              <a:gd name="connsiteX1" fmla="*/ 19593 w 4915416"/>
              <a:gd name="connsiteY1" fmla="*/ 3584562 h 7576751"/>
              <a:gd name="connsiteX2" fmla="*/ 761444 w 4915416"/>
              <a:gd name="connsiteY2" fmla="*/ 7576750 h 7576751"/>
              <a:gd name="connsiteX3" fmla="*/ 4915416 w 4915416"/>
              <a:gd name="connsiteY3" fmla="*/ 7576751 h 7576751"/>
              <a:gd name="connsiteX4" fmla="*/ 4915416 w 4915416"/>
              <a:gd name="connsiteY4" fmla="*/ 0 h 7576751"/>
              <a:gd name="connsiteX5" fmla="*/ 0 w 4915416"/>
              <a:gd name="connsiteY5" fmla="*/ 5373 h 7576751"/>
              <a:gd name="connsiteX0" fmla="*/ 369366 w 5284782"/>
              <a:gd name="connsiteY0" fmla="*/ 266522 h 7837900"/>
              <a:gd name="connsiteX1" fmla="*/ 362817 w 5284782"/>
              <a:gd name="connsiteY1" fmla="*/ 3845711 h 7837900"/>
              <a:gd name="connsiteX2" fmla="*/ 1130810 w 5284782"/>
              <a:gd name="connsiteY2" fmla="*/ 7837899 h 7837900"/>
              <a:gd name="connsiteX3" fmla="*/ 5284782 w 5284782"/>
              <a:gd name="connsiteY3" fmla="*/ 7837900 h 7837900"/>
              <a:gd name="connsiteX4" fmla="*/ 5284782 w 5284782"/>
              <a:gd name="connsiteY4" fmla="*/ 261149 h 7837900"/>
              <a:gd name="connsiteX5" fmla="*/ 369366 w 5284782"/>
              <a:gd name="connsiteY5" fmla="*/ 266522 h 7837900"/>
              <a:gd name="connsiteX0" fmla="*/ 16535 w 4931951"/>
              <a:gd name="connsiteY0" fmla="*/ 5373 h 7576751"/>
              <a:gd name="connsiteX1" fmla="*/ 9986 w 4931951"/>
              <a:gd name="connsiteY1" fmla="*/ 3584562 h 7576751"/>
              <a:gd name="connsiteX2" fmla="*/ 777979 w 4931951"/>
              <a:gd name="connsiteY2" fmla="*/ 7576750 h 7576751"/>
              <a:gd name="connsiteX3" fmla="*/ 4931951 w 4931951"/>
              <a:gd name="connsiteY3" fmla="*/ 7576751 h 7576751"/>
              <a:gd name="connsiteX4" fmla="*/ 4931951 w 4931951"/>
              <a:gd name="connsiteY4" fmla="*/ 0 h 7576751"/>
              <a:gd name="connsiteX5" fmla="*/ 16535 w 4931951"/>
              <a:gd name="connsiteY5" fmla="*/ 5373 h 7576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31951" h="7576751">
                <a:moveTo>
                  <a:pt x="16535" y="5373"/>
                </a:moveTo>
                <a:cubicBezTo>
                  <a:pt x="-5007" y="4000"/>
                  <a:pt x="-3639" y="2292410"/>
                  <a:pt x="9986" y="3584562"/>
                </a:cubicBezTo>
                <a:cubicBezTo>
                  <a:pt x="23611" y="4876714"/>
                  <a:pt x="882144" y="6160044"/>
                  <a:pt x="777979" y="7576750"/>
                </a:cubicBezTo>
                <a:lnTo>
                  <a:pt x="4931951" y="7576751"/>
                </a:lnTo>
                <a:lnTo>
                  <a:pt x="4931951" y="0"/>
                </a:lnTo>
                <a:lnTo>
                  <a:pt x="16535" y="5373"/>
                </a:lnTo>
                <a:close/>
              </a:path>
            </a:pathLst>
          </a:custGeom>
          <a:solidFill>
            <a:srgbClr val="E5DDE8">
              <a:alpha val="25354"/>
            </a:srgbClr>
          </a:solidFill>
          <a:ln w="12692" cap="flat">
            <a:noFill/>
            <a:prstDash val="solid"/>
            <a:miter/>
          </a:ln>
        </p:spPr>
        <p:txBody>
          <a:bodyPr rtlCol="0" anchor="ctr"/>
          <a:lstStyle/>
          <a:p>
            <a:endParaRPr lang="nl-NL" sz="1633"/>
          </a:p>
        </p:txBody>
      </p:sp>
      <p:sp>
        <p:nvSpPr>
          <p:cNvPr id="213" name="Titel 2">
            <a:extLst>
              <a:ext uri="{FF2B5EF4-FFF2-40B4-BE49-F238E27FC236}">
                <a16:creationId xmlns:a16="http://schemas.microsoft.com/office/drawing/2014/main" id="{72E649A9-0CBA-461C-B78A-23892D124E53}"/>
              </a:ext>
            </a:extLst>
          </p:cNvPr>
          <p:cNvSpPr>
            <a:spLocks noGrp="1"/>
          </p:cNvSpPr>
          <p:nvPr>
            <p:ph type="title" hasCustomPrompt="1"/>
          </p:nvPr>
        </p:nvSpPr>
        <p:spPr>
          <a:xfrm>
            <a:off x="782814" y="901540"/>
            <a:ext cx="4911084" cy="461665"/>
          </a:xfrm>
        </p:spPr>
        <p:txBody>
          <a:bodyPr/>
          <a:lstStyle>
            <a:lvl1pPr>
              <a:defRPr>
                <a:solidFill>
                  <a:schemeClr val="accent1"/>
                </a:solidFill>
              </a:defRPr>
            </a:lvl1pPr>
          </a:lstStyle>
          <a:p>
            <a:r>
              <a:rPr lang="nl-NL"/>
              <a:t>Plaats hier een titel</a:t>
            </a:r>
          </a:p>
        </p:txBody>
      </p:sp>
      <p:sp>
        <p:nvSpPr>
          <p:cNvPr id="214" name="Tijdelijke aanduiding voor verticale tekst 2">
            <a:extLst>
              <a:ext uri="{FF2B5EF4-FFF2-40B4-BE49-F238E27FC236}">
                <a16:creationId xmlns:a16="http://schemas.microsoft.com/office/drawing/2014/main" id="{36159837-19D9-46E3-BD98-A1AF4C9D7A58}"/>
              </a:ext>
            </a:extLst>
          </p:cNvPr>
          <p:cNvSpPr>
            <a:spLocks noGrp="1"/>
          </p:cNvSpPr>
          <p:nvPr>
            <p:ph type="body" orient="vert" idx="1" hasCustomPrompt="1"/>
          </p:nvPr>
        </p:nvSpPr>
        <p:spPr>
          <a:xfrm>
            <a:off x="807910" y="1837485"/>
            <a:ext cx="4880821" cy="4320778"/>
          </a:xfrm>
        </p:spPr>
        <p:txBody>
          <a:bodyPr vert="horz" lIns="0" tIns="0" rIns="0" bIns="0"/>
          <a:lstStyle>
            <a:lvl1pPr>
              <a:defRPr/>
            </a:lvl1pPr>
            <a:lvl2pPr>
              <a:defRPr/>
            </a:lvl2pPr>
            <a:lvl3pPr>
              <a:defRPr/>
            </a:lvl3pPr>
            <a:lvl4pPr>
              <a:spcBef>
                <a:spcPts val="600"/>
              </a:spcBef>
              <a:spcAft>
                <a:spcPts val="300"/>
              </a:spcAft>
              <a:defRPr/>
            </a:lvl4pPr>
            <a:lvl5pPr>
              <a:defRPr/>
            </a:lvl5pPr>
            <a:lvl6pPr>
              <a:defRPr/>
            </a:lvl6pPr>
            <a:lvl7pPr>
              <a:defRPr/>
            </a:lvl7pPr>
            <a:lvl8pPr>
              <a:defRPr/>
            </a:lvl8pPr>
            <a:lvl9pPr>
              <a:defRPr/>
            </a:lvl9pPr>
          </a:lstStyle>
          <a:p>
            <a:pPr lvl="0"/>
            <a:r>
              <a:rPr lang="nl-NL"/>
              <a:t>Klik hier om een bullet te plaatsen.</a:t>
            </a:r>
          </a:p>
          <a:p>
            <a:pPr lvl="1"/>
            <a:r>
              <a:rPr lang="nl-NL"/>
              <a:t>Sub-bullets</a:t>
            </a:r>
          </a:p>
          <a:p>
            <a:pPr lvl="2"/>
            <a:r>
              <a:rPr lang="nl-NL"/>
              <a:t>Leestekst</a:t>
            </a:r>
          </a:p>
          <a:p>
            <a:pPr lvl="3"/>
            <a:r>
              <a:rPr lang="nl-NL"/>
              <a:t>Subtitel</a:t>
            </a:r>
          </a:p>
          <a:p>
            <a:pPr lvl="4"/>
            <a:r>
              <a:rPr lang="nl-NL"/>
              <a:t>Numerieke bullets</a:t>
            </a:r>
          </a:p>
          <a:p>
            <a:pPr lvl="5"/>
            <a:r>
              <a:rPr lang="nl-NL"/>
              <a:t># Abc</a:t>
            </a:r>
          </a:p>
          <a:p>
            <a:pPr lvl="6"/>
            <a:r>
              <a:rPr lang="nl-NL"/>
              <a:t># Bullets</a:t>
            </a:r>
          </a:p>
          <a:p>
            <a:pPr lvl="7"/>
            <a:r>
              <a:rPr lang="nl-NL"/>
              <a:t>Cursief</a:t>
            </a:r>
          </a:p>
          <a:p>
            <a:pPr lvl="8"/>
            <a:r>
              <a:rPr lang="nl-NL"/>
              <a:t>Alt. Subtitel</a:t>
            </a:r>
          </a:p>
        </p:txBody>
      </p:sp>
      <p:sp>
        <p:nvSpPr>
          <p:cNvPr id="215" name="Tijdelijke aanduiding voor verticale tekst 2">
            <a:extLst>
              <a:ext uri="{FF2B5EF4-FFF2-40B4-BE49-F238E27FC236}">
                <a16:creationId xmlns:a16="http://schemas.microsoft.com/office/drawing/2014/main" id="{F3134D84-3F2F-4C3F-BA90-699D51DA56B1}"/>
              </a:ext>
            </a:extLst>
          </p:cNvPr>
          <p:cNvSpPr>
            <a:spLocks noGrp="1"/>
          </p:cNvSpPr>
          <p:nvPr>
            <p:ph type="body" orient="vert" idx="16" hasCustomPrompt="1"/>
          </p:nvPr>
        </p:nvSpPr>
        <p:spPr>
          <a:xfrm>
            <a:off x="807910" y="1425726"/>
            <a:ext cx="4880821" cy="194626"/>
          </a:xfrm>
        </p:spPr>
        <p:txBody>
          <a:bodyPr vert="horz" lIns="0" tIns="0" rIns="0" bIns="0" anchor="b"/>
          <a:lstStyle>
            <a:lvl1pPr marL="0" indent="0">
              <a:buNone/>
              <a:defRPr sz="1600">
                <a:solidFill>
                  <a:schemeClr val="accent2"/>
                </a:solidFill>
              </a:defRPr>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Plaats hier een subtitel</a:t>
            </a:r>
          </a:p>
        </p:txBody>
      </p:sp>
      <p:sp>
        <p:nvSpPr>
          <p:cNvPr id="217" name="Tijdelijke aanduiding voor grafiek 12">
            <a:extLst>
              <a:ext uri="{FF2B5EF4-FFF2-40B4-BE49-F238E27FC236}">
                <a16:creationId xmlns:a16="http://schemas.microsoft.com/office/drawing/2014/main" id="{3E51FD52-6E64-4C3B-A504-05CDE5F1440A}"/>
              </a:ext>
            </a:extLst>
          </p:cNvPr>
          <p:cNvSpPr>
            <a:spLocks noGrp="1"/>
          </p:cNvSpPr>
          <p:nvPr>
            <p:ph type="chart" sz="quarter" idx="14" hasCustomPrompt="1"/>
          </p:nvPr>
        </p:nvSpPr>
        <p:spPr>
          <a:xfrm>
            <a:off x="6101167" y="900880"/>
            <a:ext cx="5433950" cy="5257381"/>
          </a:xfrm>
          <a:prstGeom prst="rect">
            <a:avLst/>
          </a:prstGeom>
          <a:noFill/>
          <a:ln>
            <a:noFill/>
          </a:ln>
        </p:spPr>
        <p:txBody>
          <a:bodyPr bIns="1620000" anchor="ctr"/>
          <a:lstStyle>
            <a:lvl1pPr marL="0" indent="0" algn="ctr">
              <a:lnSpc>
                <a:spcPct val="90000"/>
              </a:lnSpc>
              <a:spcBef>
                <a:spcPts val="0"/>
              </a:spcBef>
              <a:spcAft>
                <a:spcPts val="0"/>
              </a:spcAft>
              <a:buNone/>
              <a:defRPr sz="1500" i="1">
                <a:solidFill>
                  <a:schemeClr val="tx1">
                    <a:lumMod val="50000"/>
                    <a:lumOff val="50000"/>
                  </a:schemeClr>
                </a:solidFill>
              </a:defRPr>
            </a:lvl1pPr>
          </a:lstStyle>
          <a:p>
            <a:r>
              <a:rPr lang="nl-NL"/>
              <a:t>Klik op het onderstaand icoon </a:t>
            </a:r>
            <a:br>
              <a:rPr lang="nl-NL"/>
            </a:br>
            <a:r>
              <a:rPr lang="nl-NL"/>
              <a:t>om een grafiek in te voegen.</a:t>
            </a:r>
            <a:br>
              <a:rPr lang="nl-NL"/>
            </a:br>
            <a:br>
              <a:rPr lang="nl-NL"/>
            </a:br>
            <a:r>
              <a:rPr lang="nl-NL"/>
              <a:t>Meer hulp nodig? </a:t>
            </a:r>
            <a:br>
              <a:rPr lang="nl-NL"/>
            </a:br>
            <a:r>
              <a:rPr lang="nl-NL"/>
              <a:t>Aan de zijkanten van de dia's zijn instructies </a:t>
            </a:r>
            <a:br>
              <a:rPr lang="nl-NL"/>
            </a:br>
            <a:r>
              <a:rPr lang="nl-NL"/>
              <a:t>geplaatst voor verdere informatie.</a:t>
            </a:r>
          </a:p>
        </p:txBody>
      </p:sp>
    </p:spTree>
    <p:extLst>
      <p:ext uri="{BB962C8B-B14F-4D97-AF65-F5344CB8AC3E}">
        <p14:creationId xmlns:p14="http://schemas.microsoft.com/office/powerpoint/2010/main" val="37703019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Grafiek">
    <p:spTree>
      <p:nvGrpSpPr>
        <p:cNvPr id="1" name=""/>
        <p:cNvGrpSpPr/>
        <p:nvPr/>
      </p:nvGrpSpPr>
      <p:grpSpPr>
        <a:xfrm>
          <a:off x="0" y="0"/>
          <a:ext cx="0" cy="0"/>
          <a:chOff x="0" y="0"/>
          <a:chExt cx="0" cy="0"/>
        </a:xfrm>
      </p:grpSpPr>
      <p:sp>
        <p:nvSpPr>
          <p:cNvPr id="8" name="Graphic 31">
            <a:extLst>
              <a:ext uri="{FF2B5EF4-FFF2-40B4-BE49-F238E27FC236}">
                <a16:creationId xmlns:a16="http://schemas.microsoft.com/office/drawing/2014/main" id="{3D319972-9B28-4EB1-A98E-96503CC03C59}"/>
              </a:ext>
            </a:extLst>
          </p:cNvPr>
          <p:cNvSpPr>
            <a:spLocks noChangeAspect="1"/>
          </p:cNvSpPr>
          <p:nvPr userDrawn="1"/>
        </p:nvSpPr>
        <p:spPr>
          <a:xfrm rot="5400000" flipV="1">
            <a:off x="2610316" y="-2656221"/>
            <a:ext cx="6900415" cy="12212857"/>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 name="connsiteX0" fmla="*/ 892481 w 5315644"/>
              <a:gd name="connsiteY0" fmla="*/ 0 h 7563813"/>
              <a:gd name="connsiteX1" fmla="*/ 5816 w 5315644"/>
              <a:gd name="connsiteY1" fmla="*/ 3571624 h 7563813"/>
              <a:gd name="connsiteX2" fmla="*/ 747667 w 5315644"/>
              <a:gd name="connsiteY2" fmla="*/ 7563812 h 7563813"/>
              <a:gd name="connsiteX3" fmla="*/ 4552322 w 5315644"/>
              <a:gd name="connsiteY3" fmla="*/ 7563813 h 7563813"/>
              <a:gd name="connsiteX4" fmla="*/ 5315644 w 5315644"/>
              <a:gd name="connsiteY4" fmla="*/ 0 h 7563813"/>
              <a:gd name="connsiteX5" fmla="*/ 892481 w 5315644"/>
              <a:gd name="connsiteY5" fmla="*/ 0 h 7563813"/>
              <a:gd name="connsiteX0" fmla="*/ 892481 w 5315644"/>
              <a:gd name="connsiteY0" fmla="*/ 0 h 7563813"/>
              <a:gd name="connsiteX1" fmla="*/ 5816 w 5315644"/>
              <a:gd name="connsiteY1" fmla="*/ 3571624 h 7563813"/>
              <a:gd name="connsiteX2" fmla="*/ 747667 w 5315644"/>
              <a:gd name="connsiteY2" fmla="*/ 7563812 h 7563813"/>
              <a:gd name="connsiteX3" fmla="*/ 4901639 w 5315644"/>
              <a:gd name="connsiteY3" fmla="*/ 7563813 h 7563813"/>
              <a:gd name="connsiteX4" fmla="*/ 5315644 w 5315644"/>
              <a:gd name="connsiteY4" fmla="*/ 0 h 7563813"/>
              <a:gd name="connsiteX5" fmla="*/ 892481 w 5315644"/>
              <a:gd name="connsiteY5" fmla="*/ 0 h 7563813"/>
              <a:gd name="connsiteX0" fmla="*/ 892481 w 4901639"/>
              <a:gd name="connsiteY0" fmla="*/ 0 h 7563813"/>
              <a:gd name="connsiteX1" fmla="*/ 5816 w 4901639"/>
              <a:gd name="connsiteY1" fmla="*/ 3571624 h 7563813"/>
              <a:gd name="connsiteX2" fmla="*/ 747667 w 4901639"/>
              <a:gd name="connsiteY2" fmla="*/ 7563812 h 7563813"/>
              <a:gd name="connsiteX3" fmla="*/ 4901639 w 4901639"/>
              <a:gd name="connsiteY3" fmla="*/ 7563813 h 7563813"/>
              <a:gd name="connsiteX4" fmla="*/ 4565260 w 4901639"/>
              <a:gd name="connsiteY4" fmla="*/ 0 h 7563813"/>
              <a:gd name="connsiteX5" fmla="*/ 892481 w 4901639"/>
              <a:gd name="connsiteY5" fmla="*/ 0 h 7563813"/>
              <a:gd name="connsiteX0" fmla="*/ 892481 w 4901639"/>
              <a:gd name="connsiteY0" fmla="*/ 12938 h 7576751"/>
              <a:gd name="connsiteX1" fmla="*/ 5816 w 4901639"/>
              <a:gd name="connsiteY1" fmla="*/ 3584562 h 7576751"/>
              <a:gd name="connsiteX2" fmla="*/ 747667 w 4901639"/>
              <a:gd name="connsiteY2" fmla="*/ 7576750 h 7576751"/>
              <a:gd name="connsiteX3" fmla="*/ 4901639 w 4901639"/>
              <a:gd name="connsiteY3" fmla="*/ 7576751 h 7576751"/>
              <a:gd name="connsiteX4" fmla="*/ 4901639 w 4901639"/>
              <a:gd name="connsiteY4" fmla="*/ 0 h 7576751"/>
              <a:gd name="connsiteX5" fmla="*/ 892481 w 4901639"/>
              <a:gd name="connsiteY5" fmla="*/ 12938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823283 h 8379532"/>
              <a:gd name="connsiteX1" fmla="*/ 10879 w 4906702"/>
              <a:gd name="connsiteY1" fmla="*/ 4387343 h 8379532"/>
              <a:gd name="connsiteX2" fmla="*/ 752730 w 4906702"/>
              <a:gd name="connsiteY2" fmla="*/ 8379531 h 8379532"/>
              <a:gd name="connsiteX3" fmla="*/ 4906702 w 4906702"/>
              <a:gd name="connsiteY3" fmla="*/ 8379532 h 8379532"/>
              <a:gd name="connsiteX4" fmla="*/ 4906702 w 4906702"/>
              <a:gd name="connsiteY4" fmla="*/ 802781 h 8379532"/>
              <a:gd name="connsiteX5" fmla="*/ 0 w 4906702"/>
              <a:gd name="connsiteY5" fmla="*/ 823283 h 8379532"/>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147214 w 4923206"/>
              <a:gd name="connsiteY0" fmla="*/ 179342 h 7576751"/>
              <a:gd name="connsiteX1" fmla="*/ 27383 w 4923206"/>
              <a:gd name="connsiteY1" fmla="*/ 3584562 h 7576751"/>
              <a:gd name="connsiteX2" fmla="*/ 769234 w 4923206"/>
              <a:gd name="connsiteY2" fmla="*/ 7576750 h 7576751"/>
              <a:gd name="connsiteX3" fmla="*/ 4923206 w 4923206"/>
              <a:gd name="connsiteY3" fmla="*/ 7576751 h 7576751"/>
              <a:gd name="connsiteX4" fmla="*/ 4923206 w 4923206"/>
              <a:gd name="connsiteY4" fmla="*/ 0 h 7576751"/>
              <a:gd name="connsiteX5" fmla="*/ 147214 w 4923206"/>
              <a:gd name="connsiteY5" fmla="*/ 179342 h 7576751"/>
              <a:gd name="connsiteX0" fmla="*/ 42213 w 4957629"/>
              <a:gd name="connsiteY0" fmla="*/ 5373 h 7576751"/>
              <a:gd name="connsiteX1" fmla="*/ 61806 w 4957629"/>
              <a:gd name="connsiteY1" fmla="*/ 3584562 h 7576751"/>
              <a:gd name="connsiteX2" fmla="*/ 803657 w 4957629"/>
              <a:gd name="connsiteY2" fmla="*/ 7576750 h 7576751"/>
              <a:gd name="connsiteX3" fmla="*/ 4957629 w 4957629"/>
              <a:gd name="connsiteY3" fmla="*/ 7576751 h 7576751"/>
              <a:gd name="connsiteX4" fmla="*/ 4957629 w 4957629"/>
              <a:gd name="connsiteY4" fmla="*/ 0 h 7576751"/>
              <a:gd name="connsiteX5" fmla="*/ 42213 w 4957629"/>
              <a:gd name="connsiteY5" fmla="*/ 5373 h 7576751"/>
              <a:gd name="connsiteX0" fmla="*/ 19358 w 4934774"/>
              <a:gd name="connsiteY0" fmla="*/ 5373 h 7576751"/>
              <a:gd name="connsiteX1" fmla="*/ 38951 w 4934774"/>
              <a:gd name="connsiteY1" fmla="*/ 3584562 h 7576751"/>
              <a:gd name="connsiteX2" fmla="*/ 780802 w 4934774"/>
              <a:gd name="connsiteY2" fmla="*/ 7576750 h 7576751"/>
              <a:gd name="connsiteX3" fmla="*/ 4934774 w 4934774"/>
              <a:gd name="connsiteY3" fmla="*/ 7576751 h 7576751"/>
              <a:gd name="connsiteX4" fmla="*/ 4934774 w 4934774"/>
              <a:gd name="connsiteY4" fmla="*/ 0 h 7576751"/>
              <a:gd name="connsiteX5" fmla="*/ 19358 w 4934774"/>
              <a:gd name="connsiteY5" fmla="*/ 5373 h 7576751"/>
              <a:gd name="connsiteX0" fmla="*/ 0 w 4915416"/>
              <a:gd name="connsiteY0" fmla="*/ 5373 h 7576751"/>
              <a:gd name="connsiteX1" fmla="*/ 19593 w 4915416"/>
              <a:gd name="connsiteY1" fmla="*/ 3584562 h 7576751"/>
              <a:gd name="connsiteX2" fmla="*/ 761444 w 4915416"/>
              <a:gd name="connsiteY2" fmla="*/ 7576750 h 7576751"/>
              <a:gd name="connsiteX3" fmla="*/ 4915416 w 4915416"/>
              <a:gd name="connsiteY3" fmla="*/ 7576751 h 7576751"/>
              <a:gd name="connsiteX4" fmla="*/ 4915416 w 4915416"/>
              <a:gd name="connsiteY4" fmla="*/ 0 h 7576751"/>
              <a:gd name="connsiteX5" fmla="*/ 0 w 4915416"/>
              <a:gd name="connsiteY5" fmla="*/ 5373 h 7576751"/>
              <a:gd name="connsiteX0" fmla="*/ 0 w 4915416"/>
              <a:gd name="connsiteY0" fmla="*/ 5373 h 7576751"/>
              <a:gd name="connsiteX1" fmla="*/ 19593 w 4915416"/>
              <a:gd name="connsiteY1" fmla="*/ 3584562 h 7576751"/>
              <a:gd name="connsiteX2" fmla="*/ 761444 w 4915416"/>
              <a:gd name="connsiteY2" fmla="*/ 7576750 h 7576751"/>
              <a:gd name="connsiteX3" fmla="*/ 4915416 w 4915416"/>
              <a:gd name="connsiteY3" fmla="*/ 7576751 h 7576751"/>
              <a:gd name="connsiteX4" fmla="*/ 4915416 w 4915416"/>
              <a:gd name="connsiteY4" fmla="*/ 0 h 7576751"/>
              <a:gd name="connsiteX5" fmla="*/ 0 w 4915416"/>
              <a:gd name="connsiteY5" fmla="*/ 5373 h 7576751"/>
              <a:gd name="connsiteX0" fmla="*/ 369366 w 5284782"/>
              <a:gd name="connsiteY0" fmla="*/ 266522 h 7837900"/>
              <a:gd name="connsiteX1" fmla="*/ 362817 w 5284782"/>
              <a:gd name="connsiteY1" fmla="*/ 3845711 h 7837900"/>
              <a:gd name="connsiteX2" fmla="*/ 1130810 w 5284782"/>
              <a:gd name="connsiteY2" fmla="*/ 7837899 h 7837900"/>
              <a:gd name="connsiteX3" fmla="*/ 5284782 w 5284782"/>
              <a:gd name="connsiteY3" fmla="*/ 7837900 h 7837900"/>
              <a:gd name="connsiteX4" fmla="*/ 5284782 w 5284782"/>
              <a:gd name="connsiteY4" fmla="*/ 261149 h 7837900"/>
              <a:gd name="connsiteX5" fmla="*/ 369366 w 5284782"/>
              <a:gd name="connsiteY5" fmla="*/ 266522 h 7837900"/>
              <a:gd name="connsiteX0" fmla="*/ 16535 w 4931951"/>
              <a:gd name="connsiteY0" fmla="*/ 5373 h 7576751"/>
              <a:gd name="connsiteX1" fmla="*/ 9986 w 4931951"/>
              <a:gd name="connsiteY1" fmla="*/ 3584562 h 7576751"/>
              <a:gd name="connsiteX2" fmla="*/ 777979 w 4931951"/>
              <a:gd name="connsiteY2" fmla="*/ 7576750 h 7576751"/>
              <a:gd name="connsiteX3" fmla="*/ 4931951 w 4931951"/>
              <a:gd name="connsiteY3" fmla="*/ 7576751 h 7576751"/>
              <a:gd name="connsiteX4" fmla="*/ 4931951 w 4931951"/>
              <a:gd name="connsiteY4" fmla="*/ 0 h 7576751"/>
              <a:gd name="connsiteX5" fmla="*/ 16535 w 4931951"/>
              <a:gd name="connsiteY5" fmla="*/ 5373 h 7576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31951" h="7576751">
                <a:moveTo>
                  <a:pt x="16535" y="5373"/>
                </a:moveTo>
                <a:cubicBezTo>
                  <a:pt x="-5007" y="4000"/>
                  <a:pt x="-3639" y="2292410"/>
                  <a:pt x="9986" y="3584562"/>
                </a:cubicBezTo>
                <a:cubicBezTo>
                  <a:pt x="23611" y="4876714"/>
                  <a:pt x="882144" y="6160044"/>
                  <a:pt x="777979" y="7576750"/>
                </a:cubicBezTo>
                <a:lnTo>
                  <a:pt x="4931951" y="7576751"/>
                </a:lnTo>
                <a:lnTo>
                  <a:pt x="4931951" y="0"/>
                </a:lnTo>
                <a:lnTo>
                  <a:pt x="16535" y="5373"/>
                </a:lnTo>
                <a:close/>
              </a:path>
            </a:pathLst>
          </a:custGeom>
          <a:solidFill>
            <a:srgbClr val="E5DDE8">
              <a:alpha val="25354"/>
            </a:srgbClr>
          </a:solidFill>
          <a:ln w="12692" cap="flat">
            <a:noFill/>
            <a:prstDash val="solid"/>
            <a:miter/>
          </a:ln>
        </p:spPr>
        <p:txBody>
          <a:bodyPr rtlCol="0" anchor="ctr"/>
          <a:lstStyle/>
          <a:p>
            <a:endParaRPr lang="nl-NL" sz="1633"/>
          </a:p>
        </p:txBody>
      </p:sp>
      <p:sp>
        <p:nvSpPr>
          <p:cNvPr id="63" name="Titel 2">
            <a:extLst>
              <a:ext uri="{FF2B5EF4-FFF2-40B4-BE49-F238E27FC236}">
                <a16:creationId xmlns:a16="http://schemas.microsoft.com/office/drawing/2014/main" id="{762692BA-53BC-479C-8C17-B88C93ECCE58}"/>
              </a:ext>
            </a:extLst>
          </p:cNvPr>
          <p:cNvSpPr>
            <a:spLocks noGrp="1"/>
          </p:cNvSpPr>
          <p:nvPr>
            <p:ph type="title" hasCustomPrompt="1"/>
          </p:nvPr>
        </p:nvSpPr>
        <p:spPr>
          <a:xfrm>
            <a:off x="782814" y="901540"/>
            <a:ext cx="10725508" cy="461665"/>
          </a:xfrm>
        </p:spPr>
        <p:txBody>
          <a:bodyPr/>
          <a:lstStyle>
            <a:lvl1pPr>
              <a:defRPr>
                <a:solidFill>
                  <a:schemeClr val="accent1"/>
                </a:solidFill>
              </a:defRPr>
            </a:lvl1pPr>
          </a:lstStyle>
          <a:p>
            <a:r>
              <a:rPr lang="nl-NL"/>
              <a:t>Plaats hier een titel</a:t>
            </a:r>
          </a:p>
        </p:txBody>
      </p:sp>
      <p:sp>
        <p:nvSpPr>
          <p:cNvPr id="64" name="Tijdelijke aanduiding voor verticale tekst 2">
            <a:extLst>
              <a:ext uri="{FF2B5EF4-FFF2-40B4-BE49-F238E27FC236}">
                <a16:creationId xmlns:a16="http://schemas.microsoft.com/office/drawing/2014/main" id="{AE3D540E-DA7A-473A-A732-E27D15BF4ADF}"/>
              </a:ext>
            </a:extLst>
          </p:cNvPr>
          <p:cNvSpPr>
            <a:spLocks noGrp="1"/>
          </p:cNvSpPr>
          <p:nvPr>
            <p:ph type="body" orient="vert" idx="17" hasCustomPrompt="1"/>
          </p:nvPr>
        </p:nvSpPr>
        <p:spPr>
          <a:xfrm>
            <a:off x="807910" y="1425726"/>
            <a:ext cx="10659415" cy="194626"/>
          </a:xfrm>
        </p:spPr>
        <p:txBody>
          <a:bodyPr vert="horz" lIns="0" tIns="0" rIns="0" bIns="0" anchor="b"/>
          <a:lstStyle>
            <a:lvl1pPr marL="0" indent="0">
              <a:buNone/>
              <a:defRPr sz="1600">
                <a:solidFill>
                  <a:schemeClr val="accent2"/>
                </a:solidFill>
              </a:defRPr>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Plaats hier een subtitel</a:t>
            </a:r>
          </a:p>
        </p:txBody>
      </p:sp>
      <p:sp>
        <p:nvSpPr>
          <p:cNvPr id="66" name="Tijdelijke aanduiding voor grafiek 12">
            <a:extLst>
              <a:ext uri="{FF2B5EF4-FFF2-40B4-BE49-F238E27FC236}">
                <a16:creationId xmlns:a16="http://schemas.microsoft.com/office/drawing/2014/main" id="{6746AF9D-F6AC-4E89-BF46-AFDC9C06122D}"/>
              </a:ext>
            </a:extLst>
          </p:cNvPr>
          <p:cNvSpPr>
            <a:spLocks noGrp="1"/>
          </p:cNvSpPr>
          <p:nvPr>
            <p:ph type="chart" sz="quarter" idx="15" hasCustomPrompt="1"/>
          </p:nvPr>
        </p:nvSpPr>
        <p:spPr>
          <a:xfrm>
            <a:off x="776932" y="1837484"/>
            <a:ext cx="10725508" cy="4320777"/>
          </a:xfrm>
          <a:prstGeom prst="rect">
            <a:avLst/>
          </a:prstGeom>
          <a:noFill/>
          <a:ln>
            <a:noFill/>
          </a:ln>
        </p:spPr>
        <p:txBody>
          <a:bodyPr bIns="1620000" anchor="ctr"/>
          <a:lstStyle>
            <a:lvl1pPr marL="0" indent="0" algn="ctr">
              <a:lnSpc>
                <a:spcPct val="90000"/>
              </a:lnSpc>
              <a:spcBef>
                <a:spcPts val="0"/>
              </a:spcBef>
              <a:spcAft>
                <a:spcPts val="0"/>
              </a:spcAft>
              <a:buNone/>
              <a:defRPr sz="1500" i="1">
                <a:solidFill>
                  <a:schemeClr val="tx1">
                    <a:lumMod val="50000"/>
                    <a:lumOff val="50000"/>
                  </a:schemeClr>
                </a:solidFill>
              </a:defRPr>
            </a:lvl1pPr>
          </a:lstStyle>
          <a:p>
            <a:r>
              <a:rPr lang="nl-NL"/>
              <a:t>Klik op het onderstaand icoon </a:t>
            </a:r>
            <a:br>
              <a:rPr lang="nl-NL"/>
            </a:br>
            <a:r>
              <a:rPr lang="nl-NL"/>
              <a:t>om een grafiek in te voegen.</a:t>
            </a:r>
            <a:br>
              <a:rPr lang="nl-NL"/>
            </a:br>
            <a:br>
              <a:rPr lang="nl-NL"/>
            </a:br>
            <a:r>
              <a:rPr lang="nl-NL"/>
              <a:t>Meer hulp nodig? </a:t>
            </a:r>
            <a:br>
              <a:rPr lang="nl-NL"/>
            </a:br>
            <a:r>
              <a:rPr lang="nl-NL"/>
              <a:t>Aan de zijkanten van de dia's zijn instructies </a:t>
            </a:r>
            <a:br>
              <a:rPr lang="nl-NL"/>
            </a:br>
            <a:r>
              <a:rPr lang="nl-NL"/>
              <a:t>geplaatst voor verdere informatie.</a:t>
            </a:r>
          </a:p>
        </p:txBody>
      </p:sp>
    </p:spTree>
    <p:extLst>
      <p:ext uri="{BB962C8B-B14F-4D97-AF65-F5344CB8AC3E}">
        <p14:creationId xmlns:p14="http://schemas.microsoft.com/office/powerpoint/2010/main" val="12448653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Tekst x2 #1">
    <p:spTree>
      <p:nvGrpSpPr>
        <p:cNvPr id="1" name=""/>
        <p:cNvGrpSpPr/>
        <p:nvPr/>
      </p:nvGrpSpPr>
      <p:grpSpPr>
        <a:xfrm>
          <a:off x="0" y="0"/>
          <a:ext cx="0" cy="0"/>
          <a:chOff x="0" y="0"/>
          <a:chExt cx="0" cy="0"/>
        </a:xfrm>
      </p:grpSpPr>
      <p:sp>
        <p:nvSpPr>
          <p:cNvPr id="9" name="Graphic 34">
            <a:extLst>
              <a:ext uri="{FF2B5EF4-FFF2-40B4-BE49-F238E27FC236}">
                <a16:creationId xmlns:a16="http://schemas.microsoft.com/office/drawing/2014/main" id="{D6E9BDB1-8232-45A3-9FA4-1E3023B60C3B}"/>
              </a:ext>
            </a:extLst>
          </p:cNvPr>
          <p:cNvSpPr>
            <a:spLocks noChangeAspect="1"/>
          </p:cNvSpPr>
          <p:nvPr userDrawn="1"/>
        </p:nvSpPr>
        <p:spPr>
          <a:xfrm rot="10800000" flipV="1">
            <a:off x="2547498" y="1"/>
            <a:ext cx="3692269" cy="6858295"/>
          </a:xfrm>
          <a:custGeom>
            <a:avLst/>
            <a:gdLst>
              <a:gd name="connsiteX0" fmla="*/ 5860 w 2434661"/>
              <a:gd name="connsiteY0" fmla="*/ 3586871 h 7563811"/>
              <a:gd name="connsiteX1" fmla="*/ 750252 w 2434661"/>
              <a:gd name="connsiteY1" fmla="*/ 7563812 h 7563811"/>
              <a:gd name="connsiteX2" fmla="*/ 2434662 w 2434661"/>
              <a:gd name="connsiteY2" fmla="*/ 7563812 h 7563811"/>
              <a:gd name="connsiteX3" fmla="*/ 2378769 w 2434661"/>
              <a:gd name="connsiteY3" fmla="*/ 7098777 h 7563811"/>
              <a:gd name="connsiteX4" fmla="*/ 1137692 w 2434661"/>
              <a:gd name="connsiteY4" fmla="*/ 3609741 h 7563811"/>
              <a:gd name="connsiteX5" fmla="*/ 1163098 w 2434661"/>
              <a:gd name="connsiteY5" fmla="*/ 0 h 7563811"/>
              <a:gd name="connsiteX6" fmla="*/ 893795 w 2434661"/>
              <a:gd name="connsiteY6" fmla="*/ 0 h 7563811"/>
              <a:gd name="connsiteX7" fmla="*/ 5860 w 2434661"/>
              <a:gd name="connsiteY7" fmla="*/ 3586871 h 756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4661" h="7563811">
                <a:moveTo>
                  <a:pt x="5860" y="3586871"/>
                </a:moveTo>
                <a:cubicBezTo>
                  <a:pt x="-81790" y="5059483"/>
                  <a:pt x="844254" y="6156000"/>
                  <a:pt x="750252" y="7563812"/>
                </a:cubicBezTo>
                <a:lnTo>
                  <a:pt x="2434662" y="7563812"/>
                </a:lnTo>
                <a:cubicBezTo>
                  <a:pt x="2427040" y="7407530"/>
                  <a:pt x="2407986" y="7251247"/>
                  <a:pt x="2378769" y="7098777"/>
                </a:cubicBezTo>
                <a:cubicBezTo>
                  <a:pt x="2156468" y="5923483"/>
                  <a:pt x="1311722" y="4928612"/>
                  <a:pt x="1137692" y="3609741"/>
                </a:cubicBezTo>
                <a:cubicBezTo>
                  <a:pt x="990338" y="2477647"/>
                  <a:pt x="1333318" y="1102871"/>
                  <a:pt x="1163098" y="0"/>
                </a:cubicBezTo>
                <a:lnTo>
                  <a:pt x="893795" y="0"/>
                </a:lnTo>
                <a:cubicBezTo>
                  <a:pt x="1117367" y="1877930"/>
                  <a:pt x="89700" y="2181600"/>
                  <a:pt x="5860" y="3586871"/>
                </a:cubicBezTo>
                <a:close/>
              </a:path>
            </a:pathLst>
          </a:custGeom>
          <a:solidFill>
            <a:srgbClr val="4A1E47"/>
          </a:solidFill>
          <a:ln w="12692" cap="flat">
            <a:noFill/>
            <a:prstDash val="solid"/>
            <a:miter/>
          </a:ln>
        </p:spPr>
        <p:txBody>
          <a:bodyPr rtlCol="0" anchor="ctr"/>
          <a:lstStyle/>
          <a:p>
            <a:endParaRPr lang="nl-NL" sz="1633"/>
          </a:p>
        </p:txBody>
      </p:sp>
      <p:sp>
        <p:nvSpPr>
          <p:cNvPr id="10" name="Graphic 31">
            <a:extLst>
              <a:ext uri="{FF2B5EF4-FFF2-40B4-BE49-F238E27FC236}">
                <a16:creationId xmlns:a16="http://schemas.microsoft.com/office/drawing/2014/main" id="{17B96036-A3FC-4077-A470-2EE9D013C8E6}"/>
              </a:ext>
            </a:extLst>
          </p:cNvPr>
          <p:cNvSpPr>
            <a:spLocks noChangeAspect="1"/>
          </p:cNvSpPr>
          <p:nvPr userDrawn="1"/>
        </p:nvSpPr>
        <p:spPr>
          <a:xfrm rot="10800000">
            <a:off x="0" y="-1"/>
            <a:ext cx="5486400" cy="6858295"/>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15644" h="7563811">
                <a:moveTo>
                  <a:pt x="892481" y="0"/>
                </a:moveTo>
                <a:cubicBezTo>
                  <a:pt x="1110972" y="1866494"/>
                  <a:pt x="88385" y="2171435"/>
                  <a:pt x="5816" y="3571624"/>
                </a:cubicBezTo>
                <a:cubicBezTo>
                  <a:pt x="-81834" y="5049318"/>
                  <a:pt x="851832" y="6147106"/>
                  <a:pt x="747667" y="7563812"/>
                </a:cubicBezTo>
                <a:lnTo>
                  <a:pt x="5315644" y="7563812"/>
                </a:lnTo>
                <a:lnTo>
                  <a:pt x="5315644" y="0"/>
                </a:lnTo>
                <a:lnTo>
                  <a:pt x="892481" y="0"/>
                </a:lnTo>
                <a:close/>
              </a:path>
            </a:pathLst>
          </a:custGeom>
          <a:solidFill>
            <a:srgbClr val="6C1D5F"/>
          </a:solidFill>
          <a:ln w="12692" cap="flat">
            <a:noFill/>
            <a:prstDash val="solid"/>
            <a:miter/>
          </a:ln>
        </p:spPr>
        <p:txBody>
          <a:bodyPr rtlCol="0" anchor="ctr"/>
          <a:lstStyle/>
          <a:p>
            <a:endParaRPr lang="nl-NL" sz="1633"/>
          </a:p>
        </p:txBody>
      </p:sp>
      <p:sp>
        <p:nvSpPr>
          <p:cNvPr id="3" name="Titel 2">
            <a:extLst>
              <a:ext uri="{FF2B5EF4-FFF2-40B4-BE49-F238E27FC236}">
                <a16:creationId xmlns:a16="http://schemas.microsoft.com/office/drawing/2014/main" id="{9C75EC70-7F42-4BDA-A7A4-1B42B53FCE8E}"/>
              </a:ext>
            </a:extLst>
          </p:cNvPr>
          <p:cNvSpPr>
            <a:spLocks noGrp="1"/>
          </p:cNvSpPr>
          <p:nvPr>
            <p:ph type="title" hasCustomPrompt="1"/>
          </p:nvPr>
        </p:nvSpPr>
        <p:spPr>
          <a:xfrm>
            <a:off x="6573521" y="1142171"/>
            <a:ext cx="5046780" cy="895483"/>
          </a:xfrm>
        </p:spPr>
        <p:txBody>
          <a:bodyPr/>
          <a:lstStyle>
            <a:lvl1pPr>
              <a:defRPr/>
            </a:lvl1pPr>
          </a:lstStyle>
          <a:p>
            <a:r>
              <a:rPr lang="nl-NL"/>
              <a:t>Plaats hier een titel</a:t>
            </a:r>
            <a:br>
              <a:rPr lang="nl-NL"/>
            </a:br>
            <a:r>
              <a:rPr lang="nl-NL"/>
              <a:t>max. 2 regels</a:t>
            </a:r>
          </a:p>
        </p:txBody>
      </p:sp>
      <p:sp>
        <p:nvSpPr>
          <p:cNvPr id="13" name="Tijdelijke aanduiding voor verticale tekst 2">
            <a:extLst>
              <a:ext uri="{FF2B5EF4-FFF2-40B4-BE49-F238E27FC236}">
                <a16:creationId xmlns:a16="http://schemas.microsoft.com/office/drawing/2014/main" id="{BE1F228E-83A2-4CA0-95D9-7EC742C14C6D}"/>
              </a:ext>
            </a:extLst>
          </p:cNvPr>
          <p:cNvSpPr>
            <a:spLocks noGrp="1"/>
          </p:cNvSpPr>
          <p:nvPr>
            <p:ph type="body" orient="vert" idx="1" hasCustomPrompt="1"/>
          </p:nvPr>
        </p:nvSpPr>
        <p:spPr>
          <a:xfrm>
            <a:off x="6573519" y="2186692"/>
            <a:ext cx="5046773" cy="3773841"/>
          </a:xfrm>
        </p:spPr>
        <p:txBody>
          <a:bodyPr vert="horz" lIns="0" tIns="0" rIns="0" bIns="0"/>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a:t>Klik hier om een bullet te plaatsen.</a:t>
            </a:r>
          </a:p>
          <a:p>
            <a:pPr lvl="1"/>
            <a:r>
              <a:rPr lang="nl-NL"/>
              <a:t>Sub-bullets</a:t>
            </a:r>
          </a:p>
          <a:p>
            <a:pPr lvl="2"/>
            <a:r>
              <a:rPr lang="nl-NL"/>
              <a:t>Leestekst</a:t>
            </a:r>
          </a:p>
          <a:p>
            <a:pPr lvl="3"/>
            <a:r>
              <a:rPr lang="nl-NL"/>
              <a:t>Subtitel</a:t>
            </a:r>
          </a:p>
          <a:p>
            <a:pPr lvl="4"/>
            <a:r>
              <a:rPr lang="nl-NL"/>
              <a:t>Numerieke bullets</a:t>
            </a:r>
          </a:p>
          <a:p>
            <a:pPr lvl="5"/>
            <a:r>
              <a:rPr lang="nl-NL"/>
              <a:t># Abc</a:t>
            </a:r>
          </a:p>
          <a:p>
            <a:pPr lvl="6"/>
            <a:r>
              <a:rPr lang="nl-NL"/>
              <a:t># Bullets</a:t>
            </a:r>
          </a:p>
          <a:p>
            <a:pPr lvl="7"/>
            <a:r>
              <a:rPr lang="nl-NL"/>
              <a:t>Cursief</a:t>
            </a:r>
          </a:p>
          <a:p>
            <a:pPr lvl="8"/>
            <a:r>
              <a:rPr lang="nl-NL"/>
              <a:t>Alt. Subtitel</a:t>
            </a:r>
          </a:p>
        </p:txBody>
      </p:sp>
      <p:sp>
        <p:nvSpPr>
          <p:cNvPr id="14" name="Tijdelijke aanduiding voor verticale tekst 2">
            <a:extLst>
              <a:ext uri="{FF2B5EF4-FFF2-40B4-BE49-F238E27FC236}">
                <a16:creationId xmlns:a16="http://schemas.microsoft.com/office/drawing/2014/main" id="{51815690-6EF4-408A-9E19-D59003942DD3}"/>
              </a:ext>
            </a:extLst>
          </p:cNvPr>
          <p:cNvSpPr>
            <a:spLocks noGrp="1"/>
          </p:cNvSpPr>
          <p:nvPr>
            <p:ph type="body" orient="vert" idx="10" hasCustomPrompt="1"/>
          </p:nvPr>
        </p:nvSpPr>
        <p:spPr>
          <a:xfrm>
            <a:off x="804998" y="1677499"/>
            <a:ext cx="3474533" cy="4735489"/>
          </a:xfrm>
        </p:spPr>
        <p:txBody>
          <a:bodyPr vert="horz" lIns="0" tIns="0" rIns="0" bIns="0"/>
          <a:lstStyle>
            <a:lvl1pPr marL="0" indent="0">
              <a:buNone/>
              <a:defRPr>
                <a:solidFill>
                  <a:schemeClr val="bg1"/>
                </a:solidFill>
              </a:defRPr>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Klik hier om een tekst te plaatsen.</a:t>
            </a:r>
          </a:p>
        </p:txBody>
      </p:sp>
    </p:spTree>
    <p:extLst>
      <p:ext uri="{BB962C8B-B14F-4D97-AF65-F5344CB8AC3E}">
        <p14:creationId xmlns:p14="http://schemas.microsoft.com/office/powerpoint/2010/main" val="975912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Tekst x2 #2">
    <p:spTree>
      <p:nvGrpSpPr>
        <p:cNvPr id="1" name=""/>
        <p:cNvGrpSpPr/>
        <p:nvPr/>
      </p:nvGrpSpPr>
      <p:grpSpPr>
        <a:xfrm>
          <a:off x="0" y="0"/>
          <a:ext cx="0" cy="0"/>
          <a:chOff x="0" y="0"/>
          <a:chExt cx="0" cy="0"/>
        </a:xfrm>
      </p:grpSpPr>
      <p:sp>
        <p:nvSpPr>
          <p:cNvPr id="178" name="Titel 2">
            <a:extLst>
              <a:ext uri="{FF2B5EF4-FFF2-40B4-BE49-F238E27FC236}">
                <a16:creationId xmlns:a16="http://schemas.microsoft.com/office/drawing/2014/main" id="{7274E53B-4D3A-4DF4-866C-782458741DF8}"/>
              </a:ext>
            </a:extLst>
          </p:cNvPr>
          <p:cNvSpPr>
            <a:spLocks noGrp="1"/>
          </p:cNvSpPr>
          <p:nvPr>
            <p:ph type="title" hasCustomPrompt="1"/>
          </p:nvPr>
        </p:nvSpPr>
        <p:spPr>
          <a:xfrm>
            <a:off x="782814" y="852112"/>
            <a:ext cx="4072716" cy="499257"/>
          </a:xfrm>
        </p:spPr>
        <p:txBody>
          <a:bodyPr/>
          <a:lstStyle>
            <a:lvl1pPr>
              <a:defRPr>
                <a:solidFill>
                  <a:schemeClr val="accent1"/>
                </a:solidFill>
              </a:defRPr>
            </a:lvl1pPr>
          </a:lstStyle>
          <a:p>
            <a:r>
              <a:rPr lang="nl-NL"/>
              <a:t>Plaats hier een titel</a:t>
            </a:r>
          </a:p>
        </p:txBody>
      </p:sp>
      <p:sp>
        <p:nvSpPr>
          <p:cNvPr id="179" name="Tijdelijke aanduiding voor verticale tekst 2">
            <a:extLst>
              <a:ext uri="{FF2B5EF4-FFF2-40B4-BE49-F238E27FC236}">
                <a16:creationId xmlns:a16="http://schemas.microsoft.com/office/drawing/2014/main" id="{79DE9FE5-EAAA-4AB7-B342-3624901F9704}"/>
              </a:ext>
            </a:extLst>
          </p:cNvPr>
          <p:cNvSpPr>
            <a:spLocks noGrp="1"/>
          </p:cNvSpPr>
          <p:nvPr>
            <p:ph type="body" orient="vert" idx="1" hasCustomPrompt="1"/>
          </p:nvPr>
        </p:nvSpPr>
        <p:spPr>
          <a:xfrm>
            <a:off x="807910" y="1578028"/>
            <a:ext cx="4566978" cy="4580235"/>
          </a:xfrm>
        </p:spPr>
        <p:txBody>
          <a:bodyPr vert="horz" lIns="0" tIns="0" rIns="0" bIns="0"/>
          <a:lstStyle>
            <a:lvl1pPr>
              <a:defRPr/>
            </a:lvl1pPr>
            <a:lvl2pPr>
              <a:defRPr/>
            </a:lvl2pPr>
            <a:lvl3pPr>
              <a:defRPr/>
            </a:lvl3pPr>
            <a:lvl4pPr>
              <a:spcBef>
                <a:spcPts val="600"/>
              </a:spcBef>
              <a:spcAft>
                <a:spcPts val="300"/>
              </a:spcAft>
              <a:defRPr/>
            </a:lvl4pPr>
            <a:lvl5pPr>
              <a:defRPr/>
            </a:lvl5pPr>
            <a:lvl6pPr>
              <a:defRPr/>
            </a:lvl6pPr>
            <a:lvl7pPr>
              <a:defRPr/>
            </a:lvl7pPr>
            <a:lvl8pPr>
              <a:defRPr/>
            </a:lvl8pPr>
            <a:lvl9pPr>
              <a:defRPr/>
            </a:lvl9pPr>
          </a:lstStyle>
          <a:p>
            <a:pPr lvl="0"/>
            <a:r>
              <a:rPr lang="nl-NL"/>
              <a:t>Klik hier om een bullet te plaatsen.</a:t>
            </a:r>
          </a:p>
          <a:p>
            <a:pPr lvl="1"/>
            <a:r>
              <a:rPr lang="nl-NL"/>
              <a:t>Sub-bullets</a:t>
            </a:r>
          </a:p>
          <a:p>
            <a:pPr lvl="2"/>
            <a:r>
              <a:rPr lang="nl-NL"/>
              <a:t>Leestekst</a:t>
            </a:r>
          </a:p>
          <a:p>
            <a:pPr lvl="3"/>
            <a:r>
              <a:rPr lang="nl-NL"/>
              <a:t>Subtitel</a:t>
            </a:r>
          </a:p>
          <a:p>
            <a:pPr lvl="4"/>
            <a:r>
              <a:rPr lang="nl-NL"/>
              <a:t>Numerieke bullets</a:t>
            </a:r>
          </a:p>
          <a:p>
            <a:pPr lvl="5"/>
            <a:r>
              <a:rPr lang="nl-NL"/>
              <a:t># Abc</a:t>
            </a:r>
          </a:p>
          <a:p>
            <a:pPr lvl="6"/>
            <a:r>
              <a:rPr lang="nl-NL"/>
              <a:t># Bullets</a:t>
            </a:r>
          </a:p>
          <a:p>
            <a:pPr lvl="7"/>
            <a:r>
              <a:rPr lang="nl-NL"/>
              <a:t>Cursief</a:t>
            </a:r>
          </a:p>
          <a:p>
            <a:pPr lvl="8"/>
            <a:r>
              <a:rPr lang="nl-NL"/>
              <a:t>Alt. Subtitel</a:t>
            </a:r>
          </a:p>
        </p:txBody>
      </p:sp>
      <p:sp>
        <p:nvSpPr>
          <p:cNvPr id="180" name="Tijdelijke aanduiding voor verticale tekst 2">
            <a:extLst>
              <a:ext uri="{FF2B5EF4-FFF2-40B4-BE49-F238E27FC236}">
                <a16:creationId xmlns:a16="http://schemas.microsoft.com/office/drawing/2014/main" id="{A71EA3B1-553E-45BA-847B-90C429EBAA9A}"/>
              </a:ext>
            </a:extLst>
          </p:cNvPr>
          <p:cNvSpPr>
            <a:spLocks noGrp="1"/>
          </p:cNvSpPr>
          <p:nvPr>
            <p:ph type="body" orient="vert" idx="15" hasCustomPrompt="1"/>
          </p:nvPr>
        </p:nvSpPr>
        <p:spPr>
          <a:xfrm>
            <a:off x="807910" y="662415"/>
            <a:ext cx="4047619" cy="194626"/>
          </a:xfrm>
        </p:spPr>
        <p:txBody>
          <a:bodyPr vert="horz" lIns="0" tIns="0" rIns="0" bIns="0" anchor="b"/>
          <a:lstStyle>
            <a:lvl1pPr marL="0" indent="0">
              <a:buNone/>
              <a:defRPr>
                <a:solidFill>
                  <a:schemeClr val="accent2"/>
                </a:solidFill>
              </a:defRPr>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Hoofdstuktitel</a:t>
            </a:r>
          </a:p>
        </p:txBody>
      </p:sp>
      <p:sp>
        <p:nvSpPr>
          <p:cNvPr id="167" name="Vrije vorm: vorm 166">
            <a:extLst>
              <a:ext uri="{FF2B5EF4-FFF2-40B4-BE49-F238E27FC236}">
                <a16:creationId xmlns:a16="http://schemas.microsoft.com/office/drawing/2014/main" id="{CDA1D25D-F54E-4EC6-88D1-34A4CDF67BD7}"/>
              </a:ext>
            </a:extLst>
          </p:cNvPr>
          <p:cNvSpPr/>
          <p:nvPr userDrawn="1"/>
        </p:nvSpPr>
        <p:spPr>
          <a:xfrm>
            <a:off x="6082748" y="0"/>
            <a:ext cx="6109653" cy="6858000"/>
          </a:xfrm>
          <a:custGeom>
            <a:avLst/>
            <a:gdLst>
              <a:gd name="connsiteX0" fmla="*/ 458734 w 6439670"/>
              <a:gd name="connsiteY0" fmla="*/ 0 h 6858000"/>
              <a:gd name="connsiteX1" fmla="*/ 1041288 w 6439670"/>
              <a:gd name="connsiteY1" fmla="*/ 0 h 6858000"/>
              <a:gd name="connsiteX2" fmla="*/ 6439670 w 6439670"/>
              <a:gd name="connsiteY2" fmla="*/ 0 h 6858000"/>
              <a:gd name="connsiteX3" fmla="*/ 6439670 w 6439670"/>
              <a:gd name="connsiteY3" fmla="*/ 6858000 h 6858000"/>
              <a:gd name="connsiteX4" fmla="*/ 176147 w 6439670"/>
              <a:gd name="connsiteY4" fmla="*/ 6858000 h 6858000"/>
              <a:gd name="connsiteX5" fmla="*/ 129265 w 6439670"/>
              <a:gd name="connsiteY5" fmla="*/ 6621529 h 6858000"/>
              <a:gd name="connsiteX6" fmla="*/ 3583 w 6439670"/>
              <a:gd name="connsiteY6" fmla="*/ 5411548 h 6858000"/>
              <a:gd name="connsiteX7" fmla="*/ 458734 w 6439670"/>
              <a:gd name="connsiteY7"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439670" h="6858000">
                <a:moveTo>
                  <a:pt x="458734" y="0"/>
                </a:moveTo>
                <a:lnTo>
                  <a:pt x="1041288" y="0"/>
                </a:lnTo>
                <a:lnTo>
                  <a:pt x="6439670" y="0"/>
                </a:lnTo>
                <a:lnTo>
                  <a:pt x="6439670" y="6858000"/>
                </a:lnTo>
                <a:lnTo>
                  <a:pt x="176147" y="6858000"/>
                </a:lnTo>
                <a:lnTo>
                  <a:pt x="129265" y="6621529"/>
                </a:lnTo>
                <a:cubicBezTo>
                  <a:pt x="65283" y="6273960"/>
                  <a:pt x="16399" y="5889597"/>
                  <a:pt x="3583" y="5411548"/>
                </a:cubicBezTo>
                <a:cubicBezTo>
                  <a:pt x="-50010" y="3407719"/>
                  <a:pt x="516211" y="1915655"/>
                  <a:pt x="458734" y="0"/>
                </a:cubicBezTo>
                <a:close/>
              </a:path>
            </a:pathLst>
          </a:custGeom>
          <a:solidFill>
            <a:srgbClr val="E5DDE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nl-NL" sz="1633"/>
          </a:p>
        </p:txBody>
      </p:sp>
      <p:sp>
        <p:nvSpPr>
          <p:cNvPr id="169" name="Tijdelijke aanduiding voor verticale tekst 2">
            <a:extLst>
              <a:ext uri="{FF2B5EF4-FFF2-40B4-BE49-F238E27FC236}">
                <a16:creationId xmlns:a16="http://schemas.microsoft.com/office/drawing/2014/main" id="{EDA5F084-205A-4C14-9C53-A8FF92E2EC4C}"/>
              </a:ext>
            </a:extLst>
          </p:cNvPr>
          <p:cNvSpPr>
            <a:spLocks noGrp="1"/>
          </p:cNvSpPr>
          <p:nvPr>
            <p:ph type="body" orient="vert" idx="16" hasCustomPrompt="1"/>
          </p:nvPr>
        </p:nvSpPr>
        <p:spPr>
          <a:xfrm>
            <a:off x="6958360" y="1578028"/>
            <a:ext cx="4268055" cy="4580235"/>
          </a:xfrm>
        </p:spPr>
        <p:txBody>
          <a:bodyPr vert="horz" lIns="0" tIns="0" rIns="0" bIns="0"/>
          <a:lstStyle>
            <a:lvl1pPr>
              <a:defRPr/>
            </a:lvl1pPr>
            <a:lvl2pPr>
              <a:defRPr/>
            </a:lvl2pPr>
            <a:lvl3pPr>
              <a:defRPr/>
            </a:lvl3pPr>
            <a:lvl4pPr>
              <a:spcBef>
                <a:spcPts val="600"/>
              </a:spcBef>
              <a:spcAft>
                <a:spcPts val="300"/>
              </a:spcAft>
              <a:defRPr/>
            </a:lvl4pPr>
            <a:lvl5pPr>
              <a:defRPr/>
            </a:lvl5pPr>
            <a:lvl6pPr>
              <a:defRPr/>
            </a:lvl6pPr>
            <a:lvl7pPr>
              <a:defRPr/>
            </a:lvl7pPr>
            <a:lvl8pPr>
              <a:defRPr/>
            </a:lvl8pPr>
            <a:lvl9pPr>
              <a:defRPr/>
            </a:lvl9pPr>
          </a:lstStyle>
          <a:p>
            <a:pPr lvl="0"/>
            <a:r>
              <a:rPr lang="nl-NL"/>
              <a:t>Klik hier om een bullet te plaatsen.</a:t>
            </a:r>
          </a:p>
          <a:p>
            <a:pPr lvl="1"/>
            <a:r>
              <a:rPr lang="nl-NL"/>
              <a:t>Sub-bullets</a:t>
            </a:r>
          </a:p>
          <a:p>
            <a:pPr lvl="2"/>
            <a:r>
              <a:rPr lang="nl-NL"/>
              <a:t>Leestekst</a:t>
            </a:r>
          </a:p>
          <a:p>
            <a:pPr lvl="3"/>
            <a:r>
              <a:rPr lang="nl-NL"/>
              <a:t>Subtitel</a:t>
            </a:r>
          </a:p>
          <a:p>
            <a:pPr lvl="4"/>
            <a:r>
              <a:rPr lang="nl-NL"/>
              <a:t>Numerieke bullets</a:t>
            </a:r>
          </a:p>
          <a:p>
            <a:pPr lvl="5"/>
            <a:r>
              <a:rPr lang="nl-NL"/>
              <a:t># Abc</a:t>
            </a:r>
          </a:p>
          <a:p>
            <a:pPr lvl="6"/>
            <a:r>
              <a:rPr lang="nl-NL"/>
              <a:t># Bullets</a:t>
            </a:r>
          </a:p>
          <a:p>
            <a:pPr lvl="7"/>
            <a:r>
              <a:rPr lang="nl-NL"/>
              <a:t>Cursief</a:t>
            </a:r>
          </a:p>
          <a:p>
            <a:pPr lvl="8"/>
            <a:r>
              <a:rPr lang="nl-NL"/>
              <a:t>Alt. Subtitel</a:t>
            </a:r>
          </a:p>
        </p:txBody>
      </p:sp>
    </p:spTree>
    <p:extLst>
      <p:ext uri="{BB962C8B-B14F-4D97-AF65-F5344CB8AC3E}">
        <p14:creationId xmlns:p14="http://schemas.microsoft.com/office/powerpoint/2010/main" val="40775466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userDrawn="1">
  <p:cSld name="Tekst x2 #3">
    <p:spTree>
      <p:nvGrpSpPr>
        <p:cNvPr id="1" name=""/>
        <p:cNvGrpSpPr/>
        <p:nvPr/>
      </p:nvGrpSpPr>
      <p:grpSpPr>
        <a:xfrm>
          <a:off x="0" y="0"/>
          <a:ext cx="0" cy="0"/>
          <a:chOff x="0" y="0"/>
          <a:chExt cx="0" cy="0"/>
        </a:xfrm>
      </p:grpSpPr>
      <p:sp>
        <p:nvSpPr>
          <p:cNvPr id="75" name="Vrije vorm: vorm 74">
            <a:extLst>
              <a:ext uri="{FF2B5EF4-FFF2-40B4-BE49-F238E27FC236}">
                <a16:creationId xmlns:a16="http://schemas.microsoft.com/office/drawing/2014/main" id="{CD72C2CA-BDE6-4BF8-9995-5DD0D4D44BAD}"/>
              </a:ext>
            </a:extLst>
          </p:cNvPr>
          <p:cNvSpPr/>
          <p:nvPr userDrawn="1"/>
        </p:nvSpPr>
        <p:spPr>
          <a:xfrm flipH="1">
            <a:off x="1" y="0"/>
            <a:ext cx="6215569" cy="6858000"/>
          </a:xfrm>
          <a:custGeom>
            <a:avLst/>
            <a:gdLst>
              <a:gd name="connsiteX0" fmla="*/ 6215569 w 6215569"/>
              <a:gd name="connsiteY0" fmla="*/ 0 h 6858000"/>
              <a:gd name="connsiteX1" fmla="*/ 4104 w 6215569"/>
              <a:gd name="connsiteY1" fmla="*/ 0 h 6858000"/>
              <a:gd name="connsiteX2" fmla="*/ 459255 w 6215569"/>
              <a:gd name="connsiteY2" fmla="*/ 5411548 h 6858000"/>
              <a:gd name="connsiteX3" fmla="*/ 333573 w 6215569"/>
              <a:gd name="connsiteY3" fmla="*/ 6621529 h 6858000"/>
              <a:gd name="connsiteX4" fmla="*/ 286691 w 6215569"/>
              <a:gd name="connsiteY4" fmla="*/ 6858000 h 6858000"/>
              <a:gd name="connsiteX5" fmla="*/ 6215569 w 6215569"/>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215569" h="6858000">
                <a:moveTo>
                  <a:pt x="6215569" y="0"/>
                </a:moveTo>
                <a:lnTo>
                  <a:pt x="4104" y="0"/>
                </a:lnTo>
                <a:cubicBezTo>
                  <a:pt x="-53373" y="1915655"/>
                  <a:pt x="512848" y="3407719"/>
                  <a:pt x="459255" y="5411548"/>
                </a:cubicBezTo>
                <a:cubicBezTo>
                  <a:pt x="446439" y="5889597"/>
                  <a:pt x="397555" y="6273960"/>
                  <a:pt x="333573" y="6621529"/>
                </a:cubicBezTo>
                <a:lnTo>
                  <a:pt x="286691" y="6858000"/>
                </a:lnTo>
                <a:lnTo>
                  <a:pt x="6215569" y="6858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nl-NL" sz="1633"/>
          </a:p>
        </p:txBody>
      </p:sp>
      <p:sp>
        <p:nvSpPr>
          <p:cNvPr id="178" name="Titel 2">
            <a:extLst>
              <a:ext uri="{FF2B5EF4-FFF2-40B4-BE49-F238E27FC236}">
                <a16:creationId xmlns:a16="http://schemas.microsoft.com/office/drawing/2014/main" id="{7274E53B-4D3A-4DF4-866C-782458741DF8}"/>
              </a:ext>
            </a:extLst>
          </p:cNvPr>
          <p:cNvSpPr>
            <a:spLocks noGrp="1"/>
          </p:cNvSpPr>
          <p:nvPr>
            <p:ph type="title" hasCustomPrompt="1"/>
          </p:nvPr>
        </p:nvSpPr>
        <p:spPr>
          <a:xfrm>
            <a:off x="782814" y="852112"/>
            <a:ext cx="4072716" cy="499257"/>
          </a:xfrm>
        </p:spPr>
        <p:txBody>
          <a:bodyPr/>
          <a:lstStyle>
            <a:lvl1pPr>
              <a:defRPr>
                <a:solidFill>
                  <a:schemeClr val="bg1"/>
                </a:solidFill>
              </a:defRPr>
            </a:lvl1pPr>
          </a:lstStyle>
          <a:p>
            <a:r>
              <a:rPr lang="nl-NL"/>
              <a:t>Plaats hier een titel</a:t>
            </a:r>
          </a:p>
        </p:txBody>
      </p:sp>
      <p:sp>
        <p:nvSpPr>
          <p:cNvPr id="179" name="Tijdelijke aanduiding voor verticale tekst 2">
            <a:extLst>
              <a:ext uri="{FF2B5EF4-FFF2-40B4-BE49-F238E27FC236}">
                <a16:creationId xmlns:a16="http://schemas.microsoft.com/office/drawing/2014/main" id="{79DE9FE5-EAAA-4AB7-B342-3624901F9704}"/>
              </a:ext>
            </a:extLst>
          </p:cNvPr>
          <p:cNvSpPr>
            <a:spLocks noGrp="1"/>
          </p:cNvSpPr>
          <p:nvPr>
            <p:ph type="body" orient="vert" idx="1" hasCustomPrompt="1"/>
          </p:nvPr>
        </p:nvSpPr>
        <p:spPr>
          <a:xfrm>
            <a:off x="807910" y="1578028"/>
            <a:ext cx="4566978" cy="4580235"/>
          </a:xfrm>
        </p:spPr>
        <p:txBody>
          <a:bodyPr vert="horz" lIns="0" tIns="0" rIns="0" bIns="0"/>
          <a:lstStyle>
            <a:lvl1pPr>
              <a:buClr>
                <a:schemeClr val="bg1"/>
              </a:buClr>
              <a:defRPr>
                <a:solidFill>
                  <a:schemeClr val="bg1"/>
                </a:solidFill>
              </a:defRPr>
            </a:lvl1pPr>
            <a:lvl2pPr>
              <a:defRPr>
                <a:solidFill>
                  <a:schemeClr val="bg1"/>
                </a:solidFill>
              </a:defRPr>
            </a:lvl2pPr>
            <a:lvl3pPr>
              <a:defRPr>
                <a:solidFill>
                  <a:schemeClr val="bg1"/>
                </a:solidFill>
              </a:defRPr>
            </a:lvl3pPr>
            <a:lvl4pPr>
              <a:spcBef>
                <a:spcPts val="600"/>
              </a:spcBef>
              <a:spcAft>
                <a:spcPts val="300"/>
              </a:spcAft>
              <a:defRPr>
                <a:solidFill>
                  <a:schemeClr val="bg1"/>
                </a:solidFill>
              </a:defRPr>
            </a:lvl4pPr>
            <a:lvl5pPr>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nl-NL"/>
              <a:t>Klik hier om een bullet te plaatsen.</a:t>
            </a:r>
          </a:p>
          <a:p>
            <a:pPr lvl="1"/>
            <a:r>
              <a:rPr lang="nl-NL"/>
              <a:t>Sub-bullets</a:t>
            </a:r>
          </a:p>
          <a:p>
            <a:pPr lvl="2"/>
            <a:r>
              <a:rPr lang="nl-NL"/>
              <a:t>Leestekst</a:t>
            </a:r>
          </a:p>
          <a:p>
            <a:pPr lvl="3"/>
            <a:r>
              <a:rPr lang="nl-NL"/>
              <a:t>Subtitel</a:t>
            </a:r>
          </a:p>
          <a:p>
            <a:pPr lvl="4"/>
            <a:r>
              <a:rPr lang="nl-NL"/>
              <a:t>Numerieke bullets</a:t>
            </a:r>
          </a:p>
          <a:p>
            <a:pPr lvl="5"/>
            <a:r>
              <a:rPr lang="nl-NL"/>
              <a:t># Abc</a:t>
            </a:r>
          </a:p>
          <a:p>
            <a:pPr lvl="6"/>
            <a:r>
              <a:rPr lang="nl-NL"/>
              <a:t># Bullets</a:t>
            </a:r>
          </a:p>
          <a:p>
            <a:pPr lvl="7"/>
            <a:r>
              <a:rPr lang="nl-NL"/>
              <a:t>Cursief</a:t>
            </a:r>
          </a:p>
          <a:p>
            <a:pPr lvl="8"/>
            <a:r>
              <a:rPr lang="nl-NL"/>
              <a:t>Alt. Subtitel</a:t>
            </a:r>
          </a:p>
        </p:txBody>
      </p:sp>
      <p:sp>
        <p:nvSpPr>
          <p:cNvPr id="180" name="Tijdelijke aanduiding voor verticale tekst 2">
            <a:extLst>
              <a:ext uri="{FF2B5EF4-FFF2-40B4-BE49-F238E27FC236}">
                <a16:creationId xmlns:a16="http://schemas.microsoft.com/office/drawing/2014/main" id="{A71EA3B1-553E-45BA-847B-90C429EBAA9A}"/>
              </a:ext>
            </a:extLst>
          </p:cNvPr>
          <p:cNvSpPr>
            <a:spLocks noGrp="1"/>
          </p:cNvSpPr>
          <p:nvPr>
            <p:ph type="body" orient="vert" idx="15" hasCustomPrompt="1"/>
          </p:nvPr>
        </p:nvSpPr>
        <p:spPr>
          <a:xfrm>
            <a:off x="807910" y="662415"/>
            <a:ext cx="4047619" cy="194626"/>
          </a:xfrm>
        </p:spPr>
        <p:txBody>
          <a:bodyPr vert="horz" lIns="0" tIns="0" rIns="0" bIns="0" anchor="b"/>
          <a:lstStyle>
            <a:lvl1pPr marL="0" indent="0">
              <a:buNone/>
              <a:defRPr>
                <a:solidFill>
                  <a:schemeClr val="bg1"/>
                </a:solidFill>
              </a:defRPr>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Hoofdstuktitel</a:t>
            </a:r>
          </a:p>
        </p:txBody>
      </p:sp>
      <p:sp>
        <p:nvSpPr>
          <p:cNvPr id="169" name="Tijdelijke aanduiding voor verticale tekst 2">
            <a:extLst>
              <a:ext uri="{FF2B5EF4-FFF2-40B4-BE49-F238E27FC236}">
                <a16:creationId xmlns:a16="http://schemas.microsoft.com/office/drawing/2014/main" id="{EDA5F084-205A-4C14-9C53-A8FF92E2EC4C}"/>
              </a:ext>
            </a:extLst>
          </p:cNvPr>
          <p:cNvSpPr>
            <a:spLocks noGrp="1"/>
          </p:cNvSpPr>
          <p:nvPr>
            <p:ph type="body" orient="vert" idx="16" hasCustomPrompt="1"/>
          </p:nvPr>
        </p:nvSpPr>
        <p:spPr>
          <a:xfrm>
            <a:off x="6958360" y="1578028"/>
            <a:ext cx="4268055" cy="4580235"/>
          </a:xfrm>
        </p:spPr>
        <p:txBody>
          <a:bodyPr vert="horz" lIns="0" tIns="0" rIns="0" bIns="0"/>
          <a:lstStyle>
            <a:lvl1pPr>
              <a:defRPr/>
            </a:lvl1pPr>
            <a:lvl2pPr>
              <a:defRPr/>
            </a:lvl2pPr>
            <a:lvl3pPr>
              <a:defRPr/>
            </a:lvl3pPr>
            <a:lvl4pPr>
              <a:spcBef>
                <a:spcPts val="600"/>
              </a:spcBef>
              <a:spcAft>
                <a:spcPts val="300"/>
              </a:spcAft>
              <a:defRPr/>
            </a:lvl4pPr>
            <a:lvl5pPr>
              <a:defRPr/>
            </a:lvl5pPr>
            <a:lvl6pPr>
              <a:defRPr/>
            </a:lvl6pPr>
            <a:lvl7pPr>
              <a:defRPr/>
            </a:lvl7pPr>
            <a:lvl8pPr>
              <a:defRPr/>
            </a:lvl8pPr>
            <a:lvl9pPr>
              <a:defRPr/>
            </a:lvl9pPr>
          </a:lstStyle>
          <a:p>
            <a:pPr lvl="0"/>
            <a:r>
              <a:rPr lang="nl-NL"/>
              <a:t>Klik hier om een bullet te plaatsen.</a:t>
            </a:r>
          </a:p>
          <a:p>
            <a:pPr lvl="1"/>
            <a:r>
              <a:rPr lang="nl-NL"/>
              <a:t>Sub-bullets</a:t>
            </a:r>
          </a:p>
          <a:p>
            <a:pPr lvl="2"/>
            <a:r>
              <a:rPr lang="nl-NL"/>
              <a:t>Leestekst</a:t>
            </a:r>
          </a:p>
          <a:p>
            <a:pPr lvl="3"/>
            <a:r>
              <a:rPr lang="nl-NL"/>
              <a:t>Subtitel</a:t>
            </a:r>
          </a:p>
          <a:p>
            <a:pPr lvl="4"/>
            <a:r>
              <a:rPr lang="nl-NL"/>
              <a:t>Numerieke bullets</a:t>
            </a:r>
          </a:p>
          <a:p>
            <a:pPr lvl="5"/>
            <a:r>
              <a:rPr lang="nl-NL"/>
              <a:t># Abc</a:t>
            </a:r>
          </a:p>
          <a:p>
            <a:pPr lvl="6"/>
            <a:r>
              <a:rPr lang="nl-NL"/>
              <a:t># Bullets</a:t>
            </a:r>
          </a:p>
          <a:p>
            <a:pPr lvl="7"/>
            <a:r>
              <a:rPr lang="nl-NL"/>
              <a:t>Cursief</a:t>
            </a:r>
          </a:p>
          <a:p>
            <a:pPr lvl="8"/>
            <a:r>
              <a:rPr lang="nl-NL"/>
              <a:t>Alt. Subtitel</a:t>
            </a:r>
          </a:p>
        </p:txBody>
      </p:sp>
    </p:spTree>
    <p:extLst>
      <p:ext uri="{BB962C8B-B14F-4D97-AF65-F5344CB8AC3E}">
        <p14:creationId xmlns:p14="http://schemas.microsoft.com/office/powerpoint/2010/main" val="8624489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Tekst x2 #4">
    <p:spTree>
      <p:nvGrpSpPr>
        <p:cNvPr id="1" name=""/>
        <p:cNvGrpSpPr/>
        <p:nvPr/>
      </p:nvGrpSpPr>
      <p:grpSpPr>
        <a:xfrm>
          <a:off x="0" y="0"/>
          <a:ext cx="0" cy="0"/>
          <a:chOff x="0" y="0"/>
          <a:chExt cx="0" cy="0"/>
        </a:xfrm>
      </p:grpSpPr>
      <p:sp>
        <p:nvSpPr>
          <p:cNvPr id="74" name="Vrije vorm: vorm 73">
            <a:extLst>
              <a:ext uri="{FF2B5EF4-FFF2-40B4-BE49-F238E27FC236}">
                <a16:creationId xmlns:a16="http://schemas.microsoft.com/office/drawing/2014/main" id="{9DFC5023-CF5F-484D-BB03-840CDB763317}"/>
              </a:ext>
            </a:extLst>
          </p:cNvPr>
          <p:cNvSpPr/>
          <p:nvPr userDrawn="1"/>
        </p:nvSpPr>
        <p:spPr>
          <a:xfrm flipH="1">
            <a:off x="5010846" y="0"/>
            <a:ext cx="6215569" cy="6858000"/>
          </a:xfrm>
          <a:custGeom>
            <a:avLst/>
            <a:gdLst>
              <a:gd name="connsiteX0" fmla="*/ 6215569 w 6215569"/>
              <a:gd name="connsiteY0" fmla="*/ 0 h 6858000"/>
              <a:gd name="connsiteX1" fmla="*/ 4104 w 6215569"/>
              <a:gd name="connsiteY1" fmla="*/ 0 h 6858000"/>
              <a:gd name="connsiteX2" fmla="*/ 459255 w 6215569"/>
              <a:gd name="connsiteY2" fmla="*/ 5411548 h 6858000"/>
              <a:gd name="connsiteX3" fmla="*/ 333573 w 6215569"/>
              <a:gd name="connsiteY3" fmla="*/ 6621529 h 6858000"/>
              <a:gd name="connsiteX4" fmla="*/ 286691 w 6215569"/>
              <a:gd name="connsiteY4" fmla="*/ 6858000 h 6858000"/>
              <a:gd name="connsiteX5" fmla="*/ 6215569 w 6215569"/>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215569" h="6858000">
                <a:moveTo>
                  <a:pt x="6215569" y="0"/>
                </a:moveTo>
                <a:lnTo>
                  <a:pt x="4104" y="0"/>
                </a:lnTo>
                <a:cubicBezTo>
                  <a:pt x="-53373" y="1915655"/>
                  <a:pt x="512848" y="3407719"/>
                  <a:pt x="459255" y="5411548"/>
                </a:cubicBezTo>
                <a:cubicBezTo>
                  <a:pt x="446439" y="5889597"/>
                  <a:pt x="397555" y="6273960"/>
                  <a:pt x="333573" y="6621529"/>
                </a:cubicBezTo>
                <a:lnTo>
                  <a:pt x="286691" y="6858000"/>
                </a:lnTo>
                <a:lnTo>
                  <a:pt x="6215569" y="6858000"/>
                </a:ln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nl-NL" sz="1633"/>
          </a:p>
        </p:txBody>
      </p:sp>
      <p:sp>
        <p:nvSpPr>
          <p:cNvPr id="77" name="Vrije vorm: vorm 76">
            <a:extLst>
              <a:ext uri="{FF2B5EF4-FFF2-40B4-BE49-F238E27FC236}">
                <a16:creationId xmlns:a16="http://schemas.microsoft.com/office/drawing/2014/main" id="{C1BE7241-3BFA-4EEA-B75C-91FA8DD57664}"/>
              </a:ext>
            </a:extLst>
          </p:cNvPr>
          <p:cNvSpPr/>
          <p:nvPr userDrawn="1"/>
        </p:nvSpPr>
        <p:spPr>
          <a:xfrm flipH="1">
            <a:off x="-12080" y="0"/>
            <a:ext cx="5542977" cy="6858000"/>
          </a:xfrm>
          <a:custGeom>
            <a:avLst/>
            <a:gdLst>
              <a:gd name="connsiteX0" fmla="*/ 5542977 w 5542977"/>
              <a:gd name="connsiteY0" fmla="*/ 0 h 6858000"/>
              <a:gd name="connsiteX1" fmla="*/ 4104 w 5542977"/>
              <a:gd name="connsiteY1" fmla="*/ 0 h 6858000"/>
              <a:gd name="connsiteX2" fmla="*/ 459255 w 5542977"/>
              <a:gd name="connsiteY2" fmla="*/ 5411548 h 6858000"/>
              <a:gd name="connsiteX3" fmla="*/ 333573 w 5542977"/>
              <a:gd name="connsiteY3" fmla="*/ 6621529 h 6858000"/>
              <a:gd name="connsiteX4" fmla="*/ 286691 w 5542977"/>
              <a:gd name="connsiteY4" fmla="*/ 6858000 h 6858000"/>
              <a:gd name="connsiteX5" fmla="*/ 5542977 w 5542977"/>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542977" h="6858000">
                <a:moveTo>
                  <a:pt x="5542977" y="0"/>
                </a:moveTo>
                <a:lnTo>
                  <a:pt x="4104" y="0"/>
                </a:lnTo>
                <a:cubicBezTo>
                  <a:pt x="-53373" y="1915655"/>
                  <a:pt x="512848" y="3407719"/>
                  <a:pt x="459255" y="5411548"/>
                </a:cubicBezTo>
                <a:cubicBezTo>
                  <a:pt x="446439" y="5889597"/>
                  <a:pt x="397555" y="6273960"/>
                  <a:pt x="333573" y="6621529"/>
                </a:cubicBezTo>
                <a:lnTo>
                  <a:pt x="286691" y="6858000"/>
                </a:lnTo>
                <a:lnTo>
                  <a:pt x="5542977" y="685800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nl-NL" sz="1633"/>
          </a:p>
        </p:txBody>
      </p:sp>
      <p:sp>
        <p:nvSpPr>
          <p:cNvPr id="178" name="Titel 2">
            <a:extLst>
              <a:ext uri="{FF2B5EF4-FFF2-40B4-BE49-F238E27FC236}">
                <a16:creationId xmlns:a16="http://schemas.microsoft.com/office/drawing/2014/main" id="{7274E53B-4D3A-4DF4-866C-782458741DF8}"/>
              </a:ext>
            </a:extLst>
          </p:cNvPr>
          <p:cNvSpPr>
            <a:spLocks noGrp="1"/>
          </p:cNvSpPr>
          <p:nvPr>
            <p:ph type="title" hasCustomPrompt="1"/>
          </p:nvPr>
        </p:nvSpPr>
        <p:spPr>
          <a:xfrm>
            <a:off x="782814" y="852112"/>
            <a:ext cx="4072716" cy="499257"/>
          </a:xfrm>
        </p:spPr>
        <p:txBody>
          <a:bodyPr/>
          <a:lstStyle>
            <a:lvl1pPr>
              <a:defRPr>
                <a:solidFill>
                  <a:schemeClr val="bg1"/>
                </a:solidFill>
              </a:defRPr>
            </a:lvl1pPr>
          </a:lstStyle>
          <a:p>
            <a:r>
              <a:rPr lang="nl-NL"/>
              <a:t>Plaats hier een titel</a:t>
            </a:r>
          </a:p>
        </p:txBody>
      </p:sp>
      <p:sp>
        <p:nvSpPr>
          <p:cNvPr id="179" name="Tijdelijke aanduiding voor verticale tekst 2">
            <a:extLst>
              <a:ext uri="{FF2B5EF4-FFF2-40B4-BE49-F238E27FC236}">
                <a16:creationId xmlns:a16="http://schemas.microsoft.com/office/drawing/2014/main" id="{79DE9FE5-EAAA-4AB7-B342-3624901F9704}"/>
              </a:ext>
            </a:extLst>
          </p:cNvPr>
          <p:cNvSpPr>
            <a:spLocks noGrp="1"/>
          </p:cNvSpPr>
          <p:nvPr>
            <p:ph type="body" orient="vert" idx="1" hasCustomPrompt="1"/>
          </p:nvPr>
        </p:nvSpPr>
        <p:spPr>
          <a:xfrm>
            <a:off x="807910" y="1578028"/>
            <a:ext cx="4072716" cy="4580235"/>
          </a:xfrm>
        </p:spPr>
        <p:txBody>
          <a:bodyPr vert="horz" lIns="0" tIns="0" rIns="0" bIns="0"/>
          <a:lstStyle>
            <a:lvl1pPr>
              <a:buClr>
                <a:schemeClr val="bg1"/>
              </a:buClr>
              <a:defRPr>
                <a:solidFill>
                  <a:schemeClr val="bg1"/>
                </a:solidFill>
              </a:defRPr>
            </a:lvl1pPr>
            <a:lvl2pPr>
              <a:buClr>
                <a:schemeClr val="accent5"/>
              </a:buClr>
              <a:defRPr>
                <a:solidFill>
                  <a:schemeClr val="bg1"/>
                </a:solidFill>
              </a:defRPr>
            </a:lvl2pPr>
            <a:lvl3pPr>
              <a:defRPr>
                <a:solidFill>
                  <a:schemeClr val="bg1"/>
                </a:solidFill>
              </a:defRPr>
            </a:lvl3pPr>
            <a:lvl4pPr>
              <a:spcBef>
                <a:spcPts val="600"/>
              </a:spcBef>
              <a:spcAft>
                <a:spcPts val="300"/>
              </a:spcAft>
              <a:defRPr>
                <a:solidFill>
                  <a:schemeClr val="bg1"/>
                </a:solidFill>
              </a:defRPr>
            </a:lvl4pPr>
            <a:lvl5pPr>
              <a:buClr>
                <a:schemeClr val="bg1"/>
              </a:buClr>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nl-NL"/>
              <a:t>Klik hier om een bullet te plaatsen.</a:t>
            </a:r>
          </a:p>
          <a:p>
            <a:pPr lvl="1"/>
            <a:r>
              <a:rPr lang="nl-NL"/>
              <a:t>Sub-bullets</a:t>
            </a:r>
          </a:p>
          <a:p>
            <a:pPr lvl="2"/>
            <a:r>
              <a:rPr lang="nl-NL"/>
              <a:t>Leestekst</a:t>
            </a:r>
          </a:p>
          <a:p>
            <a:pPr lvl="3"/>
            <a:r>
              <a:rPr lang="nl-NL"/>
              <a:t>Subtitel</a:t>
            </a:r>
          </a:p>
          <a:p>
            <a:pPr lvl="4"/>
            <a:r>
              <a:rPr lang="nl-NL"/>
              <a:t>Numerieke bullets</a:t>
            </a:r>
          </a:p>
          <a:p>
            <a:pPr lvl="5"/>
            <a:r>
              <a:rPr lang="nl-NL"/>
              <a:t># Abc</a:t>
            </a:r>
          </a:p>
          <a:p>
            <a:pPr lvl="6"/>
            <a:r>
              <a:rPr lang="nl-NL"/>
              <a:t># Bullets</a:t>
            </a:r>
          </a:p>
          <a:p>
            <a:pPr lvl="7"/>
            <a:r>
              <a:rPr lang="nl-NL"/>
              <a:t>Cursief</a:t>
            </a:r>
          </a:p>
          <a:p>
            <a:pPr lvl="8"/>
            <a:r>
              <a:rPr lang="nl-NL"/>
              <a:t>Alt. Subtitel</a:t>
            </a:r>
          </a:p>
        </p:txBody>
      </p:sp>
      <p:sp>
        <p:nvSpPr>
          <p:cNvPr id="180" name="Tijdelijke aanduiding voor verticale tekst 2">
            <a:extLst>
              <a:ext uri="{FF2B5EF4-FFF2-40B4-BE49-F238E27FC236}">
                <a16:creationId xmlns:a16="http://schemas.microsoft.com/office/drawing/2014/main" id="{A71EA3B1-553E-45BA-847B-90C429EBAA9A}"/>
              </a:ext>
            </a:extLst>
          </p:cNvPr>
          <p:cNvSpPr>
            <a:spLocks noGrp="1"/>
          </p:cNvSpPr>
          <p:nvPr>
            <p:ph type="body" orient="vert" idx="15" hasCustomPrompt="1"/>
          </p:nvPr>
        </p:nvSpPr>
        <p:spPr>
          <a:xfrm>
            <a:off x="807910" y="662415"/>
            <a:ext cx="4047619" cy="194626"/>
          </a:xfrm>
        </p:spPr>
        <p:txBody>
          <a:bodyPr vert="horz" lIns="0" tIns="0" rIns="0" bIns="0" anchor="b"/>
          <a:lstStyle>
            <a:lvl1pPr marL="0" indent="0">
              <a:buNone/>
              <a:defRPr>
                <a:solidFill>
                  <a:schemeClr val="bg1"/>
                </a:solidFill>
              </a:defRPr>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Hoofdstuktitel</a:t>
            </a:r>
          </a:p>
        </p:txBody>
      </p:sp>
      <p:sp>
        <p:nvSpPr>
          <p:cNvPr id="78" name="Tijdelijke aanduiding voor verticale tekst 2">
            <a:extLst>
              <a:ext uri="{FF2B5EF4-FFF2-40B4-BE49-F238E27FC236}">
                <a16:creationId xmlns:a16="http://schemas.microsoft.com/office/drawing/2014/main" id="{E721AEBE-DB02-4E13-8589-C3EF7B62E056}"/>
              </a:ext>
            </a:extLst>
          </p:cNvPr>
          <p:cNvSpPr>
            <a:spLocks noGrp="1"/>
          </p:cNvSpPr>
          <p:nvPr>
            <p:ph type="body" orient="vert" idx="16" hasCustomPrompt="1"/>
          </p:nvPr>
        </p:nvSpPr>
        <p:spPr>
          <a:xfrm>
            <a:off x="5984602" y="1578028"/>
            <a:ext cx="4268055" cy="4580235"/>
          </a:xfrm>
        </p:spPr>
        <p:txBody>
          <a:bodyPr vert="horz" lIns="0" tIns="0" rIns="0" bIns="0"/>
          <a:lstStyle>
            <a:lvl1pPr>
              <a:defRPr/>
            </a:lvl1pPr>
            <a:lvl2pPr>
              <a:defRPr/>
            </a:lvl2pPr>
            <a:lvl3pPr>
              <a:defRPr/>
            </a:lvl3pPr>
            <a:lvl4pPr>
              <a:spcBef>
                <a:spcPts val="600"/>
              </a:spcBef>
              <a:spcAft>
                <a:spcPts val="300"/>
              </a:spcAft>
              <a:defRPr/>
            </a:lvl4pPr>
            <a:lvl5pPr>
              <a:defRPr/>
            </a:lvl5pPr>
            <a:lvl6pPr>
              <a:defRPr/>
            </a:lvl6pPr>
            <a:lvl7pPr>
              <a:defRPr/>
            </a:lvl7pPr>
            <a:lvl8pPr>
              <a:defRPr/>
            </a:lvl8pPr>
            <a:lvl9pPr>
              <a:defRPr/>
            </a:lvl9pPr>
          </a:lstStyle>
          <a:p>
            <a:pPr lvl="0"/>
            <a:r>
              <a:rPr lang="nl-NL"/>
              <a:t>Klik hier om een bullet te plaatsen.</a:t>
            </a:r>
          </a:p>
          <a:p>
            <a:pPr lvl="1"/>
            <a:r>
              <a:rPr lang="nl-NL"/>
              <a:t>Sub-bullets</a:t>
            </a:r>
          </a:p>
          <a:p>
            <a:pPr lvl="2"/>
            <a:r>
              <a:rPr lang="nl-NL"/>
              <a:t>Leestekst</a:t>
            </a:r>
          </a:p>
          <a:p>
            <a:pPr lvl="3"/>
            <a:r>
              <a:rPr lang="nl-NL"/>
              <a:t>Subtitel</a:t>
            </a:r>
          </a:p>
          <a:p>
            <a:pPr lvl="4"/>
            <a:r>
              <a:rPr lang="nl-NL"/>
              <a:t>Numerieke bullets</a:t>
            </a:r>
          </a:p>
          <a:p>
            <a:pPr lvl="5"/>
            <a:r>
              <a:rPr lang="nl-NL"/>
              <a:t># Abc</a:t>
            </a:r>
          </a:p>
          <a:p>
            <a:pPr lvl="6"/>
            <a:r>
              <a:rPr lang="nl-NL"/>
              <a:t># Bullets</a:t>
            </a:r>
          </a:p>
          <a:p>
            <a:pPr lvl="7"/>
            <a:r>
              <a:rPr lang="nl-NL"/>
              <a:t>Cursief</a:t>
            </a:r>
          </a:p>
          <a:p>
            <a:pPr lvl="8"/>
            <a:r>
              <a:rPr lang="nl-NL"/>
              <a:t>Alt. Subtitel</a:t>
            </a:r>
          </a:p>
        </p:txBody>
      </p:sp>
    </p:spTree>
    <p:extLst>
      <p:ext uri="{BB962C8B-B14F-4D97-AF65-F5344CB8AC3E}">
        <p14:creationId xmlns:p14="http://schemas.microsoft.com/office/powerpoint/2010/main" val="15778764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userDrawn="1">
  <p:cSld name="Logo en Tekst">
    <p:spTree>
      <p:nvGrpSpPr>
        <p:cNvPr id="1" name=""/>
        <p:cNvGrpSpPr/>
        <p:nvPr/>
      </p:nvGrpSpPr>
      <p:grpSpPr>
        <a:xfrm>
          <a:off x="0" y="0"/>
          <a:ext cx="0" cy="0"/>
          <a:chOff x="0" y="0"/>
          <a:chExt cx="0" cy="0"/>
        </a:xfrm>
      </p:grpSpPr>
      <p:sp>
        <p:nvSpPr>
          <p:cNvPr id="6" name="Graphic 31">
            <a:extLst>
              <a:ext uri="{FF2B5EF4-FFF2-40B4-BE49-F238E27FC236}">
                <a16:creationId xmlns:a16="http://schemas.microsoft.com/office/drawing/2014/main" id="{B0DAEC88-62C8-43D5-A5F2-46C0AD7D5671}"/>
              </a:ext>
            </a:extLst>
          </p:cNvPr>
          <p:cNvSpPr>
            <a:spLocks noChangeAspect="1"/>
          </p:cNvSpPr>
          <p:nvPr userDrawn="1"/>
        </p:nvSpPr>
        <p:spPr>
          <a:xfrm rot="5400000" flipH="1">
            <a:off x="2656213" y="-2656226"/>
            <a:ext cx="6900415" cy="12212857"/>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 name="connsiteX0" fmla="*/ 892481 w 5315644"/>
              <a:gd name="connsiteY0" fmla="*/ 0 h 7563813"/>
              <a:gd name="connsiteX1" fmla="*/ 5816 w 5315644"/>
              <a:gd name="connsiteY1" fmla="*/ 3571624 h 7563813"/>
              <a:gd name="connsiteX2" fmla="*/ 747667 w 5315644"/>
              <a:gd name="connsiteY2" fmla="*/ 7563812 h 7563813"/>
              <a:gd name="connsiteX3" fmla="*/ 4552322 w 5315644"/>
              <a:gd name="connsiteY3" fmla="*/ 7563813 h 7563813"/>
              <a:gd name="connsiteX4" fmla="*/ 5315644 w 5315644"/>
              <a:gd name="connsiteY4" fmla="*/ 0 h 7563813"/>
              <a:gd name="connsiteX5" fmla="*/ 892481 w 5315644"/>
              <a:gd name="connsiteY5" fmla="*/ 0 h 7563813"/>
              <a:gd name="connsiteX0" fmla="*/ 892481 w 5315644"/>
              <a:gd name="connsiteY0" fmla="*/ 0 h 7563813"/>
              <a:gd name="connsiteX1" fmla="*/ 5816 w 5315644"/>
              <a:gd name="connsiteY1" fmla="*/ 3571624 h 7563813"/>
              <a:gd name="connsiteX2" fmla="*/ 747667 w 5315644"/>
              <a:gd name="connsiteY2" fmla="*/ 7563812 h 7563813"/>
              <a:gd name="connsiteX3" fmla="*/ 4901639 w 5315644"/>
              <a:gd name="connsiteY3" fmla="*/ 7563813 h 7563813"/>
              <a:gd name="connsiteX4" fmla="*/ 5315644 w 5315644"/>
              <a:gd name="connsiteY4" fmla="*/ 0 h 7563813"/>
              <a:gd name="connsiteX5" fmla="*/ 892481 w 5315644"/>
              <a:gd name="connsiteY5" fmla="*/ 0 h 7563813"/>
              <a:gd name="connsiteX0" fmla="*/ 892481 w 4901639"/>
              <a:gd name="connsiteY0" fmla="*/ 0 h 7563813"/>
              <a:gd name="connsiteX1" fmla="*/ 5816 w 4901639"/>
              <a:gd name="connsiteY1" fmla="*/ 3571624 h 7563813"/>
              <a:gd name="connsiteX2" fmla="*/ 747667 w 4901639"/>
              <a:gd name="connsiteY2" fmla="*/ 7563812 h 7563813"/>
              <a:gd name="connsiteX3" fmla="*/ 4901639 w 4901639"/>
              <a:gd name="connsiteY3" fmla="*/ 7563813 h 7563813"/>
              <a:gd name="connsiteX4" fmla="*/ 4565260 w 4901639"/>
              <a:gd name="connsiteY4" fmla="*/ 0 h 7563813"/>
              <a:gd name="connsiteX5" fmla="*/ 892481 w 4901639"/>
              <a:gd name="connsiteY5" fmla="*/ 0 h 7563813"/>
              <a:gd name="connsiteX0" fmla="*/ 892481 w 4901639"/>
              <a:gd name="connsiteY0" fmla="*/ 12938 h 7576751"/>
              <a:gd name="connsiteX1" fmla="*/ 5816 w 4901639"/>
              <a:gd name="connsiteY1" fmla="*/ 3584562 h 7576751"/>
              <a:gd name="connsiteX2" fmla="*/ 747667 w 4901639"/>
              <a:gd name="connsiteY2" fmla="*/ 7576750 h 7576751"/>
              <a:gd name="connsiteX3" fmla="*/ 4901639 w 4901639"/>
              <a:gd name="connsiteY3" fmla="*/ 7576751 h 7576751"/>
              <a:gd name="connsiteX4" fmla="*/ 4901639 w 4901639"/>
              <a:gd name="connsiteY4" fmla="*/ 0 h 7576751"/>
              <a:gd name="connsiteX5" fmla="*/ 892481 w 4901639"/>
              <a:gd name="connsiteY5" fmla="*/ 12938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823283 h 8379532"/>
              <a:gd name="connsiteX1" fmla="*/ 10879 w 4906702"/>
              <a:gd name="connsiteY1" fmla="*/ 4387343 h 8379532"/>
              <a:gd name="connsiteX2" fmla="*/ 752730 w 4906702"/>
              <a:gd name="connsiteY2" fmla="*/ 8379531 h 8379532"/>
              <a:gd name="connsiteX3" fmla="*/ 4906702 w 4906702"/>
              <a:gd name="connsiteY3" fmla="*/ 8379532 h 8379532"/>
              <a:gd name="connsiteX4" fmla="*/ 4906702 w 4906702"/>
              <a:gd name="connsiteY4" fmla="*/ 802781 h 8379532"/>
              <a:gd name="connsiteX5" fmla="*/ 0 w 4906702"/>
              <a:gd name="connsiteY5" fmla="*/ 823283 h 8379532"/>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147214 w 4923206"/>
              <a:gd name="connsiteY0" fmla="*/ 179342 h 7576751"/>
              <a:gd name="connsiteX1" fmla="*/ 27383 w 4923206"/>
              <a:gd name="connsiteY1" fmla="*/ 3584562 h 7576751"/>
              <a:gd name="connsiteX2" fmla="*/ 769234 w 4923206"/>
              <a:gd name="connsiteY2" fmla="*/ 7576750 h 7576751"/>
              <a:gd name="connsiteX3" fmla="*/ 4923206 w 4923206"/>
              <a:gd name="connsiteY3" fmla="*/ 7576751 h 7576751"/>
              <a:gd name="connsiteX4" fmla="*/ 4923206 w 4923206"/>
              <a:gd name="connsiteY4" fmla="*/ 0 h 7576751"/>
              <a:gd name="connsiteX5" fmla="*/ 147214 w 4923206"/>
              <a:gd name="connsiteY5" fmla="*/ 179342 h 7576751"/>
              <a:gd name="connsiteX0" fmla="*/ 42213 w 4957629"/>
              <a:gd name="connsiteY0" fmla="*/ 5373 h 7576751"/>
              <a:gd name="connsiteX1" fmla="*/ 61806 w 4957629"/>
              <a:gd name="connsiteY1" fmla="*/ 3584562 h 7576751"/>
              <a:gd name="connsiteX2" fmla="*/ 803657 w 4957629"/>
              <a:gd name="connsiteY2" fmla="*/ 7576750 h 7576751"/>
              <a:gd name="connsiteX3" fmla="*/ 4957629 w 4957629"/>
              <a:gd name="connsiteY3" fmla="*/ 7576751 h 7576751"/>
              <a:gd name="connsiteX4" fmla="*/ 4957629 w 4957629"/>
              <a:gd name="connsiteY4" fmla="*/ 0 h 7576751"/>
              <a:gd name="connsiteX5" fmla="*/ 42213 w 4957629"/>
              <a:gd name="connsiteY5" fmla="*/ 5373 h 7576751"/>
              <a:gd name="connsiteX0" fmla="*/ 19358 w 4934774"/>
              <a:gd name="connsiteY0" fmla="*/ 5373 h 7576751"/>
              <a:gd name="connsiteX1" fmla="*/ 38951 w 4934774"/>
              <a:gd name="connsiteY1" fmla="*/ 3584562 h 7576751"/>
              <a:gd name="connsiteX2" fmla="*/ 780802 w 4934774"/>
              <a:gd name="connsiteY2" fmla="*/ 7576750 h 7576751"/>
              <a:gd name="connsiteX3" fmla="*/ 4934774 w 4934774"/>
              <a:gd name="connsiteY3" fmla="*/ 7576751 h 7576751"/>
              <a:gd name="connsiteX4" fmla="*/ 4934774 w 4934774"/>
              <a:gd name="connsiteY4" fmla="*/ 0 h 7576751"/>
              <a:gd name="connsiteX5" fmla="*/ 19358 w 4934774"/>
              <a:gd name="connsiteY5" fmla="*/ 5373 h 7576751"/>
              <a:gd name="connsiteX0" fmla="*/ 0 w 4915416"/>
              <a:gd name="connsiteY0" fmla="*/ 5373 h 7576751"/>
              <a:gd name="connsiteX1" fmla="*/ 19593 w 4915416"/>
              <a:gd name="connsiteY1" fmla="*/ 3584562 h 7576751"/>
              <a:gd name="connsiteX2" fmla="*/ 761444 w 4915416"/>
              <a:gd name="connsiteY2" fmla="*/ 7576750 h 7576751"/>
              <a:gd name="connsiteX3" fmla="*/ 4915416 w 4915416"/>
              <a:gd name="connsiteY3" fmla="*/ 7576751 h 7576751"/>
              <a:gd name="connsiteX4" fmla="*/ 4915416 w 4915416"/>
              <a:gd name="connsiteY4" fmla="*/ 0 h 7576751"/>
              <a:gd name="connsiteX5" fmla="*/ 0 w 4915416"/>
              <a:gd name="connsiteY5" fmla="*/ 5373 h 7576751"/>
              <a:gd name="connsiteX0" fmla="*/ 0 w 4915416"/>
              <a:gd name="connsiteY0" fmla="*/ 5373 h 7576751"/>
              <a:gd name="connsiteX1" fmla="*/ 19593 w 4915416"/>
              <a:gd name="connsiteY1" fmla="*/ 3584562 h 7576751"/>
              <a:gd name="connsiteX2" fmla="*/ 761444 w 4915416"/>
              <a:gd name="connsiteY2" fmla="*/ 7576750 h 7576751"/>
              <a:gd name="connsiteX3" fmla="*/ 4915416 w 4915416"/>
              <a:gd name="connsiteY3" fmla="*/ 7576751 h 7576751"/>
              <a:gd name="connsiteX4" fmla="*/ 4915416 w 4915416"/>
              <a:gd name="connsiteY4" fmla="*/ 0 h 7576751"/>
              <a:gd name="connsiteX5" fmla="*/ 0 w 4915416"/>
              <a:gd name="connsiteY5" fmla="*/ 5373 h 7576751"/>
              <a:gd name="connsiteX0" fmla="*/ 369366 w 5284782"/>
              <a:gd name="connsiteY0" fmla="*/ 266522 h 7837900"/>
              <a:gd name="connsiteX1" fmla="*/ 362817 w 5284782"/>
              <a:gd name="connsiteY1" fmla="*/ 3845711 h 7837900"/>
              <a:gd name="connsiteX2" fmla="*/ 1130810 w 5284782"/>
              <a:gd name="connsiteY2" fmla="*/ 7837899 h 7837900"/>
              <a:gd name="connsiteX3" fmla="*/ 5284782 w 5284782"/>
              <a:gd name="connsiteY3" fmla="*/ 7837900 h 7837900"/>
              <a:gd name="connsiteX4" fmla="*/ 5284782 w 5284782"/>
              <a:gd name="connsiteY4" fmla="*/ 261149 h 7837900"/>
              <a:gd name="connsiteX5" fmla="*/ 369366 w 5284782"/>
              <a:gd name="connsiteY5" fmla="*/ 266522 h 7837900"/>
              <a:gd name="connsiteX0" fmla="*/ 16535 w 4931951"/>
              <a:gd name="connsiteY0" fmla="*/ 5373 h 7576751"/>
              <a:gd name="connsiteX1" fmla="*/ 9986 w 4931951"/>
              <a:gd name="connsiteY1" fmla="*/ 3584562 h 7576751"/>
              <a:gd name="connsiteX2" fmla="*/ 777979 w 4931951"/>
              <a:gd name="connsiteY2" fmla="*/ 7576750 h 7576751"/>
              <a:gd name="connsiteX3" fmla="*/ 4931951 w 4931951"/>
              <a:gd name="connsiteY3" fmla="*/ 7576751 h 7576751"/>
              <a:gd name="connsiteX4" fmla="*/ 4931951 w 4931951"/>
              <a:gd name="connsiteY4" fmla="*/ 0 h 7576751"/>
              <a:gd name="connsiteX5" fmla="*/ 16535 w 4931951"/>
              <a:gd name="connsiteY5" fmla="*/ 5373 h 7576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31951" h="7576751">
                <a:moveTo>
                  <a:pt x="16535" y="5373"/>
                </a:moveTo>
                <a:cubicBezTo>
                  <a:pt x="-5007" y="4000"/>
                  <a:pt x="-3639" y="2292410"/>
                  <a:pt x="9986" y="3584562"/>
                </a:cubicBezTo>
                <a:cubicBezTo>
                  <a:pt x="23611" y="4876714"/>
                  <a:pt x="882144" y="6160044"/>
                  <a:pt x="777979" y="7576750"/>
                </a:cubicBezTo>
                <a:lnTo>
                  <a:pt x="4931951" y="7576751"/>
                </a:lnTo>
                <a:lnTo>
                  <a:pt x="4931951" y="0"/>
                </a:lnTo>
                <a:lnTo>
                  <a:pt x="16535" y="5373"/>
                </a:lnTo>
                <a:close/>
              </a:path>
            </a:pathLst>
          </a:custGeom>
          <a:solidFill>
            <a:schemeClr val="bg1">
              <a:lumMod val="95000"/>
            </a:schemeClr>
          </a:solidFill>
          <a:ln w="12692" cap="flat">
            <a:noFill/>
            <a:prstDash val="solid"/>
            <a:miter/>
          </a:ln>
        </p:spPr>
        <p:txBody>
          <a:bodyPr rtlCol="0" anchor="ctr"/>
          <a:lstStyle/>
          <a:p>
            <a:endParaRPr lang="nl-NL" sz="1633"/>
          </a:p>
        </p:txBody>
      </p:sp>
      <p:sp>
        <p:nvSpPr>
          <p:cNvPr id="3" name="Titel 2">
            <a:extLst>
              <a:ext uri="{FF2B5EF4-FFF2-40B4-BE49-F238E27FC236}">
                <a16:creationId xmlns:a16="http://schemas.microsoft.com/office/drawing/2014/main" id="{9C75EC70-7F42-4BDA-A7A4-1B42B53FCE8E}"/>
              </a:ext>
            </a:extLst>
          </p:cNvPr>
          <p:cNvSpPr>
            <a:spLocks noGrp="1"/>
          </p:cNvSpPr>
          <p:nvPr>
            <p:ph type="title" hasCustomPrompt="1"/>
          </p:nvPr>
        </p:nvSpPr>
        <p:spPr>
          <a:xfrm>
            <a:off x="5852213" y="1142171"/>
            <a:ext cx="5768088" cy="895483"/>
          </a:xfrm>
        </p:spPr>
        <p:txBody>
          <a:bodyPr/>
          <a:lstStyle>
            <a:lvl1pPr>
              <a:defRPr/>
            </a:lvl1pPr>
          </a:lstStyle>
          <a:p>
            <a:r>
              <a:rPr lang="nl-NL"/>
              <a:t>Plaats hier een titel</a:t>
            </a:r>
            <a:br>
              <a:rPr lang="nl-NL"/>
            </a:br>
            <a:r>
              <a:rPr lang="nl-NL"/>
              <a:t>max. 2 regels</a:t>
            </a:r>
          </a:p>
        </p:txBody>
      </p:sp>
      <p:pic>
        <p:nvPicPr>
          <p:cNvPr id="7" name="Afbeelding" descr="Afbeelding">
            <a:extLst>
              <a:ext uri="{FF2B5EF4-FFF2-40B4-BE49-F238E27FC236}">
                <a16:creationId xmlns:a16="http://schemas.microsoft.com/office/drawing/2014/main" id="{2C572579-0014-4DC0-85C5-4C6B44A7A0AD}"/>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202223" y="2156764"/>
            <a:ext cx="2489244" cy="822025"/>
          </a:xfrm>
          <a:prstGeom prst="rect">
            <a:avLst/>
          </a:prstGeom>
          <a:ln w="12700">
            <a:miter lim="400000"/>
          </a:ln>
        </p:spPr>
      </p:pic>
      <p:cxnSp>
        <p:nvCxnSpPr>
          <p:cNvPr id="12" name="Rechte verbindingslijn 11">
            <a:extLst>
              <a:ext uri="{FF2B5EF4-FFF2-40B4-BE49-F238E27FC236}">
                <a16:creationId xmlns:a16="http://schemas.microsoft.com/office/drawing/2014/main" id="{DDA9C18D-CAC3-4D76-8FF2-1BD4A1A1E1D7}"/>
              </a:ext>
            </a:extLst>
          </p:cNvPr>
          <p:cNvCxnSpPr>
            <a:cxnSpLocks/>
          </p:cNvCxnSpPr>
          <p:nvPr userDrawn="1"/>
        </p:nvCxnSpPr>
        <p:spPr>
          <a:xfrm>
            <a:off x="5143779" y="897467"/>
            <a:ext cx="0" cy="5063066"/>
          </a:xfrm>
          <a:prstGeom prst="line">
            <a:avLst/>
          </a:prstGeom>
          <a:ln>
            <a:solidFill>
              <a:srgbClr val="5A5A5A"/>
            </a:solidFill>
          </a:ln>
        </p:spPr>
        <p:style>
          <a:lnRef idx="1">
            <a:schemeClr val="accent1"/>
          </a:lnRef>
          <a:fillRef idx="0">
            <a:schemeClr val="accent1"/>
          </a:fillRef>
          <a:effectRef idx="0">
            <a:schemeClr val="accent1"/>
          </a:effectRef>
          <a:fontRef idx="minor">
            <a:schemeClr val="tx1"/>
          </a:fontRef>
        </p:style>
      </p:cxnSp>
      <p:sp>
        <p:nvSpPr>
          <p:cNvPr id="13" name="Tijdelijke aanduiding voor verticale tekst 2">
            <a:extLst>
              <a:ext uri="{FF2B5EF4-FFF2-40B4-BE49-F238E27FC236}">
                <a16:creationId xmlns:a16="http://schemas.microsoft.com/office/drawing/2014/main" id="{BE1F228E-83A2-4CA0-95D9-7EC742C14C6D}"/>
              </a:ext>
            </a:extLst>
          </p:cNvPr>
          <p:cNvSpPr>
            <a:spLocks noGrp="1"/>
          </p:cNvSpPr>
          <p:nvPr>
            <p:ph type="body" orient="vert" idx="1" hasCustomPrompt="1"/>
          </p:nvPr>
        </p:nvSpPr>
        <p:spPr>
          <a:xfrm>
            <a:off x="5852213" y="2186692"/>
            <a:ext cx="5768080" cy="3773841"/>
          </a:xfrm>
        </p:spPr>
        <p:txBody>
          <a:bodyPr vert="horz" lIns="0" tIns="0" rIns="0" bIns="0"/>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a:t>Klik hier om een bullet te plaatsen.</a:t>
            </a:r>
          </a:p>
          <a:p>
            <a:pPr lvl="1"/>
            <a:r>
              <a:rPr lang="nl-NL"/>
              <a:t>Sub-bullets</a:t>
            </a:r>
          </a:p>
          <a:p>
            <a:pPr lvl="2"/>
            <a:r>
              <a:rPr lang="nl-NL"/>
              <a:t>Leestekst</a:t>
            </a:r>
          </a:p>
          <a:p>
            <a:pPr lvl="3"/>
            <a:r>
              <a:rPr lang="nl-NL"/>
              <a:t>Subtitel</a:t>
            </a:r>
          </a:p>
          <a:p>
            <a:pPr lvl="4"/>
            <a:r>
              <a:rPr lang="nl-NL"/>
              <a:t>Numerieke bullets</a:t>
            </a:r>
          </a:p>
          <a:p>
            <a:pPr lvl="5"/>
            <a:r>
              <a:rPr lang="nl-NL"/>
              <a:t># Abc</a:t>
            </a:r>
          </a:p>
          <a:p>
            <a:pPr lvl="6"/>
            <a:r>
              <a:rPr lang="nl-NL"/>
              <a:t># Bullets</a:t>
            </a:r>
          </a:p>
          <a:p>
            <a:pPr lvl="7"/>
            <a:r>
              <a:rPr lang="nl-NL"/>
              <a:t>Cursief</a:t>
            </a:r>
          </a:p>
          <a:p>
            <a:pPr lvl="8"/>
            <a:r>
              <a:rPr lang="nl-NL"/>
              <a:t>Alt. Subtitel</a:t>
            </a:r>
          </a:p>
        </p:txBody>
      </p:sp>
      <p:sp>
        <p:nvSpPr>
          <p:cNvPr id="14" name="Tijdelijke aanduiding voor verticale tekst 2">
            <a:extLst>
              <a:ext uri="{FF2B5EF4-FFF2-40B4-BE49-F238E27FC236}">
                <a16:creationId xmlns:a16="http://schemas.microsoft.com/office/drawing/2014/main" id="{51815690-6EF4-408A-9E19-D59003942DD3}"/>
              </a:ext>
            </a:extLst>
          </p:cNvPr>
          <p:cNvSpPr>
            <a:spLocks noGrp="1"/>
          </p:cNvSpPr>
          <p:nvPr>
            <p:ph type="body" orient="vert" idx="10" hasCustomPrompt="1"/>
          </p:nvPr>
        </p:nvSpPr>
        <p:spPr>
          <a:xfrm>
            <a:off x="1280142" y="3293606"/>
            <a:ext cx="3271079" cy="2666928"/>
          </a:xfrm>
        </p:spPr>
        <p:txBody>
          <a:bodyPr vert="horz" lIns="0" tIns="0" rIns="0" bIns="0"/>
          <a:lstStyle>
            <a:lvl1pPr marL="0" indent="0">
              <a:buNone/>
              <a:defRPr/>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Klik hier om een tekst te plaatsen.</a:t>
            </a:r>
          </a:p>
        </p:txBody>
      </p:sp>
    </p:spTree>
    <p:extLst>
      <p:ext uri="{BB962C8B-B14F-4D97-AF65-F5344CB8AC3E}">
        <p14:creationId xmlns:p14="http://schemas.microsoft.com/office/powerpoint/2010/main" val="8992190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Logo en Tekst #2">
    <p:spTree>
      <p:nvGrpSpPr>
        <p:cNvPr id="1" name=""/>
        <p:cNvGrpSpPr/>
        <p:nvPr/>
      </p:nvGrpSpPr>
      <p:grpSpPr>
        <a:xfrm>
          <a:off x="0" y="0"/>
          <a:ext cx="0" cy="0"/>
          <a:chOff x="0" y="0"/>
          <a:chExt cx="0" cy="0"/>
        </a:xfrm>
      </p:grpSpPr>
      <p:sp>
        <p:nvSpPr>
          <p:cNvPr id="6" name="Graphic 31">
            <a:extLst>
              <a:ext uri="{FF2B5EF4-FFF2-40B4-BE49-F238E27FC236}">
                <a16:creationId xmlns:a16="http://schemas.microsoft.com/office/drawing/2014/main" id="{B0DAEC88-62C8-43D5-A5F2-46C0AD7D5671}"/>
              </a:ext>
            </a:extLst>
          </p:cNvPr>
          <p:cNvSpPr>
            <a:spLocks noChangeAspect="1"/>
          </p:cNvSpPr>
          <p:nvPr userDrawn="1"/>
        </p:nvSpPr>
        <p:spPr>
          <a:xfrm rot="5400000" flipH="1">
            <a:off x="2656213" y="-2656226"/>
            <a:ext cx="6900415" cy="12212857"/>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 name="connsiteX0" fmla="*/ 892481 w 5315644"/>
              <a:gd name="connsiteY0" fmla="*/ 0 h 7563813"/>
              <a:gd name="connsiteX1" fmla="*/ 5816 w 5315644"/>
              <a:gd name="connsiteY1" fmla="*/ 3571624 h 7563813"/>
              <a:gd name="connsiteX2" fmla="*/ 747667 w 5315644"/>
              <a:gd name="connsiteY2" fmla="*/ 7563812 h 7563813"/>
              <a:gd name="connsiteX3" fmla="*/ 4552322 w 5315644"/>
              <a:gd name="connsiteY3" fmla="*/ 7563813 h 7563813"/>
              <a:gd name="connsiteX4" fmla="*/ 5315644 w 5315644"/>
              <a:gd name="connsiteY4" fmla="*/ 0 h 7563813"/>
              <a:gd name="connsiteX5" fmla="*/ 892481 w 5315644"/>
              <a:gd name="connsiteY5" fmla="*/ 0 h 7563813"/>
              <a:gd name="connsiteX0" fmla="*/ 892481 w 5315644"/>
              <a:gd name="connsiteY0" fmla="*/ 0 h 7563813"/>
              <a:gd name="connsiteX1" fmla="*/ 5816 w 5315644"/>
              <a:gd name="connsiteY1" fmla="*/ 3571624 h 7563813"/>
              <a:gd name="connsiteX2" fmla="*/ 747667 w 5315644"/>
              <a:gd name="connsiteY2" fmla="*/ 7563812 h 7563813"/>
              <a:gd name="connsiteX3" fmla="*/ 4901639 w 5315644"/>
              <a:gd name="connsiteY3" fmla="*/ 7563813 h 7563813"/>
              <a:gd name="connsiteX4" fmla="*/ 5315644 w 5315644"/>
              <a:gd name="connsiteY4" fmla="*/ 0 h 7563813"/>
              <a:gd name="connsiteX5" fmla="*/ 892481 w 5315644"/>
              <a:gd name="connsiteY5" fmla="*/ 0 h 7563813"/>
              <a:gd name="connsiteX0" fmla="*/ 892481 w 4901639"/>
              <a:gd name="connsiteY0" fmla="*/ 0 h 7563813"/>
              <a:gd name="connsiteX1" fmla="*/ 5816 w 4901639"/>
              <a:gd name="connsiteY1" fmla="*/ 3571624 h 7563813"/>
              <a:gd name="connsiteX2" fmla="*/ 747667 w 4901639"/>
              <a:gd name="connsiteY2" fmla="*/ 7563812 h 7563813"/>
              <a:gd name="connsiteX3" fmla="*/ 4901639 w 4901639"/>
              <a:gd name="connsiteY3" fmla="*/ 7563813 h 7563813"/>
              <a:gd name="connsiteX4" fmla="*/ 4565260 w 4901639"/>
              <a:gd name="connsiteY4" fmla="*/ 0 h 7563813"/>
              <a:gd name="connsiteX5" fmla="*/ 892481 w 4901639"/>
              <a:gd name="connsiteY5" fmla="*/ 0 h 7563813"/>
              <a:gd name="connsiteX0" fmla="*/ 892481 w 4901639"/>
              <a:gd name="connsiteY0" fmla="*/ 12938 h 7576751"/>
              <a:gd name="connsiteX1" fmla="*/ 5816 w 4901639"/>
              <a:gd name="connsiteY1" fmla="*/ 3584562 h 7576751"/>
              <a:gd name="connsiteX2" fmla="*/ 747667 w 4901639"/>
              <a:gd name="connsiteY2" fmla="*/ 7576750 h 7576751"/>
              <a:gd name="connsiteX3" fmla="*/ 4901639 w 4901639"/>
              <a:gd name="connsiteY3" fmla="*/ 7576751 h 7576751"/>
              <a:gd name="connsiteX4" fmla="*/ 4901639 w 4901639"/>
              <a:gd name="connsiteY4" fmla="*/ 0 h 7576751"/>
              <a:gd name="connsiteX5" fmla="*/ 892481 w 4901639"/>
              <a:gd name="connsiteY5" fmla="*/ 12938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823283 h 8379532"/>
              <a:gd name="connsiteX1" fmla="*/ 10879 w 4906702"/>
              <a:gd name="connsiteY1" fmla="*/ 4387343 h 8379532"/>
              <a:gd name="connsiteX2" fmla="*/ 752730 w 4906702"/>
              <a:gd name="connsiteY2" fmla="*/ 8379531 h 8379532"/>
              <a:gd name="connsiteX3" fmla="*/ 4906702 w 4906702"/>
              <a:gd name="connsiteY3" fmla="*/ 8379532 h 8379532"/>
              <a:gd name="connsiteX4" fmla="*/ 4906702 w 4906702"/>
              <a:gd name="connsiteY4" fmla="*/ 802781 h 8379532"/>
              <a:gd name="connsiteX5" fmla="*/ 0 w 4906702"/>
              <a:gd name="connsiteY5" fmla="*/ 823283 h 8379532"/>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147214 w 4923206"/>
              <a:gd name="connsiteY0" fmla="*/ 179342 h 7576751"/>
              <a:gd name="connsiteX1" fmla="*/ 27383 w 4923206"/>
              <a:gd name="connsiteY1" fmla="*/ 3584562 h 7576751"/>
              <a:gd name="connsiteX2" fmla="*/ 769234 w 4923206"/>
              <a:gd name="connsiteY2" fmla="*/ 7576750 h 7576751"/>
              <a:gd name="connsiteX3" fmla="*/ 4923206 w 4923206"/>
              <a:gd name="connsiteY3" fmla="*/ 7576751 h 7576751"/>
              <a:gd name="connsiteX4" fmla="*/ 4923206 w 4923206"/>
              <a:gd name="connsiteY4" fmla="*/ 0 h 7576751"/>
              <a:gd name="connsiteX5" fmla="*/ 147214 w 4923206"/>
              <a:gd name="connsiteY5" fmla="*/ 179342 h 7576751"/>
              <a:gd name="connsiteX0" fmla="*/ 42213 w 4957629"/>
              <a:gd name="connsiteY0" fmla="*/ 5373 h 7576751"/>
              <a:gd name="connsiteX1" fmla="*/ 61806 w 4957629"/>
              <a:gd name="connsiteY1" fmla="*/ 3584562 h 7576751"/>
              <a:gd name="connsiteX2" fmla="*/ 803657 w 4957629"/>
              <a:gd name="connsiteY2" fmla="*/ 7576750 h 7576751"/>
              <a:gd name="connsiteX3" fmla="*/ 4957629 w 4957629"/>
              <a:gd name="connsiteY3" fmla="*/ 7576751 h 7576751"/>
              <a:gd name="connsiteX4" fmla="*/ 4957629 w 4957629"/>
              <a:gd name="connsiteY4" fmla="*/ 0 h 7576751"/>
              <a:gd name="connsiteX5" fmla="*/ 42213 w 4957629"/>
              <a:gd name="connsiteY5" fmla="*/ 5373 h 7576751"/>
              <a:gd name="connsiteX0" fmla="*/ 19358 w 4934774"/>
              <a:gd name="connsiteY0" fmla="*/ 5373 h 7576751"/>
              <a:gd name="connsiteX1" fmla="*/ 38951 w 4934774"/>
              <a:gd name="connsiteY1" fmla="*/ 3584562 h 7576751"/>
              <a:gd name="connsiteX2" fmla="*/ 780802 w 4934774"/>
              <a:gd name="connsiteY2" fmla="*/ 7576750 h 7576751"/>
              <a:gd name="connsiteX3" fmla="*/ 4934774 w 4934774"/>
              <a:gd name="connsiteY3" fmla="*/ 7576751 h 7576751"/>
              <a:gd name="connsiteX4" fmla="*/ 4934774 w 4934774"/>
              <a:gd name="connsiteY4" fmla="*/ 0 h 7576751"/>
              <a:gd name="connsiteX5" fmla="*/ 19358 w 4934774"/>
              <a:gd name="connsiteY5" fmla="*/ 5373 h 7576751"/>
              <a:gd name="connsiteX0" fmla="*/ 0 w 4915416"/>
              <a:gd name="connsiteY0" fmla="*/ 5373 h 7576751"/>
              <a:gd name="connsiteX1" fmla="*/ 19593 w 4915416"/>
              <a:gd name="connsiteY1" fmla="*/ 3584562 h 7576751"/>
              <a:gd name="connsiteX2" fmla="*/ 761444 w 4915416"/>
              <a:gd name="connsiteY2" fmla="*/ 7576750 h 7576751"/>
              <a:gd name="connsiteX3" fmla="*/ 4915416 w 4915416"/>
              <a:gd name="connsiteY3" fmla="*/ 7576751 h 7576751"/>
              <a:gd name="connsiteX4" fmla="*/ 4915416 w 4915416"/>
              <a:gd name="connsiteY4" fmla="*/ 0 h 7576751"/>
              <a:gd name="connsiteX5" fmla="*/ 0 w 4915416"/>
              <a:gd name="connsiteY5" fmla="*/ 5373 h 7576751"/>
              <a:gd name="connsiteX0" fmla="*/ 0 w 4915416"/>
              <a:gd name="connsiteY0" fmla="*/ 5373 h 7576751"/>
              <a:gd name="connsiteX1" fmla="*/ 19593 w 4915416"/>
              <a:gd name="connsiteY1" fmla="*/ 3584562 h 7576751"/>
              <a:gd name="connsiteX2" fmla="*/ 761444 w 4915416"/>
              <a:gd name="connsiteY2" fmla="*/ 7576750 h 7576751"/>
              <a:gd name="connsiteX3" fmla="*/ 4915416 w 4915416"/>
              <a:gd name="connsiteY3" fmla="*/ 7576751 h 7576751"/>
              <a:gd name="connsiteX4" fmla="*/ 4915416 w 4915416"/>
              <a:gd name="connsiteY4" fmla="*/ 0 h 7576751"/>
              <a:gd name="connsiteX5" fmla="*/ 0 w 4915416"/>
              <a:gd name="connsiteY5" fmla="*/ 5373 h 7576751"/>
              <a:gd name="connsiteX0" fmla="*/ 369366 w 5284782"/>
              <a:gd name="connsiteY0" fmla="*/ 266522 h 7837900"/>
              <a:gd name="connsiteX1" fmla="*/ 362817 w 5284782"/>
              <a:gd name="connsiteY1" fmla="*/ 3845711 h 7837900"/>
              <a:gd name="connsiteX2" fmla="*/ 1130810 w 5284782"/>
              <a:gd name="connsiteY2" fmla="*/ 7837899 h 7837900"/>
              <a:gd name="connsiteX3" fmla="*/ 5284782 w 5284782"/>
              <a:gd name="connsiteY3" fmla="*/ 7837900 h 7837900"/>
              <a:gd name="connsiteX4" fmla="*/ 5284782 w 5284782"/>
              <a:gd name="connsiteY4" fmla="*/ 261149 h 7837900"/>
              <a:gd name="connsiteX5" fmla="*/ 369366 w 5284782"/>
              <a:gd name="connsiteY5" fmla="*/ 266522 h 7837900"/>
              <a:gd name="connsiteX0" fmla="*/ 16535 w 4931951"/>
              <a:gd name="connsiteY0" fmla="*/ 5373 h 7576751"/>
              <a:gd name="connsiteX1" fmla="*/ 9986 w 4931951"/>
              <a:gd name="connsiteY1" fmla="*/ 3584562 h 7576751"/>
              <a:gd name="connsiteX2" fmla="*/ 777979 w 4931951"/>
              <a:gd name="connsiteY2" fmla="*/ 7576750 h 7576751"/>
              <a:gd name="connsiteX3" fmla="*/ 4931951 w 4931951"/>
              <a:gd name="connsiteY3" fmla="*/ 7576751 h 7576751"/>
              <a:gd name="connsiteX4" fmla="*/ 4931951 w 4931951"/>
              <a:gd name="connsiteY4" fmla="*/ 0 h 7576751"/>
              <a:gd name="connsiteX5" fmla="*/ 16535 w 4931951"/>
              <a:gd name="connsiteY5" fmla="*/ 5373 h 7576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31951" h="7576751">
                <a:moveTo>
                  <a:pt x="16535" y="5373"/>
                </a:moveTo>
                <a:cubicBezTo>
                  <a:pt x="-5007" y="4000"/>
                  <a:pt x="-3639" y="2292410"/>
                  <a:pt x="9986" y="3584562"/>
                </a:cubicBezTo>
                <a:cubicBezTo>
                  <a:pt x="23611" y="4876714"/>
                  <a:pt x="882144" y="6160044"/>
                  <a:pt x="777979" y="7576750"/>
                </a:cubicBezTo>
                <a:lnTo>
                  <a:pt x="4931951" y="7576751"/>
                </a:lnTo>
                <a:lnTo>
                  <a:pt x="4931951" y="0"/>
                </a:lnTo>
                <a:lnTo>
                  <a:pt x="16535" y="5373"/>
                </a:lnTo>
                <a:close/>
              </a:path>
            </a:pathLst>
          </a:custGeom>
          <a:solidFill>
            <a:schemeClr val="accent1"/>
          </a:solidFill>
          <a:ln w="12692" cap="flat">
            <a:noFill/>
            <a:prstDash val="solid"/>
            <a:miter/>
          </a:ln>
        </p:spPr>
        <p:txBody>
          <a:bodyPr rtlCol="0" anchor="ctr"/>
          <a:lstStyle/>
          <a:p>
            <a:endParaRPr lang="nl-NL" sz="1633"/>
          </a:p>
        </p:txBody>
      </p:sp>
      <p:sp>
        <p:nvSpPr>
          <p:cNvPr id="3" name="Titel 2">
            <a:extLst>
              <a:ext uri="{FF2B5EF4-FFF2-40B4-BE49-F238E27FC236}">
                <a16:creationId xmlns:a16="http://schemas.microsoft.com/office/drawing/2014/main" id="{9C75EC70-7F42-4BDA-A7A4-1B42B53FCE8E}"/>
              </a:ext>
            </a:extLst>
          </p:cNvPr>
          <p:cNvSpPr>
            <a:spLocks noGrp="1"/>
          </p:cNvSpPr>
          <p:nvPr>
            <p:ph type="title" hasCustomPrompt="1"/>
          </p:nvPr>
        </p:nvSpPr>
        <p:spPr>
          <a:xfrm>
            <a:off x="5852213" y="1142171"/>
            <a:ext cx="5768088" cy="895483"/>
          </a:xfrm>
        </p:spPr>
        <p:txBody>
          <a:bodyPr/>
          <a:lstStyle>
            <a:lvl1pPr>
              <a:defRPr>
                <a:solidFill>
                  <a:schemeClr val="bg1"/>
                </a:solidFill>
              </a:defRPr>
            </a:lvl1pPr>
          </a:lstStyle>
          <a:p>
            <a:r>
              <a:rPr lang="nl-NL"/>
              <a:t>Plaats hier een titel</a:t>
            </a:r>
            <a:br>
              <a:rPr lang="nl-NL"/>
            </a:br>
            <a:r>
              <a:rPr lang="nl-NL"/>
              <a:t>max. 2 regels</a:t>
            </a:r>
          </a:p>
        </p:txBody>
      </p:sp>
      <p:pic>
        <p:nvPicPr>
          <p:cNvPr id="7" name="Afbeelding" descr="Afbeelding">
            <a:extLst>
              <a:ext uri="{FF2B5EF4-FFF2-40B4-BE49-F238E27FC236}">
                <a16:creationId xmlns:a16="http://schemas.microsoft.com/office/drawing/2014/main" id="{2C572579-0014-4DC0-85C5-4C6B44A7A0AD}"/>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brightnessContrast bright="69000" contrast="100000"/>
                    </a14:imgEffect>
                  </a14:imgLayer>
                </a14:imgProps>
              </a:ext>
              <a:ext uri="{28A0092B-C50C-407E-A947-70E740481C1C}">
                <a14:useLocalDpi xmlns:a14="http://schemas.microsoft.com/office/drawing/2010/main"/>
              </a:ext>
            </a:extLst>
          </a:blip>
          <a:stretch>
            <a:fillRect/>
          </a:stretch>
        </p:blipFill>
        <p:spPr>
          <a:xfrm>
            <a:off x="1202223" y="2156764"/>
            <a:ext cx="2489244" cy="822025"/>
          </a:xfrm>
          <a:prstGeom prst="rect">
            <a:avLst/>
          </a:prstGeom>
          <a:ln w="12700">
            <a:miter lim="400000"/>
          </a:ln>
        </p:spPr>
      </p:pic>
      <p:cxnSp>
        <p:nvCxnSpPr>
          <p:cNvPr id="12" name="Rechte verbindingslijn 11">
            <a:extLst>
              <a:ext uri="{FF2B5EF4-FFF2-40B4-BE49-F238E27FC236}">
                <a16:creationId xmlns:a16="http://schemas.microsoft.com/office/drawing/2014/main" id="{DDA9C18D-CAC3-4D76-8FF2-1BD4A1A1E1D7}"/>
              </a:ext>
            </a:extLst>
          </p:cNvPr>
          <p:cNvCxnSpPr>
            <a:cxnSpLocks/>
          </p:cNvCxnSpPr>
          <p:nvPr userDrawn="1"/>
        </p:nvCxnSpPr>
        <p:spPr>
          <a:xfrm>
            <a:off x="5143779" y="897467"/>
            <a:ext cx="0" cy="5063066"/>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13" name="Tijdelijke aanduiding voor verticale tekst 2">
            <a:extLst>
              <a:ext uri="{FF2B5EF4-FFF2-40B4-BE49-F238E27FC236}">
                <a16:creationId xmlns:a16="http://schemas.microsoft.com/office/drawing/2014/main" id="{BE1F228E-83A2-4CA0-95D9-7EC742C14C6D}"/>
              </a:ext>
            </a:extLst>
          </p:cNvPr>
          <p:cNvSpPr>
            <a:spLocks noGrp="1"/>
          </p:cNvSpPr>
          <p:nvPr>
            <p:ph type="body" orient="vert" idx="1" hasCustomPrompt="1"/>
          </p:nvPr>
        </p:nvSpPr>
        <p:spPr>
          <a:xfrm>
            <a:off x="5852213" y="2186692"/>
            <a:ext cx="5768080" cy="3773841"/>
          </a:xfrm>
        </p:spPr>
        <p:txBody>
          <a:bodyPr vert="horz" lIns="0" tIns="0" rIns="0" bIns="0"/>
          <a:lstStyle>
            <a:lvl1pPr>
              <a:buClr>
                <a:schemeClr val="accent3"/>
              </a:buCl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buClr>
                <a:schemeClr val="bg1"/>
              </a:buClr>
              <a:defRPr>
                <a:solidFill>
                  <a:schemeClr val="bg1"/>
                </a:solidFill>
              </a:defRPr>
            </a:lvl5pPr>
            <a:lvl6pPr>
              <a:buClr>
                <a:schemeClr val="bg1"/>
              </a:buClr>
              <a:defRPr>
                <a:solidFill>
                  <a:schemeClr val="bg1"/>
                </a:solidFill>
              </a:defRPr>
            </a:lvl6pPr>
            <a:lvl7pPr>
              <a:buClr>
                <a:schemeClr val="bg1"/>
              </a:buClr>
              <a:defRPr>
                <a:solidFill>
                  <a:schemeClr val="bg1"/>
                </a:solidFill>
              </a:defRPr>
            </a:lvl7pPr>
            <a:lvl8pPr>
              <a:defRPr>
                <a:solidFill>
                  <a:schemeClr val="bg1"/>
                </a:solidFill>
              </a:defRPr>
            </a:lvl8pPr>
            <a:lvl9pPr>
              <a:defRPr>
                <a:solidFill>
                  <a:schemeClr val="bg1"/>
                </a:solidFill>
              </a:defRPr>
            </a:lvl9pPr>
          </a:lstStyle>
          <a:p>
            <a:pPr lvl="0"/>
            <a:r>
              <a:rPr lang="nl-NL"/>
              <a:t>Klik hier om een bullet te plaatsen.</a:t>
            </a:r>
          </a:p>
          <a:p>
            <a:pPr lvl="1"/>
            <a:r>
              <a:rPr lang="nl-NL"/>
              <a:t>Sub-bullets</a:t>
            </a:r>
          </a:p>
          <a:p>
            <a:pPr lvl="2"/>
            <a:r>
              <a:rPr lang="nl-NL"/>
              <a:t>Leestekst</a:t>
            </a:r>
          </a:p>
          <a:p>
            <a:pPr lvl="3"/>
            <a:r>
              <a:rPr lang="nl-NL"/>
              <a:t>Subtitel</a:t>
            </a:r>
          </a:p>
          <a:p>
            <a:pPr lvl="4"/>
            <a:r>
              <a:rPr lang="nl-NL"/>
              <a:t>Numerieke bullets</a:t>
            </a:r>
          </a:p>
          <a:p>
            <a:pPr lvl="5"/>
            <a:r>
              <a:rPr lang="nl-NL"/>
              <a:t># Abc</a:t>
            </a:r>
          </a:p>
          <a:p>
            <a:pPr lvl="6"/>
            <a:r>
              <a:rPr lang="nl-NL"/>
              <a:t># Bullets</a:t>
            </a:r>
          </a:p>
          <a:p>
            <a:pPr lvl="7"/>
            <a:r>
              <a:rPr lang="nl-NL"/>
              <a:t>Cursief</a:t>
            </a:r>
          </a:p>
          <a:p>
            <a:pPr lvl="8"/>
            <a:r>
              <a:rPr lang="nl-NL"/>
              <a:t>Alt. Subtitel</a:t>
            </a:r>
          </a:p>
        </p:txBody>
      </p:sp>
      <p:sp>
        <p:nvSpPr>
          <p:cNvPr id="14" name="Tijdelijke aanduiding voor verticale tekst 2">
            <a:extLst>
              <a:ext uri="{FF2B5EF4-FFF2-40B4-BE49-F238E27FC236}">
                <a16:creationId xmlns:a16="http://schemas.microsoft.com/office/drawing/2014/main" id="{51815690-6EF4-408A-9E19-D59003942DD3}"/>
              </a:ext>
            </a:extLst>
          </p:cNvPr>
          <p:cNvSpPr>
            <a:spLocks noGrp="1"/>
          </p:cNvSpPr>
          <p:nvPr>
            <p:ph type="body" orient="vert" idx="10" hasCustomPrompt="1"/>
          </p:nvPr>
        </p:nvSpPr>
        <p:spPr>
          <a:xfrm>
            <a:off x="1280142" y="3293606"/>
            <a:ext cx="3271079" cy="2666928"/>
          </a:xfrm>
        </p:spPr>
        <p:txBody>
          <a:bodyPr vert="horz" lIns="0" tIns="0" rIns="0" bIns="0"/>
          <a:lstStyle>
            <a:lvl1pPr marL="0" indent="0">
              <a:buNone/>
              <a:defRPr>
                <a:solidFill>
                  <a:schemeClr val="bg1"/>
                </a:solidFill>
              </a:defRPr>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Klik hier om een tekst te plaatsen.</a:t>
            </a:r>
          </a:p>
        </p:txBody>
      </p:sp>
    </p:spTree>
    <p:extLst>
      <p:ext uri="{BB962C8B-B14F-4D97-AF65-F5344CB8AC3E}">
        <p14:creationId xmlns:p14="http://schemas.microsoft.com/office/powerpoint/2010/main" val="22343448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Logo en Tekst #3">
    <p:spTree>
      <p:nvGrpSpPr>
        <p:cNvPr id="1" name=""/>
        <p:cNvGrpSpPr/>
        <p:nvPr/>
      </p:nvGrpSpPr>
      <p:grpSpPr>
        <a:xfrm>
          <a:off x="0" y="0"/>
          <a:ext cx="0" cy="0"/>
          <a:chOff x="0" y="0"/>
          <a:chExt cx="0" cy="0"/>
        </a:xfrm>
      </p:grpSpPr>
      <p:sp>
        <p:nvSpPr>
          <p:cNvPr id="6" name="Graphic 31">
            <a:extLst>
              <a:ext uri="{FF2B5EF4-FFF2-40B4-BE49-F238E27FC236}">
                <a16:creationId xmlns:a16="http://schemas.microsoft.com/office/drawing/2014/main" id="{B0DAEC88-62C8-43D5-A5F2-46C0AD7D5671}"/>
              </a:ext>
            </a:extLst>
          </p:cNvPr>
          <p:cNvSpPr>
            <a:spLocks noChangeAspect="1"/>
          </p:cNvSpPr>
          <p:nvPr userDrawn="1"/>
        </p:nvSpPr>
        <p:spPr>
          <a:xfrm rot="5400000" flipH="1">
            <a:off x="2656213" y="-2656226"/>
            <a:ext cx="6900415" cy="12212857"/>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 name="connsiteX0" fmla="*/ 892481 w 5315644"/>
              <a:gd name="connsiteY0" fmla="*/ 0 h 7563813"/>
              <a:gd name="connsiteX1" fmla="*/ 5816 w 5315644"/>
              <a:gd name="connsiteY1" fmla="*/ 3571624 h 7563813"/>
              <a:gd name="connsiteX2" fmla="*/ 747667 w 5315644"/>
              <a:gd name="connsiteY2" fmla="*/ 7563812 h 7563813"/>
              <a:gd name="connsiteX3" fmla="*/ 4552322 w 5315644"/>
              <a:gd name="connsiteY3" fmla="*/ 7563813 h 7563813"/>
              <a:gd name="connsiteX4" fmla="*/ 5315644 w 5315644"/>
              <a:gd name="connsiteY4" fmla="*/ 0 h 7563813"/>
              <a:gd name="connsiteX5" fmla="*/ 892481 w 5315644"/>
              <a:gd name="connsiteY5" fmla="*/ 0 h 7563813"/>
              <a:gd name="connsiteX0" fmla="*/ 892481 w 5315644"/>
              <a:gd name="connsiteY0" fmla="*/ 0 h 7563813"/>
              <a:gd name="connsiteX1" fmla="*/ 5816 w 5315644"/>
              <a:gd name="connsiteY1" fmla="*/ 3571624 h 7563813"/>
              <a:gd name="connsiteX2" fmla="*/ 747667 w 5315644"/>
              <a:gd name="connsiteY2" fmla="*/ 7563812 h 7563813"/>
              <a:gd name="connsiteX3" fmla="*/ 4901639 w 5315644"/>
              <a:gd name="connsiteY3" fmla="*/ 7563813 h 7563813"/>
              <a:gd name="connsiteX4" fmla="*/ 5315644 w 5315644"/>
              <a:gd name="connsiteY4" fmla="*/ 0 h 7563813"/>
              <a:gd name="connsiteX5" fmla="*/ 892481 w 5315644"/>
              <a:gd name="connsiteY5" fmla="*/ 0 h 7563813"/>
              <a:gd name="connsiteX0" fmla="*/ 892481 w 4901639"/>
              <a:gd name="connsiteY0" fmla="*/ 0 h 7563813"/>
              <a:gd name="connsiteX1" fmla="*/ 5816 w 4901639"/>
              <a:gd name="connsiteY1" fmla="*/ 3571624 h 7563813"/>
              <a:gd name="connsiteX2" fmla="*/ 747667 w 4901639"/>
              <a:gd name="connsiteY2" fmla="*/ 7563812 h 7563813"/>
              <a:gd name="connsiteX3" fmla="*/ 4901639 w 4901639"/>
              <a:gd name="connsiteY3" fmla="*/ 7563813 h 7563813"/>
              <a:gd name="connsiteX4" fmla="*/ 4565260 w 4901639"/>
              <a:gd name="connsiteY4" fmla="*/ 0 h 7563813"/>
              <a:gd name="connsiteX5" fmla="*/ 892481 w 4901639"/>
              <a:gd name="connsiteY5" fmla="*/ 0 h 7563813"/>
              <a:gd name="connsiteX0" fmla="*/ 892481 w 4901639"/>
              <a:gd name="connsiteY0" fmla="*/ 12938 h 7576751"/>
              <a:gd name="connsiteX1" fmla="*/ 5816 w 4901639"/>
              <a:gd name="connsiteY1" fmla="*/ 3584562 h 7576751"/>
              <a:gd name="connsiteX2" fmla="*/ 747667 w 4901639"/>
              <a:gd name="connsiteY2" fmla="*/ 7576750 h 7576751"/>
              <a:gd name="connsiteX3" fmla="*/ 4901639 w 4901639"/>
              <a:gd name="connsiteY3" fmla="*/ 7576751 h 7576751"/>
              <a:gd name="connsiteX4" fmla="*/ 4901639 w 4901639"/>
              <a:gd name="connsiteY4" fmla="*/ 0 h 7576751"/>
              <a:gd name="connsiteX5" fmla="*/ 892481 w 4901639"/>
              <a:gd name="connsiteY5" fmla="*/ 12938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823283 h 8379532"/>
              <a:gd name="connsiteX1" fmla="*/ 10879 w 4906702"/>
              <a:gd name="connsiteY1" fmla="*/ 4387343 h 8379532"/>
              <a:gd name="connsiteX2" fmla="*/ 752730 w 4906702"/>
              <a:gd name="connsiteY2" fmla="*/ 8379531 h 8379532"/>
              <a:gd name="connsiteX3" fmla="*/ 4906702 w 4906702"/>
              <a:gd name="connsiteY3" fmla="*/ 8379532 h 8379532"/>
              <a:gd name="connsiteX4" fmla="*/ 4906702 w 4906702"/>
              <a:gd name="connsiteY4" fmla="*/ 802781 h 8379532"/>
              <a:gd name="connsiteX5" fmla="*/ 0 w 4906702"/>
              <a:gd name="connsiteY5" fmla="*/ 823283 h 8379532"/>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147214 w 4923206"/>
              <a:gd name="connsiteY0" fmla="*/ 179342 h 7576751"/>
              <a:gd name="connsiteX1" fmla="*/ 27383 w 4923206"/>
              <a:gd name="connsiteY1" fmla="*/ 3584562 h 7576751"/>
              <a:gd name="connsiteX2" fmla="*/ 769234 w 4923206"/>
              <a:gd name="connsiteY2" fmla="*/ 7576750 h 7576751"/>
              <a:gd name="connsiteX3" fmla="*/ 4923206 w 4923206"/>
              <a:gd name="connsiteY3" fmla="*/ 7576751 h 7576751"/>
              <a:gd name="connsiteX4" fmla="*/ 4923206 w 4923206"/>
              <a:gd name="connsiteY4" fmla="*/ 0 h 7576751"/>
              <a:gd name="connsiteX5" fmla="*/ 147214 w 4923206"/>
              <a:gd name="connsiteY5" fmla="*/ 179342 h 7576751"/>
              <a:gd name="connsiteX0" fmla="*/ 42213 w 4957629"/>
              <a:gd name="connsiteY0" fmla="*/ 5373 h 7576751"/>
              <a:gd name="connsiteX1" fmla="*/ 61806 w 4957629"/>
              <a:gd name="connsiteY1" fmla="*/ 3584562 h 7576751"/>
              <a:gd name="connsiteX2" fmla="*/ 803657 w 4957629"/>
              <a:gd name="connsiteY2" fmla="*/ 7576750 h 7576751"/>
              <a:gd name="connsiteX3" fmla="*/ 4957629 w 4957629"/>
              <a:gd name="connsiteY3" fmla="*/ 7576751 h 7576751"/>
              <a:gd name="connsiteX4" fmla="*/ 4957629 w 4957629"/>
              <a:gd name="connsiteY4" fmla="*/ 0 h 7576751"/>
              <a:gd name="connsiteX5" fmla="*/ 42213 w 4957629"/>
              <a:gd name="connsiteY5" fmla="*/ 5373 h 7576751"/>
              <a:gd name="connsiteX0" fmla="*/ 19358 w 4934774"/>
              <a:gd name="connsiteY0" fmla="*/ 5373 h 7576751"/>
              <a:gd name="connsiteX1" fmla="*/ 38951 w 4934774"/>
              <a:gd name="connsiteY1" fmla="*/ 3584562 h 7576751"/>
              <a:gd name="connsiteX2" fmla="*/ 780802 w 4934774"/>
              <a:gd name="connsiteY2" fmla="*/ 7576750 h 7576751"/>
              <a:gd name="connsiteX3" fmla="*/ 4934774 w 4934774"/>
              <a:gd name="connsiteY3" fmla="*/ 7576751 h 7576751"/>
              <a:gd name="connsiteX4" fmla="*/ 4934774 w 4934774"/>
              <a:gd name="connsiteY4" fmla="*/ 0 h 7576751"/>
              <a:gd name="connsiteX5" fmla="*/ 19358 w 4934774"/>
              <a:gd name="connsiteY5" fmla="*/ 5373 h 7576751"/>
              <a:gd name="connsiteX0" fmla="*/ 0 w 4915416"/>
              <a:gd name="connsiteY0" fmla="*/ 5373 h 7576751"/>
              <a:gd name="connsiteX1" fmla="*/ 19593 w 4915416"/>
              <a:gd name="connsiteY1" fmla="*/ 3584562 h 7576751"/>
              <a:gd name="connsiteX2" fmla="*/ 761444 w 4915416"/>
              <a:gd name="connsiteY2" fmla="*/ 7576750 h 7576751"/>
              <a:gd name="connsiteX3" fmla="*/ 4915416 w 4915416"/>
              <a:gd name="connsiteY3" fmla="*/ 7576751 h 7576751"/>
              <a:gd name="connsiteX4" fmla="*/ 4915416 w 4915416"/>
              <a:gd name="connsiteY4" fmla="*/ 0 h 7576751"/>
              <a:gd name="connsiteX5" fmla="*/ 0 w 4915416"/>
              <a:gd name="connsiteY5" fmla="*/ 5373 h 7576751"/>
              <a:gd name="connsiteX0" fmla="*/ 0 w 4915416"/>
              <a:gd name="connsiteY0" fmla="*/ 5373 h 7576751"/>
              <a:gd name="connsiteX1" fmla="*/ 19593 w 4915416"/>
              <a:gd name="connsiteY1" fmla="*/ 3584562 h 7576751"/>
              <a:gd name="connsiteX2" fmla="*/ 761444 w 4915416"/>
              <a:gd name="connsiteY2" fmla="*/ 7576750 h 7576751"/>
              <a:gd name="connsiteX3" fmla="*/ 4915416 w 4915416"/>
              <a:gd name="connsiteY3" fmla="*/ 7576751 h 7576751"/>
              <a:gd name="connsiteX4" fmla="*/ 4915416 w 4915416"/>
              <a:gd name="connsiteY4" fmla="*/ 0 h 7576751"/>
              <a:gd name="connsiteX5" fmla="*/ 0 w 4915416"/>
              <a:gd name="connsiteY5" fmla="*/ 5373 h 7576751"/>
              <a:gd name="connsiteX0" fmla="*/ 369366 w 5284782"/>
              <a:gd name="connsiteY0" fmla="*/ 266522 h 7837900"/>
              <a:gd name="connsiteX1" fmla="*/ 362817 w 5284782"/>
              <a:gd name="connsiteY1" fmla="*/ 3845711 h 7837900"/>
              <a:gd name="connsiteX2" fmla="*/ 1130810 w 5284782"/>
              <a:gd name="connsiteY2" fmla="*/ 7837899 h 7837900"/>
              <a:gd name="connsiteX3" fmla="*/ 5284782 w 5284782"/>
              <a:gd name="connsiteY3" fmla="*/ 7837900 h 7837900"/>
              <a:gd name="connsiteX4" fmla="*/ 5284782 w 5284782"/>
              <a:gd name="connsiteY4" fmla="*/ 261149 h 7837900"/>
              <a:gd name="connsiteX5" fmla="*/ 369366 w 5284782"/>
              <a:gd name="connsiteY5" fmla="*/ 266522 h 7837900"/>
              <a:gd name="connsiteX0" fmla="*/ 16535 w 4931951"/>
              <a:gd name="connsiteY0" fmla="*/ 5373 h 7576751"/>
              <a:gd name="connsiteX1" fmla="*/ 9986 w 4931951"/>
              <a:gd name="connsiteY1" fmla="*/ 3584562 h 7576751"/>
              <a:gd name="connsiteX2" fmla="*/ 777979 w 4931951"/>
              <a:gd name="connsiteY2" fmla="*/ 7576750 h 7576751"/>
              <a:gd name="connsiteX3" fmla="*/ 4931951 w 4931951"/>
              <a:gd name="connsiteY3" fmla="*/ 7576751 h 7576751"/>
              <a:gd name="connsiteX4" fmla="*/ 4931951 w 4931951"/>
              <a:gd name="connsiteY4" fmla="*/ 0 h 7576751"/>
              <a:gd name="connsiteX5" fmla="*/ 16535 w 4931951"/>
              <a:gd name="connsiteY5" fmla="*/ 5373 h 7576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31951" h="7576751">
                <a:moveTo>
                  <a:pt x="16535" y="5373"/>
                </a:moveTo>
                <a:cubicBezTo>
                  <a:pt x="-5007" y="4000"/>
                  <a:pt x="-3639" y="2292410"/>
                  <a:pt x="9986" y="3584562"/>
                </a:cubicBezTo>
                <a:cubicBezTo>
                  <a:pt x="23611" y="4876714"/>
                  <a:pt x="882144" y="6160044"/>
                  <a:pt x="777979" y="7576750"/>
                </a:cubicBezTo>
                <a:lnTo>
                  <a:pt x="4931951" y="7576751"/>
                </a:lnTo>
                <a:lnTo>
                  <a:pt x="4931951" y="0"/>
                </a:lnTo>
                <a:lnTo>
                  <a:pt x="16535" y="5373"/>
                </a:lnTo>
                <a:close/>
              </a:path>
            </a:pathLst>
          </a:custGeom>
          <a:solidFill>
            <a:schemeClr val="bg1">
              <a:lumMod val="95000"/>
            </a:schemeClr>
          </a:solidFill>
          <a:ln w="12692" cap="flat">
            <a:noFill/>
            <a:prstDash val="solid"/>
            <a:miter/>
          </a:ln>
        </p:spPr>
        <p:txBody>
          <a:bodyPr rtlCol="0" anchor="ctr"/>
          <a:lstStyle/>
          <a:p>
            <a:endParaRPr lang="nl-NL" sz="1633"/>
          </a:p>
        </p:txBody>
      </p:sp>
      <p:sp>
        <p:nvSpPr>
          <p:cNvPr id="3" name="Titel 2">
            <a:extLst>
              <a:ext uri="{FF2B5EF4-FFF2-40B4-BE49-F238E27FC236}">
                <a16:creationId xmlns:a16="http://schemas.microsoft.com/office/drawing/2014/main" id="{9C75EC70-7F42-4BDA-A7A4-1B42B53FCE8E}"/>
              </a:ext>
            </a:extLst>
          </p:cNvPr>
          <p:cNvSpPr>
            <a:spLocks noGrp="1"/>
          </p:cNvSpPr>
          <p:nvPr>
            <p:ph type="title" hasCustomPrompt="1"/>
          </p:nvPr>
        </p:nvSpPr>
        <p:spPr>
          <a:xfrm>
            <a:off x="810816" y="1142171"/>
            <a:ext cx="5768088" cy="895483"/>
          </a:xfrm>
        </p:spPr>
        <p:txBody>
          <a:bodyPr/>
          <a:lstStyle>
            <a:lvl1pPr>
              <a:defRPr/>
            </a:lvl1pPr>
          </a:lstStyle>
          <a:p>
            <a:r>
              <a:rPr lang="nl-NL"/>
              <a:t>Plaats hier een titel</a:t>
            </a:r>
            <a:br>
              <a:rPr lang="nl-NL"/>
            </a:br>
            <a:r>
              <a:rPr lang="nl-NL"/>
              <a:t>max. 2 regels</a:t>
            </a:r>
          </a:p>
        </p:txBody>
      </p:sp>
      <p:pic>
        <p:nvPicPr>
          <p:cNvPr id="7" name="Afbeelding" descr="Afbeelding">
            <a:extLst>
              <a:ext uri="{FF2B5EF4-FFF2-40B4-BE49-F238E27FC236}">
                <a16:creationId xmlns:a16="http://schemas.microsoft.com/office/drawing/2014/main" id="{2C572579-0014-4DC0-85C5-4C6B44A7A0AD}"/>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7920594" y="2156764"/>
            <a:ext cx="2489244" cy="822025"/>
          </a:xfrm>
          <a:prstGeom prst="rect">
            <a:avLst/>
          </a:prstGeom>
          <a:ln w="12700">
            <a:miter lim="400000"/>
          </a:ln>
        </p:spPr>
      </p:pic>
      <p:cxnSp>
        <p:nvCxnSpPr>
          <p:cNvPr id="12" name="Rechte verbindingslijn 11">
            <a:extLst>
              <a:ext uri="{FF2B5EF4-FFF2-40B4-BE49-F238E27FC236}">
                <a16:creationId xmlns:a16="http://schemas.microsoft.com/office/drawing/2014/main" id="{DDA9C18D-CAC3-4D76-8FF2-1BD4A1A1E1D7}"/>
              </a:ext>
            </a:extLst>
          </p:cNvPr>
          <p:cNvCxnSpPr>
            <a:cxnSpLocks/>
          </p:cNvCxnSpPr>
          <p:nvPr userDrawn="1"/>
        </p:nvCxnSpPr>
        <p:spPr>
          <a:xfrm>
            <a:off x="7290079" y="897467"/>
            <a:ext cx="0" cy="5063066"/>
          </a:xfrm>
          <a:prstGeom prst="line">
            <a:avLst/>
          </a:prstGeom>
          <a:ln>
            <a:solidFill>
              <a:srgbClr val="5A5A5A"/>
            </a:solidFill>
          </a:ln>
        </p:spPr>
        <p:style>
          <a:lnRef idx="1">
            <a:schemeClr val="accent1"/>
          </a:lnRef>
          <a:fillRef idx="0">
            <a:schemeClr val="accent1"/>
          </a:fillRef>
          <a:effectRef idx="0">
            <a:schemeClr val="accent1"/>
          </a:effectRef>
          <a:fontRef idx="minor">
            <a:schemeClr val="tx1"/>
          </a:fontRef>
        </p:style>
      </p:cxnSp>
      <p:sp>
        <p:nvSpPr>
          <p:cNvPr id="13" name="Tijdelijke aanduiding voor verticale tekst 2">
            <a:extLst>
              <a:ext uri="{FF2B5EF4-FFF2-40B4-BE49-F238E27FC236}">
                <a16:creationId xmlns:a16="http://schemas.microsoft.com/office/drawing/2014/main" id="{BE1F228E-83A2-4CA0-95D9-7EC742C14C6D}"/>
              </a:ext>
            </a:extLst>
          </p:cNvPr>
          <p:cNvSpPr>
            <a:spLocks noGrp="1"/>
          </p:cNvSpPr>
          <p:nvPr>
            <p:ph type="body" orient="vert" idx="1" hasCustomPrompt="1"/>
          </p:nvPr>
        </p:nvSpPr>
        <p:spPr>
          <a:xfrm>
            <a:off x="810816" y="2186692"/>
            <a:ext cx="5768080" cy="3773841"/>
          </a:xfrm>
        </p:spPr>
        <p:txBody>
          <a:bodyPr vert="horz" lIns="0" tIns="0" rIns="0" bIns="0"/>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a:t>Klik hier om een bullet te plaatsen.</a:t>
            </a:r>
          </a:p>
          <a:p>
            <a:pPr lvl="1"/>
            <a:r>
              <a:rPr lang="nl-NL"/>
              <a:t>Sub-bullets</a:t>
            </a:r>
          </a:p>
          <a:p>
            <a:pPr lvl="2"/>
            <a:r>
              <a:rPr lang="nl-NL"/>
              <a:t>Leestekst</a:t>
            </a:r>
          </a:p>
          <a:p>
            <a:pPr lvl="3"/>
            <a:r>
              <a:rPr lang="nl-NL"/>
              <a:t>Subtitel</a:t>
            </a:r>
          </a:p>
          <a:p>
            <a:pPr lvl="4"/>
            <a:r>
              <a:rPr lang="nl-NL"/>
              <a:t>Numerieke bullets</a:t>
            </a:r>
          </a:p>
          <a:p>
            <a:pPr lvl="5"/>
            <a:r>
              <a:rPr lang="nl-NL"/>
              <a:t># Abc</a:t>
            </a:r>
          </a:p>
          <a:p>
            <a:pPr lvl="6"/>
            <a:r>
              <a:rPr lang="nl-NL"/>
              <a:t># Bullets</a:t>
            </a:r>
          </a:p>
          <a:p>
            <a:pPr lvl="7"/>
            <a:r>
              <a:rPr lang="nl-NL"/>
              <a:t>Cursief</a:t>
            </a:r>
          </a:p>
          <a:p>
            <a:pPr lvl="8"/>
            <a:r>
              <a:rPr lang="nl-NL"/>
              <a:t>Alt. Subtitel</a:t>
            </a:r>
          </a:p>
        </p:txBody>
      </p:sp>
      <p:sp>
        <p:nvSpPr>
          <p:cNvPr id="14" name="Tijdelijke aanduiding voor verticale tekst 2">
            <a:extLst>
              <a:ext uri="{FF2B5EF4-FFF2-40B4-BE49-F238E27FC236}">
                <a16:creationId xmlns:a16="http://schemas.microsoft.com/office/drawing/2014/main" id="{51815690-6EF4-408A-9E19-D59003942DD3}"/>
              </a:ext>
            </a:extLst>
          </p:cNvPr>
          <p:cNvSpPr>
            <a:spLocks noGrp="1"/>
          </p:cNvSpPr>
          <p:nvPr>
            <p:ph type="body" orient="vert" idx="10" hasCustomPrompt="1"/>
          </p:nvPr>
        </p:nvSpPr>
        <p:spPr>
          <a:xfrm>
            <a:off x="7998513" y="3293606"/>
            <a:ext cx="3271079" cy="2666928"/>
          </a:xfrm>
        </p:spPr>
        <p:txBody>
          <a:bodyPr vert="horz" lIns="0" tIns="0" rIns="0" bIns="0"/>
          <a:lstStyle>
            <a:lvl1pPr marL="0" indent="0">
              <a:buNone/>
              <a:defRPr/>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Klik hier om een tekst te plaatsen.</a:t>
            </a:r>
          </a:p>
        </p:txBody>
      </p:sp>
    </p:spTree>
    <p:extLst>
      <p:ext uri="{BB962C8B-B14F-4D97-AF65-F5344CB8AC3E}">
        <p14:creationId xmlns:p14="http://schemas.microsoft.com/office/powerpoint/2010/main" val="38032594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Leeg en Tekst">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9C75EC70-7F42-4BDA-A7A4-1B42B53FCE8E}"/>
              </a:ext>
            </a:extLst>
          </p:cNvPr>
          <p:cNvSpPr>
            <a:spLocks noGrp="1"/>
          </p:cNvSpPr>
          <p:nvPr>
            <p:ph type="title" hasCustomPrompt="1"/>
          </p:nvPr>
        </p:nvSpPr>
        <p:spPr>
          <a:xfrm>
            <a:off x="7642523" y="2167854"/>
            <a:ext cx="3981201" cy="895483"/>
          </a:xfrm>
        </p:spPr>
        <p:txBody>
          <a:bodyPr/>
          <a:lstStyle>
            <a:lvl1pPr>
              <a:defRPr/>
            </a:lvl1pPr>
          </a:lstStyle>
          <a:p>
            <a:r>
              <a:rPr lang="nl-NL"/>
              <a:t>Plaats hier een titel</a:t>
            </a:r>
            <a:br>
              <a:rPr lang="nl-NL"/>
            </a:br>
            <a:r>
              <a:rPr lang="nl-NL"/>
              <a:t>max. 2 regels</a:t>
            </a:r>
          </a:p>
        </p:txBody>
      </p:sp>
      <p:cxnSp>
        <p:nvCxnSpPr>
          <p:cNvPr id="10" name="Rechte verbindingslijn 9">
            <a:extLst>
              <a:ext uri="{FF2B5EF4-FFF2-40B4-BE49-F238E27FC236}">
                <a16:creationId xmlns:a16="http://schemas.microsoft.com/office/drawing/2014/main" id="{E8854872-3CE7-41DB-B613-807CF26CA2E7}"/>
              </a:ext>
            </a:extLst>
          </p:cNvPr>
          <p:cNvCxnSpPr>
            <a:cxnSpLocks/>
          </p:cNvCxnSpPr>
          <p:nvPr userDrawn="1"/>
        </p:nvCxnSpPr>
        <p:spPr>
          <a:xfrm>
            <a:off x="7096403" y="897467"/>
            <a:ext cx="0" cy="5063066"/>
          </a:xfrm>
          <a:prstGeom prst="line">
            <a:avLst/>
          </a:prstGeom>
          <a:ln>
            <a:solidFill>
              <a:srgbClr val="5A5A5A"/>
            </a:solidFill>
          </a:ln>
        </p:spPr>
        <p:style>
          <a:lnRef idx="1">
            <a:schemeClr val="accent1"/>
          </a:lnRef>
          <a:fillRef idx="0">
            <a:schemeClr val="accent1"/>
          </a:fillRef>
          <a:effectRef idx="0">
            <a:schemeClr val="accent1"/>
          </a:effectRef>
          <a:fontRef idx="minor">
            <a:schemeClr val="tx1"/>
          </a:fontRef>
        </p:style>
      </p:cxnSp>
      <p:sp>
        <p:nvSpPr>
          <p:cNvPr id="11" name="Tijdelijke aanduiding voor verticale tekst 2">
            <a:extLst>
              <a:ext uri="{FF2B5EF4-FFF2-40B4-BE49-F238E27FC236}">
                <a16:creationId xmlns:a16="http://schemas.microsoft.com/office/drawing/2014/main" id="{CE8AE620-2669-4529-8FE0-78AF4273828C}"/>
              </a:ext>
            </a:extLst>
          </p:cNvPr>
          <p:cNvSpPr>
            <a:spLocks noGrp="1"/>
          </p:cNvSpPr>
          <p:nvPr>
            <p:ph type="body" orient="vert" idx="1" hasCustomPrompt="1"/>
          </p:nvPr>
        </p:nvSpPr>
        <p:spPr>
          <a:xfrm>
            <a:off x="7642523" y="3264526"/>
            <a:ext cx="3981195" cy="1097297"/>
          </a:xfrm>
        </p:spPr>
        <p:txBody>
          <a:bodyPr vert="horz" lIns="0" tIns="0" rIns="0" bIns="0"/>
          <a:lstStyle>
            <a:lvl1pPr marL="0" indent="0">
              <a:spcAft>
                <a:spcPts val="0"/>
              </a:spcAft>
              <a:buNone/>
              <a:defRPr sz="1400" b="0">
                <a:solidFill>
                  <a:schemeClr val="accent2"/>
                </a:solidFill>
                <a:latin typeface="+mn-lt"/>
              </a:defRPr>
            </a:lvl1pPr>
            <a:lvl2pPr>
              <a:defRPr/>
            </a:lvl2pPr>
            <a:lvl3pPr>
              <a:defRPr/>
            </a:lvl3pPr>
            <a:lvl4pPr>
              <a:defRPr/>
            </a:lvl4pPr>
            <a:lvl5pPr>
              <a:defRPr/>
            </a:lvl5pPr>
            <a:lvl6pPr>
              <a:defRPr/>
            </a:lvl6pPr>
            <a:lvl7pPr>
              <a:defRPr/>
            </a:lvl7pPr>
            <a:lvl8pPr>
              <a:defRPr/>
            </a:lvl8pPr>
            <a:lvl9pPr>
              <a:defRPr/>
            </a:lvl9pPr>
          </a:lstStyle>
          <a:p>
            <a:pPr lvl="0"/>
            <a:r>
              <a:rPr lang="nl-NL"/>
              <a:t>Subtitel</a:t>
            </a:r>
          </a:p>
        </p:txBody>
      </p:sp>
    </p:spTree>
    <p:extLst>
      <p:ext uri="{BB962C8B-B14F-4D97-AF65-F5344CB8AC3E}">
        <p14:creationId xmlns:p14="http://schemas.microsoft.com/office/powerpoint/2010/main" val="7761409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Leeg en Tekst #4">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9C75EC70-7F42-4BDA-A7A4-1B42B53FCE8E}"/>
              </a:ext>
            </a:extLst>
          </p:cNvPr>
          <p:cNvSpPr>
            <a:spLocks noGrp="1"/>
          </p:cNvSpPr>
          <p:nvPr>
            <p:ph type="title" hasCustomPrompt="1"/>
          </p:nvPr>
        </p:nvSpPr>
        <p:spPr>
          <a:xfrm>
            <a:off x="7642523" y="2167854"/>
            <a:ext cx="3981201" cy="895483"/>
          </a:xfrm>
        </p:spPr>
        <p:txBody>
          <a:bodyPr/>
          <a:lstStyle>
            <a:lvl1pPr>
              <a:defRPr/>
            </a:lvl1pPr>
          </a:lstStyle>
          <a:p>
            <a:r>
              <a:rPr lang="nl-NL"/>
              <a:t>Plaats hier een titel</a:t>
            </a:r>
            <a:br>
              <a:rPr lang="nl-NL"/>
            </a:br>
            <a:r>
              <a:rPr lang="nl-NL"/>
              <a:t>max. 2 regels</a:t>
            </a:r>
          </a:p>
        </p:txBody>
      </p:sp>
      <p:sp>
        <p:nvSpPr>
          <p:cNvPr id="11" name="Tijdelijke aanduiding voor verticale tekst 2">
            <a:extLst>
              <a:ext uri="{FF2B5EF4-FFF2-40B4-BE49-F238E27FC236}">
                <a16:creationId xmlns:a16="http://schemas.microsoft.com/office/drawing/2014/main" id="{CE8AE620-2669-4529-8FE0-78AF4273828C}"/>
              </a:ext>
            </a:extLst>
          </p:cNvPr>
          <p:cNvSpPr>
            <a:spLocks noGrp="1"/>
          </p:cNvSpPr>
          <p:nvPr>
            <p:ph type="body" orient="vert" idx="1" hasCustomPrompt="1"/>
          </p:nvPr>
        </p:nvSpPr>
        <p:spPr>
          <a:xfrm>
            <a:off x="7642523" y="3264526"/>
            <a:ext cx="3981195" cy="1097297"/>
          </a:xfrm>
        </p:spPr>
        <p:txBody>
          <a:bodyPr vert="horz" lIns="0" tIns="0" rIns="0" bIns="0"/>
          <a:lstStyle>
            <a:lvl1pPr marL="0" indent="0">
              <a:spcAft>
                <a:spcPts val="0"/>
              </a:spcAft>
              <a:buNone/>
              <a:defRPr sz="1400" b="0">
                <a:solidFill>
                  <a:schemeClr val="accent2"/>
                </a:solidFill>
                <a:latin typeface="+mn-lt"/>
              </a:defRPr>
            </a:lvl1pPr>
            <a:lvl2pPr>
              <a:defRPr/>
            </a:lvl2pPr>
            <a:lvl3pPr>
              <a:defRPr/>
            </a:lvl3pPr>
            <a:lvl4pPr>
              <a:defRPr/>
            </a:lvl4pPr>
            <a:lvl5pPr>
              <a:defRPr/>
            </a:lvl5pPr>
            <a:lvl6pPr>
              <a:defRPr/>
            </a:lvl6pPr>
            <a:lvl7pPr>
              <a:defRPr/>
            </a:lvl7pPr>
            <a:lvl8pPr>
              <a:defRPr/>
            </a:lvl8pPr>
            <a:lvl9pPr>
              <a:defRPr/>
            </a:lvl9pPr>
          </a:lstStyle>
          <a:p>
            <a:pPr lvl="0"/>
            <a:r>
              <a:rPr lang="nl-NL"/>
              <a:t>Subtitel</a:t>
            </a:r>
          </a:p>
        </p:txBody>
      </p:sp>
      <p:sp>
        <p:nvSpPr>
          <p:cNvPr id="6" name="Graphic 31">
            <a:extLst>
              <a:ext uri="{FF2B5EF4-FFF2-40B4-BE49-F238E27FC236}">
                <a16:creationId xmlns:a16="http://schemas.microsoft.com/office/drawing/2014/main" id="{0FCFF012-86BF-453E-8E25-107BA431D653}"/>
              </a:ext>
            </a:extLst>
          </p:cNvPr>
          <p:cNvSpPr>
            <a:spLocks noChangeAspect="1"/>
          </p:cNvSpPr>
          <p:nvPr userDrawn="1"/>
        </p:nvSpPr>
        <p:spPr>
          <a:xfrm flipH="1" flipV="1">
            <a:off x="1527711" y="-1"/>
            <a:ext cx="5568692" cy="6858295"/>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15644" h="7563811">
                <a:moveTo>
                  <a:pt x="892481" y="0"/>
                </a:moveTo>
                <a:cubicBezTo>
                  <a:pt x="1110972" y="1866494"/>
                  <a:pt x="88385" y="2171435"/>
                  <a:pt x="5816" y="3571624"/>
                </a:cubicBezTo>
                <a:cubicBezTo>
                  <a:pt x="-81834" y="5049318"/>
                  <a:pt x="851832" y="6147106"/>
                  <a:pt x="747667" y="7563812"/>
                </a:cubicBezTo>
                <a:lnTo>
                  <a:pt x="5315644" y="7563812"/>
                </a:lnTo>
                <a:lnTo>
                  <a:pt x="5315644" y="0"/>
                </a:lnTo>
                <a:lnTo>
                  <a:pt x="892481" y="0"/>
                </a:lnTo>
                <a:close/>
              </a:path>
            </a:pathLst>
          </a:custGeom>
          <a:solidFill>
            <a:srgbClr val="6C1D5F"/>
          </a:solidFill>
          <a:ln w="12692" cap="flat">
            <a:noFill/>
            <a:prstDash val="solid"/>
            <a:miter/>
          </a:ln>
        </p:spPr>
        <p:txBody>
          <a:bodyPr rtlCol="0" anchor="ctr"/>
          <a:lstStyle/>
          <a:p>
            <a:endParaRPr lang="nl-NL" sz="1633"/>
          </a:p>
        </p:txBody>
      </p:sp>
      <p:sp>
        <p:nvSpPr>
          <p:cNvPr id="7" name="Graphic 34">
            <a:extLst>
              <a:ext uri="{FF2B5EF4-FFF2-40B4-BE49-F238E27FC236}">
                <a16:creationId xmlns:a16="http://schemas.microsoft.com/office/drawing/2014/main" id="{1757A37A-C00F-4F99-9EED-5825EDFFCFFD}"/>
              </a:ext>
            </a:extLst>
          </p:cNvPr>
          <p:cNvSpPr>
            <a:spLocks noChangeAspect="1"/>
          </p:cNvSpPr>
          <p:nvPr userDrawn="1"/>
        </p:nvSpPr>
        <p:spPr>
          <a:xfrm flipH="1" flipV="1">
            <a:off x="4939233" y="1"/>
            <a:ext cx="2267100" cy="6858295"/>
          </a:xfrm>
          <a:custGeom>
            <a:avLst/>
            <a:gdLst>
              <a:gd name="connsiteX0" fmla="*/ 5860 w 2434661"/>
              <a:gd name="connsiteY0" fmla="*/ 3586871 h 7563811"/>
              <a:gd name="connsiteX1" fmla="*/ 750252 w 2434661"/>
              <a:gd name="connsiteY1" fmla="*/ 7563812 h 7563811"/>
              <a:gd name="connsiteX2" fmla="*/ 2434662 w 2434661"/>
              <a:gd name="connsiteY2" fmla="*/ 7563812 h 7563811"/>
              <a:gd name="connsiteX3" fmla="*/ 2378769 w 2434661"/>
              <a:gd name="connsiteY3" fmla="*/ 7098777 h 7563811"/>
              <a:gd name="connsiteX4" fmla="*/ 1137692 w 2434661"/>
              <a:gd name="connsiteY4" fmla="*/ 3609741 h 7563811"/>
              <a:gd name="connsiteX5" fmla="*/ 1163098 w 2434661"/>
              <a:gd name="connsiteY5" fmla="*/ 0 h 7563811"/>
              <a:gd name="connsiteX6" fmla="*/ 893795 w 2434661"/>
              <a:gd name="connsiteY6" fmla="*/ 0 h 7563811"/>
              <a:gd name="connsiteX7" fmla="*/ 5860 w 2434661"/>
              <a:gd name="connsiteY7" fmla="*/ 3586871 h 756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4661" h="7563811">
                <a:moveTo>
                  <a:pt x="5860" y="3586871"/>
                </a:moveTo>
                <a:cubicBezTo>
                  <a:pt x="-81790" y="5059483"/>
                  <a:pt x="844254" y="6156000"/>
                  <a:pt x="750252" y="7563812"/>
                </a:cubicBezTo>
                <a:lnTo>
                  <a:pt x="2434662" y="7563812"/>
                </a:lnTo>
                <a:cubicBezTo>
                  <a:pt x="2427040" y="7407530"/>
                  <a:pt x="2407986" y="7251247"/>
                  <a:pt x="2378769" y="7098777"/>
                </a:cubicBezTo>
                <a:cubicBezTo>
                  <a:pt x="2156468" y="5923483"/>
                  <a:pt x="1311722" y="4928612"/>
                  <a:pt x="1137692" y="3609741"/>
                </a:cubicBezTo>
                <a:cubicBezTo>
                  <a:pt x="990338" y="2477647"/>
                  <a:pt x="1333318" y="1102871"/>
                  <a:pt x="1163098" y="0"/>
                </a:cubicBezTo>
                <a:lnTo>
                  <a:pt x="893795" y="0"/>
                </a:lnTo>
                <a:cubicBezTo>
                  <a:pt x="1117367" y="1877930"/>
                  <a:pt x="89700" y="2181600"/>
                  <a:pt x="5860" y="3586871"/>
                </a:cubicBezTo>
                <a:close/>
              </a:path>
            </a:pathLst>
          </a:custGeom>
          <a:solidFill>
            <a:srgbClr val="4A1E47"/>
          </a:solidFill>
          <a:ln w="12692" cap="flat">
            <a:noFill/>
            <a:prstDash val="solid"/>
            <a:miter/>
          </a:ln>
        </p:spPr>
        <p:txBody>
          <a:bodyPr rtlCol="0" anchor="ctr"/>
          <a:lstStyle/>
          <a:p>
            <a:endParaRPr lang="nl-NL" sz="1633"/>
          </a:p>
        </p:txBody>
      </p:sp>
      <p:sp>
        <p:nvSpPr>
          <p:cNvPr id="8" name="Graphic 31">
            <a:extLst>
              <a:ext uri="{FF2B5EF4-FFF2-40B4-BE49-F238E27FC236}">
                <a16:creationId xmlns:a16="http://schemas.microsoft.com/office/drawing/2014/main" id="{A7606077-A3EF-4A86-8BC7-EB75B73C49E5}"/>
              </a:ext>
            </a:extLst>
          </p:cNvPr>
          <p:cNvSpPr>
            <a:spLocks noChangeAspect="1"/>
          </p:cNvSpPr>
          <p:nvPr userDrawn="1"/>
        </p:nvSpPr>
        <p:spPr>
          <a:xfrm flipH="1" flipV="1">
            <a:off x="0" y="-1"/>
            <a:ext cx="5568692" cy="6858295"/>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15644" h="7563811">
                <a:moveTo>
                  <a:pt x="892481" y="0"/>
                </a:moveTo>
                <a:cubicBezTo>
                  <a:pt x="1110972" y="1866494"/>
                  <a:pt x="88385" y="2171435"/>
                  <a:pt x="5816" y="3571624"/>
                </a:cubicBezTo>
                <a:cubicBezTo>
                  <a:pt x="-81834" y="5049318"/>
                  <a:pt x="851832" y="6147106"/>
                  <a:pt x="747667" y="7563812"/>
                </a:cubicBezTo>
                <a:lnTo>
                  <a:pt x="5315644" y="7563812"/>
                </a:lnTo>
                <a:lnTo>
                  <a:pt x="5315644" y="0"/>
                </a:lnTo>
                <a:lnTo>
                  <a:pt x="892481" y="0"/>
                </a:lnTo>
                <a:close/>
              </a:path>
            </a:pathLst>
          </a:custGeom>
          <a:solidFill>
            <a:srgbClr val="6C1D5F"/>
          </a:solidFill>
          <a:ln w="12692" cap="flat">
            <a:noFill/>
            <a:prstDash val="solid"/>
            <a:miter/>
          </a:ln>
        </p:spPr>
        <p:txBody>
          <a:bodyPr rtlCol="0" anchor="ctr"/>
          <a:lstStyle/>
          <a:p>
            <a:endParaRPr lang="nl-NL" sz="1633"/>
          </a:p>
        </p:txBody>
      </p:sp>
    </p:spTree>
    <p:extLst>
      <p:ext uri="{BB962C8B-B14F-4D97-AF65-F5344CB8AC3E}">
        <p14:creationId xmlns:p14="http://schemas.microsoft.com/office/powerpoint/2010/main" val="15817603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Leeg en Tekst #2">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9C75EC70-7F42-4BDA-A7A4-1B42B53FCE8E}"/>
              </a:ext>
            </a:extLst>
          </p:cNvPr>
          <p:cNvSpPr>
            <a:spLocks noGrp="1"/>
          </p:cNvSpPr>
          <p:nvPr>
            <p:ph type="title" hasCustomPrompt="1"/>
          </p:nvPr>
        </p:nvSpPr>
        <p:spPr>
          <a:xfrm>
            <a:off x="801286" y="2167854"/>
            <a:ext cx="3981201" cy="895483"/>
          </a:xfrm>
        </p:spPr>
        <p:txBody>
          <a:bodyPr/>
          <a:lstStyle>
            <a:lvl1pPr>
              <a:defRPr/>
            </a:lvl1pPr>
          </a:lstStyle>
          <a:p>
            <a:r>
              <a:rPr lang="nl-NL"/>
              <a:t>Plaats hier een titel</a:t>
            </a:r>
            <a:br>
              <a:rPr lang="nl-NL"/>
            </a:br>
            <a:r>
              <a:rPr lang="nl-NL"/>
              <a:t>max. 2 regels</a:t>
            </a:r>
          </a:p>
        </p:txBody>
      </p:sp>
      <p:cxnSp>
        <p:nvCxnSpPr>
          <p:cNvPr id="10" name="Rechte verbindingslijn 9">
            <a:extLst>
              <a:ext uri="{FF2B5EF4-FFF2-40B4-BE49-F238E27FC236}">
                <a16:creationId xmlns:a16="http://schemas.microsoft.com/office/drawing/2014/main" id="{E8854872-3CE7-41DB-B613-807CF26CA2E7}"/>
              </a:ext>
            </a:extLst>
          </p:cNvPr>
          <p:cNvCxnSpPr>
            <a:cxnSpLocks/>
          </p:cNvCxnSpPr>
          <p:nvPr userDrawn="1"/>
        </p:nvCxnSpPr>
        <p:spPr>
          <a:xfrm>
            <a:off x="5460108" y="897467"/>
            <a:ext cx="0" cy="5063066"/>
          </a:xfrm>
          <a:prstGeom prst="line">
            <a:avLst/>
          </a:prstGeom>
          <a:ln>
            <a:solidFill>
              <a:srgbClr val="5A5A5A"/>
            </a:solidFill>
          </a:ln>
        </p:spPr>
        <p:style>
          <a:lnRef idx="1">
            <a:schemeClr val="accent1"/>
          </a:lnRef>
          <a:fillRef idx="0">
            <a:schemeClr val="accent1"/>
          </a:fillRef>
          <a:effectRef idx="0">
            <a:schemeClr val="accent1"/>
          </a:effectRef>
          <a:fontRef idx="minor">
            <a:schemeClr val="tx1"/>
          </a:fontRef>
        </p:style>
      </p:cxnSp>
      <p:sp>
        <p:nvSpPr>
          <p:cNvPr id="11" name="Tijdelijke aanduiding voor verticale tekst 2">
            <a:extLst>
              <a:ext uri="{FF2B5EF4-FFF2-40B4-BE49-F238E27FC236}">
                <a16:creationId xmlns:a16="http://schemas.microsoft.com/office/drawing/2014/main" id="{CE8AE620-2669-4529-8FE0-78AF4273828C}"/>
              </a:ext>
            </a:extLst>
          </p:cNvPr>
          <p:cNvSpPr>
            <a:spLocks noGrp="1"/>
          </p:cNvSpPr>
          <p:nvPr>
            <p:ph type="body" orient="vert" idx="1" hasCustomPrompt="1"/>
          </p:nvPr>
        </p:nvSpPr>
        <p:spPr>
          <a:xfrm>
            <a:off x="801286" y="3264526"/>
            <a:ext cx="3981195" cy="1097297"/>
          </a:xfrm>
        </p:spPr>
        <p:txBody>
          <a:bodyPr vert="horz" lIns="0" tIns="0" rIns="0" bIns="0"/>
          <a:lstStyle>
            <a:lvl1pPr marL="0" indent="0">
              <a:spcAft>
                <a:spcPts val="0"/>
              </a:spcAft>
              <a:buNone/>
              <a:defRPr sz="1400" b="0">
                <a:solidFill>
                  <a:schemeClr val="accent2"/>
                </a:solidFill>
                <a:latin typeface="+mn-lt"/>
              </a:defRPr>
            </a:lvl1pPr>
            <a:lvl2pPr>
              <a:defRPr/>
            </a:lvl2pPr>
            <a:lvl3pPr>
              <a:defRPr/>
            </a:lvl3pPr>
            <a:lvl4pPr>
              <a:defRPr/>
            </a:lvl4pPr>
            <a:lvl5pPr>
              <a:defRPr/>
            </a:lvl5pPr>
            <a:lvl6pPr>
              <a:defRPr/>
            </a:lvl6pPr>
            <a:lvl7pPr>
              <a:defRPr/>
            </a:lvl7pPr>
            <a:lvl8pPr>
              <a:defRPr/>
            </a:lvl8pPr>
            <a:lvl9pPr>
              <a:defRPr/>
            </a:lvl9pPr>
          </a:lstStyle>
          <a:p>
            <a:pPr lvl="0"/>
            <a:r>
              <a:rPr lang="nl-NL"/>
              <a:t>Subtitel</a:t>
            </a:r>
          </a:p>
        </p:txBody>
      </p:sp>
    </p:spTree>
    <p:extLst>
      <p:ext uri="{BB962C8B-B14F-4D97-AF65-F5344CB8AC3E}">
        <p14:creationId xmlns:p14="http://schemas.microsoft.com/office/powerpoint/2010/main" val="5979060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Leeg en Tekst #3">
    <p:spTree>
      <p:nvGrpSpPr>
        <p:cNvPr id="1" name=""/>
        <p:cNvGrpSpPr/>
        <p:nvPr/>
      </p:nvGrpSpPr>
      <p:grpSpPr>
        <a:xfrm>
          <a:off x="0" y="0"/>
          <a:ext cx="0" cy="0"/>
          <a:chOff x="0" y="0"/>
          <a:chExt cx="0" cy="0"/>
        </a:xfrm>
      </p:grpSpPr>
      <p:grpSp>
        <p:nvGrpSpPr>
          <p:cNvPr id="2" name="Groep 1">
            <a:extLst>
              <a:ext uri="{FF2B5EF4-FFF2-40B4-BE49-F238E27FC236}">
                <a16:creationId xmlns:a16="http://schemas.microsoft.com/office/drawing/2014/main" id="{88DA954E-E3C7-41A7-B8FC-F1D939E5AE26}"/>
              </a:ext>
            </a:extLst>
          </p:cNvPr>
          <p:cNvGrpSpPr/>
          <p:nvPr userDrawn="1"/>
        </p:nvGrpSpPr>
        <p:grpSpPr>
          <a:xfrm flipH="1">
            <a:off x="5861447" y="-1"/>
            <a:ext cx="6331835" cy="6858297"/>
            <a:chOff x="-3" y="-1"/>
            <a:chExt cx="6331835" cy="6858297"/>
          </a:xfrm>
        </p:grpSpPr>
        <p:sp>
          <p:nvSpPr>
            <p:cNvPr id="6" name="Graphic 31">
              <a:extLst>
                <a:ext uri="{FF2B5EF4-FFF2-40B4-BE49-F238E27FC236}">
                  <a16:creationId xmlns:a16="http://schemas.microsoft.com/office/drawing/2014/main" id="{F91C5304-AB37-48FA-85AB-54815310F455}"/>
                </a:ext>
              </a:extLst>
            </p:cNvPr>
            <p:cNvSpPr>
              <a:spLocks noChangeAspect="1"/>
            </p:cNvSpPr>
            <p:nvPr userDrawn="1"/>
          </p:nvSpPr>
          <p:spPr>
            <a:xfrm flipH="1" flipV="1">
              <a:off x="-3" y="-1"/>
              <a:ext cx="6227808" cy="6858295"/>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15644" h="7563811">
                  <a:moveTo>
                    <a:pt x="892481" y="0"/>
                  </a:moveTo>
                  <a:cubicBezTo>
                    <a:pt x="1110972" y="1866494"/>
                    <a:pt x="88385" y="2171435"/>
                    <a:pt x="5816" y="3571624"/>
                  </a:cubicBezTo>
                  <a:cubicBezTo>
                    <a:pt x="-81834" y="5049318"/>
                    <a:pt x="851832" y="6147106"/>
                    <a:pt x="747667" y="7563812"/>
                  </a:cubicBezTo>
                  <a:lnTo>
                    <a:pt x="5315644" y="7563812"/>
                  </a:lnTo>
                  <a:lnTo>
                    <a:pt x="5315644" y="0"/>
                  </a:lnTo>
                  <a:lnTo>
                    <a:pt x="892481" y="0"/>
                  </a:lnTo>
                  <a:close/>
                </a:path>
              </a:pathLst>
            </a:custGeom>
            <a:solidFill>
              <a:srgbClr val="6C1D5F"/>
            </a:solidFill>
            <a:ln w="12692" cap="flat">
              <a:noFill/>
              <a:prstDash val="solid"/>
              <a:miter/>
            </a:ln>
          </p:spPr>
          <p:txBody>
            <a:bodyPr rtlCol="0" anchor="ctr"/>
            <a:lstStyle/>
            <a:p>
              <a:endParaRPr lang="nl-NL" sz="1633"/>
            </a:p>
          </p:txBody>
        </p:sp>
        <p:sp>
          <p:nvSpPr>
            <p:cNvPr id="7" name="Graphic 34">
              <a:extLst>
                <a:ext uri="{FF2B5EF4-FFF2-40B4-BE49-F238E27FC236}">
                  <a16:creationId xmlns:a16="http://schemas.microsoft.com/office/drawing/2014/main" id="{B4AF1AEE-2F17-4372-BA8D-AFDF6E9D197C}"/>
                </a:ext>
              </a:extLst>
            </p:cNvPr>
            <p:cNvSpPr>
              <a:spLocks noChangeAspect="1"/>
            </p:cNvSpPr>
            <p:nvPr userDrawn="1"/>
          </p:nvSpPr>
          <p:spPr>
            <a:xfrm flipH="1" flipV="1">
              <a:off x="3822568" y="1"/>
              <a:ext cx="2509264" cy="6858295"/>
            </a:xfrm>
            <a:custGeom>
              <a:avLst/>
              <a:gdLst>
                <a:gd name="connsiteX0" fmla="*/ 5860 w 2434661"/>
                <a:gd name="connsiteY0" fmla="*/ 3586871 h 7563811"/>
                <a:gd name="connsiteX1" fmla="*/ 750252 w 2434661"/>
                <a:gd name="connsiteY1" fmla="*/ 7563812 h 7563811"/>
                <a:gd name="connsiteX2" fmla="*/ 2434662 w 2434661"/>
                <a:gd name="connsiteY2" fmla="*/ 7563812 h 7563811"/>
                <a:gd name="connsiteX3" fmla="*/ 2378769 w 2434661"/>
                <a:gd name="connsiteY3" fmla="*/ 7098777 h 7563811"/>
                <a:gd name="connsiteX4" fmla="*/ 1137692 w 2434661"/>
                <a:gd name="connsiteY4" fmla="*/ 3609741 h 7563811"/>
                <a:gd name="connsiteX5" fmla="*/ 1163098 w 2434661"/>
                <a:gd name="connsiteY5" fmla="*/ 0 h 7563811"/>
                <a:gd name="connsiteX6" fmla="*/ 893795 w 2434661"/>
                <a:gd name="connsiteY6" fmla="*/ 0 h 7563811"/>
                <a:gd name="connsiteX7" fmla="*/ 5860 w 2434661"/>
                <a:gd name="connsiteY7" fmla="*/ 3586871 h 756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4661" h="7563811">
                  <a:moveTo>
                    <a:pt x="5860" y="3586871"/>
                  </a:moveTo>
                  <a:cubicBezTo>
                    <a:pt x="-81790" y="5059483"/>
                    <a:pt x="844254" y="6156000"/>
                    <a:pt x="750252" y="7563812"/>
                  </a:cubicBezTo>
                  <a:lnTo>
                    <a:pt x="2434662" y="7563812"/>
                  </a:lnTo>
                  <a:cubicBezTo>
                    <a:pt x="2427040" y="7407530"/>
                    <a:pt x="2407986" y="7251247"/>
                    <a:pt x="2378769" y="7098777"/>
                  </a:cubicBezTo>
                  <a:cubicBezTo>
                    <a:pt x="2156468" y="5923483"/>
                    <a:pt x="1311722" y="4928612"/>
                    <a:pt x="1137692" y="3609741"/>
                  </a:cubicBezTo>
                  <a:cubicBezTo>
                    <a:pt x="990338" y="2477647"/>
                    <a:pt x="1333318" y="1102871"/>
                    <a:pt x="1163098" y="0"/>
                  </a:cubicBezTo>
                  <a:lnTo>
                    <a:pt x="893795" y="0"/>
                  </a:lnTo>
                  <a:cubicBezTo>
                    <a:pt x="1117367" y="1877930"/>
                    <a:pt x="89700" y="2181600"/>
                    <a:pt x="5860" y="3586871"/>
                  </a:cubicBezTo>
                  <a:close/>
                </a:path>
              </a:pathLst>
            </a:custGeom>
            <a:solidFill>
              <a:srgbClr val="4A1E47"/>
            </a:solidFill>
            <a:ln w="12692" cap="flat">
              <a:noFill/>
              <a:prstDash val="solid"/>
              <a:miter/>
            </a:ln>
          </p:spPr>
          <p:txBody>
            <a:bodyPr rtlCol="0" anchor="ctr"/>
            <a:lstStyle/>
            <a:p>
              <a:endParaRPr lang="nl-NL" sz="1633"/>
            </a:p>
          </p:txBody>
        </p:sp>
      </p:grpSp>
      <p:sp>
        <p:nvSpPr>
          <p:cNvPr id="3" name="Titel 2">
            <a:extLst>
              <a:ext uri="{FF2B5EF4-FFF2-40B4-BE49-F238E27FC236}">
                <a16:creationId xmlns:a16="http://schemas.microsoft.com/office/drawing/2014/main" id="{9C75EC70-7F42-4BDA-A7A4-1B42B53FCE8E}"/>
              </a:ext>
            </a:extLst>
          </p:cNvPr>
          <p:cNvSpPr>
            <a:spLocks noGrp="1"/>
          </p:cNvSpPr>
          <p:nvPr>
            <p:ph type="title" hasCustomPrompt="1"/>
          </p:nvPr>
        </p:nvSpPr>
        <p:spPr>
          <a:xfrm>
            <a:off x="7642523" y="2167854"/>
            <a:ext cx="3981201" cy="895483"/>
          </a:xfrm>
        </p:spPr>
        <p:txBody>
          <a:bodyPr/>
          <a:lstStyle>
            <a:lvl1pPr>
              <a:defRPr>
                <a:solidFill>
                  <a:schemeClr val="bg1"/>
                </a:solidFill>
              </a:defRPr>
            </a:lvl1pPr>
          </a:lstStyle>
          <a:p>
            <a:r>
              <a:rPr lang="nl-NL"/>
              <a:t>Plaats hier een titel</a:t>
            </a:r>
            <a:br>
              <a:rPr lang="nl-NL"/>
            </a:br>
            <a:r>
              <a:rPr lang="nl-NL"/>
              <a:t>max. 2 regels</a:t>
            </a:r>
          </a:p>
        </p:txBody>
      </p:sp>
      <p:sp>
        <p:nvSpPr>
          <p:cNvPr id="11" name="Tijdelijke aanduiding voor verticale tekst 2">
            <a:extLst>
              <a:ext uri="{FF2B5EF4-FFF2-40B4-BE49-F238E27FC236}">
                <a16:creationId xmlns:a16="http://schemas.microsoft.com/office/drawing/2014/main" id="{CE8AE620-2669-4529-8FE0-78AF4273828C}"/>
              </a:ext>
            </a:extLst>
          </p:cNvPr>
          <p:cNvSpPr>
            <a:spLocks noGrp="1"/>
          </p:cNvSpPr>
          <p:nvPr>
            <p:ph type="body" orient="vert" idx="1" hasCustomPrompt="1"/>
          </p:nvPr>
        </p:nvSpPr>
        <p:spPr>
          <a:xfrm>
            <a:off x="7642523" y="3264526"/>
            <a:ext cx="3981195" cy="1097297"/>
          </a:xfrm>
        </p:spPr>
        <p:txBody>
          <a:bodyPr vert="horz" lIns="0" tIns="0" rIns="0" bIns="0"/>
          <a:lstStyle>
            <a:lvl1pPr marL="0" indent="0">
              <a:spcAft>
                <a:spcPts val="0"/>
              </a:spcAft>
              <a:buNone/>
              <a:defRPr sz="1400" b="0">
                <a:solidFill>
                  <a:schemeClr val="bg1"/>
                </a:solidFill>
                <a:latin typeface="+mn-lt"/>
              </a:defRPr>
            </a:lvl1pPr>
            <a:lvl2pPr>
              <a:defRPr/>
            </a:lvl2pPr>
            <a:lvl3pPr>
              <a:defRPr/>
            </a:lvl3pPr>
            <a:lvl4pPr>
              <a:defRPr/>
            </a:lvl4pPr>
            <a:lvl5pPr>
              <a:defRPr/>
            </a:lvl5pPr>
            <a:lvl6pPr>
              <a:defRPr/>
            </a:lvl6pPr>
            <a:lvl7pPr>
              <a:defRPr/>
            </a:lvl7pPr>
            <a:lvl8pPr>
              <a:defRPr/>
            </a:lvl8pPr>
            <a:lvl9pPr>
              <a:defRPr/>
            </a:lvl9pPr>
          </a:lstStyle>
          <a:p>
            <a:pPr lvl="0"/>
            <a:r>
              <a:rPr lang="nl-NL"/>
              <a:t>Subtitel</a:t>
            </a:r>
          </a:p>
        </p:txBody>
      </p:sp>
    </p:spTree>
    <p:extLst>
      <p:ext uri="{BB962C8B-B14F-4D97-AF65-F5344CB8AC3E}">
        <p14:creationId xmlns:p14="http://schemas.microsoft.com/office/powerpoint/2010/main" val="42794767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Cijfers">
    <p:spTree>
      <p:nvGrpSpPr>
        <p:cNvPr id="1" name=""/>
        <p:cNvGrpSpPr/>
        <p:nvPr/>
      </p:nvGrpSpPr>
      <p:grpSpPr>
        <a:xfrm>
          <a:off x="0" y="0"/>
          <a:ext cx="0" cy="0"/>
          <a:chOff x="0" y="0"/>
          <a:chExt cx="0" cy="0"/>
        </a:xfrm>
      </p:grpSpPr>
      <p:sp>
        <p:nvSpPr>
          <p:cNvPr id="191" name="Tijdelijke aanduiding voor verticale tekst 2">
            <a:extLst>
              <a:ext uri="{FF2B5EF4-FFF2-40B4-BE49-F238E27FC236}">
                <a16:creationId xmlns:a16="http://schemas.microsoft.com/office/drawing/2014/main" id="{EF63A5CF-1E26-46E5-9F0F-85B524BDF242}"/>
              </a:ext>
            </a:extLst>
          </p:cNvPr>
          <p:cNvSpPr>
            <a:spLocks noGrp="1"/>
          </p:cNvSpPr>
          <p:nvPr>
            <p:ph type="body" orient="vert" idx="36" hasCustomPrompt="1"/>
          </p:nvPr>
        </p:nvSpPr>
        <p:spPr>
          <a:xfrm>
            <a:off x="9419081" y="1330463"/>
            <a:ext cx="2348518" cy="268469"/>
          </a:xfrm>
        </p:spPr>
        <p:txBody>
          <a:bodyPr vert="horz" lIns="0" tIns="0" rIns="0" bIns="0"/>
          <a:lstStyle>
            <a:lvl1pPr marL="0" indent="0">
              <a:buNone/>
              <a:defRPr sz="1800" b="1">
                <a:solidFill>
                  <a:schemeClr val="accent1"/>
                </a:solidFill>
              </a:defRPr>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169" name="Tijdelijke aanduiding voor verticale tekst 2">
            <a:extLst>
              <a:ext uri="{FF2B5EF4-FFF2-40B4-BE49-F238E27FC236}">
                <a16:creationId xmlns:a16="http://schemas.microsoft.com/office/drawing/2014/main" id="{EDA5F084-205A-4C14-9C53-A8FF92E2EC4C}"/>
              </a:ext>
            </a:extLst>
          </p:cNvPr>
          <p:cNvSpPr>
            <a:spLocks noGrp="1"/>
          </p:cNvSpPr>
          <p:nvPr>
            <p:ph type="body" orient="vert" idx="16" hasCustomPrompt="1"/>
          </p:nvPr>
        </p:nvSpPr>
        <p:spPr>
          <a:xfrm>
            <a:off x="3978354" y="1655341"/>
            <a:ext cx="2348518" cy="3277820"/>
          </a:xfrm>
        </p:spPr>
        <p:txBody>
          <a:bodyPr vert="horz" lIns="0" tIns="0" rIns="0" bIns="0"/>
          <a:lstStyle>
            <a:lvl1pPr marL="0" indent="0">
              <a:spcAft>
                <a:spcPts val="300"/>
              </a:spcAft>
              <a:buNone/>
              <a:defRPr sz="1050"/>
            </a:lvl1pPr>
            <a:lvl2pPr marL="177800" indent="-177800">
              <a:spcAft>
                <a:spcPts val="300"/>
              </a:spcAft>
              <a:buClr>
                <a:schemeClr val="tx2"/>
              </a:buClr>
              <a:buFont typeface="Segoe UI" panose="020B0502040204020203" pitchFamily="34" charset="0"/>
              <a:buChar char="+"/>
              <a:defRPr sz="1050"/>
            </a:lvl2pPr>
            <a:lvl3pPr marL="177800" indent="-177800">
              <a:spcAft>
                <a:spcPts val="300"/>
              </a:spcAft>
              <a:buClr>
                <a:schemeClr val="tx2"/>
              </a:buClr>
              <a:buFont typeface="Segoe UI" panose="020B0502040204020203" pitchFamily="34" charset="0"/>
              <a:buChar char="-"/>
              <a:defRPr sz="1050"/>
            </a:lvl3pPr>
            <a:lvl4pPr>
              <a:spcBef>
                <a:spcPts val="600"/>
              </a:spcBef>
              <a:spcAft>
                <a:spcPts val="300"/>
              </a:spcAft>
              <a:defRPr sz="1100" b="1">
                <a:solidFill>
                  <a:schemeClr val="accent1"/>
                </a:solidFill>
              </a:defRPr>
            </a:lvl4pPr>
            <a:lvl5pPr>
              <a:defRPr sz="1050"/>
            </a:lvl5pPr>
            <a:lvl6pPr>
              <a:defRPr sz="1050"/>
            </a:lvl6pPr>
            <a:lvl7pPr>
              <a:defRPr sz="1050"/>
            </a:lvl7pPr>
            <a:lvl8pPr>
              <a:defRPr sz="1100"/>
            </a:lvl8pPr>
            <a:lvl9pPr>
              <a:defRPr sz="1200"/>
            </a:lvl9pPr>
          </a:lstStyle>
          <a:p>
            <a:pPr lvl="0"/>
            <a:r>
              <a:rPr lang="nl-NL"/>
              <a:t>Klik hier om tekst te plaatsen.</a:t>
            </a:r>
          </a:p>
          <a:p>
            <a:pPr lvl="1"/>
            <a:r>
              <a:rPr lang="nl-NL"/>
              <a:t>Plaats hier informatie</a:t>
            </a:r>
          </a:p>
          <a:p>
            <a:pPr lvl="2"/>
            <a:r>
              <a:rPr lang="nl-NL"/>
              <a:t>Plaats hier informatie</a:t>
            </a:r>
          </a:p>
          <a:p>
            <a:pPr lvl="3"/>
            <a:r>
              <a:rPr lang="nl-NL"/>
              <a:t>Subtitel</a:t>
            </a:r>
          </a:p>
          <a:p>
            <a:pPr lvl="4"/>
            <a:r>
              <a:rPr lang="nl-NL"/>
              <a:t>Numerieke bullets</a:t>
            </a:r>
          </a:p>
          <a:p>
            <a:pPr lvl="5"/>
            <a:r>
              <a:rPr lang="nl-NL"/>
              <a:t># Abc</a:t>
            </a:r>
          </a:p>
          <a:p>
            <a:pPr lvl="6"/>
            <a:r>
              <a:rPr lang="nl-NL"/>
              <a:t># Bullets</a:t>
            </a:r>
          </a:p>
          <a:p>
            <a:pPr lvl="7"/>
            <a:r>
              <a:rPr lang="nl-NL"/>
              <a:t>Cursief</a:t>
            </a:r>
          </a:p>
          <a:p>
            <a:pPr lvl="8"/>
            <a:r>
              <a:rPr lang="nl-NL"/>
              <a:t>Alt. Subtitel</a:t>
            </a:r>
          </a:p>
        </p:txBody>
      </p:sp>
      <p:sp>
        <p:nvSpPr>
          <p:cNvPr id="164" name="Graphic 34">
            <a:extLst>
              <a:ext uri="{FF2B5EF4-FFF2-40B4-BE49-F238E27FC236}">
                <a16:creationId xmlns:a16="http://schemas.microsoft.com/office/drawing/2014/main" id="{B29C37AD-C914-4655-89A7-933B40A8B2A6}"/>
              </a:ext>
            </a:extLst>
          </p:cNvPr>
          <p:cNvSpPr>
            <a:spLocks noChangeAspect="1"/>
          </p:cNvSpPr>
          <p:nvPr userDrawn="1"/>
        </p:nvSpPr>
        <p:spPr>
          <a:xfrm flipH="1" flipV="1">
            <a:off x="1205843" y="1"/>
            <a:ext cx="2509264" cy="6858295"/>
          </a:xfrm>
          <a:custGeom>
            <a:avLst/>
            <a:gdLst>
              <a:gd name="connsiteX0" fmla="*/ 5860 w 2434661"/>
              <a:gd name="connsiteY0" fmla="*/ 3586871 h 7563811"/>
              <a:gd name="connsiteX1" fmla="*/ 750252 w 2434661"/>
              <a:gd name="connsiteY1" fmla="*/ 7563812 h 7563811"/>
              <a:gd name="connsiteX2" fmla="*/ 2434662 w 2434661"/>
              <a:gd name="connsiteY2" fmla="*/ 7563812 h 7563811"/>
              <a:gd name="connsiteX3" fmla="*/ 2378769 w 2434661"/>
              <a:gd name="connsiteY3" fmla="*/ 7098777 h 7563811"/>
              <a:gd name="connsiteX4" fmla="*/ 1137692 w 2434661"/>
              <a:gd name="connsiteY4" fmla="*/ 3609741 h 7563811"/>
              <a:gd name="connsiteX5" fmla="*/ 1163098 w 2434661"/>
              <a:gd name="connsiteY5" fmla="*/ 0 h 7563811"/>
              <a:gd name="connsiteX6" fmla="*/ 893795 w 2434661"/>
              <a:gd name="connsiteY6" fmla="*/ 0 h 7563811"/>
              <a:gd name="connsiteX7" fmla="*/ 5860 w 2434661"/>
              <a:gd name="connsiteY7" fmla="*/ 3586871 h 756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4661" h="7563811">
                <a:moveTo>
                  <a:pt x="5860" y="3586871"/>
                </a:moveTo>
                <a:cubicBezTo>
                  <a:pt x="-81790" y="5059483"/>
                  <a:pt x="844254" y="6156000"/>
                  <a:pt x="750252" y="7563812"/>
                </a:cubicBezTo>
                <a:lnTo>
                  <a:pt x="2434662" y="7563812"/>
                </a:lnTo>
                <a:cubicBezTo>
                  <a:pt x="2427040" y="7407530"/>
                  <a:pt x="2407986" y="7251247"/>
                  <a:pt x="2378769" y="7098777"/>
                </a:cubicBezTo>
                <a:cubicBezTo>
                  <a:pt x="2156468" y="5923483"/>
                  <a:pt x="1311722" y="4928612"/>
                  <a:pt x="1137692" y="3609741"/>
                </a:cubicBezTo>
                <a:cubicBezTo>
                  <a:pt x="990338" y="2477647"/>
                  <a:pt x="1333318" y="1102871"/>
                  <a:pt x="1163098" y="0"/>
                </a:cubicBezTo>
                <a:lnTo>
                  <a:pt x="893795" y="0"/>
                </a:lnTo>
                <a:cubicBezTo>
                  <a:pt x="1117367" y="1877930"/>
                  <a:pt x="89700" y="2181600"/>
                  <a:pt x="5860" y="3586871"/>
                </a:cubicBezTo>
                <a:close/>
              </a:path>
            </a:pathLst>
          </a:custGeom>
          <a:solidFill>
            <a:srgbClr val="4A1E47"/>
          </a:solidFill>
          <a:ln w="12692" cap="flat">
            <a:noFill/>
            <a:prstDash val="solid"/>
            <a:miter/>
          </a:ln>
        </p:spPr>
        <p:txBody>
          <a:bodyPr rtlCol="0" anchor="ctr"/>
          <a:lstStyle/>
          <a:p>
            <a:endParaRPr lang="nl-NL" sz="1633"/>
          </a:p>
        </p:txBody>
      </p:sp>
      <p:sp>
        <p:nvSpPr>
          <p:cNvPr id="165" name="Graphic 31">
            <a:extLst>
              <a:ext uri="{FF2B5EF4-FFF2-40B4-BE49-F238E27FC236}">
                <a16:creationId xmlns:a16="http://schemas.microsoft.com/office/drawing/2014/main" id="{DD12BAB7-881A-44E1-880D-864FDABC3767}"/>
              </a:ext>
            </a:extLst>
          </p:cNvPr>
          <p:cNvSpPr>
            <a:spLocks noChangeAspect="1"/>
          </p:cNvSpPr>
          <p:nvPr userDrawn="1"/>
        </p:nvSpPr>
        <p:spPr>
          <a:xfrm flipH="1" flipV="1">
            <a:off x="-4" y="-6"/>
            <a:ext cx="3047886" cy="6858295"/>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15644" h="7563811">
                <a:moveTo>
                  <a:pt x="892481" y="0"/>
                </a:moveTo>
                <a:cubicBezTo>
                  <a:pt x="1110972" y="1866494"/>
                  <a:pt x="88385" y="2171435"/>
                  <a:pt x="5816" y="3571624"/>
                </a:cubicBezTo>
                <a:cubicBezTo>
                  <a:pt x="-81834" y="5049318"/>
                  <a:pt x="851832" y="6147106"/>
                  <a:pt x="747667" y="7563812"/>
                </a:cubicBezTo>
                <a:lnTo>
                  <a:pt x="5315644" y="7563812"/>
                </a:lnTo>
                <a:lnTo>
                  <a:pt x="5315644" y="0"/>
                </a:lnTo>
                <a:lnTo>
                  <a:pt x="892481" y="0"/>
                </a:lnTo>
                <a:close/>
              </a:path>
            </a:pathLst>
          </a:custGeom>
          <a:solidFill>
            <a:srgbClr val="6C1D5F"/>
          </a:solidFill>
          <a:ln w="12692" cap="flat">
            <a:noFill/>
            <a:prstDash val="solid"/>
            <a:miter/>
          </a:ln>
        </p:spPr>
        <p:txBody>
          <a:bodyPr rtlCol="0" anchor="ctr"/>
          <a:lstStyle/>
          <a:p>
            <a:endParaRPr lang="nl-NL" sz="1633"/>
          </a:p>
        </p:txBody>
      </p:sp>
      <p:sp>
        <p:nvSpPr>
          <p:cNvPr id="178" name="Titel 2">
            <a:extLst>
              <a:ext uri="{FF2B5EF4-FFF2-40B4-BE49-F238E27FC236}">
                <a16:creationId xmlns:a16="http://schemas.microsoft.com/office/drawing/2014/main" id="{7274E53B-4D3A-4DF4-866C-782458741DF8}"/>
              </a:ext>
            </a:extLst>
          </p:cNvPr>
          <p:cNvSpPr>
            <a:spLocks noGrp="1"/>
          </p:cNvSpPr>
          <p:nvPr>
            <p:ph type="title" hasCustomPrompt="1"/>
          </p:nvPr>
        </p:nvSpPr>
        <p:spPr>
          <a:xfrm>
            <a:off x="368996" y="353896"/>
            <a:ext cx="1770815" cy="499257"/>
          </a:xfrm>
        </p:spPr>
        <p:txBody>
          <a:bodyPr/>
          <a:lstStyle>
            <a:lvl1pPr>
              <a:defRPr b="1">
                <a:solidFill>
                  <a:schemeClr val="bg1"/>
                </a:solidFill>
              </a:defRPr>
            </a:lvl1pPr>
          </a:lstStyle>
          <a:p>
            <a:r>
              <a:rPr lang="nl-NL"/>
              <a:t>Plaats hier een titel</a:t>
            </a:r>
          </a:p>
        </p:txBody>
      </p:sp>
      <p:sp>
        <p:nvSpPr>
          <p:cNvPr id="179" name="Tijdelijke aanduiding voor verticale tekst 2">
            <a:extLst>
              <a:ext uri="{FF2B5EF4-FFF2-40B4-BE49-F238E27FC236}">
                <a16:creationId xmlns:a16="http://schemas.microsoft.com/office/drawing/2014/main" id="{79DE9FE5-EAAA-4AB7-B342-3624901F9704}"/>
              </a:ext>
            </a:extLst>
          </p:cNvPr>
          <p:cNvSpPr>
            <a:spLocks noGrp="1"/>
          </p:cNvSpPr>
          <p:nvPr>
            <p:ph type="body" orient="vert" idx="1" hasCustomPrompt="1"/>
          </p:nvPr>
        </p:nvSpPr>
        <p:spPr>
          <a:xfrm>
            <a:off x="394092" y="1079812"/>
            <a:ext cx="1770815" cy="2102917"/>
          </a:xfrm>
        </p:spPr>
        <p:txBody>
          <a:bodyPr vert="horz" lIns="0" tIns="0" rIns="0" bIns="0"/>
          <a:lstStyle>
            <a:lvl1pPr marL="0" indent="0">
              <a:buNone/>
              <a:defRPr>
                <a:solidFill>
                  <a:schemeClr val="bg1"/>
                </a:solidFill>
              </a:defRPr>
            </a:lvl1pPr>
            <a:lvl2pPr marL="260350" indent="0">
              <a:buNone/>
              <a:defRPr/>
            </a:lvl2pPr>
            <a:lvl3pPr>
              <a:defRPr/>
            </a:lvl3pPr>
            <a:lvl4pPr>
              <a:spcBef>
                <a:spcPts val="600"/>
              </a:spcBef>
              <a:spcAft>
                <a:spcPts val="300"/>
              </a:spcAft>
              <a:defRPr/>
            </a:lvl4pPr>
            <a:lvl5pPr>
              <a:defRPr/>
            </a:lvl5pPr>
            <a:lvl6pPr>
              <a:defRPr/>
            </a:lvl6pPr>
            <a:lvl7pPr>
              <a:defRPr/>
            </a:lvl7pPr>
            <a:lvl8pPr>
              <a:defRPr/>
            </a:lvl8pPr>
            <a:lvl9pPr>
              <a:defRPr/>
            </a:lvl9pPr>
          </a:lstStyle>
          <a:p>
            <a:pPr lvl="0"/>
            <a:r>
              <a:rPr lang="nl-NL"/>
              <a:t>Klik hier om tekst te plaatsen.</a:t>
            </a:r>
          </a:p>
        </p:txBody>
      </p:sp>
      <p:cxnSp>
        <p:nvCxnSpPr>
          <p:cNvPr id="174" name="Rechte verbindingslijn 173">
            <a:extLst>
              <a:ext uri="{FF2B5EF4-FFF2-40B4-BE49-F238E27FC236}">
                <a16:creationId xmlns:a16="http://schemas.microsoft.com/office/drawing/2014/main" id="{F969B738-417F-4997-AFA7-5D35895EA8CE}"/>
              </a:ext>
            </a:extLst>
          </p:cNvPr>
          <p:cNvCxnSpPr>
            <a:cxnSpLocks/>
          </p:cNvCxnSpPr>
          <p:nvPr userDrawn="1"/>
        </p:nvCxnSpPr>
        <p:spPr>
          <a:xfrm>
            <a:off x="6540117" y="1301101"/>
            <a:ext cx="0" cy="4197491"/>
          </a:xfrm>
          <a:prstGeom prst="line">
            <a:avLst/>
          </a:prstGeom>
          <a:ln>
            <a:solidFill>
              <a:srgbClr val="5A5A5A"/>
            </a:solidFill>
          </a:ln>
        </p:spPr>
        <p:style>
          <a:lnRef idx="1">
            <a:schemeClr val="accent1"/>
          </a:lnRef>
          <a:fillRef idx="0">
            <a:schemeClr val="accent1"/>
          </a:fillRef>
          <a:effectRef idx="0">
            <a:schemeClr val="accent1"/>
          </a:effectRef>
          <a:fontRef idx="minor">
            <a:schemeClr val="tx1"/>
          </a:fontRef>
        </p:style>
      </p:cxnSp>
      <p:cxnSp>
        <p:nvCxnSpPr>
          <p:cNvPr id="175" name="Rechte verbindingslijn 174">
            <a:extLst>
              <a:ext uri="{FF2B5EF4-FFF2-40B4-BE49-F238E27FC236}">
                <a16:creationId xmlns:a16="http://schemas.microsoft.com/office/drawing/2014/main" id="{A983D523-648A-4DDF-91C2-3B6BECAF4C87}"/>
              </a:ext>
            </a:extLst>
          </p:cNvPr>
          <p:cNvCxnSpPr>
            <a:cxnSpLocks/>
          </p:cNvCxnSpPr>
          <p:nvPr userDrawn="1"/>
        </p:nvCxnSpPr>
        <p:spPr>
          <a:xfrm>
            <a:off x="9258178" y="1301101"/>
            <a:ext cx="0" cy="4197491"/>
          </a:xfrm>
          <a:prstGeom prst="line">
            <a:avLst/>
          </a:prstGeom>
          <a:ln>
            <a:solidFill>
              <a:srgbClr val="5A5A5A"/>
            </a:solidFill>
          </a:ln>
        </p:spPr>
        <p:style>
          <a:lnRef idx="1">
            <a:schemeClr val="accent1"/>
          </a:lnRef>
          <a:fillRef idx="0">
            <a:schemeClr val="accent1"/>
          </a:fillRef>
          <a:effectRef idx="0">
            <a:schemeClr val="accent1"/>
          </a:effectRef>
          <a:fontRef idx="minor">
            <a:schemeClr val="tx1"/>
          </a:fontRef>
        </p:style>
      </p:cxnSp>
      <p:sp>
        <p:nvSpPr>
          <p:cNvPr id="183" name="Tijdelijke aanduiding voor verticale tekst 2">
            <a:extLst>
              <a:ext uri="{FF2B5EF4-FFF2-40B4-BE49-F238E27FC236}">
                <a16:creationId xmlns:a16="http://schemas.microsoft.com/office/drawing/2014/main" id="{DC022C9B-F93D-4C1D-AC45-C04099290174}"/>
              </a:ext>
            </a:extLst>
          </p:cNvPr>
          <p:cNvSpPr>
            <a:spLocks noGrp="1"/>
          </p:cNvSpPr>
          <p:nvPr>
            <p:ph type="body" orient="vert" idx="30" hasCustomPrompt="1"/>
          </p:nvPr>
        </p:nvSpPr>
        <p:spPr>
          <a:xfrm>
            <a:off x="3978355" y="1330463"/>
            <a:ext cx="2348518" cy="268469"/>
          </a:xfrm>
        </p:spPr>
        <p:txBody>
          <a:bodyPr vert="horz" lIns="0" tIns="0" rIns="0" bIns="0"/>
          <a:lstStyle>
            <a:lvl1pPr marL="0" indent="0">
              <a:buNone/>
              <a:defRPr sz="1800" b="1">
                <a:solidFill>
                  <a:schemeClr val="accent1"/>
                </a:solidFill>
              </a:defRPr>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186" name="Tijdelijke aanduiding voor verticale tekst 2">
            <a:extLst>
              <a:ext uri="{FF2B5EF4-FFF2-40B4-BE49-F238E27FC236}">
                <a16:creationId xmlns:a16="http://schemas.microsoft.com/office/drawing/2014/main" id="{73A6DFCA-86E5-4D55-A4E3-69B12B2516A7}"/>
              </a:ext>
            </a:extLst>
          </p:cNvPr>
          <p:cNvSpPr>
            <a:spLocks noGrp="1"/>
          </p:cNvSpPr>
          <p:nvPr>
            <p:ph type="body" orient="vert" idx="31" hasCustomPrompt="1"/>
          </p:nvPr>
        </p:nvSpPr>
        <p:spPr>
          <a:xfrm>
            <a:off x="3978354" y="5261207"/>
            <a:ext cx="2348518" cy="248031"/>
          </a:xfrm>
        </p:spPr>
        <p:txBody>
          <a:bodyPr vert="horz" lIns="0" tIns="0" rIns="0" bIns="0"/>
          <a:lstStyle>
            <a:lvl1pPr marL="0" indent="0">
              <a:spcAft>
                <a:spcPts val="300"/>
              </a:spcAft>
              <a:buNone/>
              <a:defRPr sz="2000"/>
            </a:lvl1pPr>
            <a:lvl2pPr marL="0" indent="0">
              <a:spcAft>
                <a:spcPts val="300"/>
              </a:spcAft>
              <a:buClr>
                <a:schemeClr val="tx2"/>
              </a:buClr>
              <a:buFont typeface="Segoe UI" panose="020B0502040204020203" pitchFamily="34" charset="0"/>
              <a:buNone/>
              <a:defRPr sz="1050"/>
            </a:lvl2pPr>
            <a:lvl3pPr marL="177800" indent="-177800">
              <a:spcAft>
                <a:spcPts val="300"/>
              </a:spcAft>
              <a:buClr>
                <a:schemeClr val="tx2"/>
              </a:buClr>
              <a:buFont typeface="Segoe UI" panose="020B0502040204020203" pitchFamily="34" charset="0"/>
              <a:buChar char="-"/>
              <a:defRPr sz="1050"/>
            </a:lvl3pPr>
            <a:lvl4pPr>
              <a:spcBef>
                <a:spcPts val="600"/>
              </a:spcBef>
              <a:spcAft>
                <a:spcPts val="300"/>
              </a:spcAft>
              <a:defRPr sz="1100" b="1">
                <a:solidFill>
                  <a:schemeClr val="tx2"/>
                </a:solidFill>
              </a:defRPr>
            </a:lvl4pPr>
            <a:lvl5pPr>
              <a:defRPr sz="1050"/>
            </a:lvl5pPr>
            <a:lvl6pPr>
              <a:defRPr sz="1050"/>
            </a:lvl6pPr>
            <a:lvl7pPr>
              <a:defRPr sz="1050"/>
            </a:lvl7pPr>
            <a:lvl8pPr>
              <a:defRPr sz="1100"/>
            </a:lvl8pPr>
            <a:lvl9pPr>
              <a:defRPr sz="1200"/>
            </a:lvl9pPr>
          </a:lstStyle>
          <a:p>
            <a:pPr lvl="0"/>
            <a:r>
              <a:rPr lang="nl-NL"/>
              <a:t>€ 00.000,-</a:t>
            </a:r>
          </a:p>
        </p:txBody>
      </p:sp>
      <p:sp>
        <p:nvSpPr>
          <p:cNvPr id="187" name="Tijdelijke aanduiding voor verticale tekst 2">
            <a:extLst>
              <a:ext uri="{FF2B5EF4-FFF2-40B4-BE49-F238E27FC236}">
                <a16:creationId xmlns:a16="http://schemas.microsoft.com/office/drawing/2014/main" id="{00B64859-AAF2-43C8-9B2F-C51DE38762EB}"/>
              </a:ext>
            </a:extLst>
          </p:cNvPr>
          <p:cNvSpPr>
            <a:spLocks noGrp="1"/>
          </p:cNvSpPr>
          <p:nvPr>
            <p:ph type="body" orient="vert" idx="32" hasCustomPrompt="1"/>
          </p:nvPr>
        </p:nvSpPr>
        <p:spPr>
          <a:xfrm>
            <a:off x="6699505" y="1655341"/>
            <a:ext cx="2348518" cy="3277820"/>
          </a:xfrm>
        </p:spPr>
        <p:txBody>
          <a:bodyPr vert="horz" lIns="0" tIns="0" rIns="0" bIns="0"/>
          <a:lstStyle>
            <a:lvl1pPr marL="0" indent="0">
              <a:spcAft>
                <a:spcPts val="300"/>
              </a:spcAft>
              <a:buNone/>
              <a:defRPr sz="1050"/>
            </a:lvl1pPr>
            <a:lvl2pPr marL="177800" indent="-177800">
              <a:spcAft>
                <a:spcPts val="300"/>
              </a:spcAft>
              <a:buClr>
                <a:schemeClr val="tx2"/>
              </a:buClr>
              <a:buFont typeface="Segoe UI" panose="020B0502040204020203" pitchFamily="34" charset="0"/>
              <a:buChar char="+"/>
              <a:defRPr sz="1050"/>
            </a:lvl2pPr>
            <a:lvl3pPr marL="177800" indent="-177800">
              <a:spcAft>
                <a:spcPts val="300"/>
              </a:spcAft>
              <a:buClr>
                <a:schemeClr val="tx2"/>
              </a:buClr>
              <a:buFont typeface="Segoe UI" panose="020B0502040204020203" pitchFamily="34" charset="0"/>
              <a:buChar char="-"/>
              <a:defRPr sz="1050"/>
            </a:lvl3pPr>
            <a:lvl4pPr>
              <a:spcBef>
                <a:spcPts val="600"/>
              </a:spcBef>
              <a:spcAft>
                <a:spcPts val="300"/>
              </a:spcAft>
              <a:defRPr sz="1100" b="1">
                <a:solidFill>
                  <a:schemeClr val="accent1"/>
                </a:solidFill>
              </a:defRPr>
            </a:lvl4pPr>
            <a:lvl5pPr>
              <a:defRPr sz="1050"/>
            </a:lvl5pPr>
            <a:lvl6pPr>
              <a:defRPr sz="1050"/>
            </a:lvl6pPr>
            <a:lvl7pPr>
              <a:defRPr sz="1050"/>
            </a:lvl7pPr>
            <a:lvl8pPr>
              <a:defRPr sz="1100"/>
            </a:lvl8pPr>
            <a:lvl9pPr>
              <a:defRPr sz="1200"/>
            </a:lvl9pPr>
          </a:lstStyle>
          <a:p>
            <a:pPr lvl="0"/>
            <a:r>
              <a:rPr lang="nl-NL"/>
              <a:t>Klik hier om tekst te plaatsen.</a:t>
            </a:r>
          </a:p>
          <a:p>
            <a:pPr lvl="1"/>
            <a:r>
              <a:rPr lang="nl-NL"/>
              <a:t>Plaats hier informatie</a:t>
            </a:r>
          </a:p>
          <a:p>
            <a:pPr lvl="2"/>
            <a:r>
              <a:rPr lang="nl-NL"/>
              <a:t>Plaats hier informatie</a:t>
            </a:r>
          </a:p>
          <a:p>
            <a:pPr lvl="3"/>
            <a:r>
              <a:rPr lang="nl-NL"/>
              <a:t>Subtitel</a:t>
            </a:r>
          </a:p>
          <a:p>
            <a:pPr lvl="4"/>
            <a:r>
              <a:rPr lang="nl-NL"/>
              <a:t>Numerieke bullets</a:t>
            </a:r>
          </a:p>
          <a:p>
            <a:pPr lvl="5"/>
            <a:r>
              <a:rPr lang="nl-NL"/>
              <a:t># Abc</a:t>
            </a:r>
          </a:p>
          <a:p>
            <a:pPr lvl="6"/>
            <a:r>
              <a:rPr lang="nl-NL"/>
              <a:t># Bullets</a:t>
            </a:r>
          </a:p>
          <a:p>
            <a:pPr lvl="7"/>
            <a:r>
              <a:rPr lang="nl-NL"/>
              <a:t>Cursief</a:t>
            </a:r>
          </a:p>
          <a:p>
            <a:pPr lvl="8"/>
            <a:r>
              <a:rPr lang="nl-NL"/>
              <a:t>Alt. Subtitel</a:t>
            </a:r>
          </a:p>
        </p:txBody>
      </p:sp>
      <p:sp>
        <p:nvSpPr>
          <p:cNvPr id="188" name="Tijdelijke aanduiding voor verticale tekst 2">
            <a:extLst>
              <a:ext uri="{FF2B5EF4-FFF2-40B4-BE49-F238E27FC236}">
                <a16:creationId xmlns:a16="http://schemas.microsoft.com/office/drawing/2014/main" id="{D91C0394-81A2-4140-8F76-49D574DEEB6E}"/>
              </a:ext>
            </a:extLst>
          </p:cNvPr>
          <p:cNvSpPr>
            <a:spLocks noGrp="1"/>
          </p:cNvSpPr>
          <p:nvPr>
            <p:ph type="body" orient="vert" idx="33" hasCustomPrompt="1"/>
          </p:nvPr>
        </p:nvSpPr>
        <p:spPr>
          <a:xfrm>
            <a:off x="6699506" y="1330463"/>
            <a:ext cx="2348518" cy="268469"/>
          </a:xfrm>
        </p:spPr>
        <p:txBody>
          <a:bodyPr vert="horz" lIns="0" tIns="0" rIns="0" bIns="0"/>
          <a:lstStyle>
            <a:lvl1pPr marL="0" indent="0">
              <a:buNone/>
              <a:defRPr sz="1800" b="1">
                <a:solidFill>
                  <a:schemeClr val="accent1"/>
                </a:solidFill>
              </a:defRPr>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189" name="Tijdelijke aanduiding voor verticale tekst 2">
            <a:extLst>
              <a:ext uri="{FF2B5EF4-FFF2-40B4-BE49-F238E27FC236}">
                <a16:creationId xmlns:a16="http://schemas.microsoft.com/office/drawing/2014/main" id="{1D4B276D-FA1C-42CF-8EA9-88850AFEE29F}"/>
              </a:ext>
            </a:extLst>
          </p:cNvPr>
          <p:cNvSpPr>
            <a:spLocks noGrp="1"/>
          </p:cNvSpPr>
          <p:nvPr>
            <p:ph type="body" orient="vert" idx="34" hasCustomPrompt="1"/>
          </p:nvPr>
        </p:nvSpPr>
        <p:spPr>
          <a:xfrm>
            <a:off x="6699505" y="5261207"/>
            <a:ext cx="2348518" cy="248031"/>
          </a:xfrm>
        </p:spPr>
        <p:txBody>
          <a:bodyPr vert="horz" lIns="0" tIns="0" rIns="0" bIns="0"/>
          <a:lstStyle>
            <a:lvl1pPr marL="0" indent="0">
              <a:spcAft>
                <a:spcPts val="300"/>
              </a:spcAft>
              <a:buNone/>
              <a:defRPr sz="2000"/>
            </a:lvl1pPr>
            <a:lvl2pPr marL="0" indent="0">
              <a:spcAft>
                <a:spcPts val="300"/>
              </a:spcAft>
              <a:buClr>
                <a:schemeClr val="tx2"/>
              </a:buClr>
              <a:buFont typeface="Segoe UI" panose="020B0502040204020203" pitchFamily="34" charset="0"/>
              <a:buNone/>
              <a:defRPr sz="1050"/>
            </a:lvl2pPr>
            <a:lvl3pPr marL="177800" indent="-177800">
              <a:spcAft>
                <a:spcPts val="300"/>
              </a:spcAft>
              <a:buClr>
                <a:schemeClr val="tx2"/>
              </a:buClr>
              <a:buFont typeface="Segoe UI" panose="020B0502040204020203" pitchFamily="34" charset="0"/>
              <a:buChar char="-"/>
              <a:defRPr sz="1050"/>
            </a:lvl3pPr>
            <a:lvl4pPr>
              <a:spcBef>
                <a:spcPts val="600"/>
              </a:spcBef>
              <a:spcAft>
                <a:spcPts val="300"/>
              </a:spcAft>
              <a:defRPr sz="1100" b="1">
                <a:solidFill>
                  <a:schemeClr val="tx2"/>
                </a:solidFill>
              </a:defRPr>
            </a:lvl4pPr>
            <a:lvl5pPr>
              <a:defRPr sz="1050"/>
            </a:lvl5pPr>
            <a:lvl6pPr>
              <a:defRPr sz="1050"/>
            </a:lvl6pPr>
            <a:lvl7pPr>
              <a:defRPr sz="1050"/>
            </a:lvl7pPr>
            <a:lvl8pPr>
              <a:defRPr sz="1100"/>
            </a:lvl8pPr>
            <a:lvl9pPr>
              <a:defRPr sz="1200"/>
            </a:lvl9pPr>
          </a:lstStyle>
          <a:p>
            <a:pPr lvl="0"/>
            <a:r>
              <a:rPr lang="nl-NL"/>
              <a:t>€ 00.000,-</a:t>
            </a:r>
          </a:p>
        </p:txBody>
      </p:sp>
      <p:sp>
        <p:nvSpPr>
          <p:cNvPr id="190" name="Tijdelijke aanduiding voor verticale tekst 2">
            <a:extLst>
              <a:ext uri="{FF2B5EF4-FFF2-40B4-BE49-F238E27FC236}">
                <a16:creationId xmlns:a16="http://schemas.microsoft.com/office/drawing/2014/main" id="{8FFCDADF-D733-4D17-A9A5-888AF817A9DD}"/>
              </a:ext>
            </a:extLst>
          </p:cNvPr>
          <p:cNvSpPr>
            <a:spLocks noGrp="1"/>
          </p:cNvSpPr>
          <p:nvPr>
            <p:ph type="body" orient="vert" idx="35" hasCustomPrompt="1"/>
          </p:nvPr>
        </p:nvSpPr>
        <p:spPr>
          <a:xfrm>
            <a:off x="9419080" y="1655341"/>
            <a:ext cx="2348518" cy="3277820"/>
          </a:xfrm>
        </p:spPr>
        <p:txBody>
          <a:bodyPr vert="horz" lIns="0" tIns="0" rIns="0" bIns="0"/>
          <a:lstStyle>
            <a:lvl1pPr marL="0" indent="0">
              <a:spcAft>
                <a:spcPts val="300"/>
              </a:spcAft>
              <a:buNone/>
              <a:defRPr sz="1050"/>
            </a:lvl1pPr>
            <a:lvl2pPr marL="177800" indent="-177800">
              <a:spcAft>
                <a:spcPts val="300"/>
              </a:spcAft>
              <a:buClr>
                <a:schemeClr val="tx2"/>
              </a:buClr>
              <a:buFont typeface="Segoe UI" panose="020B0502040204020203" pitchFamily="34" charset="0"/>
              <a:buChar char="+"/>
              <a:defRPr sz="1050"/>
            </a:lvl2pPr>
            <a:lvl3pPr marL="177800" indent="-177800">
              <a:spcAft>
                <a:spcPts val="300"/>
              </a:spcAft>
              <a:buClr>
                <a:schemeClr val="tx2"/>
              </a:buClr>
              <a:buFont typeface="Segoe UI" panose="020B0502040204020203" pitchFamily="34" charset="0"/>
              <a:buChar char="-"/>
              <a:defRPr sz="1050"/>
            </a:lvl3pPr>
            <a:lvl4pPr>
              <a:spcBef>
                <a:spcPts val="600"/>
              </a:spcBef>
              <a:spcAft>
                <a:spcPts val="300"/>
              </a:spcAft>
              <a:defRPr sz="1100" b="1">
                <a:solidFill>
                  <a:schemeClr val="accent1"/>
                </a:solidFill>
              </a:defRPr>
            </a:lvl4pPr>
            <a:lvl5pPr>
              <a:defRPr sz="1050"/>
            </a:lvl5pPr>
            <a:lvl6pPr>
              <a:defRPr sz="1050"/>
            </a:lvl6pPr>
            <a:lvl7pPr>
              <a:defRPr sz="1050"/>
            </a:lvl7pPr>
            <a:lvl8pPr>
              <a:defRPr sz="1100"/>
            </a:lvl8pPr>
            <a:lvl9pPr>
              <a:defRPr sz="1200"/>
            </a:lvl9pPr>
          </a:lstStyle>
          <a:p>
            <a:pPr lvl="0"/>
            <a:r>
              <a:rPr lang="nl-NL"/>
              <a:t>Klik hier om tekst te plaatsen.</a:t>
            </a:r>
          </a:p>
          <a:p>
            <a:pPr lvl="1"/>
            <a:r>
              <a:rPr lang="nl-NL"/>
              <a:t>Plaats hier informatie</a:t>
            </a:r>
          </a:p>
          <a:p>
            <a:pPr lvl="2"/>
            <a:r>
              <a:rPr lang="nl-NL"/>
              <a:t>Plaats hier informatie</a:t>
            </a:r>
          </a:p>
          <a:p>
            <a:pPr lvl="3"/>
            <a:r>
              <a:rPr lang="nl-NL"/>
              <a:t>Subtitel</a:t>
            </a:r>
          </a:p>
          <a:p>
            <a:pPr lvl="4"/>
            <a:r>
              <a:rPr lang="nl-NL"/>
              <a:t>Numerieke bullets</a:t>
            </a:r>
          </a:p>
          <a:p>
            <a:pPr lvl="5"/>
            <a:r>
              <a:rPr lang="nl-NL"/>
              <a:t># Abc</a:t>
            </a:r>
          </a:p>
          <a:p>
            <a:pPr lvl="6"/>
            <a:r>
              <a:rPr lang="nl-NL"/>
              <a:t># Bullets</a:t>
            </a:r>
          </a:p>
          <a:p>
            <a:pPr lvl="7"/>
            <a:r>
              <a:rPr lang="nl-NL"/>
              <a:t>Cursief</a:t>
            </a:r>
          </a:p>
          <a:p>
            <a:pPr lvl="8"/>
            <a:r>
              <a:rPr lang="nl-NL"/>
              <a:t>Alt. Subtitel</a:t>
            </a:r>
          </a:p>
        </p:txBody>
      </p:sp>
      <p:sp>
        <p:nvSpPr>
          <p:cNvPr id="192" name="Tijdelijke aanduiding voor verticale tekst 2">
            <a:extLst>
              <a:ext uri="{FF2B5EF4-FFF2-40B4-BE49-F238E27FC236}">
                <a16:creationId xmlns:a16="http://schemas.microsoft.com/office/drawing/2014/main" id="{F5FA5DCC-F941-4ED7-ADA6-664EA89B3B56}"/>
              </a:ext>
            </a:extLst>
          </p:cNvPr>
          <p:cNvSpPr>
            <a:spLocks noGrp="1"/>
          </p:cNvSpPr>
          <p:nvPr>
            <p:ph type="body" orient="vert" idx="37" hasCustomPrompt="1"/>
          </p:nvPr>
        </p:nvSpPr>
        <p:spPr>
          <a:xfrm>
            <a:off x="9419080" y="5261207"/>
            <a:ext cx="2348518" cy="248031"/>
          </a:xfrm>
        </p:spPr>
        <p:txBody>
          <a:bodyPr vert="horz" lIns="0" tIns="0" rIns="0" bIns="0"/>
          <a:lstStyle>
            <a:lvl1pPr marL="0" indent="0">
              <a:spcAft>
                <a:spcPts val="300"/>
              </a:spcAft>
              <a:buNone/>
              <a:defRPr sz="2000"/>
            </a:lvl1pPr>
            <a:lvl2pPr marL="0" indent="0">
              <a:spcAft>
                <a:spcPts val="300"/>
              </a:spcAft>
              <a:buClr>
                <a:schemeClr val="tx2"/>
              </a:buClr>
              <a:buFont typeface="Segoe UI" panose="020B0502040204020203" pitchFamily="34" charset="0"/>
              <a:buNone/>
              <a:defRPr sz="1050"/>
            </a:lvl2pPr>
            <a:lvl3pPr marL="177800" indent="-177800">
              <a:spcAft>
                <a:spcPts val="300"/>
              </a:spcAft>
              <a:buClr>
                <a:schemeClr val="tx2"/>
              </a:buClr>
              <a:buFont typeface="Segoe UI" panose="020B0502040204020203" pitchFamily="34" charset="0"/>
              <a:buChar char="-"/>
              <a:defRPr sz="1050"/>
            </a:lvl3pPr>
            <a:lvl4pPr>
              <a:spcBef>
                <a:spcPts val="600"/>
              </a:spcBef>
              <a:spcAft>
                <a:spcPts val="300"/>
              </a:spcAft>
              <a:defRPr sz="1100" b="1">
                <a:solidFill>
                  <a:schemeClr val="tx2"/>
                </a:solidFill>
              </a:defRPr>
            </a:lvl4pPr>
            <a:lvl5pPr>
              <a:defRPr sz="1050"/>
            </a:lvl5pPr>
            <a:lvl6pPr>
              <a:defRPr sz="1050"/>
            </a:lvl6pPr>
            <a:lvl7pPr>
              <a:defRPr sz="1050"/>
            </a:lvl7pPr>
            <a:lvl8pPr>
              <a:defRPr sz="1100"/>
            </a:lvl8pPr>
            <a:lvl9pPr>
              <a:defRPr sz="1200"/>
            </a:lvl9pPr>
          </a:lstStyle>
          <a:p>
            <a:pPr lvl="0"/>
            <a:r>
              <a:rPr lang="nl-NL"/>
              <a:t>€ 00.000,-</a:t>
            </a:r>
          </a:p>
        </p:txBody>
      </p:sp>
      <p:sp>
        <p:nvSpPr>
          <p:cNvPr id="194" name="Tijdelijke aanduiding voor verticale tekst 2">
            <a:extLst>
              <a:ext uri="{FF2B5EF4-FFF2-40B4-BE49-F238E27FC236}">
                <a16:creationId xmlns:a16="http://schemas.microsoft.com/office/drawing/2014/main" id="{98FB3E39-AEF5-4DE6-BFC5-D034440E49B5}"/>
              </a:ext>
            </a:extLst>
          </p:cNvPr>
          <p:cNvSpPr>
            <a:spLocks noGrp="1"/>
          </p:cNvSpPr>
          <p:nvPr>
            <p:ph type="body" orient="vert" idx="52" hasCustomPrompt="1"/>
          </p:nvPr>
        </p:nvSpPr>
        <p:spPr>
          <a:xfrm>
            <a:off x="3978353" y="6223501"/>
            <a:ext cx="7789245" cy="328296"/>
          </a:xfrm>
        </p:spPr>
        <p:txBody>
          <a:bodyPr vert="horz" lIns="0" tIns="0" rIns="0" bIns="0"/>
          <a:lstStyle>
            <a:lvl1pPr marL="0" indent="0">
              <a:buNone/>
              <a:defRPr sz="1050"/>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Tree>
    <p:extLst>
      <p:ext uri="{BB962C8B-B14F-4D97-AF65-F5344CB8AC3E}">
        <p14:creationId xmlns:p14="http://schemas.microsoft.com/office/powerpoint/2010/main" val="30110432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Tekst 2 kolommen">
    <p:spTree>
      <p:nvGrpSpPr>
        <p:cNvPr id="1" name=""/>
        <p:cNvGrpSpPr/>
        <p:nvPr/>
      </p:nvGrpSpPr>
      <p:grpSpPr>
        <a:xfrm>
          <a:off x="0" y="0"/>
          <a:ext cx="0" cy="0"/>
          <a:chOff x="0" y="0"/>
          <a:chExt cx="0" cy="0"/>
        </a:xfrm>
      </p:grpSpPr>
      <p:sp>
        <p:nvSpPr>
          <p:cNvPr id="171" name="Graphic 31">
            <a:extLst>
              <a:ext uri="{FF2B5EF4-FFF2-40B4-BE49-F238E27FC236}">
                <a16:creationId xmlns:a16="http://schemas.microsoft.com/office/drawing/2014/main" id="{C7D7D5C5-25C3-4BF4-9DCE-2CAF3D87CBE3}"/>
              </a:ext>
            </a:extLst>
          </p:cNvPr>
          <p:cNvSpPr>
            <a:spLocks noChangeAspect="1"/>
          </p:cNvSpPr>
          <p:nvPr userDrawn="1"/>
        </p:nvSpPr>
        <p:spPr>
          <a:xfrm rot="10800000" flipH="1" flipV="1">
            <a:off x="8568578" y="-2"/>
            <a:ext cx="3623422" cy="6858295"/>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15644" h="7563811">
                <a:moveTo>
                  <a:pt x="892481" y="0"/>
                </a:moveTo>
                <a:cubicBezTo>
                  <a:pt x="1110972" y="1866494"/>
                  <a:pt x="88385" y="2171435"/>
                  <a:pt x="5816" y="3571624"/>
                </a:cubicBezTo>
                <a:cubicBezTo>
                  <a:pt x="-81834" y="5049318"/>
                  <a:pt x="851832" y="6147106"/>
                  <a:pt x="747667" y="7563812"/>
                </a:cubicBezTo>
                <a:lnTo>
                  <a:pt x="5315644" y="7563812"/>
                </a:lnTo>
                <a:lnTo>
                  <a:pt x="5315644" y="0"/>
                </a:lnTo>
                <a:lnTo>
                  <a:pt x="892481" y="0"/>
                </a:lnTo>
                <a:close/>
              </a:path>
            </a:pathLst>
          </a:custGeom>
          <a:solidFill>
            <a:srgbClr val="E7E6E6"/>
          </a:solidFill>
          <a:ln w="12692" cap="flat">
            <a:noFill/>
            <a:prstDash val="solid"/>
            <a:miter/>
          </a:ln>
        </p:spPr>
        <p:txBody>
          <a:bodyPr rtlCol="0" anchor="ctr"/>
          <a:lstStyle/>
          <a:p>
            <a:pPr marL="0" marR="0" lvl="0" indent="0" defTabSz="457200" eaLnBrk="1" fontAlgn="auto" latinLnBrk="0" hangingPunct="1">
              <a:lnSpc>
                <a:spcPct val="100000"/>
              </a:lnSpc>
              <a:spcBef>
                <a:spcPts val="0"/>
              </a:spcBef>
              <a:spcAft>
                <a:spcPts val="0"/>
              </a:spcAft>
              <a:buClrTx/>
              <a:buSzTx/>
              <a:buFontTx/>
              <a:buNone/>
              <a:tabLst/>
              <a:defRPr/>
            </a:pPr>
            <a:endParaRPr kumimoji="0" lang="nl-NL" sz="1633" b="0" i="0" u="none" strike="noStrike" kern="0" cap="none" spc="0" normalizeH="0" baseline="0" noProof="0">
              <a:ln>
                <a:noFill/>
              </a:ln>
              <a:solidFill>
                <a:prstClr val="black"/>
              </a:solidFill>
              <a:effectLst/>
              <a:uLnTx/>
              <a:uFillTx/>
              <a:latin typeface="Calibri" panose="020F0502020204030204"/>
            </a:endParaRPr>
          </a:p>
        </p:txBody>
      </p:sp>
      <p:sp>
        <p:nvSpPr>
          <p:cNvPr id="172" name="Graphic 34">
            <a:extLst>
              <a:ext uri="{FF2B5EF4-FFF2-40B4-BE49-F238E27FC236}">
                <a16:creationId xmlns:a16="http://schemas.microsoft.com/office/drawing/2014/main" id="{864E3505-BE49-4902-9F65-A4D8C7896516}"/>
              </a:ext>
            </a:extLst>
          </p:cNvPr>
          <p:cNvSpPr>
            <a:spLocks noChangeAspect="1"/>
          </p:cNvSpPr>
          <p:nvPr userDrawn="1"/>
        </p:nvSpPr>
        <p:spPr>
          <a:xfrm rot="10800000" flipH="1" flipV="1">
            <a:off x="8568578" y="0"/>
            <a:ext cx="1626627" cy="6858295"/>
          </a:xfrm>
          <a:custGeom>
            <a:avLst/>
            <a:gdLst>
              <a:gd name="connsiteX0" fmla="*/ 5860 w 2434661"/>
              <a:gd name="connsiteY0" fmla="*/ 3586871 h 7563811"/>
              <a:gd name="connsiteX1" fmla="*/ 750252 w 2434661"/>
              <a:gd name="connsiteY1" fmla="*/ 7563812 h 7563811"/>
              <a:gd name="connsiteX2" fmla="*/ 2434662 w 2434661"/>
              <a:gd name="connsiteY2" fmla="*/ 7563812 h 7563811"/>
              <a:gd name="connsiteX3" fmla="*/ 2378769 w 2434661"/>
              <a:gd name="connsiteY3" fmla="*/ 7098777 h 7563811"/>
              <a:gd name="connsiteX4" fmla="*/ 1137692 w 2434661"/>
              <a:gd name="connsiteY4" fmla="*/ 3609741 h 7563811"/>
              <a:gd name="connsiteX5" fmla="*/ 1163098 w 2434661"/>
              <a:gd name="connsiteY5" fmla="*/ 0 h 7563811"/>
              <a:gd name="connsiteX6" fmla="*/ 893795 w 2434661"/>
              <a:gd name="connsiteY6" fmla="*/ 0 h 7563811"/>
              <a:gd name="connsiteX7" fmla="*/ 5860 w 2434661"/>
              <a:gd name="connsiteY7" fmla="*/ 3586871 h 756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4661" h="7563811">
                <a:moveTo>
                  <a:pt x="5860" y="3586871"/>
                </a:moveTo>
                <a:cubicBezTo>
                  <a:pt x="-81790" y="5059483"/>
                  <a:pt x="844254" y="6156000"/>
                  <a:pt x="750252" y="7563812"/>
                </a:cubicBezTo>
                <a:lnTo>
                  <a:pt x="2434662" y="7563812"/>
                </a:lnTo>
                <a:cubicBezTo>
                  <a:pt x="2427040" y="7407530"/>
                  <a:pt x="2407986" y="7251247"/>
                  <a:pt x="2378769" y="7098777"/>
                </a:cubicBezTo>
                <a:cubicBezTo>
                  <a:pt x="2156468" y="5923483"/>
                  <a:pt x="1311722" y="4928612"/>
                  <a:pt x="1137692" y="3609741"/>
                </a:cubicBezTo>
                <a:cubicBezTo>
                  <a:pt x="990338" y="2477647"/>
                  <a:pt x="1333318" y="1102871"/>
                  <a:pt x="1163098" y="0"/>
                </a:cubicBezTo>
                <a:lnTo>
                  <a:pt x="893795" y="0"/>
                </a:lnTo>
                <a:cubicBezTo>
                  <a:pt x="1117367" y="1877930"/>
                  <a:pt x="89700" y="2181600"/>
                  <a:pt x="5860" y="3586871"/>
                </a:cubicBezTo>
                <a:close/>
              </a:path>
            </a:pathLst>
          </a:custGeom>
          <a:solidFill>
            <a:srgbClr val="A5A5A5"/>
          </a:solidFill>
          <a:ln w="12692" cap="flat">
            <a:noFill/>
            <a:prstDash val="solid"/>
            <a:miter/>
          </a:ln>
        </p:spPr>
        <p:txBody>
          <a:bodyPr rtlCol="0" anchor="ctr"/>
          <a:lstStyle/>
          <a:p>
            <a:pPr marL="0" marR="0" lvl="0" indent="0" defTabSz="457200" eaLnBrk="1" fontAlgn="auto" latinLnBrk="0" hangingPunct="1">
              <a:lnSpc>
                <a:spcPct val="100000"/>
              </a:lnSpc>
              <a:spcBef>
                <a:spcPts val="0"/>
              </a:spcBef>
              <a:spcAft>
                <a:spcPts val="0"/>
              </a:spcAft>
              <a:buClrTx/>
              <a:buSzTx/>
              <a:buFontTx/>
              <a:buNone/>
              <a:tabLst/>
              <a:defRPr/>
            </a:pPr>
            <a:endParaRPr kumimoji="0" lang="nl-NL" sz="1633" b="0" i="0" u="none" strike="noStrike" kern="0" cap="none" spc="0" normalizeH="0" baseline="0" noProof="0">
              <a:ln>
                <a:noFill/>
              </a:ln>
              <a:solidFill>
                <a:prstClr val="black"/>
              </a:solidFill>
              <a:effectLst/>
              <a:uLnTx/>
              <a:uFillTx/>
              <a:latin typeface="Calibri" panose="020F0502020204030204"/>
            </a:endParaRPr>
          </a:p>
        </p:txBody>
      </p:sp>
      <p:sp>
        <p:nvSpPr>
          <p:cNvPr id="173" name="Titel 2">
            <a:extLst>
              <a:ext uri="{FF2B5EF4-FFF2-40B4-BE49-F238E27FC236}">
                <a16:creationId xmlns:a16="http://schemas.microsoft.com/office/drawing/2014/main" id="{8926F8C0-0A91-49E3-ACB3-8BA99DEA31BE}"/>
              </a:ext>
            </a:extLst>
          </p:cNvPr>
          <p:cNvSpPr>
            <a:spLocks noGrp="1"/>
          </p:cNvSpPr>
          <p:nvPr>
            <p:ph type="title" hasCustomPrompt="1"/>
          </p:nvPr>
        </p:nvSpPr>
        <p:spPr>
          <a:xfrm>
            <a:off x="785719" y="728743"/>
            <a:ext cx="7603794" cy="895483"/>
          </a:xfrm>
        </p:spPr>
        <p:txBody>
          <a:bodyPr/>
          <a:lstStyle>
            <a:lvl1pPr>
              <a:defRPr/>
            </a:lvl1pPr>
          </a:lstStyle>
          <a:p>
            <a:r>
              <a:rPr lang="nl-NL"/>
              <a:t>Plaats hier een titel</a:t>
            </a:r>
            <a:br>
              <a:rPr lang="nl-NL"/>
            </a:br>
            <a:r>
              <a:rPr lang="nl-NL"/>
              <a:t>max. 2 regels</a:t>
            </a:r>
          </a:p>
        </p:txBody>
      </p:sp>
      <p:sp>
        <p:nvSpPr>
          <p:cNvPr id="174" name="Tijdelijke aanduiding voor verticale tekst 2">
            <a:extLst>
              <a:ext uri="{FF2B5EF4-FFF2-40B4-BE49-F238E27FC236}">
                <a16:creationId xmlns:a16="http://schemas.microsoft.com/office/drawing/2014/main" id="{A8843C7B-6AA0-4B3A-935F-56E1D615D163}"/>
              </a:ext>
            </a:extLst>
          </p:cNvPr>
          <p:cNvSpPr>
            <a:spLocks noGrp="1"/>
          </p:cNvSpPr>
          <p:nvPr>
            <p:ph type="body" orient="vert" idx="1" hasCustomPrompt="1"/>
          </p:nvPr>
        </p:nvSpPr>
        <p:spPr>
          <a:xfrm>
            <a:off x="810816" y="1817249"/>
            <a:ext cx="3654276" cy="4312008"/>
          </a:xfrm>
        </p:spPr>
        <p:txBody>
          <a:bodyPr vert="horz" lIns="0" tIns="0" rIns="0" bIns="0"/>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a:t>Klik hier om een bullet te plaatsen.</a:t>
            </a:r>
          </a:p>
          <a:p>
            <a:pPr lvl="1"/>
            <a:r>
              <a:rPr lang="nl-NL"/>
              <a:t>Sub-bullets</a:t>
            </a:r>
          </a:p>
          <a:p>
            <a:pPr lvl="2"/>
            <a:r>
              <a:rPr lang="nl-NL"/>
              <a:t>Leestekst</a:t>
            </a:r>
          </a:p>
          <a:p>
            <a:pPr lvl="3"/>
            <a:r>
              <a:rPr lang="nl-NL"/>
              <a:t>Subtitel</a:t>
            </a:r>
          </a:p>
          <a:p>
            <a:pPr lvl="4"/>
            <a:r>
              <a:rPr lang="nl-NL"/>
              <a:t>Numerieke bullets</a:t>
            </a:r>
          </a:p>
          <a:p>
            <a:pPr lvl="5"/>
            <a:r>
              <a:rPr lang="nl-NL"/>
              <a:t># Abc</a:t>
            </a:r>
          </a:p>
          <a:p>
            <a:pPr lvl="6"/>
            <a:r>
              <a:rPr lang="nl-NL"/>
              <a:t># Bullets</a:t>
            </a:r>
          </a:p>
          <a:p>
            <a:pPr lvl="7"/>
            <a:r>
              <a:rPr lang="nl-NL"/>
              <a:t>Cursief</a:t>
            </a:r>
          </a:p>
          <a:p>
            <a:pPr lvl="8"/>
            <a:r>
              <a:rPr lang="nl-NL"/>
              <a:t>Alt. Subtitel</a:t>
            </a:r>
          </a:p>
        </p:txBody>
      </p:sp>
      <p:sp>
        <p:nvSpPr>
          <p:cNvPr id="175" name="Tijdelijke aanduiding voor verticale tekst 2">
            <a:extLst>
              <a:ext uri="{FF2B5EF4-FFF2-40B4-BE49-F238E27FC236}">
                <a16:creationId xmlns:a16="http://schemas.microsoft.com/office/drawing/2014/main" id="{D73830E4-B653-4C51-A1F1-80E40FDD737E}"/>
              </a:ext>
            </a:extLst>
          </p:cNvPr>
          <p:cNvSpPr>
            <a:spLocks noGrp="1"/>
          </p:cNvSpPr>
          <p:nvPr>
            <p:ph type="body" orient="vert" idx="15" hasCustomPrompt="1"/>
          </p:nvPr>
        </p:nvSpPr>
        <p:spPr>
          <a:xfrm>
            <a:off x="4827518" y="1817249"/>
            <a:ext cx="3561995" cy="4312008"/>
          </a:xfrm>
        </p:spPr>
        <p:txBody>
          <a:bodyPr vert="horz" lIns="0" tIns="0" rIns="0" bIns="0"/>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a:t>Klik hier om een bullet te plaatsen.</a:t>
            </a:r>
          </a:p>
          <a:p>
            <a:pPr lvl="1"/>
            <a:r>
              <a:rPr lang="nl-NL"/>
              <a:t>Sub-bullets</a:t>
            </a:r>
          </a:p>
          <a:p>
            <a:pPr lvl="2"/>
            <a:r>
              <a:rPr lang="nl-NL"/>
              <a:t>Leestekst</a:t>
            </a:r>
          </a:p>
          <a:p>
            <a:pPr lvl="3"/>
            <a:r>
              <a:rPr lang="nl-NL"/>
              <a:t>Subtitel</a:t>
            </a:r>
          </a:p>
          <a:p>
            <a:pPr lvl="4"/>
            <a:r>
              <a:rPr lang="nl-NL"/>
              <a:t>Numerieke bullets</a:t>
            </a:r>
          </a:p>
          <a:p>
            <a:pPr lvl="5"/>
            <a:r>
              <a:rPr lang="nl-NL"/>
              <a:t># Abc</a:t>
            </a:r>
          </a:p>
          <a:p>
            <a:pPr lvl="6"/>
            <a:r>
              <a:rPr lang="nl-NL"/>
              <a:t># Bullets</a:t>
            </a:r>
          </a:p>
          <a:p>
            <a:pPr lvl="7"/>
            <a:r>
              <a:rPr lang="nl-NL"/>
              <a:t>Cursief</a:t>
            </a:r>
          </a:p>
          <a:p>
            <a:pPr lvl="8"/>
            <a:r>
              <a:rPr lang="nl-NL"/>
              <a:t>Alt. Subtitel</a:t>
            </a:r>
          </a:p>
        </p:txBody>
      </p:sp>
    </p:spTree>
    <p:extLst>
      <p:ext uri="{BB962C8B-B14F-4D97-AF65-F5344CB8AC3E}">
        <p14:creationId xmlns:p14="http://schemas.microsoft.com/office/powerpoint/2010/main" val="8054374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Tekst 3 kolommen">
    <p:spTree>
      <p:nvGrpSpPr>
        <p:cNvPr id="1" name=""/>
        <p:cNvGrpSpPr/>
        <p:nvPr/>
      </p:nvGrpSpPr>
      <p:grpSpPr>
        <a:xfrm>
          <a:off x="0" y="0"/>
          <a:ext cx="0" cy="0"/>
          <a:chOff x="0" y="0"/>
          <a:chExt cx="0" cy="0"/>
        </a:xfrm>
      </p:grpSpPr>
      <p:sp>
        <p:nvSpPr>
          <p:cNvPr id="175" name="Vrije vorm: vorm 174">
            <a:extLst>
              <a:ext uri="{FF2B5EF4-FFF2-40B4-BE49-F238E27FC236}">
                <a16:creationId xmlns:a16="http://schemas.microsoft.com/office/drawing/2014/main" id="{F369F7C0-452D-4DF4-B191-EE2ED7B0EDA5}"/>
              </a:ext>
            </a:extLst>
          </p:cNvPr>
          <p:cNvSpPr/>
          <p:nvPr userDrawn="1"/>
        </p:nvSpPr>
        <p:spPr>
          <a:xfrm>
            <a:off x="3963631" y="1"/>
            <a:ext cx="5779131" cy="6880515"/>
          </a:xfrm>
          <a:custGeom>
            <a:avLst/>
            <a:gdLst>
              <a:gd name="connsiteX0" fmla="*/ 337211 w 5779131"/>
              <a:gd name="connsiteY0" fmla="*/ 0 h 6880515"/>
              <a:gd name="connsiteX1" fmla="*/ 5779131 w 5779131"/>
              <a:gd name="connsiteY1" fmla="*/ 0 h 6880515"/>
              <a:gd name="connsiteX2" fmla="*/ 5779131 w 5779131"/>
              <a:gd name="connsiteY2" fmla="*/ 6880515 h 6880515"/>
              <a:gd name="connsiteX3" fmla="*/ 409973 w 5779131"/>
              <a:gd name="connsiteY3" fmla="*/ 6880515 h 6880515"/>
              <a:gd name="connsiteX4" fmla="*/ 383256 w 5779131"/>
              <a:gd name="connsiteY4" fmla="*/ 6675008 h 6880515"/>
              <a:gd name="connsiteX5" fmla="*/ 3063 w 5779131"/>
              <a:gd name="connsiteY5" fmla="*/ 3957313 h 6880515"/>
              <a:gd name="connsiteX6" fmla="*/ 278566 w 5779131"/>
              <a:gd name="connsiteY6" fmla="*/ 571500 h 6880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79131" h="6880515">
                <a:moveTo>
                  <a:pt x="337211" y="0"/>
                </a:moveTo>
                <a:lnTo>
                  <a:pt x="5779131" y="0"/>
                </a:lnTo>
                <a:lnTo>
                  <a:pt x="5779131" y="6880515"/>
                </a:lnTo>
                <a:lnTo>
                  <a:pt x="409973" y="6880515"/>
                </a:lnTo>
                <a:lnTo>
                  <a:pt x="383256" y="6675008"/>
                </a:lnTo>
                <a:cubicBezTo>
                  <a:pt x="250560" y="5762018"/>
                  <a:pt x="30454" y="5152436"/>
                  <a:pt x="3063" y="3957313"/>
                </a:cubicBezTo>
                <a:cubicBezTo>
                  <a:pt x="-25572" y="2704920"/>
                  <a:pt x="152775" y="1652435"/>
                  <a:pt x="278566" y="571500"/>
                </a:cubicBezTo>
                <a:close/>
              </a:path>
            </a:pathLst>
          </a:custGeom>
          <a:solidFill>
            <a:sysClr val="window" lastClr="FFFFFF">
              <a:lumMod val="95000"/>
            </a:sysClr>
          </a:solidFill>
          <a:ln w="12700" cap="flat" cmpd="sng" algn="ctr">
            <a:noFill/>
            <a:prstDash val="solid"/>
            <a:miter lim="800000"/>
          </a:ln>
          <a:effectLst/>
        </p:spPr>
        <p:txBody>
          <a:bodyPr wrap="square" rtlCol="0" anchor="ctr">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nl-NL" sz="1633"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76" name="Vrije vorm: vorm 175">
            <a:extLst>
              <a:ext uri="{FF2B5EF4-FFF2-40B4-BE49-F238E27FC236}">
                <a16:creationId xmlns:a16="http://schemas.microsoft.com/office/drawing/2014/main" id="{3C116A33-B253-43AF-992A-10B9F6E787D5}"/>
              </a:ext>
            </a:extLst>
          </p:cNvPr>
          <p:cNvSpPr/>
          <p:nvPr userDrawn="1"/>
        </p:nvSpPr>
        <p:spPr>
          <a:xfrm>
            <a:off x="7926457" y="1"/>
            <a:ext cx="4265543" cy="6880515"/>
          </a:xfrm>
          <a:custGeom>
            <a:avLst/>
            <a:gdLst>
              <a:gd name="connsiteX0" fmla="*/ 228979 w 4265543"/>
              <a:gd name="connsiteY0" fmla="*/ 0 h 6880515"/>
              <a:gd name="connsiteX1" fmla="*/ 4265543 w 4265543"/>
              <a:gd name="connsiteY1" fmla="*/ 0 h 6880515"/>
              <a:gd name="connsiteX2" fmla="*/ 4265543 w 4265543"/>
              <a:gd name="connsiteY2" fmla="*/ 6880515 h 6880515"/>
              <a:gd name="connsiteX3" fmla="*/ 323403 w 4265543"/>
              <a:gd name="connsiteY3" fmla="*/ 6880515 h 6880515"/>
              <a:gd name="connsiteX4" fmla="*/ 310119 w 4265543"/>
              <a:gd name="connsiteY4" fmla="*/ 6695973 h 6880515"/>
              <a:gd name="connsiteX5" fmla="*/ 2261 w 4265543"/>
              <a:gd name="connsiteY5" fmla="*/ 3694390 h 6880515"/>
              <a:gd name="connsiteX6" fmla="*/ 205607 w 4265543"/>
              <a:gd name="connsiteY6" fmla="*/ 308577 h 6880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265543" h="6880515">
                <a:moveTo>
                  <a:pt x="228979" y="0"/>
                </a:moveTo>
                <a:lnTo>
                  <a:pt x="4265543" y="0"/>
                </a:lnTo>
                <a:lnTo>
                  <a:pt x="4265543" y="6880515"/>
                </a:lnTo>
                <a:lnTo>
                  <a:pt x="323403" y="6880515"/>
                </a:lnTo>
                <a:lnTo>
                  <a:pt x="310119" y="6695973"/>
                </a:lnTo>
                <a:cubicBezTo>
                  <a:pt x="218851" y="5615157"/>
                  <a:pt x="24499" y="5009025"/>
                  <a:pt x="2261" y="3694390"/>
                </a:cubicBezTo>
                <a:cubicBezTo>
                  <a:pt x="-18875" y="2441997"/>
                  <a:pt x="112762" y="1389512"/>
                  <a:pt x="205607" y="308577"/>
                </a:cubicBezTo>
                <a:close/>
              </a:path>
            </a:pathLst>
          </a:custGeom>
          <a:solidFill>
            <a:srgbClr val="E7E6E6"/>
          </a:solidFill>
          <a:ln w="12700" cap="flat" cmpd="sng" algn="ctr">
            <a:noFill/>
            <a:prstDash val="solid"/>
            <a:miter lim="800000"/>
          </a:ln>
          <a:effectLst/>
        </p:spPr>
        <p:txBody>
          <a:bodyPr wrap="square" rtlCol="0" anchor="ctr">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nl-NL" sz="1633"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65" name="Titel 2">
            <a:extLst>
              <a:ext uri="{FF2B5EF4-FFF2-40B4-BE49-F238E27FC236}">
                <a16:creationId xmlns:a16="http://schemas.microsoft.com/office/drawing/2014/main" id="{93E86168-1B16-4845-AF8F-729E1D7C9FF4}"/>
              </a:ext>
            </a:extLst>
          </p:cNvPr>
          <p:cNvSpPr>
            <a:spLocks noGrp="1"/>
          </p:cNvSpPr>
          <p:nvPr>
            <p:ph type="title" hasCustomPrompt="1"/>
          </p:nvPr>
        </p:nvSpPr>
        <p:spPr>
          <a:xfrm>
            <a:off x="784168" y="728743"/>
            <a:ext cx="10793609" cy="895483"/>
          </a:xfrm>
        </p:spPr>
        <p:txBody>
          <a:bodyPr/>
          <a:lstStyle>
            <a:lvl1pPr>
              <a:defRPr/>
            </a:lvl1pPr>
          </a:lstStyle>
          <a:p>
            <a:r>
              <a:rPr lang="nl-NL"/>
              <a:t>Plaats hier een titel</a:t>
            </a:r>
            <a:br>
              <a:rPr lang="nl-NL"/>
            </a:br>
            <a:r>
              <a:rPr lang="nl-NL"/>
              <a:t>max. 2 regels</a:t>
            </a:r>
          </a:p>
        </p:txBody>
      </p:sp>
      <p:sp>
        <p:nvSpPr>
          <p:cNvPr id="166" name="Tijdelijke aanduiding voor verticale tekst 2">
            <a:extLst>
              <a:ext uri="{FF2B5EF4-FFF2-40B4-BE49-F238E27FC236}">
                <a16:creationId xmlns:a16="http://schemas.microsoft.com/office/drawing/2014/main" id="{19A18D93-1992-4352-8B55-735271BAD86A}"/>
              </a:ext>
            </a:extLst>
          </p:cNvPr>
          <p:cNvSpPr>
            <a:spLocks noGrp="1"/>
          </p:cNvSpPr>
          <p:nvPr>
            <p:ph type="body" orient="vert" idx="1" hasCustomPrompt="1"/>
          </p:nvPr>
        </p:nvSpPr>
        <p:spPr>
          <a:xfrm>
            <a:off x="813854" y="1817249"/>
            <a:ext cx="3034015" cy="4312008"/>
          </a:xfrm>
        </p:spPr>
        <p:txBody>
          <a:bodyPr vert="horz" lIns="0" tIns="0" rIns="0" bIns="0"/>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a:t>Klik hier om een bullet te plaatsen.</a:t>
            </a:r>
          </a:p>
          <a:p>
            <a:pPr lvl="1"/>
            <a:r>
              <a:rPr lang="nl-NL"/>
              <a:t>Sub-bullets</a:t>
            </a:r>
          </a:p>
          <a:p>
            <a:pPr lvl="2"/>
            <a:r>
              <a:rPr lang="nl-NL"/>
              <a:t>Leestekst</a:t>
            </a:r>
          </a:p>
          <a:p>
            <a:pPr lvl="3"/>
            <a:r>
              <a:rPr lang="nl-NL"/>
              <a:t>Subtitel</a:t>
            </a:r>
          </a:p>
          <a:p>
            <a:pPr lvl="4"/>
            <a:r>
              <a:rPr lang="nl-NL"/>
              <a:t>Numerieke bullets</a:t>
            </a:r>
          </a:p>
          <a:p>
            <a:pPr lvl="5"/>
            <a:r>
              <a:rPr lang="nl-NL"/>
              <a:t># Abc</a:t>
            </a:r>
          </a:p>
          <a:p>
            <a:pPr lvl="6"/>
            <a:r>
              <a:rPr lang="nl-NL"/>
              <a:t># Bullets</a:t>
            </a:r>
          </a:p>
          <a:p>
            <a:pPr lvl="7"/>
            <a:r>
              <a:rPr lang="nl-NL"/>
              <a:t>Cursief</a:t>
            </a:r>
          </a:p>
          <a:p>
            <a:pPr lvl="8"/>
            <a:r>
              <a:rPr lang="nl-NL"/>
              <a:t>Alt. Subtitel</a:t>
            </a:r>
          </a:p>
        </p:txBody>
      </p:sp>
      <p:sp>
        <p:nvSpPr>
          <p:cNvPr id="180" name="Tijdelijke aanduiding voor verticale tekst 2">
            <a:extLst>
              <a:ext uri="{FF2B5EF4-FFF2-40B4-BE49-F238E27FC236}">
                <a16:creationId xmlns:a16="http://schemas.microsoft.com/office/drawing/2014/main" id="{DC34CA85-D3B0-45B3-99E1-EF763A21E453}"/>
              </a:ext>
            </a:extLst>
          </p:cNvPr>
          <p:cNvSpPr>
            <a:spLocks noGrp="1"/>
          </p:cNvSpPr>
          <p:nvPr>
            <p:ph type="body" orient="vert" idx="10" hasCustomPrompt="1"/>
          </p:nvPr>
        </p:nvSpPr>
        <p:spPr>
          <a:xfrm>
            <a:off x="4565098" y="1817249"/>
            <a:ext cx="3034015" cy="4312008"/>
          </a:xfrm>
        </p:spPr>
        <p:txBody>
          <a:bodyPr vert="horz" lIns="0" tIns="0" rIns="0" bIns="0"/>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a:t>Klik hier om een bullet te plaatsen.</a:t>
            </a:r>
          </a:p>
          <a:p>
            <a:pPr lvl="1"/>
            <a:r>
              <a:rPr lang="nl-NL"/>
              <a:t>Sub-bullets</a:t>
            </a:r>
          </a:p>
          <a:p>
            <a:pPr lvl="2"/>
            <a:r>
              <a:rPr lang="nl-NL"/>
              <a:t>Leestekst</a:t>
            </a:r>
          </a:p>
          <a:p>
            <a:pPr lvl="3"/>
            <a:r>
              <a:rPr lang="nl-NL"/>
              <a:t>Subtitel</a:t>
            </a:r>
          </a:p>
          <a:p>
            <a:pPr lvl="4"/>
            <a:r>
              <a:rPr lang="nl-NL"/>
              <a:t>Numerieke bullets</a:t>
            </a:r>
          </a:p>
          <a:p>
            <a:pPr lvl="5"/>
            <a:r>
              <a:rPr lang="nl-NL"/>
              <a:t># Abc</a:t>
            </a:r>
          </a:p>
          <a:p>
            <a:pPr lvl="6"/>
            <a:r>
              <a:rPr lang="nl-NL"/>
              <a:t># Bullets</a:t>
            </a:r>
          </a:p>
          <a:p>
            <a:pPr lvl="7"/>
            <a:r>
              <a:rPr lang="nl-NL"/>
              <a:t>Cursief</a:t>
            </a:r>
          </a:p>
          <a:p>
            <a:pPr lvl="8"/>
            <a:r>
              <a:rPr lang="nl-NL"/>
              <a:t>Alt. Subtitel</a:t>
            </a:r>
          </a:p>
        </p:txBody>
      </p:sp>
      <p:sp>
        <p:nvSpPr>
          <p:cNvPr id="181" name="Tijdelijke aanduiding voor verticale tekst 2">
            <a:extLst>
              <a:ext uri="{FF2B5EF4-FFF2-40B4-BE49-F238E27FC236}">
                <a16:creationId xmlns:a16="http://schemas.microsoft.com/office/drawing/2014/main" id="{147C42A9-CC2F-4B90-80B2-0168561CA4D7}"/>
              </a:ext>
            </a:extLst>
          </p:cNvPr>
          <p:cNvSpPr>
            <a:spLocks noGrp="1"/>
          </p:cNvSpPr>
          <p:nvPr>
            <p:ph type="body" orient="vert" idx="11" hasCustomPrompt="1"/>
          </p:nvPr>
        </p:nvSpPr>
        <p:spPr>
          <a:xfrm>
            <a:off x="8439735" y="1817249"/>
            <a:ext cx="3034015" cy="4312008"/>
          </a:xfrm>
        </p:spPr>
        <p:txBody>
          <a:bodyPr vert="horz" lIns="0" tIns="0" rIns="0" bIns="0"/>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a:t>Klik hier om een bullet te plaatsen.</a:t>
            </a:r>
          </a:p>
          <a:p>
            <a:pPr lvl="1"/>
            <a:r>
              <a:rPr lang="nl-NL"/>
              <a:t>Sub-bullets</a:t>
            </a:r>
          </a:p>
          <a:p>
            <a:pPr lvl="2"/>
            <a:r>
              <a:rPr lang="nl-NL"/>
              <a:t>Leestekst</a:t>
            </a:r>
          </a:p>
          <a:p>
            <a:pPr lvl="3"/>
            <a:r>
              <a:rPr lang="nl-NL"/>
              <a:t>Subtitel</a:t>
            </a:r>
          </a:p>
          <a:p>
            <a:pPr lvl="4"/>
            <a:r>
              <a:rPr lang="nl-NL"/>
              <a:t>Numerieke bullets</a:t>
            </a:r>
          </a:p>
          <a:p>
            <a:pPr lvl="5"/>
            <a:r>
              <a:rPr lang="nl-NL"/>
              <a:t># Abc</a:t>
            </a:r>
          </a:p>
          <a:p>
            <a:pPr lvl="6"/>
            <a:r>
              <a:rPr lang="nl-NL"/>
              <a:t># Bullets</a:t>
            </a:r>
          </a:p>
          <a:p>
            <a:pPr lvl="7"/>
            <a:r>
              <a:rPr lang="nl-NL"/>
              <a:t>Cursief</a:t>
            </a:r>
          </a:p>
          <a:p>
            <a:pPr lvl="8"/>
            <a:r>
              <a:rPr lang="nl-NL"/>
              <a:t>Alt. Subtitel</a:t>
            </a:r>
          </a:p>
        </p:txBody>
      </p:sp>
    </p:spTree>
    <p:extLst>
      <p:ext uri="{BB962C8B-B14F-4D97-AF65-F5344CB8AC3E}">
        <p14:creationId xmlns:p14="http://schemas.microsoft.com/office/powerpoint/2010/main" val="34508881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userDrawn="1">
  <p:cSld name="Tekst 3 kolommen #2">
    <p:spTree>
      <p:nvGrpSpPr>
        <p:cNvPr id="1" name=""/>
        <p:cNvGrpSpPr/>
        <p:nvPr/>
      </p:nvGrpSpPr>
      <p:grpSpPr>
        <a:xfrm>
          <a:off x="0" y="0"/>
          <a:ext cx="0" cy="0"/>
          <a:chOff x="0" y="0"/>
          <a:chExt cx="0" cy="0"/>
        </a:xfrm>
      </p:grpSpPr>
      <p:grpSp>
        <p:nvGrpSpPr>
          <p:cNvPr id="2" name="Groep 1">
            <a:extLst>
              <a:ext uri="{FF2B5EF4-FFF2-40B4-BE49-F238E27FC236}">
                <a16:creationId xmlns:a16="http://schemas.microsoft.com/office/drawing/2014/main" id="{614036B8-05BE-4377-BDD3-6A52A4D76D8B}"/>
              </a:ext>
            </a:extLst>
          </p:cNvPr>
          <p:cNvGrpSpPr/>
          <p:nvPr userDrawn="1"/>
        </p:nvGrpSpPr>
        <p:grpSpPr>
          <a:xfrm flipH="1">
            <a:off x="0" y="1"/>
            <a:ext cx="12192000" cy="6880515"/>
            <a:chOff x="0" y="1"/>
            <a:chExt cx="12192000" cy="6880515"/>
          </a:xfrm>
        </p:grpSpPr>
        <p:sp>
          <p:nvSpPr>
            <p:cNvPr id="77" name="Rechthoek 76">
              <a:extLst>
                <a:ext uri="{FF2B5EF4-FFF2-40B4-BE49-F238E27FC236}">
                  <a16:creationId xmlns:a16="http://schemas.microsoft.com/office/drawing/2014/main" id="{6215C95E-FC8C-41E6-843C-0C8A384ECD4E}"/>
                </a:ext>
              </a:extLst>
            </p:cNvPr>
            <p:cNvSpPr/>
            <p:nvPr userDrawn="1"/>
          </p:nvSpPr>
          <p:spPr>
            <a:xfrm>
              <a:off x="0" y="1"/>
              <a:ext cx="5806065" cy="6880515"/>
            </a:xfrm>
            <a:prstGeom prst="rect">
              <a:avLst/>
            </a:prstGeom>
            <a:solidFill>
              <a:srgbClr val="E5DDE8"/>
            </a:solidFill>
            <a:ln w="29622" cap="flat">
              <a:noFill/>
              <a:prstDash val="solid"/>
              <a:miter/>
            </a:ln>
          </p:spPr>
          <p:txBody>
            <a:bodyPr wrap="square" rtlCol="0" anchor="ctr">
              <a:noAutofit/>
            </a:bodyPr>
            <a:lstStyle/>
            <a:p>
              <a:pPr marR="0" lvl="0" indent="0" algn="ctr" defTabSz="457200" fontAlgn="auto">
                <a:lnSpc>
                  <a:spcPct val="100000"/>
                </a:lnSpc>
                <a:spcBef>
                  <a:spcPts val="0"/>
                </a:spcBef>
                <a:spcAft>
                  <a:spcPts val="0"/>
                </a:spcAft>
                <a:buClrTx/>
                <a:buSzTx/>
                <a:buFontTx/>
                <a:buNone/>
                <a:tabLst/>
              </a:pPr>
              <a:endParaRPr kumimoji="0" lang="nl-NL" sz="1633" b="0" i="0" u="none" strike="noStrike" kern="0" cap="none" spc="0" normalizeH="0" baseline="0" noProof="0">
                <a:ln>
                  <a:noFill/>
                </a:ln>
                <a:solidFill>
                  <a:prstClr val="white"/>
                </a:solidFill>
                <a:effectLst/>
                <a:uLnTx/>
                <a:uFillTx/>
                <a:latin typeface="Calibri" panose="020F0502020204030204"/>
              </a:endParaRPr>
            </a:p>
          </p:txBody>
        </p:sp>
        <p:sp>
          <p:nvSpPr>
            <p:cNvPr id="175" name="Vrije vorm: vorm 174">
              <a:extLst>
                <a:ext uri="{FF2B5EF4-FFF2-40B4-BE49-F238E27FC236}">
                  <a16:creationId xmlns:a16="http://schemas.microsoft.com/office/drawing/2014/main" id="{F369F7C0-452D-4DF4-B191-EE2ED7B0EDA5}"/>
                </a:ext>
              </a:extLst>
            </p:cNvPr>
            <p:cNvSpPr/>
            <p:nvPr userDrawn="1"/>
          </p:nvSpPr>
          <p:spPr>
            <a:xfrm>
              <a:off x="3963631" y="1"/>
              <a:ext cx="5779131" cy="6880515"/>
            </a:xfrm>
            <a:custGeom>
              <a:avLst/>
              <a:gdLst>
                <a:gd name="connsiteX0" fmla="*/ 337211 w 5779131"/>
                <a:gd name="connsiteY0" fmla="*/ 0 h 6880515"/>
                <a:gd name="connsiteX1" fmla="*/ 5779131 w 5779131"/>
                <a:gd name="connsiteY1" fmla="*/ 0 h 6880515"/>
                <a:gd name="connsiteX2" fmla="*/ 5779131 w 5779131"/>
                <a:gd name="connsiteY2" fmla="*/ 6880515 h 6880515"/>
                <a:gd name="connsiteX3" fmla="*/ 409973 w 5779131"/>
                <a:gd name="connsiteY3" fmla="*/ 6880515 h 6880515"/>
                <a:gd name="connsiteX4" fmla="*/ 383256 w 5779131"/>
                <a:gd name="connsiteY4" fmla="*/ 6675008 h 6880515"/>
                <a:gd name="connsiteX5" fmla="*/ 3063 w 5779131"/>
                <a:gd name="connsiteY5" fmla="*/ 3957313 h 6880515"/>
                <a:gd name="connsiteX6" fmla="*/ 278566 w 5779131"/>
                <a:gd name="connsiteY6" fmla="*/ 571500 h 6880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79131" h="6880515">
                  <a:moveTo>
                    <a:pt x="337211" y="0"/>
                  </a:moveTo>
                  <a:lnTo>
                    <a:pt x="5779131" y="0"/>
                  </a:lnTo>
                  <a:lnTo>
                    <a:pt x="5779131" y="6880515"/>
                  </a:lnTo>
                  <a:lnTo>
                    <a:pt x="409973" y="6880515"/>
                  </a:lnTo>
                  <a:lnTo>
                    <a:pt x="383256" y="6675008"/>
                  </a:lnTo>
                  <a:cubicBezTo>
                    <a:pt x="250560" y="5762018"/>
                    <a:pt x="30454" y="5152436"/>
                    <a:pt x="3063" y="3957313"/>
                  </a:cubicBezTo>
                  <a:cubicBezTo>
                    <a:pt x="-25572" y="2704920"/>
                    <a:pt x="152775" y="1652435"/>
                    <a:pt x="278566" y="571500"/>
                  </a:cubicBezTo>
                  <a:close/>
                </a:path>
              </a:pathLst>
            </a:custGeom>
            <a:solidFill>
              <a:srgbClr val="6C1D5F"/>
            </a:solidFill>
            <a:ln w="12692" cap="flat">
              <a:noFill/>
              <a:prstDash val="solid"/>
              <a:miter/>
            </a:ln>
          </p:spPr>
          <p:txBody>
            <a:bodyPr rtlCol="0" anchor="ctr"/>
            <a:lstStyle/>
            <a:p>
              <a:pPr lvl="0"/>
              <a:endParaRPr lang="nl-NL" sz="1633" noProof="0"/>
            </a:p>
          </p:txBody>
        </p:sp>
        <p:sp>
          <p:nvSpPr>
            <p:cNvPr id="176" name="Vrije vorm: vorm 175">
              <a:extLst>
                <a:ext uri="{FF2B5EF4-FFF2-40B4-BE49-F238E27FC236}">
                  <a16:creationId xmlns:a16="http://schemas.microsoft.com/office/drawing/2014/main" id="{3C116A33-B253-43AF-992A-10B9F6E787D5}"/>
                </a:ext>
              </a:extLst>
            </p:cNvPr>
            <p:cNvSpPr/>
            <p:nvPr userDrawn="1"/>
          </p:nvSpPr>
          <p:spPr>
            <a:xfrm>
              <a:off x="7926457" y="1"/>
              <a:ext cx="4265543" cy="6880515"/>
            </a:xfrm>
            <a:custGeom>
              <a:avLst/>
              <a:gdLst>
                <a:gd name="connsiteX0" fmla="*/ 228979 w 4265543"/>
                <a:gd name="connsiteY0" fmla="*/ 0 h 6880515"/>
                <a:gd name="connsiteX1" fmla="*/ 4265543 w 4265543"/>
                <a:gd name="connsiteY1" fmla="*/ 0 h 6880515"/>
                <a:gd name="connsiteX2" fmla="*/ 4265543 w 4265543"/>
                <a:gd name="connsiteY2" fmla="*/ 6880515 h 6880515"/>
                <a:gd name="connsiteX3" fmla="*/ 323403 w 4265543"/>
                <a:gd name="connsiteY3" fmla="*/ 6880515 h 6880515"/>
                <a:gd name="connsiteX4" fmla="*/ 310119 w 4265543"/>
                <a:gd name="connsiteY4" fmla="*/ 6695973 h 6880515"/>
                <a:gd name="connsiteX5" fmla="*/ 2261 w 4265543"/>
                <a:gd name="connsiteY5" fmla="*/ 3694390 h 6880515"/>
                <a:gd name="connsiteX6" fmla="*/ 205607 w 4265543"/>
                <a:gd name="connsiteY6" fmla="*/ 308577 h 6880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265543" h="6880515">
                  <a:moveTo>
                    <a:pt x="228979" y="0"/>
                  </a:moveTo>
                  <a:lnTo>
                    <a:pt x="4265543" y="0"/>
                  </a:lnTo>
                  <a:lnTo>
                    <a:pt x="4265543" y="6880515"/>
                  </a:lnTo>
                  <a:lnTo>
                    <a:pt x="323403" y="6880515"/>
                  </a:lnTo>
                  <a:lnTo>
                    <a:pt x="310119" y="6695973"/>
                  </a:lnTo>
                  <a:cubicBezTo>
                    <a:pt x="218851" y="5615157"/>
                    <a:pt x="24499" y="5009025"/>
                    <a:pt x="2261" y="3694390"/>
                  </a:cubicBezTo>
                  <a:cubicBezTo>
                    <a:pt x="-18875" y="2441997"/>
                    <a:pt x="112762" y="1389512"/>
                    <a:pt x="205607" y="308577"/>
                  </a:cubicBezTo>
                  <a:close/>
                </a:path>
              </a:pathLst>
            </a:custGeom>
            <a:solidFill>
              <a:srgbClr val="501C49"/>
            </a:solidFill>
            <a:ln w="12692" cap="flat">
              <a:noFill/>
              <a:prstDash val="solid"/>
              <a:miter/>
            </a:ln>
          </p:spPr>
          <p:txBody>
            <a:bodyPr rtlCol="0" anchor="ctr"/>
            <a:lstStyle/>
            <a:p>
              <a:pPr lvl="0"/>
              <a:endParaRPr lang="nl-NL" sz="1633" noProof="0"/>
            </a:p>
          </p:txBody>
        </p:sp>
      </p:grpSp>
      <p:sp>
        <p:nvSpPr>
          <p:cNvPr id="165" name="Titel 2">
            <a:extLst>
              <a:ext uri="{FF2B5EF4-FFF2-40B4-BE49-F238E27FC236}">
                <a16:creationId xmlns:a16="http://schemas.microsoft.com/office/drawing/2014/main" id="{93E86168-1B16-4845-AF8F-729E1D7C9FF4}"/>
              </a:ext>
            </a:extLst>
          </p:cNvPr>
          <p:cNvSpPr>
            <a:spLocks noGrp="1"/>
          </p:cNvSpPr>
          <p:nvPr>
            <p:ph type="title" hasCustomPrompt="1"/>
          </p:nvPr>
        </p:nvSpPr>
        <p:spPr>
          <a:xfrm>
            <a:off x="784168" y="728743"/>
            <a:ext cx="10793609" cy="895483"/>
          </a:xfrm>
        </p:spPr>
        <p:txBody>
          <a:bodyPr/>
          <a:lstStyle>
            <a:lvl1pPr>
              <a:defRPr>
                <a:solidFill>
                  <a:schemeClr val="bg1"/>
                </a:solidFill>
              </a:defRPr>
            </a:lvl1pPr>
          </a:lstStyle>
          <a:p>
            <a:r>
              <a:rPr lang="nl-NL"/>
              <a:t>Plaats hier een titel</a:t>
            </a:r>
            <a:br>
              <a:rPr lang="nl-NL"/>
            </a:br>
            <a:r>
              <a:rPr lang="nl-NL"/>
              <a:t>max. 2 regels</a:t>
            </a:r>
          </a:p>
        </p:txBody>
      </p:sp>
      <p:sp>
        <p:nvSpPr>
          <p:cNvPr id="180" name="Tijdelijke aanduiding voor verticale tekst 2">
            <a:extLst>
              <a:ext uri="{FF2B5EF4-FFF2-40B4-BE49-F238E27FC236}">
                <a16:creationId xmlns:a16="http://schemas.microsoft.com/office/drawing/2014/main" id="{DC34CA85-D3B0-45B3-99E1-EF763A21E453}"/>
              </a:ext>
            </a:extLst>
          </p:cNvPr>
          <p:cNvSpPr>
            <a:spLocks noGrp="1"/>
          </p:cNvSpPr>
          <p:nvPr>
            <p:ph type="body" orient="vert" idx="10" hasCustomPrompt="1"/>
          </p:nvPr>
        </p:nvSpPr>
        <p:spPr>
          <a:xfrm>
            <a:off x="4565098" y="1817249"/>
            <a:ext cx="3034015" cy="4312008"/>
          </a:xfrm>
        </p:spPr>
        <p:txBody>
          <a:bodyPr vert="horz" lIns="0" tIns="0" rIns="0" bIns="0"/>
          <a:lstStyle>
            <a:lvl1pPr>
              <a:buClr>
                <a:schemeClr val="bg1"/>
              </a:buClr>
              <a:buSzPct val="101000"/>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nl-NL"/>
              <a:t>Klik hier om een bullet te plaatsen.</a:t>
            </a:r>
          </a:p>
          <a:p>
            <a:pPr lvl="1"/>
            <a:r>
              <a:rPr lang="nl-NL"/>
              <a:t>Sub-bullets</a:t>
            </a:r>
          </a:p>
          <a:p>
            <a:pPr lvl="2"/>
            <a:r>
              <a:rPr lang="nl-NL"/>
              <a:t>Leestekst</a:t>
            </a:r>
          </a:p>
          <a:p>
            <a:pPr lvl="3"/>
            <a:r>
              <a:rPr lang="nl-NL"/>
              <a:t>Subtitel</a:t>
            </a:r>
          </a:p>
          <a:p>
            <a:pPr lvl="4"/>
            <a:r>
              <a:rPr lang="nl-NL"/>
              <a:t>Numerieke bullets</a:t>
            </a:r>
          </a:p>
          <a:p>
            <a:pPr lvl="5"/>
            <a:r>
              <a:rPr lang="nl-NL"/>
              <a:t># Abc</a:t>
            </a:r>
          </a:p>
          <a:p>
            <a:pPr lvl="6"/>
            <a:r>
              <a:rPr lang="nl-NL"/>
              <a:t># Bullets</a:t>
            </a:r>
          </a:p>
          <a:p>
            <a:pPr lvl="7"/>
            <a:r>
              <a:rPr lang="nl-NL"/>
              <a:t>Cursief</a:t>
            </a:r>
          </a:p>
          <a:p>
            <a:pPr lvl="8"/>
            <a:r>
              <a:rPr lang="nl-NL"/>
              <a:t>Alt. Subtitel</a:t>
            </a:r>
          </a:p>
        </p:txBody>
      </p:sp>
      <p:sp>
        <p:nvSpPr>
          <p:cNvPr id="80" name="Tijdelijke aanduiding voor verticale tekst 2">
            <a:extLst>
              <a:ext uri="{FF2B5EF4-FFF2-40B4-BE49-F238E27FC236}">
                <a16:creationId xmlns:a16="http://schemas.microsoft.com/office/drawing/2014/main" id="{6B896B16-8C6C-4FCE-9980-C24A50D54B75}"/>
              </a:ext>
            </a:extLst>
          </p:cNvPr>
          <p:cNvSpPr>
            <a:spLocks noGrp="1"/>
          </p:cNvSpPr>
          <p:nvPr>
            <p:ph type="body" orient="vert" idx="12" hasCustomPrompt="1"/>
          </p:nvPr>
        </p:nvSpPr>
        <p:spPr>
          <a:xfrm>
            <a:off x="8543762" y="1817249"/>
            <a:ext cx="3034015" cy="4312008"/>
          </a:xfrm>
        </p:spPr>
        <p:txBody>
          <a:bodyPr vert="horz" lIns="0" tIns="0" rIns="0" bIns="0"/>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a:t>Klik hier om een bullet te plaatsen.</a:t>
            </a:r>
          </a:p>
          <a:p>
            <a:pPr lvl="1"/>
            <a:r>
              <a:rPr lang="nl-NL"/>
              <a:t>Sub-bullets</a:t>
            </a:r>
          </a:p>
          <a:p>
            <a:pPr lvl="2"/>
            <a:r>
              <a:rPr lang="nl-NL"/>
              <a:t>Leestekst</a:t>
            </a:r>
          </a:p>
          <a:p>
            <a:pPr lvl="3"/>
            <a:r>
              <a:rPr lang="nl-NL"/>
              <a:t>Subtitel</a:t>
            </a:r>
          </a:p>
          <a:p>
            <a:pPr lvl="4"/>
            <a:r>
              <a:rPr lang="nl-NL"/>
              <a:t>Numerieke bullets</a:t>
            </a:r>
          </a:p>
          <a:p>
            <a:pPr lvl="5"/>
            <a:r>
              <a:rPr lang="nl-NL"/>
              <a:t># Abc</a:t>
            </a:r>
          </a:p>
          <a:p>
            <a:pPr lvl="6"/>
            <a:r>
              <a:rPr lang="nl-NL"/>
              <a:t># Bullets</a:t>
            </a:r>
          </a:p>
          <a:p>
            <a:pPr lvl="7"/>
            <a:r>
              <a:rPr lang="nl-NL"/>
              <a:t>Cursief</a:t>
            </a:r>
          </a:p>
          <a:p>
            <a:pPr lvl="8"/>
            <a:r>
              <a:rPr lang="nl-NL"/>
              <a:t>Alt. Subtitel</a:t>
            </a:r>
          </a:p>
        </p:txBody>
      </p:sp>
      <p:sp>
        <p:nvSpPr>
          <p:cNvPr id="81" name="Tijdelijke aanduiding voor verticale tekst 2">
            <a:extLst>
              <a:ext uri="{FF2B5EF4-FFF2-40B4-BE49-F238E27FC236}">
                <a16:creationId xmlns:a16="http://schemas.microsoft.com/office/drawing/2014/main" id="{66F25C2A-4B39-4201-80A9-78B64B8938FB}"/>
              </a:ext>
            </a:extLst>
          </p:cNvPr>
          <p:cNvSpPr>
            <a:spLocks noGrp="1"/>
          </p:cNvSpPr>
          <p:nvPr>
            <p:ph type="body" orient="vert" idx="11" hasCustomPrompt="1"/>
          </p:nvPr>
        </p:nvSpPr>
        <p:spPr>
          <a:xfrm>
            <a:off x="824849" y="1817249"/>
            <a:ext cx="3034015" cy="4312008"/>
          </a:xfrm>
        </p:spPr>
        <p:txBody>
          <a:bodyPr vert="horz" lIns="0" tIns="0" rIns="0" bIns="0"/>
          <a:lstStyle>
            <a:lvl1pPr>
              <a:buClr>
                <a:schemeClr val="bg1"/>
              </a:buCl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buClr>
                <a:schemeClr val="bg1"/>
              </a:buClr>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nl-NL"/>
              <a:t>Klik hier om een bullet te plaatsen.</a:t>
            </a:r>
          </a:p>
          <a:p>
            <a:pPr lvl="1"/>
            <a:r>
              <a:rPr lang="nl-NL"/>
              <a:t>Sub-bullets</a:t>
            </a:r>
          </a:p>
          <a:p>
            <a:pPr lvl="2"/>
            <a:r>
              <a:rPr lang="nl-NL"/>
              <a:t>Leestekst</a:t>
            </a:r>
          </a:p>
          <a:p>
            <a:pPr lvl="3"/>
            <a:r>
              <a:rPr lang="nl-NL"/>
              <a:t>Subtitel</a:t>
            </a:r>
          </a:p>
          <a:p>
            <a:pPr lvl="4"/>
            <a:r>
              <a:rPr lang="nl-NL"/>
              <a:t>Numerieke bullets</a:t>
            </a:r>
          </a:p>
          <a:p>
            <a:pPr lvl="5"/>
            <a:r>
              <a:rPr lang="nl-NL"/>
              <a:t># Abc</a:t>
            </a:r>
          </a:p>
          <a:p>
            <a:pPr lvl="6"/>
            <a:r>
              <a:rPr lang="nl-NL"/>
              <a:t># Bullets</a:t>
            </a:r>
          </a:p>
          <a:p>
            <a:pPr lvl="7"/>
            <a:r>
              <a:rPr lang="nl-NL"/>
              <a:t>Cursief</a:t>
            </a:r>
          </a:p>
          <a:p>
            <a:pPr lvl="8"/>
            <a:r>
              <a:rPr lang="nl-NL"/>
              <a:t>Alt. Subtitel</a:t>
            </a:r>
          </a:p>
        </p:txBody>
      </p:sp>
    </p:spTree>
    <p:extLst>
      <p:ext uri="{BB962C8B-B14F-4D97-AF65-F5344CB8AC3E}">
        <p14:creationId xmlns:p14="http://schemas.microsoft.com/office/powerpoint/2010/main" val="18796886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userDrawn="1">
  <p:cSld name="Tekst x2 en Afbeelding">
    <p:spTree>
      <p:nvGrpSpPr>
        <p:cNvPr id="1" name=""/>
        <p:cNvGrpSpPr/>
        <p:nvPr/>
      </p:nvGrpSpPr>
      <p:grpSpPr>
        <a:xfrm>
          <a:off x="0" y="0"/>
          <a:ext cx="0" cy="0"/>
          <a:chOff x="0" y="0"/>
          <a:chExt cx="0" cy="0"/>
        </a:xfrm>
      </p:grpSpPr>
      <p:sp>
        <p:nvSpPr>
          <p:cNvPr id="186" name="Tijdelijke aanduiding voor afbeelding 185">
            <a:extLst>
              <a:ext uri="{FF2B5EF4-FFF2-40B4-BE49-F238E27FC236}">
                <a16:creationId xmlns:a16="http://schemas.microsoft.com/office/drawing/2014/main" id="{F59D94D8-16FE-4F78-9ED1-5B93711C5634}"/>
              </a:ext>
            </a:extLst>
          </p:cNvPr>
          <p:cNvSpPr>
            <a:spLocks noGrp="1"/>
          </p:cNvSpPr>
          <p:nvPr>
            <p:ph type="pic" sz="quarter" idx="14" hasCustomPrompt="1"/>
          </p:nvPr>
        </p:nvSpPr>
        <p:spPr>
          <a:xfrm>
            <a:off x="9126615" y="-1"/>
            <a:ext cx="3071036" cy="6857761"/>
          </a:xfrm>
          <a:prstGeom prst="rect">
            <a:avLst/>
          </a:prstGeom>
          <a:solidFill>
            <a:schemeClr val="bg1">
              <a:lumMod val="95000"/>
            </a:schemeClr>
          </a:solidFill>
          <a:ln>
            <a:noFill/>
          </a:ln>
        </p:spPr>
        <p:txBody>
          <a:bodyPr wrap="square" bIns="1620000" anchor="ctr">
            <a:noAutofit/>
          </a:bodyPr>
          <a:lstStyle>
            <a:lvl1pPr marL="0" indent="0" algn="ctr">
              <a:lnSpc>
                <a:spcPct val="90000"/>
              </a:lnSpc>
              <a:spcBef>
                <a:spcPts val="0"/>
              </a:spcBef>
              <a:spcAft>
                <a:spcPts val="0"/>
              </a:spcAft>
              <a:buNone/>
              <a:defRPr sz="1500" i="1">
                <a:solidFill>
                  <a:schemeClr val="tx1">
                    <a:lumMod val="50000"/>
                    <a:lumOff val="50000"/>
                  </a:schemeClr>
                </a:solidFill>
              </a:defRPr>
            </a:lvl1pPr>
          </a:lstStyle>
          <a:p>
            <a:r>
              <a:rPr lang="nl-NL"/>
              <a:t>Klik op het onderstaand icoon </a:t>
            </a:r>
            <a:br>
              <a:rPr lang="nl-NL"/>
            </a:br>
            <a:r>
              <a:rPr lang="nl-NL"/>
              <a:t>om een foto in te voegen.</a:t>
            </a:r>
            <a:br>
              <a:rPr lang="nl-NL"/>
            </a:br>
            <a:br>
              <a:rPr lang="nl-NL"/>
            </a:br>
            <a:r>
              <a:rPr lang="nl-NL"/>
              <a:t>Meer hulp nodig? </a:t>
            </a:r>
            <a:br>
              <a:rPr lang="nl-NL"/>
            </a:br>
            <a:r>
              <a:rPr lang="nl-NL"/>
              <a:t>Aan de zijkanten van de dia's zijn instructies </a:t>
            </a:r>
            <a:br>
              <a:rPr lang="nl-NL"/>
            </a:br>
            <a:r>
              <a:rPr lang="nl-NL"/>
              <a:t>geplaatst voor verdere informatie.</a:t>
            </a:r>
          </a:p>
        </p:txBody>
      </p:sp>
      <p:sp>
        <p:nvSpPr>
          <p:cNvPr id="165" name="Titel 2">
            <a:extLst>
              <a:ext uri="{FF2B5EF4-FFF2-40B4-BE49-F238E27FC236}">
                <a16:creationId xmlns:a16="http://schemas.microsoft.com/office/drawing/2014/main" id="{93E86168-1B16-4845-AF8F-729E1D7C9FF4}"/>
              </a:ext>
            </a:extLst>
          </p:cNvPr>
          <p:cNvSpPr>
            <a:spLocks noGrp="1"/>
          </p:cNvSpPr>
          <p:nvPr>
            <p:ph type="title" hasCustomPrompt="1"/>
          </p:nvPr>
        </p:nvSpPr>
        <p:spPr>
          <a:xfrm>
            <a:off x="785719" y="728743"/>
            <a:ext cx="7698994" cy="895483"/>
          </a:xfrm>
        </p:spPr>
        <p:txBody>
          <a:bodyPr/>
          <a:lstStyle>
            <a:lvl1pPr>
              <a:defRPr/>
            </a:lvl1pPr>
          </a:lstStyle>
          <a:p>
            <a:r>
              <a:rPr lang="nl-NL"/>
              <a:t>Plaats hier een titel</a:t>
            </a:r>
            <a:br>
              <a:rPr lang="nl-NL"/>
            </a:br>
            <a:r>
              <a:rPr lang="nl-NL"/>
              <a:t>max. 2 regels</a:t>
            </a:r>
          </a:p>
        </p:txBody>
      </p:sp>
      <p:sp>
        <p:nvSpPr>
          <p:cNvPr id="166" name="Tijdelijke aanduiding voor verticale tekst 2">
            <a:extLst>
              <a:ext uri="{FF2B5EF4-FFF2-40B4-BE49-F238E27FC236}">
                <a16:creationId xmlns:a16="http://schemas.microsoft.com/office/drawing/2014/main" id="{19A18D93-1992-4352-8B55-735271BAD86A}"/>
              </a:ext>
            </a:extLst>
          </p:cNvPr>
          <p:cNvSpPr>
            <a:spLocks noGrp="1"/>
          </p:cNvSpPr>
          <p:nvPr>
            <p:ph type="body" orient="vert" idx="1" hasCustomPrompt="1"/>
          </p:nvPr>
        </p:nvSpPr>
        <p:spPr>
          <a:xfrm>
            <a:off x="810816" y="1817249"/>
            <a:ext cx="3654276" cy="4312008"/>
          </a:xfrm>
        </p:spPr>
        <p:txBody>
          <a:bodyPr vert="horz" lIns="0" tIns="0" rIns="0" bIns="0"/>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a:t>Klik hier om een bullet te plaatsen.</a:t>
            </a:r>
          </a:p>
          <a:p>
            <a:pPr lvl="1"/>
            <a:r>
              <a:rPr lang="nl-NL"/>
              <a:t>Sub-bullets</a:t>
            </a:r>
          </a:p>
          <a:p>
            <a:pPr lvl="2"/>
            <a:r>
              <a:rPr lang="nl-NL"/>
              <a:t>Leestekst</a:t>
            </a:r>
          </a:p>
          <a:p>
            <a:pPr lvl="3"/>
            <a:r>
              <a:rPr lang="nl-NL"/>
              <a:t>Subtitel</a:t>
            </a:r>
          </a:p>
          <a:p>
            <a:pPr lvl="4"/>
            <a:r>
              <a:rPr lang="nl-NL"/>
              <a:t>Numerieke bullets</a:t>
            </a:r>
          </a:p>
          <a:p>
            <a:pPr lvl="5"/>
            <a:r>
              <a:rPr lang="nl-NL"/>
              <a:t># Abc</a:t>
            </a:r>
          </a:p>
          <a:p>
            <a:pPr lvl="6"/>
            <a:r>
              <a:rPr lang="nl-NL"/>
              <a:t># Bullets</a:t>
            </a:r>
          </a:p>
          <a:p>
            <a:pPr lvl="7"/>
            <a:r>
              <a:rPr lang="nl-NL"/>
              <a:t>Cursief</a:t>
            </a:r>
          </a:p>
          <a:p>
            <a:pPr lvl="8"/>
            <a:r>
              <a:rPr lang="nl-NL"/>
              <a:t>Alt. Subtitel</a:t>
            </a:r>
          </a:p>
        </p:txBody>
      </p:sp>
      <p:sp>
        <p:nvSpPr>
          <p:cNvPr id="168" name="Tijdelijke aanduiding voor verticale tekst 2">
            <a:extLst>
              <a:ext uri="{FF2B5EF4-FFF2-40B4-BE49-F238E27FC236}">
                <a16:creationId xmlns:a16="http://schemas.microsoft.com/office/drawing/2014/main" id="{08F65C9E-3A6F-423D-AADA-E541F440CE37}"/>
              </a:ext>
            </a:extLst>
          </p:cNvPr>
          <p:cNvSpPr>
            <a:spLocks noGrp="1"/>
          </p:cNvSpPr>
          <p:nvPr>
            <p:ph type="body" orient="vert" idx="15" hasCustomPrompt="1"/>
          </p:nvPr>
        </p:nvSpPr>
        <p:spPr>
          <a:xfrm>
            <a:off x="4827518" y="1817249"/>
            <a:ext cx="3654276" cy="4312008"/>
          </a:xfrm>
        </p:spPr>
        <p:txBody>
          <a:bodyPr vert="horz" lIns="0" tIns="0" rIns="0" bIns="0"/>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a:t>Klik hier om een bullet te plaatsen.</a:t>
            </a:r>
          </a:p>
          <a:p>
            <a:pPr lvl="1"/>
            <a:r>
              <a:rPr lang="nl-NL"/>
              <a:t>Sub-bullets</a:t>
            </a:r>
          </a:p>
          <a:p>
            <a:pPr lvl="2"/>
            <a:r>
              <a:rPr lang="nl-NL"/>
              <a:t>Leestekst</a:t>
            </a:r>
          </a:p>
          <a:p>
            <a:pPr lvl="3"/>
            <a:r>
              <a:rPr lang="nl-NL"/>
              <a:t>Subtitel</a:t>
            </a:r>
          </a:p>
          <a:p>
            <a:pPr lvl="4"/>
            <a:r>
              <a:rPr lang="nl-NL"/>
              <a:t>Numerieke bullets</a:t>
            </a:r>
          </a:p>
          <a:p>
            <a:pPr lvl="5"/>
            <a:r>
              <a:rPr lang="nl-NL"/>
              <a:t># Abc</a:t>
            </a:r>
          </a:p>
          <a:p>
            <a:pPr lvl="6"/>
            <a:r>
              <a:rPr lang="nl-NL"/>
              <a:t># Bullets</a:t>
            </a:r>
          </a:p>
          <a:p>
            <a:pPr lvl="7"/>
            <a:r>
              <a:rPr lang="nl-NL"/>
              <a:t>Cursief</a:t>
            </a:r>
          </a:p>
          <a:p>
            <a:pPr lvl="8"/>
            <a:r>
              <a:rPr lang="nl-NL"/>
              <a:t>Alt. Subtitel</a:t>
            </a:r>
          </a:p>
        </p:txBody>
      </p:sp>
    </p:spTree>
    <p:extLst>
      <p:ext uri="{BB962C8B-B14F-4D97-AF65-F5344CB8AC3E}">
        <p14:creationId xmlns:p14="http://schemas.microsoft.com/office/powerpoint/2010/main" val="350357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userDrawn="1">
  <p:cSld name="Tekst x2 en Afbeelding #2">
    <p:spTree>
      <p:nvGrpSpPr>
        <p:cNvPr id="1" name=""/>
        <p:cNvGrpSpPr/>
        <p:nvPr/>
      </p:nvGrpSpPr>
      <p:grpSpPr>
        <a:xfrm>
          <a:off x="0" y="0"/>
          <a:ext cx="0" cy="0"/>
          <a:chOff x="0" y="0"/>
          <a:chExt cx="0" cy="0"/>
        </a:xfrm>
      </p:grpSpPr>
      <p:sp>
        <p:nvSpPr>
          <p:cNvPr id="186" name="Tijdelijke aanduiding voor afbeelding 185">
            <a:extLst>
              <a:ext uri="{FF2B5EF4-FFF2-40B4-BE49-F238E27FC236}">
                <a16:creationId xmlns:a16="http://schemas.microsoft.com/office/drawing/2014/main" id="{F59D94D8-16FE-4F78-9ED1-5B93711C5634}"/>
              </a:ext>
            </a:extLst>
          </p:cNvPr>
          <p:cNvSpPr>
            <a:spLocks noGrp="1"/>
          </p:cNvSpPr>
          <p:nvPr>
            <p:ph type="pic" sz="quarter" idx="14" hasCustomPrompt="1"/>
          </p:nvPr>
        </p:nvSpPr>
        <p:spPr>
          <a:xfrm>
            <a:off x="0" y="239"/>
            <a:ext cx="3071036" cy="6857761"/>
          </a:xfrm>
          <a:prstGeom prst="rect">
            <a:avLst/>
          </a:prstGeom>
          <a:solidFill>
            <a:schemeClr val="bg1">
              <a:lumMod val="95000"/>
            </a:schemeClr>
          </a:solidFill>
          <a:ln>
            <a:noFill/>
          </a:ln>
        </p:spPr>
        <p:txBody>
          <a:bodyPr wrap="square" bIns="1620000" anchor="ctr">
            <a:noAutofit/>
          </a:bodyPr>
          <a:lstStyle>
            <a:lvl1pPr marL="0" indent="0" algn="ctr">
              <a:lnSpc>
                <a:spcPct val="90000"/>
              </a:lnSpc>
              <a:spcBef>
                <a:spcPts val="0"/>
              </a:spcBef>
              <a:spcAft>
                <a:spcPts val="0"/>
              </a:spcAft>
              <a:buNone/>
              <a:defRPr sz="1500" i="1">
                <a:solidFill>
                  <a:schemeClr val="tx1">
                    <a:lumMod val="50000"/>
                    <a:lumOff val="50000"/>
                  </a:schemeClr>
                </a:solidFill>
              </a:defRPr>
            </a:lvl1pPr>
          </a:lstStyle>
          <a:p>
            <a:r>
              <a:rPr lang="nl-NL"/>
              <a:t>Klik op het onderstaand icoon </a:t>
            </a:r>
            <a:br>
              <a:rPr lang="nl-NL"/>
            </a:br>
            <a:r>
              <a:rPr lang="nl-NL"/>
              <a:t>om een foto in te voegen.</a:t>
            </a:r>
            <a:br>
              <a:rPr lang="nl-NL"/>
            </a:br>
            <a:br>
              <a:rPr lang="nl-NL"/>
            </a:br>
            <a:r>
              <a:rPr lang="nl-NL"/>
              <a:t>Meer hulp nodig? </a:t>
            </a:r>
            <a:br>
              <a:rPr lang="nl-NL"/>
            </a:br>
            <a:r>
              <a:rPr lang="nl-NL"/>
              <a:t>Aan de zijkanten van de dia's zijn instructies </a:t>
            </a:r>
            <a:br>
              <a:rPr lang="nl-NL"/>
            </a:br>
            <a:r>
              <a:rPr lang="nl-NL"/>
              <a:t>geplaatst voor verdere informatie.</a:t>
            </a:r>
          </a:p>
        </p:txBody>
      </p:sp>
      <p:sp>
        <p:nvSpPr>
          <p:cNvPr id="165" name="Titel 2">
            <a:extLst>
              <a:ext uri="{FF2B5EF4-FFF2-40B4-BE49-F238E27FC236}">
                <a16:creationId xmlns:a16="http://schemas.microsoft.com/office/drawing/2014/main" id="{93E86168-1B16-4845-AF8F-729E1D7C9FF4}"/>
              </a:ext>
            </a:extLst>
          </p:cNvPr>
          <p:cNvSpPr>
            <a:spLocks noGrp="1"/>
          </p:cNvSpPr>
          <p:nvPr>
            <p:ph type="title" hasCustomPrompt="1"/>
          </p:nvPr>
        </p:nvSpPr>
        <p:spPr>
          <a:xfrm>
            <a:off x="3721183" y="728743"/>
            <a:ext cx="7698994" cy="895483"/>
          </a:xfrm>
        </p:spPr>
        <p:txBody>
          <a:bodyPr/>
          <a:lstStyle>
            <a:lvl1pPr>
              <a:defRPr/>
            </a:lvl1pPr>
          </a:lstStyle>
          <a:p>
            <a:r>
              <a:rPr lang="nl-NL"/>
              <a:t>Plaats hier een titel</a:t>
            </a:r>
            <a:br>
              <a:rPr lang="nl-NL"/>
            </a:br>
            <a:r>
              <a:rPr lang="nl-NL"/>
              <a:t>max. 2 regels</a:t>
            </a:r>
          </a:p>
        </p:txBody>
      </p:sp>
      <p:sp>
        <p:nvSpPr>
          <p:cNvPr id="166" name="Tijdelijke aanduiding voor verticale tekst 2">
            <a:extLst>
              <a:ext uri="{FF2B5EF4-FFF2-40B4-BE49-F238E27FC236}">
                <a16:creationId xmlns:a16="http://schemas.microsoft.com/office/drawing/2014/main" id="{19A18D93-1992-4352-8B55-735271BAD86A}"/>
              </a:ext>
            </a:extLst>
          </p:cNvPr>
          <p:cNvSpPr>
            <a:spLocks noGrp="1"/>
          </p:cNvSpPr>
          <p:nvPr>
            <p:ph type="body" orient="vert" idx="1" hasCustomPrompt="1"/>
          </p:nvPr>
        </p:nvSpPr>
        <p:spPr>
          <a:xfrm>
            <a:off x="3746280" y="1817249"/>
            <a:ext cx="3654276" cy="4312008"/>
          </a:xfrm>
        </p:spPr>
        <p:txBody>
          <a:bodyPr vert="horz" lIns="0" tIns="0" rIns="0" bIns="0"/>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a:t>Klik hier om een bullet te plaatsen.</a:t>
            </a:r>
          </a:p>
          <a:p>
            <a:pPr lvl="1"/>
            <a:r>
              <a:rPr lang="nl-NL"/>
              <a:t>Sub-bullets</a:t>
            </a:r>
          </a:p>
          <a:p>
            <a:pPr lvl="2"/>
            <a:r>
              <a:rPr lang="nl-NL"/>
              <a:t>Leestekst</a:t>
            </a:r>
          </a:p>
          <a:p>
            <a:pPr lvl="3"/>
            <a:r>
              <a:rPr lang="nl-NL"/>
              <a:t>Subtitel</a:t>
            </a:r>
          </a:p>
          <a:p>
            <a:pPr lvl="4"/>
            <a:r>
              <a:rPr lang="nl-NL"/>
              <a:t>Numerieke bullets</a:t>
            </a:r>
          </a:p>
          <a:p>
            <a:pPr lvl="5"/>
            <a:r>
              <a:rPr lang="nl-NL"/>
              <a:t># Abc</a:t>
            </a:r>
          </a:p>
          <a:p>
            <a:pPr lvl="6"/>
            <a:r>
              <a:rPr lang="nl-NL"/>
              <a:t># Bullets</a:t>
            </a:r>
          </a:p>
          <a:p>
            <a:pPr lvl="7"/>
            <a:r>
              <a:rPr lang="nl-NL"/>
              <a:t>Cursief</a:t>
            </a:r>
          </a:p>
          <a:p>
            <a:pPr lvl="8"/>
            <a:r>
              <a:rPr lang="nl-NL"/>
              <a:t>Alt. Subtitel</a:t>
            </a:r>
          </a:p>
        </p:txBody>
      </p:sp>
      <p:sp>
        <p:nvSpPr>
          <p:cNvPr id="168" name="Tijdelijke aanduiding voor verticale tekst 2">
            <a:extLst>
              <a:ext uri="{FF2B5EF4-FFF2-40B4-BE49-F238E27FC236}">
                <a16:creationId xmlns:a16="http://schemas.microsoft.com/office/drawing/2014/main" id="{08F65C9E-3A6F-423D-AADA-E541F440CE37}"/>
              </a:ext>
            </a:extLst>
          </p:cNvPr>
          <p:cNvSpPr>
            <a:spLocks noGrp="1"/>
          </p:cNvSpPr>
          <p:nvPr>
            <p:ph type="body" orient="vert" idx="15" hasCustomPrompt="1"/>
          </p:nvPr>
        </p:nvSpPr>
        <p:spPr>
          <a:xfrm>
            <a:off x="7762982" y="1817249"/>
            <a:ext cx="3654276" cy="4312008"/>
          </a:xfrm>
        </p:spPr>
        <p:txBody>
          <a:bodyPr vert="horz" lIns="0" tIns="0" rIns="0" bIns="0"/>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a:t>Klik hier om een bullet te plaatsen.</a:t>
            </a:r>
          </a:p>
          <a:p>
            <a:pPr lvl="1"/>
            <a:r>
              <a:rPr lang="nl-NL"/>
              <a:t>Sub-bullets</a:t>
            </a:r>
          </a:p>
          <a:p>
            <a:pPr lvl="2"/>
            <a:r>
              <a:rPr lang="nl-NL"/>
              <a:t>Leestekst</a:t>
            </a:r>
          </a:p>
          <a:p>
            <a:pPr lvl="3"/>
            <a:r>
              <a:rPr lang="nl-NL"/>
              <a:t>Subtitel</a:t>
            </a:r>
          </a:p>
          <a:p>
            <a:pPr lvl="4"/>
            <a:r>
              <a:rPr lang="nl-NL"/>
              <a:t>Numerieke bullets</a:t>
            </a:r>
          </a:p>
          <a:p>
            <a:pPr lvl="5"/>
            <a:r>
              <a:rPr lang="nl-NL"/>
              <a:t># Abc</a:t>
            </a:r>
          </a:p>
          <a:p>
            <a:pPr lvl="6"/>
            <a:r>
              <a:rPr lang="nl-NL"/>
              <a:t># Bullets</a:t>
            </a:r>
          </a:p>
          <a:p>
            <a:pPr lvl="7"/>
            <a:r>
              <a:rPr lang="nl-NL"/>
              <a:t>Cursief</a:t>
            </a:r>
          </a:p>
          <a:p>
            <a:pPr lvl="8"/>
            <a:r>
              <a:rPr lang="nl-NL"/>
              <a:t>Alt. Subtitel</a:t>
            </a:r>
          </a:p>
        </p:txBody>
      </p:sp>
    </p:spTree>
    <p:extLst>
      <p:ext uri="{BB962C8B-B14F-4D97-AF65-F5344CB8AC3E}">
        <p14:creationId xmlns:p14="http://schemas.microsoft.com/office/powerpoint/2010/main" val="29698618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userDrawn="1">
  <p:cSld name="Beeld en Titel">
    <p:spTree>
      <p:nvGrpSpPr>
        <p:cNvPr id="1" name=""/>
        <p:cNvGrpSpPr/>
        <p:nvPr/>
      </p:nvGrpSpPr>
      <p:grpSpPr>
        <a:xfrm>
          <a:off x="0" y="0"/>
          <a:ext cx="0" cy="0"/>
          <a:chOff x="0" y="0"/>
          <a:chExt cx="0" cy="0"/>
        </a:xfrm>
      </p:grpSpPr>
      <p:sp>
        <p:nvSpPr>
          <p:cNvPr id="186" name="Tijdelijke aanduiding voor afbeelding 185">
            <a:extLst>
              <a:ext uri="{FF2B5EF4-FFF2-40B4-BE49-F238E27FC236}">
                <a16:creationId xmlns:a16="http://schemas.microsoft.com/office/drawing/2014/main" id="{F59D94D8-16FE-4F78-9ED1-5B93711C5634}"/>
              </a:ext>
            </a:extLst>
          </p:cNvPr>
          <p:cNvSpPr>
            <a:spLocks noGrp="1"/>
          </p:cNvSpPr>
          <p:nvPr>
            <p:ph type="pic" sz="quarter" idx="14" hasCustomPrompt="1"/>
          </p:nvPr>
        </p:nvSpPr>
        <p:spPr>
          <a:xfrm>
            <a:off x="-14754" y="-1"/>
            <a:ext cx="3015119" cy="6857761"/>
          </a:xfrm>
          <a:prstGeom prst="rect">
            <a:avLst/>
          </a:prstGeom>
          <a:solidFill>
            <a:schemeClr val="bg1">
              <a:lumMod val="95000"/>
            </a:schemeClr>
          </a:solidFill>
          <a:ln>
            <a:noFill/>
          </a:ln>
        </p:spPr>
        <p:txBody>
          <a:bodyPr wrap="square" bIns="1620000" anchor="ctr">
            <a:noAutofit/>
          </a:bodyPr>
          <a:lstStyle>
            <a:lvl1pPr marL="0" indent="0" algn="ctr">
              <a:lnSpc>
                <a:spcPct val="90000"/>
              </a:lnSpc>
              <a:spcBef>
                <a:spcPts val="0"/>
              </a:spcBef>
              <a:spcAft>
                <a:spcPts val="0"/>
              </a:spcAft>
              <a:buNone/>
              <a:defRPr sz="1500" i="1">
                <a:solidFill>
                  <a:schemeClr val="tx1">
                    <a:lumMod val="50000"/>
                    <a:lumOff val="50000"/>
                  </a:schemeClr>
                </a:solidFill>
              </a:defRPr>
            </a:lvl1pPr>
          </a:lstStyle>
          <a:p>
            <a:r>
              <a:rPr lang="nl-NL"/>
              <a:t>Klik op het onderstaand icoon </a:t>
            </a:r>
            <a:br>
              <a:rPr lang="nl-NL"/>
            </a:br>
            <a:r>
              <a:rPr lang="nl-NL"/>
              <a:t>om een foto in te voegen.</a:t>
            </a:r>
            <a:br>
              <a:rPr lang="nl-NL"/>
            </a:br>
            <a:br>
              <a:rPr lang="nl-NL"/>
            </a:br>
            <a:r>
              <a:rPr lang="nl-NL"/>
              <a:t>Meer hulp nodig? </a:t>
            </a:r>
            <a:br>
              <a:rPr lang="nl-NL"/>
            </a:br>
            <a:r>
              <a:rPr lang="nl-NL"/>
              <a:t>Aan de zijkanten van de dia's zijn instructies </a:t>
            </a:r>
            <a:br>
              <a:rPr lang="nl-NL"/>
            </a:br>
            <a:r>
              <a:rPr lang="nl-NL"/>
              <a:t>geplaatst voor verdere informatie.</a:t>
            </a:r>
          </a:p>
        </p:txBody>
      </p:sp>
      <p:sp>
        <p:nvSpPr>
          <p:cNvPr id="165" name="Titel 2">
            <a:extLst>
              <a:ext uri="{FF2B5EF4-FFF2-40B4-BE49-F238E27FC236}">
                <a16:creationId xmlns:a16="http://schemas.microsoft.com/office/drawing/2014/main" id="{93E86168-1B16-4845-AF8F-729E1D7C9FF4}"/>
              </a:ext>
            </a:extLst>
          </p:cNvPr>
          <p:cNvSpPr>
            <a:spLocks noGrp="1"/>
          </p:cNvSpPr>
          <p:nvPr>
            <p:ph type="title" hasCustomPrompt="1"/>
          </p:nvPr>
        </p:nvSpPr>
        <p:spPr>
          <a:xfrm>
            <a:off x="3700176" y="728743"/>
            <a:ext cx="7793778" cy="895483"/>
          </a:xfrm>
        </p:spPr>
        <p:txBody>
          <a:bodyPr/>
          <a:lstStyle>
            <a:lvl1pPr>
              <a:defRPr/>
            </a:lvl1pPr>
          </a:lstStyle>
          <a:p>
            <a:r>
              <a:rPr lang="nl-NL"/>
              <a:t>Plaats hier een titel</a:t>
            </a:r>
            <a:br>
              <a:rPr lang="nl-NL"/>
            </a:br>
            <a:r>
              <a:rPr lang="nl-NL"/>
              <a:t>max. 2 regels</a:t>
            </a:r>
          </a:p>
        </p:txBody>
      </p:sp>
    </p:spTree>
    <p:extLst>
      <p:ext uri="{BB962C8B-B14F-4D97-AF65-F5344CB8AC3E}">
        <p14:creationId xmlns:p14="http://schemas.microsoft.com/office/powerpoint/2010/main" val="21818886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userDrawn="1">
  <p:cSld name="Beeld en Titel #2">
    <p:spTree>
      <p:nvGrpSpPr>
        <p:cNvPr id="1" name=""/>
        <p:cNvGrpSpPr/>
        <p:nvPr/>
      </p:nvGrpSpPr>
      <p:grpSpPr>
        <a:xfrm>
          <a:off x="0" y="0"/>
          <a:ext cx="0" cy="0"/>
          <a:chOff x="0" y="0"/>
          <a:chExt cx="0" cy="0"/>
        </a:xfrm>
      </p:grpSpPr>
      <p:sp>
        <p:nvSpPr>
          <p:cNvPr id="186" name="Tijdelijke aanduiding voor afbeelding 185">
            <a:extLst>
              <a:ext uri="{FF2B5EF4-FFF2-40B4-BE49-F238E27FC236}">
                <a16:creationId xmlns:a16="http://schemas.microsoft.com/office/drawing/2014/main" id="{F59D94D8-16FE-4F78-9ED1-5B93711C5634}"/>
              </a:ext>
            </a:extLst>
          </p:cNvPr>
          <p:cNvSpPr>
            <a:spLocks noGrp="1"/>
          </p:cNvSpPr>
          <p:nvPr>
            <p:ph type="pic" sz="quarter" idx="14" hasCustomPrompt="1"/>
          </p:nvPr>
        </p:nvSpPr>
        <p:spPr>
          <a:xfrm>
            <a:off x="7604936" y="-1"/>
            <a:ext cx="4592715" cy="6857761"/>
          </a:xfrm>
          <a:prstGeom prst="rect">
            <a:avLst/>
          </a:prstGeom>
          <a:solidFill>
            <a:schemeClr val="bg1">
              <a:lumMod val="95000"/>
            </a:schemeClr>
          </a:solidFill>
          <a:ln>
            <a:noFill/>
          </a:ln>
        </p:spPr>
        <p:txBody>
          <a:bodyPr wrap="square" bIns="1620000" anchor="ctr">
            <a:noAutofit/>
          </a:bodyPr>
          <a:lstStyle>
            <a:lvl1pPr marL="0" indent="0" algn="ctr">
              <a:lnSpc>
                <a:spcPct val="90000"/>
              </a:lnSpc>
              <a:spcBef>
                <a:spcPts val="0"/>
              </a:spcBef>
              <a:spcAft>
                <a:spcPts val="0"/>
              </a:spcAft>
              <a:buNone/>
              <a:defRPr sz="1500" i="1">
                <a:solidFill>
                  <a:schemeClr val="tx1">
                    <a:lumMod val="50000"/>
                    <a:lumOff val="50000"/>
                  </a:schemeClr>
                </a:solidFill>
              </a:defRPr>
            </a:lvl1pPr>
          </a:lstStyle>
          <a:p>
            <a:r>
              <a:rPr lang="nl-NL"/>
              <a:t>Klik op het onderstaand icoon </a:t>
            </a:r>
            <a:br>
              <a:rPr lang="nl-NL"/>
            </a:br>
            <a:r>
              <a:rPr lang="nl-NL"/>
              <a:t>om een foto in te voegen.</a:t>
            </a:r>
            <a:br>
              <a:rPr lang="nl-NL"/>
            </a:br>
            <a:br>
              <a:rPr lang="nl-NL"/>
            </a:br>
            <a:r>
              <a:rPr lang="nl-NL"/>
              <a:t>Meer hulp nodig? </a:t>
            </a:r>
            <a:br>
              <a:rPr lang="nl-NL"/>
            </a:br>
            <a:r>
              <a:rPr lang="nl-NL"/>
              <a:t>Aan de zijkanten van de dia's zijn instructies </a:t>
            </a:r>
            <a:br>
              <a:rPr lang="nl-NL"/>
            </a:br>
            <a:r>
              <a:rPr lang="nl-NL"/>
              <a:t>geplaatst voor verdere informatie.</a:t>
            </a:r>
          </a:p>
        </p:txBody>
      </p:sp>
      <p:sp>
        <p:nvSpPr>
          <p:cNvPr id="165" name="Titel 2">
            <a:extLst>
              <a:ext uri="{FF2B5EF4-FFF2-40B4-BE49-F238E27FC236}">
                <a16:creationId xmlns:a16="http://schemas.microsoft.com/office/drawing/2014/main" id="{93E86168-1B16-4845-AF8F-729E1D7C9FF4}"/>
              </a:ext>
            </a:extLst>
          </p:cNvPr>
          <p:cNvSpPr>
            <a:spLocks noGrp="1"/>
          </p:cNvSpPr>
          <p:nvPr>
            <p:ph type="title" hasCustomPrompt="1"/>
          </p:nvPr>
        </p:nvSpPr>
        <p:spPr>
          <a:xfrm>
            <a:off x="785719" y="728743"/>
            <a:ext cx="6254059" cy="895483"/>
          </a:xfrm>
        </p:spPr>
        <p:txBody>
          <a:bodyPr/>
          <a:lstStyle>
            <a:lvl1pPr>
              <a:defRPr/>
            </a:lvl1pPr>
          </a:lstStyle>
          <a:p>
            <a:r>
              <a:rPr lang="nl-NL"/>
              <a:t>Plaats hier een titel</a:t>
            </a:r>
            <a:br>
              <a:rPr lang="nl-NL"/>
            </a:br>
            <a:r>
              <a:rPr lang="nl-NL"/>
              <a:t>max. 2 regels</a:t>
            </a:r>
          </a:p>
        </p:txBody>
      </p:sp>
    </p:spTree>
    <p:extLst>
      <p:ext uri="{BB962C8B-B14F-4D97-AF65-F5344CB8AC3E}">
        <p14:creationId xmlns:p14="http://schemas.microsoft.com/office/powerpoint/2010/main" val="17813925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7.xml><?xml version="1.0" encoding="utf-8"?>
<p:sldLayout xmlns:a="http://schemas.openxmlformats.org/drawingml/2006/main" xmlns:r="http://schemas.openxmlformats.org/officeDocument/2006/relationships" xmlns:p="http://schemas.openxmlformats.org/presentationml/2006/main" preserve="1" userDrawn="1">
  <p:cSld name="Tekst en Beeld #1">
    <p:spTree>
      <p:nvGrpSpPr>
        <p:cNvPr id="1" name=""/>
        <p:cNvGrpSpPr/>
        <p:nvPr/>
      </p:nvGrpSpPr>
      <p:grpSpPr>
        <a:xfrm>
          <a:off x="0" y="0"/>
          <a:ext cx="0" cy="0"/>
          <a:chOff x="0" y="0"/>
          <a:chExt cx="0" cy="0"/>
        </a:xfrm>
      </p:grpSpPr>
      <p:pic>
        <p:nvPicPr>
          <p:cNvPr id="2" name="Afbeelding 1">
            <a:extLst>
              <a:ext uri="{FF2B5EF4-FFF2-40B4-BE49-F238E27FC236}">
                <a16:creationId xmlns:a16="http://schemas.microsoft.com/office/drawing/2014/main" id="{925CFFD9-AC91-400D-912A-27D0528354E6}"/>
              </a:ext>
            </a:extLst>
          </p:cNvPr>
          <p:cNvPicPr>
            <a:picLocks noChangeAspect="1"/>
          </p:cNvPicPr>
          <p:nvPr userDrawn="1"/>
        </p:nvPicPr>
        <p:blipFill rotWithShape="1">
          <a:blip r:embed="rId2"/>
          <a:srcRect l="22420" t="27539" r="28027" b="19803"/>
          <a:stretch/>
        </p:blipFill>
        <p:spPr>
          <a:xfrm>
            <a:off x="5133109" y="0"/>
            <a:ext cx="7086312" cy="6858000"/>
          </a:xfrm>
          <a:prstGeom prst="rect">
            <a:avLst/>
          </a:prstGeom>
        </p:spPr>
      </p:pic>
      <p:sp>
        <p:nvSpPr>
          <p:cNvPr id="168" name="Tijdelijke aanduiding voor afbeelding 167">
            <a:extLst>
              <a:ext uri="{FF2B5EF4-FFF2-40B4-BE49-F238E27FC236}">
                <a16:creationId xmlns:a16="http://schemas.microsoft.com/office/drawing/2014/main" id="{C6F7CCD5-A23C-461E-8511-2F66BE6F11B6}"/>
              </a:ext>
            </a:extLst>
          </p:cNvPr>
          <p:cNvSpPr>
            <a:spLocks noGrp="1"/>
          </p:cNvSpPr>
          <p:nvPr>
            <p:ph type="pic" sz="quarter" idx="14" hasCustomPrompt="1"/>
          </p:nvPr>
        </p:nvSpPr>
        <p:spPr>
          <a:xfrm>
            <a:off x="5572758" y="3"/>
            <a:ext cx="6626648" cy="6858000"/>
          </a:xfrm>
          <a:custGeom>
            <a:avLst/>
            <a:gdLst>
              <a:gd name="connsiteX0" fmla="*/ 19264 w 6626648"/>
              <a:gd name="connsiteY0" fmla="*/ 0 h 6858000"/>
              <a:gd name="connsiteX1" fmla="*/ 6626648 w 6626648"/>
              <a:gd name="connsiteY1" fmla="*/ 0 h 6858000"/>
              <a:gd name="connsiteX2" fmla="*/ 6626648 w 6626648"/>
              <a:gd name="connsiteY2" fmla="*/ 6858000 h 6858000"/>
              <a:gd name="connsiteX3" fmla="*/ 825001 w 6626648"/>
              <a:gd name="connsiteY3" fmla="*/ 6858000 h 6858000"/>
              <a:gd name="connsiteX4" fmla="*/ 713454 w 6626648"/>
              <a:gd name="connsiteY4" fmla="*/ 6652262 h 6858000"/>
              <a:gd name="connsiteX5" fmla="*/ 301 w 6626648"/>
              <a:gd name="connsiteY5" fmla="*/ 3635946 h 6858000"/>
              <a:gd name="connsiteX6" fmla="*/ 19264 w 6626648"/>
              <a:gd name="connsiteY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626648" h="6858000">
                <a:moveTo>
                  <a:pt x="19264" y="0"/>
                </a:moveTo>
                <a:lnTo>
                  <a:pt x="6626648" y="0"/>
                </a:lnTo>
                <a:lnTo>
                  <a:pt x="6626648" y="6858000"/>
                </a:lnTo>
                <a:lnTo>
                  <a:pt x="825001" y="6858000"/>
                </a:lnTo>
                <a:lnTo>
                  <a:pt x="713454" y="6652262"/>
                </a:lnTo>
                <a:cubicBezTo>
                  <a:pt x="178350" y="5620370"/>
                  <a:pt x="-8587" y="4565886"/>
                  <a:pt x="301" y="3635946"/>
                </a:cubicBezTo>
                <a:cubicBezTo>
                  <a:pt x="16103" y="2402074"/>
                  <a:pt x="377968" y="1384793"/>
                  <a:pt x="19264" y="0"/>
                </a:cubicBezTo>
                <a:close/>
              </a:path>
            </a:pathLst>
          </a:custGeom>
          <a:solidFill>
            <a:schemeClr val="bg1">
              <a:lumMod val="95000"/>
            </a:schemeClr>
          </a:solidFill>
          <a:ln>
            <a:noFill/>
          </a:ln>
        </p:spPr>
        <p:txBody>
          <a:bodyPr wrap="square" bIns="1620000" anchor="ctr">
            <a:noAutofit/>
          </a:bodyPr>
          <a:lstStyle>
            <a:lvl1pPr marL="0" indent="0" algn="ctr">
              <a:lnSpc>
                <a:spcPct val="90000"/>
              </a:lnSpc>
              <a:spcBef>
                <a:spcPts val="0"/>
              </a:spcBef>
              <a:spcAft>
                <a:spcPts val="0"/>
              </a:spcAft>
              <a:buNone/>
              <a:defRPr sz="1500" i="1">
                <a:solidFill>
                  <a:schemeClr val="tx1">
                    <a:lumMod val="50000"/>
                    <a:lumOff val="50000"/>
                  </a:schemeClr>
                </a:solidFill>
              </a:defRPr>
            </a:lvl1pPr>
          </a:lstStyle>
          <a:p>
            <a:r>
              <a:rPr lang="nl-NL"/>
              <a:t>Klik op het onderstaand icoon </a:t>
            </a:r>
            <a:br>
              <a:rPr lang="nl-NL"/>
            </a:br>
            <a:r>
              <a:rPr lang="nl-NL"/>
              <a:t>om een foto in te voegen.</a:t>
            </a:r>
            <a:br>
              <a:rPr lang="nl-NL"/>
            </a:br>
            <a:br>
              <a:rPr lang="nl-NL"/>
            </a:br>
            <a:r>
              <a:rPr lang="nl-NL"/>
              <a:t>Meer hulp nodig? </a:t>
            </a:r>
            <a:br>
              <a:rPr lang="nl-NL"/>
            </a:br>
            <a:r>
              <a:rPr lang="nl-NL"/>
              <a:t>Aan de zijkanten van de dia's zijn instructies </a:t>
            </a:r>
            <a:br>
              <a:rPr lang="nl-NL"/>
            </a:br>
            <a:r>
              <a:rPr lang="nl-NL"/>
              <a:t>geplaatst voor verdere informatie.</a:t>
            </a:r>
          </a:p>
        </p:txBody>
      </p:sp>
      <p:sp>
        <p:nvSpPr>
          <p:cNvPr id="178" name="Titel 2">
            <a:extLst>
              <a:ext uri="{FF2B5EF4-FFF2-40B4-BE49-F238E27FC236}">
                <a16:creationId xmlns:a16="http://schemas.microsoft.com/office/drawing/2014/main" id="{7274E53B-4D3A-4DF4-866C-782458741DF8}"/>
              </a:ext>
            </a:extLst>
          </p:cNvPr>
          <p:cNvSpPr>
            <a:spLocks noGrp="1"/>
          </p:cNvSpPr>
          <p:nvPr>
            <p:ph type="title" hasCustomPrompt="1"/>
          </p:nvPr>
        </p:nvSpPr>
        <p:spPr>
          <a:xfrm>
            <a:off x="782814" y="852112"/>
            <a:ext cx="4072716" cy="895483"/>
          </a:xfrm>
        </p:spPr>
        <p:txBody>
          <a:bodyPr/>
          <a:lstStyle>
            <a:lvl1pPr>
              <a:defRPr>
                <a:solidFill>
                  <a:schemeClr val="accent1"/>
                </a:solidFill>
              </a:defRPr>
            </a:lvl1pPr>
          </a:lstStyle>
          <a:p>
            <a:r>
              <a:rPr lang="nl-NL"/>
              <a:t>Plaats hier </a:t>
            </a:r>
            <a:br>
              <a:rPr lang="nl-NL"/>
            </a:br>
            <a:r>
              <a:rPr lang="nl-NL"/>
              <a:t>een titel</a:t>
            </a:r>
          </a:p>
        </p:txBody>
      </p:sp>
      <p:sp>
        <p:nvSpPr>
          <p:cNvPr id="179" name="Tijdelijke aanduiding voor verticale tekst 2">
            <a:extLst>
              <a:ext uri="{FF2B5EF4-FFF2-40B4-BE49-F238E27FC236}">
                <a16:creationId xmlns:a16="http://schemas.microsoft.com/office/drawing/2014/main" id="{79DE9FE5-EAAA-4AB7-B342-3624901F9704}"/>
              </a:ext>
            </a:extLst>
          </p:cNvPr>
          <p:cNvSpPr>
            <a:spLocks noGrp="1"/>
          </p:cNvSpPr>
          <p:nvPr>
            <p:ph type="body" orient="vert" idx="1" hasCustomPrompt="1"/>
          </p:nvPr>
        </p:nvSpPr>
        <p:spPr>
          <a:xfrm>
            <a:off x="807910" y="2342732"/>
            <a:ext cx="4047619" cy="3815530"/>
          </a:xfrm>
        </p:spPr>
        <p:txBody>
          <a:bodyPr vert="horz" lIns="0" tIns="0" rIns="0" bIns="0"/>
          <a:lstStyle>
            <a:lvl1pPr>
              <a:defRPr/>
            </a:lvl1pPr>
            <a:lvl2pPr>
              <a:defRPr/>
            </a:lvl2pPr>
            <a:lvl3pPr>
              <a:defRPr/>
            </a:lvl3pPr>
            <a:lvl4pPr>
              <a:spcBef>
                <a:spcPts val="600"/>
              </a:spcBef>
              <a:spcAft>
                <a:spcPts val="300"/>
              </a:spcAft>
              <a:defRPr/>
            </a:lvl4pPr>
            <a:lvl5pPr>
              <a:defRPr/>
            </a:lvl5pPr>
            <a:lvl6pPr>
              <a:defRPr/>
            </a:lvl6pPr>
            <a:lvl7pPr>
              <a:defRPr/>
            </a:lvl7pPr>
            <a:lvl8pPr>
              <a:defRPr/>
            </a:lvl8pPr>
            <a:lvl9pPr>
              <a:defRPr/>
            </a:lvl9pPr>
          </a:lstStyle>
          <a:p>
            <a:pPr lvl="0"/>
            <a:r>
              <a:rPr lang="nl-NL"/>
              <a:t>Klik hier om een bullet te plaatsen.</a:t>
            </a:r>
          </a:p>
          <a:p>
            <a:pPr lvl="1"/>
            <a:r>
              <a:rPr lang="nl-NL"/>
              <a:t>Sub-bullets</a:t>
            </a:r>
          </a:p>
          <a:p>
            <a:pPr lvl="2"/>
            <a:r>
              <a:rPr lang="nl-NL"/>
              <a:t>Leestekst</a:t>
            </a:r>
          </a:p>
          <a:p>
            <a:pPr lvl="3"/>
            <a:r>
              <a:rPr lang="nl-NL"/>
              <a:t>Subtitel</a:t>
            </a:r>
          </a:p>
          <a:p>
            <a:pPr lvl="4"/>
            <a:r>
              <a:rPr lang="nl-NL"/>
              <a:t>Numerieke bullets</a:t>
            </a:r>
          </a:p>
          <a:p>
            <a:pPr lvl="5"/>
            <a:r>
              <a:rPr lang="nl-NL"/>
              <a:t># Abc</a:t>
            </a:r>
          </a:p>
          <a:p>
            <a:pPr lvl="6"/>
            <a:r>
              <a:rPr lang="nl-NL"/>
              <a:t># Bullets</a:t>
            </a:r>
          </a:p>
          <a:p>
            <a:pPr lvl="7"/>
            <a:r>
              <a:rPr lang="nl-NL"/>
              <a:t>Cursief</a:t>
            </a:r>
          </a:p>
          <a:p>
            <a:pPr lvl="8"/>
            <a:r>
              <a:rPr lang="nl-NL"/>
              <a:t>Alt. Subtitel</a:t>
            </a:r>
          </a:p>
        </p:txBody>
      </p:sp>
      <p:sp>
        <p:nvSpPr>
          <p:cNvPr id="180" name="Tijdelijke aanduiding voor verticale tekst 2">
            <a:extLst>
              <a:ext uri="{FF2B5EF4-FFF2-40B4-BE49-F238E27FC236}">
                <a16:creationId xmlns:a16="http://schemas.microsoft.com/office/drawing/2014/main" id="{A71EA3B1-553E-45BA-847B-90C429EBAA9A}"/>
              </a:ext>
            </a:extLst>
          </p:cNvPr>
          <p:cNvSpPr>
            <a:spLocks noGrp="1"/>
          </p:cNvSpPr>
          <p:nvPr>
            <p:ph type="body" orient="vert" idx="15" hasCustomPrompt="1"/>
          </p:nvPr>
        </p:nvSpPr>
        <p:spPr>
          <a:xfrm>
            <a:off x="807910" y="662415"/>
            <a:ext cx="4047619" cy="194626"/>
          </a:xfrm>
        </p:spPr>
        <p:txBody>
          <a:bodyPr vert="horz" lIns="0" tIns="0" rIns="0" bIns="0" anchor="b"/>
          <a:lstStyle>
            <a:lvl1pPr marL="0" indent="0">
              <a:buNone/>
              <a:defRPr>
                <a:solidFill>
                  <a:schemeClr val="accent2"/>
                </a:solidFill>
              </a:defRPr>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Hoofdstuktitel</a:t>
            </a:r>
          </a:p>
        </p:txBody>
      </p:sp>
    </p:spTree>
    <p:extLst>
      <p:ext uri="{BB962C8B-B14F-4D97-AF65-F5344CB8AC3E}">
        <p14:creationId xmlns:p14="http://schemas.microsoft.com/office/powerpoint/2010/main" val="25187895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8.xml><?xml version="1.0" encoding="utf-8"?>
<p:sldLayout xmlns:a="http://schemas.openxmlformats.org/drawingml/2006/main" xmlns:r="http://schemas.openxmlformats.org/officeDocument/2006/relationships" xmlns:p="http://schemas.openxmlformats.org/presentationml/2006/main" preserve="1" userDrawn="1">
  <p:cSld name="Tekst en Beeld #2">
    <p:spTree>
      <p:nvGrpSpPr>
        <p:cNvPr id="1" name=""/>
        <p:cNvGrpSpPr/>
        <p:nvPr/>
      </p:nvGrpSpPr>
      <p:grpSpPr>
        <a:xfrm>
          <a:off x="0" y="0"/>
          <a:ext cx="0" cy="0"/>
          <a:chOff x="0" y="0"/>
          <a:chExt cx="0" cy="0"/>
        </a:xfrm>
      </p:grpSpPr>
      <p:sp>
        <p:nvSpPr>
          <p:cNvPr id="164" name="Graphic 34">
            <a:extLst>
              <a:ext uri="{FF2B5EF4-FFF2-40B4-BE49-F238E27FC236}">
                <a16:creationId xmlns:a16="http://schemas.microsoft.com/office/drawing/2014/main" id="{68C18975-3734-4159-8983-15B5EB4489C3}"/>
              </a:ext>
            </a:extLst>
          </p:cNvPr>
          <p:cNvSpPr>
            <a:spLocks noChangeAspect="1"/>
          </p:cNvSpPr>
          <p:nvPr userDrawn="1"/>
        </p:nvSpPr>
        <p:spPr>
          <a:xfrm flipV="1">
            <a:off x="5130801" y="-1"/>
            <a:ext cx="3175111" cy="6858295"/>
          </a:xfrm>
          <a:custGeom>
            <a:avLst/>
            <a:gdLst>
              <a:gd name="connsiteX0" fmla="*/ 5860 w 2434661"/>
              <a:gd name="connsiteY0" fmla="*/ 3586871 h 7563811"/>
              <a:gd name="connsiteX1" fmla="*/ 750252 w 2434661"/>
              <a:gd name="connsiteY1" fmla="*/ 7563812 h 7563811"/>
              <a:gd name="connsiteX2" fmla="*/ 2434662 w 2434661"/>
              <a:gd name="connsiteY2" fmla="*/ 7563812 h 7563811"/>
              <a:gd name="connsiteX3" fmla="*/ 2378769 w 2434661"/>
              <a:gd name="connsiteY3" fmla="*/ 7098777 h 7563811"/>
              <a:gd name="connsiteX4" fmla="*/ 1137692 w 2434661"/>
              <a:gd name="connsiteY4" fmla="*/ 3609741 h 7563811"/>
              <a:gd name="connsiteX5" fmla="*/ 1163098 w 2434661"/>
              <a:gd name="connsiteY5" fmla="*/ 0 h 7563811"/>
              <a:gd name="connsiteX6" fmla="*/ 893795 w 2434661"/>
              <a:gd name="connsiteY6" fmla="*/ 0 h 7563811"/>
              <a:gd name="connsiteX7" fmla="*/ 5860 w 2434661"/>
              <a:gd name="connsiteY7" fmla="*/ 3586871 h 756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4661" h="7563811">
                <a:moveTo>
                  <a:pt x="5860" y="3586871"/>
                </a:moveTo>
                <a:cubicBezTo>
                  <a:pt x="-81790" y="5059483"/>
                  <a:pt x="844254" y="6156000"/>
                  <a:pt x="750252" y="7563812"/>
                </a:cubicBezTo>
                <a:lnTo>
                  <a:pt x="2434662" y="7563812"/>
                </a:lnTo>
                <a:cubicBezTo>
                  <a:pt x="2427040" y="7407530"/>
                  <a:pt x="2407986" y="7251247"/>
                  <a:pt x="2378769" y="7098777"/>
                </a:cubicBezTo>
                <a:cubicBezTo>
                  <a:pt x="2156468" y="5923483"/>
                  <a:pt x="1311722" y="4928612"/>
                  <a:pt x="1137692" y="3609741"/>
                </a:cubicBezTo>
                <a:cubicBezTo>
                  <a:pt x="990338" y="2477647"/>
                  <a:pt x="1333318" y="1102871"/>
                  <a:pt x="1163098" y="0"/>
                </a:cubicBezTo>
                <a:lnTo>
                  <a:pt x="893795" y="0"/>
                </a:lnTo>
                <a:cubicBezTo>
                  <a:pt x="1117367" y="1877930"/>
                  <a:pt x="89700" y="2181600"/>
                  <a:pt x="5860" y="3586871"/>
                </a:cubicBezTo>
                <a:close/>
              </a:path>
            </a:pathLst>
          </a:custGeom>
          <a:solidFill>
            <a:srgbClr val="4A1E47"/>
          </a:solidFill>
          <a:ln w="12692" cap="flat">
            <a:noFill/>
            <a:prstDash val="solid"/>
            <a:miter/>
          </a:ln>
        </p:spPr>
        <p:txBody>
          <a:bodyPr rtlCol="0" anchor="ctr"/>
          <a:lstStyle/>
          <a:p>
            <a:endParaRPr lang="nl-NL" sz="1633"/>
          </a:p>
        </p:txBody>
      </p:sp>
      <p:sp>
        <p:nvSpPr>
          <p:cNvPr id="165" name="Graphic 31">
            <a:extLst>
              <a:ext uri="{FF2B5EF4-FFF2-40B4-BE49-F238E27FC236}">
                <a16:creationId xmlns:a16="http://schemas.microsoft.com/office/drawing/2014/main" id="{E4690393-5771-429A-BDFA-C5BFBCE3092D}"/>
              </a:ext>
            </a:extLst>
          </p:cNvPr>
          <p:cNvSpPr>
            <a:spLocks noChangeAspect="1"/>
          </p:cNvSpPr>
          <p:nvPr userDrawn="1"/>
        </p:nvSpPr>
        <p:spPr>
          <a:xfrm>
            <a:off x="5618480" y="1"/>
            <a:ext cx="6573520" cy="6858295"/>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15644" h="7563811">
                <a:moveTo>
                  <a:pt x="892481" y="0"/>
                </a:moveTo>
                <a:cubicBezTo>
                  <a:pt x="1110972" y="1866494"/>
                  <a:pt x="88385" y="2171435"/>
                  <a:pt x="5816" y="3571624"/>
                </a:cubicBezTo>
                <a:cubicBezTo>
                  <a:pt x="-81834" y="5049318"/>
                  <a:pt x="851832" y="6147106"/>
                  <a:pt x="747667" y="7563812"/>
                </a:cubicBezTo>
                <a:lnTo>
                  <a:pt x="5315644" y="7563812"/>
                </a:lnTo>
                <a:lnTo>
                  <a:pt x="5315644" y="0"/>
                </a:lnTo>
                <a:lnTo>
                  <a:pt x="892481" y="0"/>
                </a:lnTo>
                <a:close/>
              </a:path>
            </a:pathLst>
          </a:custGeom>
          <a:solidFill>
            <a:srgbClr val="6C1D5F"/>
          </a:solidFill>
          <a:ln w="12692" cap="flat">
            <a:noFill/>
            <a:prstDash val="solid"/>
            <a:miter/>
          </a:ln>
        </p:spPr>
        <p:txBody>
          <a:bodyPr rtlCol="0" anchor="ctr"/>
          <a:lstStyle/>
          <a:p>
            <a:endParaRPr lang="nl-NL" sz="1633"/>
          </a:p>
        </p:txBody>
      </p:sp>
      <p:sp>
        <p:nvSpPr>
          <p:cNvPr id="167" name="Tijdelijke aanduiding voor afbeelding 166">
            <a:extLst>
              <a:ext uri="{FF2B5EF4-FFF2-40B4-BE49-F238E27FC236}">
                <a16:creationId xmlns:a16="http://schemas.microsoft.com/office/drawing/2014/main" id="{F5FAF9D4-82BB-4AEB-BE03-DEE45794F6A5}"/>
              </a:ext>
            </a:extLst>
          </p:cNvPr>
          <p:cNvSpPr>
            <a:spLocks noGrp="1"/>
          </p:cNvSpPr>
          <p:nvPr>
            <p:ph type="pic" sz="quarter" idx="14" hasCustomPrompt="1"/>
          </p:nvPr>
        </p:nvSpPr>
        <p:spPr>
          <a:xfrm>
            <a:off x="6339840" y="3"/>
            <a:ext cx="5852160" cy="6858000"/>
          </a:xfrm>
          <a:custGeom>
            <a:avLst/>
            <a:gdLst>
              <a:gd name="connsiteX0" fmla="*/ 16971 w 5852160"/>
              <a:gd name="connsiteY0" fmla="*/ 0 h 6858000"/>
              <a:gd name="connsiteX1" fmla="*/ 5852160 w 5852160"/>
              <a:gd name="connsiteY1" fmla="*/ 0 h 6858000"/>
              <a:gd name="connsiteX2" fmla="*/ 5852160 w 5852160"/>
              <a:gd name="connsiteY2" fmla="*/ 6858000 h 6858000"/>
              <a:gd name="connsiteX3" fmla="*/ 726802 w 5852160"/>
              <a:gd name="connsiteY3" fmla="*/ 6858000 h 6858000"/>
              <a:gd name="connsiteX4" fmla="*/ 628532 w 5852160"/>
              <a:gd name="connsiteY4" fmla="*/ 6652262 h 6858000"/>
              <a:gd name="connsiteX5" fmla="*/ 266 w 5852160"/>
              <a:gd name="connsiteY5" fmla="*/ 3635946 h 6858000"/>
              <a:gd name="connsiteX6" fmla="*/ 16971 w 5852160"/>
              <a:gd name="connsiteY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852160" h="6858000">
                <a:moveTo>
                  <a:pt x="16971" y="0"/>
                </a:moveTo>
                <a:lnTo>
                  <a:pt x="5852160" y="0"/>
                </a:lnTo>
                <a:lnTo>
                  <a:pt x="5852160" y="6858000"/>
                </a:lnTo>
                <a:lnTo>
                  <a:pt x="726802" y="6858000"/>
                </a:lnTo>
                <a:lnTo>
                  <a:pt x="628532" y="6652262"/>
                </a:lnTo>
                <a:cubicBezTo>
                  <a:pt x="157122" y="5620370"/>
                  <a:pt x="-7565" y="4565886"/>
                  <a:pt x="266" y="3635946"/>
                </a:cubicBezTo>
                <a:cubicBezTo>
                  <a:pt x="14186" y="2402075"/>
                  <a:pt x="332979" y="1384793"/>
                  <a:pt x="16971" y="0"/>
                </a:cubicBezTo>
                <a:close/>
              </a:path>
            </a:pathLst>
          </a:custGeom>
          <a:solidFill>
            <a:schemeClr val="bg1">
              <a:lumMod val="95000"/>
            </a:schemeClr>
          </a:solidFill>
          <a:ln>
            <a:noFill/>
          </a:ln>
        </p:spPr>
        <p:txBody>
          <a:bodyPr wrap="square" bIns="1620000" anchor="ctr">
            <a:noAutofit/>
          </a:bodyPr>
          <a:lstStyle>
            <a:lvl1pPr marL="0" indent="0" algn="ctr">
              <a:lnSpc>
                <a:spcPct val="90000"/>
              </a:lnSpc>
              <a:spcBef>
                <a:spcPts val="0"/>
              </a:spcBef>
              <a:spcAft>
                <a:spcPts val="0"/>
              </a:spcAft>
              <a:buNone/>
              <a:defRPr sz="1500" i="1">
                <a:solidFill>
                  <a:schemeClr val="tx1">
                    <a:lumMod val="50000"/>
                    <a:lumOff val="50000"/>
                  </a:schemeClr>
                </a:solidFill>
              </a:defRPr>
            </a:lvl1pPr>
          </a:lstStyle>
          <a:p>
            <a:r>
              <a:rPr lang="nl-NL"/>
              <a:t>Klik op het onderstaand icoon </a:t>
            </a:r>
            <a:br>
              <a:rPr lang="nl-NL"/>
            </a:br>
            <a:r>
              <a:rPr lang="nl-NL"/>
              <a:t>om een foto in te voegen.</a:t>
            </a:r>
            <a:br>
              <a:rPr lang="nl-NL"/>
            </a:br>
            <a:br>
              <a:rPr lang="nl-NL"/>
            </a:br>
            <a:r>
              <a:rPr lang="nl-NL"/>
              <a:t>Meer hulp nodig? </a:t>
            </a:r>
            <a:br>
              <a:rPr lang="nl-NL"/>
            </a:br>
            <a:r>
              <a:rPr lang="nl-NL"/>
              <a:t>Aan de zijkanten van de dia's zijn instructies </a:t>
            </a:r>
            <a:br>
              <a:rPr lang="nl-NL"/>
            </a:br>
            <a:r>
              <a:rPr lang="nl-NL"/>
              <a:t>geplaatst voor verdere informatie.</a:t>
            </a:r>
          </a:p>
        </p:txBody>
      </p:sp>
      <p:sp>
        <p:nvSpPr>
          <p:cNvPr id="169" name="Titel 2">
            <a:extLst>
              <a:ext uri="{FF2B5EF4-FFF2-40B4-BE49-F238E27FC236}">
                <a16:creationId xmlns:a16="http://schemas.microsoft.com/office/drawing/2014/main" id="{B029408C-69BD-45D5-8CE4-8AA711AC91C8}"/>
              </a:ext>
            </a:extLst>
          </p:cNvPr>
          <p:cNvSpPr>
            <a:spLocks noGrp="1"/>
          </p:cNvSpPr>
          <p:nvPr>
            <p:ph type="title" hasCustomPrompt="1"/>
          </p:nvPr>
        </p:nvSpPr>
        <p:spPr>
          <a:xfrm>
            <a:off x="782814" y="901540"/>
            <a:ext cx="4072716" cy="461665"/>
          </a:xfrm>
        </p:spPr>
        <p:txBody>
          <a:bodyPr/>
          <a:lstStyle>
            <a:lvl1pPr>
              <a:defRPr>
                <a:solidFill>
                  <a:schemeClr val="accent1"/>
                </a:solidFill>
              </a:defRPr>
            </a:lvl1pPr>
          </a:lstStyle>
          <a:p>
            <a:r>
              <a:rPr lang="nl-NL"/>
              <a:t>Plaats hier een titel</a:t>
            </a:r>
          </a:p>
        </p:txBody>
      </p:sp>
      <p:sp>
        <p:nvSpPr>
          <p:cNvPr id="170" name="Tijdelijke aanduiding voor verticale tekst 2">
            <a:extLst>
              <a:ext uri="{FF2B5EF4-FFF2-40B4-BE49-F238E27FC236}">
                <a16:creationId xmlns:a16="http://schemas.microsoft.com/office/drawing/2014/main" id="{48F9D9F8-D7CD-4C00-BE89-6343F0620370}"/>
              </a:ext>
            </a:extLst>
          </p:cNvPr>
          <p:cNvSpPr>
            <a:spLocks noGrp="1"/>
          </p:cNvSpPr>
          <p:nvPr>
            <p:ph type="body" orient="vert" idx="1" hasCustomPrompt="1"/>
          </p:nvPr>
        </p:nvSpPr>
        <p:spPr>
          <a:xfrm>
            <a:off x="807910" y="1837485"/>
            <a:ext cx="4047619" cy="4320778"/>
          </a:xfrm>
        </p:spPr>
        <p:txBody>
          <a:bodyPr vert="horz" lIns="0" tIns="0" rIns="0" bIns="0"/>
          <a:lstStyle>
            <a:lvl1pPr>
              <a:defRPr/>
            </a:lvl1pPr>
            <a:lvl2pPr>
              <a:defRPr/>
            </a:lvl2pPr>
            <a:lvl3pPr>
              <a:defRPr/>
            </a:lvl3pPr>
            <a:lvl4pPr>
              <a:spcBef>
                <a:spcPts val="600"/>
              </a:spcBef>
              <a:spcAft>
                <a:spcPts val="300"/>
              </a:spcAft>
              <a:defRPr/>
            </a:lvl4pPr>
            <a:lvl5pPr>
              <a:defRPr/>
            </a:lvl5pPr>
            <a:lvl6pPr>
              <a:defRPr/>
            </a:lvl6pPr>
            <a:lvl7pPr>
              <a:defRPr/>
            </a:lvl7pPr>
            <a:lvl8pPr>
              <a:defRPr/>
            </a:lvl8pPr>
            <a:lvl9pPr>
              <a:defRPr/>
            </a:lvl9pPr>
          </a:lstStyle>
          <a:p>
            <a:pPr lvl="0"/>
            <a:r>
              <a:rPr lang="nl-NL"/>
              <a:t>Klik hier om een bullet te plaatsen.</a:t>
            </a:r>
          </a:p>
          <a:p>
            <a:pPr lvl="1"/>
            <a:r>
              <a:rPr lang="nl-NL"/>
              <a:t>Sub-bullets</a:t>
            </a:r>
          </a:p>
          <a:p>
            <a:pPr lvl="2"/>
            <a:r>
              <a:rPr lang="nl-NL"/>
              <a:t>Leestekst</a:t>
            </a:r>
          </a:p>
          <a:p>
            <a:pPr lvl="3"/>
            <a:r>
              <a:rPr lang="nl-NL"/>
              <a:t>Subtitel</a:t>
            </a:r>
          </a:p>
          <a:p>
            <a:pPr lvl="4"/>
            <a:r>
              <a:rPr lang="nl-NL"/>
              <a:t>Numerieke bullets</a:t>
            </a:r>
          </a:p>
          <a:p>
            <a:pPr lvl="5"/>
            <a:r>
              <a:rPr lang="nl-NL"/>
              <a:t># Abc</a:t>
            </a:r>
          </a:p>
          <a:p>
            <a:pPr lvl="6"/>
            <a:r>
              <a:rPr lang="nl-NL"/>
              <a:t># Bullets</a:t>
            </a:r>
          </a:p>
          <a:p>
            <a:pPr lvl="7"/>
            <a:r>
              <a:rPr lang="nl-NL"/>
              <a:t>Cursief</a:t>
            </a:r>
          </a:p>
          <a:p>
            <a:pPr lvl="8"/>
            <a:r>
              <a:rPr lang="nl-NL"/>
              <a:t>Alt. Subtitel</a:t>
            </a:r>
          </a:p>
        </p:txBody>
      </p:sp>
      <p:sp>
        <p:nvSpPr>
          <p:cNvPr id="171" name="Tijdelijke aanduiding voor verticale tekst 2">
            <a:extLst>
              <a:ext uri="{FF2B5EF4-FFF2-40B4-BE49-F238E27FC236}">
                <a16:creationId xmlns:a16="http://schemas.microsoft.com/office/drawing/2014/main" id="{BDB596EE-DDB5-40B8-8CDA-76460E629690}"/>
              </a:ext>
            </a:extLst>
          </p:cNvPr>
          <p:cNvSpPr>
            <a:spLocks noGrp="1"/>
          </p:cNvSpPr>
          <p:nvPr>
            <p:ph type="body" orient="vert" idx="15" hasCustomPrompt="1"/>
          </p:nvPr>
        </p:nvSpPr>
        <p:spPr>
          <a:xfrm>
            <a:off x="807910" y="1425726"/>
            <a:ext cx="4047619" cy="194626"/>
          </a:xfrm>
        </p:spPr>
        <p:txBody>
          <a:bodyPr vert="horz" lIns="0" tIns="0" rIns="0" bIns="0" anchor="b"/>
          <a:lstStyle>
            <a:lvl1pPr marL="0" indent="0">
              <a:buNone/>
              <a:defRPr sz="1600">
                <a:solidFill>
                  <a:schemeClr val="accent2"/>
                </a:solidFill>
              </a:defRPr>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Plaats hier een subtitel</a:t>
            </a:r>
          </a:p>
        </p:txBody>
      </p:sp>
    </p:spTree>
    <p:extLst>
      <p:ext uri="{BB962C8B-B14F-4D97-AF65-F5344CB8AC3E}">
        <p14:creationId xmlns:p14="http://schemas.microsoft.com/office/powerpoint/2010/main" val="24913951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9.xml><?xml version="1.0" encoding="utf-8"?>
<p:sldLayout xmlns:a="http://schemas.openxmlformats.org/drawingml/2006/main" xmlns:r="http://schemas.openxmlformats.org/officeDocument/2006/relationships" xmlns:p="http://schemas.openxmlformats.org/presentationml/2006/main" preserve="1" userDrawn="1">
  <p:cSld name="Tekst en Beeld #3">
    <p:spTree>
      <p:nvGrpSpPr>
        <p:cNvPr id="1" name=""/>
        <p:cNvGrpSpPr/>
        <p:nvPr/>
      </p:nvGrpSpPr>
      <p:grpSpPr>
        <a:xfrm>
          <a:off x="0" y="0"/>
          <a:ext cx="0" cy="0"/>
          <a:chOff x="0" y="0"/>
          <a:chExt cx="0" cy="0"/>
        </a:xfrm>
      </p:grpSpPr>
      <p:sp>
        <p:nvSpPr>
          <p:cNvPr id="166" name="Graphic 34">
            <a:extLst>
              <a:ext uri="{FF2B5EF4-FFF2-40B4-BE49-F238E27FC236}">
                <a16:creationId xmlns:a16="http://schemas.microsoft.com/office/drawing/2014/main" id="{EB04C5EF-0EC3-490D-A97E-C5047207C82C}"/>
              </a:ext>
            </a:extLst>
          </p:cNvPr>
          <p:cNvSpPr>
            <a:spLocks noChangeAspect="1"/>
          </p:cNvSpPr>
          <p:nvPr userDrawn="1"/>
        </p:nvSpPr>
        <p:spPr>
          <a:xfrm rot="10800000" flipV="1">
            <a:off x="2993127" y="1"/>
            <a:ext cx="3692269" cy="6858295"/>
          </a:xfrm>
          <a:custGeom>
            <a:avLst/>
            <a:gdLst>
              <a:gd name="connsiteX0" fmla="*/ 5860 w 2434661"/>
              <a:gd name="connsiteY0" fmla="*/ 3586871 h 7563811"/>
              <a:gd name="connsiteX1" fmla="*/ 750252 w 2434661"/>
              <a:gd name="connsiteY1" fmla="*/ 7563812 h 7563811"/>
              <a:gd name="connsiteX2" fmla="*/ 2434662 w 2434661"/>
              <a:gd name="connsiteY2" fmla="*/ 7563812 h 7563811"/>
              <a:gd name="connsiteX3" fmla="*/ 2378769 w 2434661"/>
              <a:gd name="connsiteY3" fmla="*/ 7098777 h 7563811"/>
              <a:gd name="connsiteX4" fmla="*/ 1137692 w 2434661"/>
              <a:gd name="connsiteY4" fmla="*/ 3609741 h 7563811"/>
              <a:gd name="connsiteX5" fmla="*/ 1163098 w 2434661"/>
              <a:gd name="connsiteY5" fmla="*/ 0 h 7563811"/>
              <a:gd name="connsiteX6" fmla="*/ 893795 w 2434661"/>
              <a:gd name="connsiteY6" fmla="*/ 0 h 7563811"/>
              <a:gd name="connsiteX7" fmla="*/ 5860 w 2434661"/>
              <a:gd name="connsiteY7" fmla="*/ 3586871 h 756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4661" h="7563811">
                <a:moveTo>
                  <a:pt x="5860" y="3586871"/>
                </a:moveTo>
                <a:cubicBezTo>
                  <a:pt x="-81790" y="5059483"/>
                  <a:pt x="844254" y="6156000"/>
                  <a:pt x="750252" y="7563812"/>
                </a:cubicBezTo>
                <a:lnTo>
                  <a:pt x="2434662" y="7563812"/>
                </a:lnTo>
                <a:cubicBezTo>
                  <a:pt x="2427040" y="7407530"/>
                  <a:pt x="2407986" y="7251247"/>
                  <a:pt x="2378769" y="7098777"/>
                </a:cubicBezTo>
                <a:cubicBezTo>
                  <a:pt x="2156468" y="5923483"/>
                  <a:pt x="1311722" y="4928612"/>
                  <a:pt x="1137692" y="3609741"/>
                </a:cubicBezTo>
                <a:cubicBezTo>
                  <a:pt x="990338" y="2477647"/>
                  <a:pt x="1333318" y="1102871"/>
                  <a:pt x="1163098" y="0"/>
                </a:cubicBezTo>
                <a:lnTo>
                  <a:pt x="893795" y="0"/>
                </a:lnTo>
                <a:cubicBezTo>
                  <a:pt x="1117367" y="1877930"/>
                  <a:pt x="89700" y="2181600"/>
                  <a:pt x="5860" y="3586871"/>
                </a:cubicBezTo>
                <a:close/>
              </a:path>
            </a:pathLst>
          </a:custGeom>
          <a:solidFill>
            <a:srgbClr val="4A1E47"/>
          </a:solidFill>
          <a:ln w="12692" cap="flat">
            <a:noFill/>
            <a:prstDash val="solid"/>
            <a:miter/>
          </a:ln>
        </p:spPr>
        <p:txBody>
          <a:bodyPr rtlCol="0" anchor="ctr"/>
          <a:lstStyle/>
          <a:p>
            <a:endParaRPr lang="nl-NL" sz="1633"/>
          </a:p>
        </p:txBody>
      </p:sp>
      <p:sp>
        <p:nvSpPr>
          <p:cNvPr id="172" name="Tijdelijke aanduiding voor afbeelding 171">
            <a:extLst>
              <a:ext uri="{FF2B5EF4-FFF2-40B4-BE49-F238E27FC236}">
                <a16:creationId xmlns:a16="http://schemas.microsoft.com/office/drawing/2014/main" id="{8C4B1A6B-BCA9-44B1-93C5-54B21C9AD8B3}"/>
              </a:ext>
            </a:extLst>
          </p:cNvPr>
          <p:cNvSpPr>
            <a:spLocks noGrp="1"/>
          </p:cNvSpPr>
          <p:nvPr>
            <p:ph type="pic" sz="quarter" idx="14" hasCustomPrompt="1"/>
          </p:nvPr>
        </p:nvSpPr>
        <p:spPr>
          <a:xfrm>
            <a:off x="2" y="4"/>
            <a:ext cx="5792434" cy="6857997"/>
          </a:xfrm>
          <a:custGeom>
            <a:avLst/>
            <a:gdLst>
              <a:gd name="connsiteX0" fmla="*/ 0 w 5792434"/>
              <a:gd name="connsiteY0" fmla="*/ 0 h 6857997"/>
              <a:gd name="connsiteX1" fmla="*/ 4977706 w 5792434"/>
              <a:gd name="connsiteY1" fmla="*/ 0 h 6857997"/>
              <a:gd name="connsiteX2" fmla="*/ 4969128 w 5792434"/>
              <a:gd name="connsiteY2" fmla="*/ 237618 h 6857997"/>
              <a:gd name="connsiteX3" fmla="*/ 5786097 w 5792434"/>
              <a:gd name="connsiteY3" fmla="*/ 3619812 h 6857997"/>
              <a:gd name="connsiteX4" fmla="*/ 4790528 w 5792434"/>
              <a:gd name="connsiteY4" fmla="*/ 6556973 h 6857997"/>
              <a:gd name="connsiteX5" fmla="*/ 4819874 w 5792434"/>
              <a:gd name="connsiteY5" fmla="*/ 6857997 h 6857997"/>
              <a:gd name="connsiteX6" fmla="*/ 0 w 5792434"/>
              <a:gd name="connsiteY6" fmla="*/ 6857997 h 6857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92434" h="6857997">
                <a:moveTo>
                  <a:pt x="0" y="0"/>
                </a:moveTo>
                <a:lnTo>
                  <a:pt x="4977706" y="0"/>
                </a:lnTo>
                <a:lnTo>
                  <a:pt x="4969128" y="237618"/>
                </a:lnTo>
                <a:cubicBezTo>
                  <a:pt x="4987026" y="1410328"/>
                  <a:pt x="5875640" y="2363692"/>
                  <a:pt x="5786097" y="3619812"/>
                </a:cubicBezTo>
                <a:cubicBezTo>
                  <a:pt x="5701745" y="4810050"/>
                  <a:pt x="4717100" y="5127454"/>
                  <a:pt x="4790528" y="6556973"/>
                </a:cubicBezTo>
                <a:lnTo>
                  <a:pt x="4819874" y="6857997"/>
                </a:lnTo>
                <a:lnTo>
                  <a:pt x="0" y="6857997"/>
                </a:lnTo>
                <a:close/>
              </a:path>
            </a:pathLst>
          </a:custGeom>
          <a:solidFill>
            <a:schemeClr val="bg1">
              <a:lumMod val="95000"/>
            </a:schemeClr>
          </a:solidFill>
          <a:ln>
            <a:noFill/>
          </a:ln>
        </p:spPr>
        <p:txBody>
          <a:bodyPr wrap="square" bIns="1620000" anchor="ctr">
            <a:noAutofit/>
          </a:bodyPr>
          <a:lstStyle>
            <a:lvl1pPr marL="0" indent="0" algn="ctr">
              <a:lnSpc>
                <a:spcPct val="90000"/>
              </a:lnSpc>
              <a:spcBef>
                <a:spcPts val="0"/>
              </a:spcBef>
              <a:spcAft>
                <a:spcPts val="0"/>
              </a:spcAft>
              <a:buNone/>
              <a:defRPr sz="1500" i="1">
                <a:solidFill>
                  <a:schemeClr val="tx1">
                    <a:lumMod val="50000"/>
                    <a:lumOff val="50000"/>
                  </a:schemeClr>
                </a:solidFill>
              </a:defRPr>
            </a:lvl1pPr>
          </a:lstStyle>
          <a:p>
            <a:r>
              <a:rPr lang="nl-NL"/>
              <a:t>Klik op het onderstaand icoon </a:t>
            </a:r>
            <a:br>
              <a:rPr lang="nl-NL"/>
            </a:br>
            <a:r>
              <a:rPr lang="nl-NL"/>
              <a:t>om een foto in te voegen.</a:t>
            </a:r>
            <a:br>
              <a:rPr lang="nl-NL"/>
            </a:br>
            <a:br>
              <a:rPr lang="nl-NL"/>
            </a:br>
            <a:r>
              <a:rPr lang="nl-NL"/>
              <a:t>Meer hulp nodig? </a:t>
            </a:r>
            <a:br>
              <a:rPr lang="nl-NL"/>
            </a:br>
            <a:r>
              <a:rPr lang="nl-NL"/>
              <a:t>Aan de zijkanten van de dia's zijn instructies </a:t>
            </a:r>
            <a:br>
              <a:rPr lang="nl-NL"/>
            </a:br>
            <a:r>
              <a:rPr lang="nl-NL"/>
              <a:t>geplaatst voor verdere informatie.</a:t>
            </a:r>
          </a:p>
        </p:txBody>
      </p:sp>
      <p:sp>
        <p:nvSpPr>
          <p:cNvPr id="169" name="Titel 2">
            <a:extLst>
              <a:ext uri="{FF2B5EF4-FFF2-40B4-BE49-F238E27FC236}">
                <a16:creationId xmlns:a16="http://schemas.microsoft.com/office/drawing/2014/main" id="{B029408C-69BD-45D5-8CE4-8AA711AC91C8}"/>
              </a:ext>
            </a:extLst>
          </p:cNvPr>
          <p:cNvSpPr>
            <a:spLocks noGrp="1"/>
          </p:cNvSpPr>
          <p:nvPr>
            <p:ph type="title" hasCustomPrompt="1"/>
          </p:nvPr>
        </p:nvSpPr>
        <p:spPr>
          <a:xfrm>
            <a:off x="6955829" y="901540"/>
            <a:ext cx="4434727" cy="461665"/>
          </a:xfrm>
        </p:spPr>
        <p:txBody>
          <a:bodyPr/>
          <a:lstStyle>
            <a:lvl1pPr>
              <a:defRPr>
                <a:solidFill>
                  <a:schemeClr val="accent1"/>
                </a:solidFill>
              </a:defRPr>
            </a:lvl1pPr>
          </a:lstStyle>
          <a:p>
            <a:r>
              <a:rPr lang="nl-NL"/>
              <a:t>Plaats hier een titel</a:t>
            </a:r>
          </a:p>
        </p:txBody>
      </p:sp>
      <p:sp>
        <p:nvSpPr>
          <p:cNvPr id="170" name="Tijdelijke aanduiding voor verticale tekst 2">
            <a:extLst>
              <a:ext uri="{FF2B5EF4-FFF2-40B4-BE49-F238E27FC236}">
                <a16:creationId xmlns:a16="http://schemas.microsoft.com/office/drawing/2014/main" id="{48F9D9F8-D7CD-4C00-BE89-6343F0620370}"/>
              </a:ext>
            </a:extLst>
          </p:cNvPr>
          <p:cNvSpPr>
            <a:spLocks noGrp="1"/>
          </p:cNvSpPr>
          <p:nvPr>
            <p:ph type="body" orient="vert" idx="1" hasCustomPrompt="1"/>
          </p:nvPr>
        </p:nvSpPr>
        <p:spPr>
          <a:xfrm>
            <a:off x="6983156" y="1837485"/>
            <a:ext cx="4407399" cy="4320778"/>
          </a:xfrm>
        </p:spPr>
        <p:txBody>
          <a:bodyPr vert="horz" lIns="0" tIns="0" rIns="0" bIns="0"/>
          <a:lstStyle>
            <a:lvl1pPr>
              <a:defRPr/>
            </a:lvl1pPr>
            <a:lvl2pPr>
              <a:defRPr/>
            </a:lvl2pPr>
            <a:lvl3pPr>
              <a:defRPr/>
            </a:lvl3pPr>
            <a:lvl4pPr>
              <a:spcBef>
                <a:spcPts val="600"/>
              </a:spcBef>
              <a:spcAft>
                <a:spcPts val="300"/>
              </a:spcAft>
              <a:defRPr/>
            </a:lvl4pPr>
            <a:lvl5pPr>
              <a:defRPr/>
            </a:lvl5pPr>
            <a:lvl6pPr>
              <a:defRPr/>
            </a:lvl6pPr>
            <a:lvl7pPr>
              <a:defRPr/>
            </a:lvl7pPr>
            <a:lvl8pPr>
              <a:defRPr/>
            </a:lvl8pPr>
            <a:lvl9pPr>
              <a:defRPr/>
            </a:lvl9pPr>
          </a:lstStyle>
          <a:p>
            <a:pPr lvl="0"/>
            <a:r>
              <a:rPr lang="nl-NL"/>
              <a:t>Klik hier om een bullet te plaatsen.</a:t>
            </a:r>
          </a:p>
          <a:p>
            <a:pPr lvl="1"/>
            <a:r>
              <a:rPr lang="nl-NL"/>
              <a:t>Sub-bullets</a:t>
            </a:r>
          </a:p>
          <a:p>
            <a:pPr lvl="2"/>
            <a:r>
              <a:rPr lang="nl-NL"/>
              <a:t>Leestekst</a:t>
            </a:r>
          </a:p>
          <a:p>
            <a:pPr lvl="3"/>
            <a:r>
              <a:rPr lang="nl-NL"/>
              <a:t>Subtitel</a:t>
            </a:r>
          </a:p>
          <a:p>
            <a:pPr lvl="4"/>
            <a:r>
              <a:rPr lang="nl-NL"/>
              <a:t>Numerieke bullets</a:t>
            </a:r>
          </a:p>
          <a:p>
            <a:pPr lvl="5"/>
            <a:r>
              <a:rPr lang="nl-NL"/>
              <a:t># Abc</a:t>
            </a:r>
          </a:p>
          <a:p>
            <a:pPr lvl="6"/>
            <a:r>
              <a:rPr lang="nl-NL"/>
              <a:t># Bullets</a:t>
            </a:r>
          </a:p>
          <a:p>
            <a:pPr lvl="7"/>
            <a:r>
              <a:rPr lang="nl-NL"/>
              <a:t>Cursief</a:t>
            </a:r>
          </a:p>
          <a:p>
            <a:pPr lvl="8"/>
            <a:r>
              <a:rPr lang="nl-NL"/>
              <a:t>Alt. Subtitel</a:t>
            </a:r>
          </a:p>
        </p:txBody>
      </p:sp>
      <p:sp>
        <p:nvSpPr>
          <p:cNvPr id="171" name="Tijdelijke aanduiding voor verticale tekst 2">
            <a:extLst>
              <a:ext uri="{FF2B5EF4-FFF2-40B4-BE49-F238E27FC236}">
                <a16:creationId xmlns:a16="http://schemas.microsoft.com/office/drawing/2014/main" id="{BDB596EE-DDB5-40B8-8CDA-76460E629690}"/>
              </a:ext>
            </a:extLst>
          </p:cNvPr>
          <p:cNvSpPr>
            <a:spLocks noGrp="1"/>
          </p:cNvSpPr>
          <p:nvPr>
            <p:ph type="body" orient="vert" idx="15" hasCustomPrompt="1"/>
          </p:nvPr>
        </p:nvSpPr>
        <p:spPr>
          <a:xfrm>
            <a:off x="6983156" y="1425726"/>
            <a:ext cx="4407399" cy="194626"/>
          </a:xfrm>
        </p:spPr>
        <p:txBody>
          <a:bodyPr vert="horz" lIns="0" tIns="0" rIns="0" bIns="0" anchor="b"/>
          <a:lstStyle>
            <a:lvl1pPr marL="0" indent="0">
              <a:buNone/>
              <a:defRPr sz="1600">
                <a:solidFill>
                  <a:schemeClr val="accent2"/>
                </a:solidFill>
              </a:defRPr>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Plaats hier een subtitel</a:t>
            </a:r>
          </a:p>
        </p:txBody>
      </p:sp>
    </p:spTree>
    <p:extLst>
      <p:ext uri="{BB962C8B-B14F-4D97-AF65-F5344CB8AC3E}">
        <p14:creationId xmlns:p14="http://schemas.microsoft.com/office/powerpoint/2010/main" val="41399702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0.xml><?xml version="1.0" encoding="utf-8"?>
<p:sldLayout xmlns:a="http://schemas.openxmlformats.org/drawingml/2006/main" xmlns:r="http://schemas.openxmlformats.org/officeDocument/2006/relationships" xmlns:p="http://schemas.openxmlformats.org/presentationml/2006/main" preserve="1" userDrawn="1">
  <p:cSld name="Tekst en Beeld #4">
    <p:spTree>
      <p:nvGrpSpPr>
        <p:cNvPr id="1" name=""/>
        <p:cNvGrpSpPr/>
        <p:nvPr/>
      </p:nvGrpSpPr>
      <p:grpSpPr>
        <a:xfrm>
          <a:off x="0" y="0"/>
          <a:ext cx="0" cy="0"/>
          <a:chOff x="0" y="0"/>
          <a:chExt cx="0" cy="0"/>
        </a:xfrm>
      </p:grpSpPr>
      <p:sp>
        <p:nvSpPr>
          <p:cNvPr id="171" name="Tijdelijke aanduiding voor afbeelding 170">
            <a:extLst>
              <a:ext uri="{FF2B5EF4-FFF2-40B4-BE49-F238E27FC236}">
                <a16:creationId xmlns:a16="http://schemas.microsoft.com/office/drawing/2014/main" id="{8F2CEDD5-2C15-4D5B-AC04-E3D9734FC5F6}"/>
              </a:ext>
            </a:extLst>
          </p:cNvPr>
          <p:cNvSpPr>
            <a:spLocks noGrp="1"/>
          </p:cNvSpPr>
          <p:nvPr>
            <p:ph type="pic" sz="quarter" idx="14" hasCustomPrompt="1"/>
          </p:nvPr>
        </p:nvSpPr>
        <p:spPr>
          <a:xfrm>
            <a:off x="0" y="3"/>
            <a:ext cx="6803150" cy="6858000"/>
          </a:xfrm>
          <a:custGeom>
            <a:avLst/>
            <a:gdLst>
              <a:gd name="connsiteX0" fmla="*/ 0 w 6803150"/>
              <a:gd name="connsiteY0" fmla="*/ 0 h 6858000"/>
              <a:gd name="connsiteX1" fmla="*/ 6354785 w 6803150"/>
              <a:gd name="connsiteY1" fmla="*/ 0 h 6858000"/>
              <a:gd name="connsiteX2" fmla="*/ 6337745 w 6803150"/>
              <a:gd name="connsiteY2" fmla="*/ 231075 h 6858000"/>
              <a:gd name="connsiteX3" fmla="*/ 6802798 w 6803150"/>
              <a:gd name="connsiteY3" fmla="*/ 3062476 h 6858000"/>
              <a:gd name="connsiteX4" fmla="*/ 6251926 w 6803150"/>
              <a:gd name="connsiteY4" fmla="*/ 5934829 h 6858000"/>
              <a:gd name="connsiteX5" fmla="*/ 6348390 w 6803150"/>
              <a:gd name="connsiteY5" fmla="*/ 6858000 h 6858000"/>
              <a:gd name="connsiteX6" fmla="*/ 202634 w 6803150"/>
              <a:gd name="connsiteY6" fmla="*/ 6858000 h 6858000"/>
              <a:gd name="connsiteX7" fmla="*/ 202632 w 6803150"/>
              <a:gd name="connsiteY7" fmla="*/ 6857997 h 6858000"/>
              <a:gd name="connsiteX8" fmla="*/ 3318 w 6803150"/>
              <a:gd name="connsiteY8" fmla="*/ 6857997 h 6858000"/>
              <a:gd name="connsiteX9" fmla="*/ 3318 w 6803150"/>
              <a:gd name="connsiteY9" fmla="*/ 6543284 h 6858000"/>
              <a:gd name="connsiteX10" fmla="*/ 0 w 6803150"/>
              <a:gd name="connsiteY10" fmla="*/ 653773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803150" h="6858000">
                <a:moveTo>
                  <a:pt x="0" y="0"/>
                </a:moveTo>
                <a:lnTo>
                  <a:pt x="6354785" y="0"/>
                </a:lnTo>
                <a:lnTo>
                  <a:pt x="6337745" y="231075"/>
                </a:lnTo>
                <a:cubicBezTo>
                  <a:pt x="6289215" y="1339801"/>
                  <a:pt x="6769097" y="1782052"/>
                  <a:pt x="6802798" y="3062476"/>
                </a:cubicBezTo>
                <a:cubicBezTo>
                  <a:pt x="6819095" y="4252713"/>
                  <a:pt x="6264589" y="4479388"/>
                  <a:pt x="6251926" y="5934829"/>
                </a:cubicBezTo>
                <a:lnTo>
                  <a:pt x="6348390" y="6858000"/>
                </a:lnTo>
                <a:lnTo>
                  <a:pt x="202634" y="6858000"/>
                </a:lnTo>
                <a:lnTo>
                  <a:pt x="202632" y="6857997"/>
                </a:lnTo>
                <a:lnTo>
                  <a:pt x="3318" y="6857997"/>
                </a:lnTo>
                <a:lnTo>
                  <a:pt x="3318" y="6543284"/>
                </a:lnTo>
                <a:lnTo>
                  <a:pt x="0" y="6537734"/>
                </a:lnTo>
                <a:close/>
              </a:path>
            </a:pathLst>
          </a:custGeom>
          <a:solidFill>
            <a:schemeClr val="bg1">
              <a:lumMod val="95000"/>
            </a:schemeClr>
          </a:solidFill>
          <a:ln>
            <a:noFill/>
          </a:ln>
        </p:spPr>
        <p:txBody>
          <a:bodyPr wrap="square" bIns="1620000" anchor="ctr">
            <a:noAutofit/>
          </a:bodyPr>
          <a:lstStyle>
            <a:lvl1pPr marL="0" indent="0" algn="ctr">
              <a:lnSpc>
                <a:spcPct val="90000"/>
              </a:lnSpc>
              <a:spcBef>
                <a:spcPts val="0"/>
              </a:spcBef>
              <a:spcAft>
                <a:spcPts val="0"/>
              </a:spcAft>
              <a:buNone/>
              <a:defRPr sz="1500" i="1">
                <a:solidFill>
                  <a:schemeClr val="tx1">
                    <a:lumMod val="50000"/>
                    <a:lumOff val="50000"/>
                  </a:schemeClr>
                </a:solidFill>
              </a:defRPr>
            </a:lvl1pPr>
          </a:lstStyle>
          <a:p>
            <a:r>
              <a:rPr lang="nl-NL"/>
              <a:t>Klik op het onderstaand icoon </a:t>
            </a:r>
            <a:br>
              <a:rPr lang="nl-NL"/>
            </a:br>
            <a:r>
              <a:rPr lang="nl-NL"/>
              <a:t>om een foto in te voegen.</a:t>
            </a:r>
            <a:br>
              <a:rPr lang="nl-NL"/>
            </a:br>
            <a:br>
              <a:rPr lang="nl-NL"/>
            </a:br>
            <a:r>
              <a:rPr lang="nl-NL"/>
              <a:t>Meer hulp nodig? </a:t>
            </a:r>
            <a:br>
              <a:rPr lang="nl-NL"/>
            </a:br>
            <a:r>
              <a:rPr lang="nl-NL"/>
              <a:t>Aan de zijkanten van de dia's zijn instructies </a:t>
            </a:r>
            <a:br>
              <a:rPr lang="nl-NL"/>
            </a:br>
            <a:r>
              <a:rPr lang="nl-NL"/>
              <a:t>geplaatst voor verdere informatie.</a:t>
            </a:r>
          </a:p>
        </p:txBody>
      </p:sp>
      <p:sp>
        <p:nvSpPr>
          <p:cNvPr id="178" name="Titel 2">
            <a:extLst>
              <a:ext uri="{FF2B5EF4-FFF2-40B4-BE49-F238E27FC236}">
                <a16:creationId xmlns:a16="http://schemas.microsoft.com/office/drawing/2014/main" id="{7274E53B-4D3A-4DF4-866C-782458741DF8}"/>
              </a:ext>
            </a:extLst>
          </p:cNvPr>
          <p:cNvSpPr>
            <a:spLocks noGrp="1"/>
          </p:cNvSpPr>
          <p:nvPr>
            <p:ph type="title" hasCustomPrompt="1"/>
          </p:nvPr>
        </p:nvSpPr>
        <p:spPr>
          <a:xfrm>
            <a:off x="7220412" y="681628"/>
            <a:ext cx="4101102" cy="2101216"/>
          </a:xfrm>
        </p:spPr>
        <p:txBody>
          <a:bodyPr anchor="b"/>
          <a:lstStyle>
            <a:lvl1pPr>
              <a:defRPr sz="4800" b="1">
                <a:solidFill>
                  <a:schemeClr val="accent1"/>
                </a:solidFill>
              </a:defRPr>
            </a:lvl1pPr>
          </a:lstStyle>
          <a:p>
            <a:r>
              <a:rPr lang="nl-NL"/>
              <a:t>Plaats hier </a:t>
            </a:r>
            <a:br>
              <a:rPr lang="nl-NL"/>
            </a:br>
            <a:r>
              <a:rPr lang="nl-NL"/>
              <a:t>een titel</a:t>
            </a:r>
          </a:p>
        </p:txBody>
      </p:sp>
      <p:sp>
        <p:nvSpPr>
          <p:cNvPr id="169" name="Tijdelijke aanduiding voor verticale tekst 2">
            <a:extLst>
              <a:ext uri="{FF2B5EF4-FFF2-40B4-BE49-F238E27FC236}">
                <a16:creationId xmlns:a16="http://schemas.microsoft.com/office/drawing/2014/main" id="{DB0FFE09-5F66-4272-A2AA-3C0B7FCB7845}"/>
              </a:ext>
            </a:extLst>
          </p:cNvPr>
          <p:cNvSpPr>
            <a:spLocks noGrp="1"/>
          </p:cNvSpPr>
          <p:nvPr>
            <p:ph type="body" orient="vert" idx="1" hasCustomPrompt="1"/>
          </p:nvPr>
        </p:nvSpPr>
        <p:spPr>
          <a:xfrm>
            <a:off x="7220412" y="3045470"/>
            <a:ext cx="4136002" cy="2868041"/>
          </a:xfrm>
        </p:spPr>
        <p:txBody>
          <a:bodyPr vert="horz" lIns="0" tIns="0" rIns="0" bIns="0"/>
          <a:lstStyle>
            <a:lvl1pPr marL="0" indent="0">
              <a:buNone/>
              <a:defRPr sz="2800">
                <a:solidFill>
                  <a:schemeClr val="accent2"/>
                </a:solidFill>
              </a:defRPr>
            </a:lvl1pPr>
            <a:lvl2pPr marL="0" indent="0">
              <a:buNone/>
              <a:defRPr sz="1600"/>
            </a:lvl2pPr>
            <a:lvl3pPr marL="185738" indent="-185738">
              <a:buClr>
                <a:schemeClr val="accent2"/>
              </a:buClr>
              <a:buFont typeface="Arial" panose="020B0604020202020204" pitchFamily="34" charset="0"/>
              <a:buChar char="•"/>
              <a:defRPr/>
            </a:lvl3pPr>
            <a:lvl4pPr>
              <a:defRPr/>
            </a:lvl4pPr>
            <a:lvl5pPr>
              <a:defRPr/>
            </a:lvl5pPr>
            <a:lvl6pPr>
              <a:defRPr/>
            </a:lvl6pPr>
            <a:lvl7pPr>
              <a:defRPr/>
            </a:lvl7pPr>
            <a:lvl8pPr>
              <a:defRPr/>
            </a:lvl8pPr>
            <a:lvl9pPr>
              <a:defRPr/>
            </a:lvl9pPr>
          </a:lstStyle>
          <a:p>
            <a:pPr lvl="0"/>
            <a:r>
              <a:rPr lang="nl-NL"/>
              <a:t>Klik hier om een subtitel te plaatsen.</a:t>
            </a:r>
          </a:p>
          <a:p>
            <a:pPr lvl="1"/>
            <a:r>
              <a:rPr lang="nl-NL"/>
              <a:t>Leestekst</a:t>
            </a:r>
          </a:p>
          <a:p>
            <a:pPr lvl="2"/>
            <a:r>
              <a:rPr lang="nl-NL" err="1"/>
              <a:t>Bullet</a:t>
            </a:r>
            <a:endParaRPr lang="nl-NL"/>
          </a:p>
        </p:txBody>
      </p:sp>
    </p:spTree>
    <p:extLst>
      <p:ext uri="{BB962C8B-B14F-4D97-AF65-F5344CB8AC3E}">
        <p14:creationId xmlns:p14="http://schemas.microsoft.com/office/powerpoint/2010/main" val="32838635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1.xml><?xml version="1.0" encoding="utf-8"?>
<p:sldLayout xmlns:a="http://schemas.openxmlformats.org/drawingml/2006/main" xmlns:r="http://schemas.openxmlformats.org/officeDocument/2006/relationships" xmlns:p="http://schemas.openxmlformats.org/presentationml/2006/main" preserve="1" userDrawn="1">
  <p:cSld name="Tekst en Beeld #5">
    <p:spTree>
      <p:nvGrpSpPr>
        <p:cNvPr id="1" name=""/>
        <p:cNvGrpSpPr/>
        <p:nvPr/>
      </p:nvGrpSpPr>
      <p:grpSpPr>
        <a:xfrm>
          <a:off x="0" y="0"/>
          <a:ext cx="0" cy="0"/>
          <a:chOff x="0" y="0"/>
          <a:chExt cx="0" cy="0"/>
        </a:xfrm>
      </p:grpSpPr>
      <p:sp>
        <p:nvSpPr>
          <p:cNvPr id="167" name="Tijdelijke aanduiding voor afbeelding 166">
            <a:extLst>
              <a:ext uri="{FF2B5EF4-FFF2-40B4-BE49-F238E27FC236}">
                <a16:creationId xmlns:a16="http://schemas.microsoft.com/office/drawing/2014/main" id="{A90C4272-01CF-4B44-A88B-62E5932E4BC9}"/>
              </a:ext>
            </a:extLst>
          </p:cNvPr>
          <p:cNvSpPr>
            <a:spLocks noGrp="1"/>
          </p:cNvSpPr>
          <p:nvPr>
            <p:ph type="pic" sz="quarter" idx="15" hasCustomPrompt="1"/>
          </p:nvPr>
        </p:nvSpPr>
        <p:spPr>
          <a:xfrm>
            <a:off x="5371977" y="0"/>
            <a:ext cx="6826552" cy="6858003"/>
          </a:xfrm>
          <a:custGeom>
            <a:avLst/>
            <a:gdLst>
              <a:gd name="connsiteX0" fmla="*/ 3133044 w 6826552"/>
              <a:gd name="connsiteY0" fmla="*/ 0 h 6858003"/>
              <a:gd name="connsiteX1" fmla="*/ 6826552 w 6826552"/>
              <a:gd name="connsiteY1" fmla="*/ 0 h 6858003"/>
              <a:gd name="connsiteX2" fmla="*/ 6826552 w 6826552"/>
              <a:gd name="connsiteY2" fmla="*/ 6857760 h 6858003"/>
              <a:gd name="connsiteX3" fmla="*/ 6799833 w 6826552"/>
              <a:gd name="connsiteY3" fmla="*/ 6857760 h 6858003"/>
              <a:gd name="connsiteX4" fmla="*/ 6799833 w 6826552"/>
              <a:gd name="connsiteY4" fmla="*/ 6858000 h 6858003"/>
              <a:gd name="connsiteX5" fmla="*/ 6600519 w 6826552"/>
              <a:gd name="connsiteY5" fmla="*/ 6858000 h 6858003"/>
              <a:gd name="connsiteX6" fmla="*/ 6600517 w 6826552"/>
              <a:gd name="connsiteY6" fmla="*/ 6858003 h 6858003"/>
              <a:gd name="connsiteX7" fmla="*/ 454761 w 6826552"/>
              <a:gd name="connsiteY7" fmla="*/ 6858003 h 6858003"/>
              <a:gd name="connsiteX8" fmla="*/ 551225 w 6826552"/>
              <a:gd name="connsiteY8" fmla="*/ 5934832 h 6858003"/>
              <a:gd name="connsiteX9" fmla="*/ 353 w 6826552"/>
              <a:gd name="connsiteY9" fmla="*/ 3062479 h 6858003"/>
              <a:gd name="connsiteX10" fmla="*/ 465406 w 6826552"/>
              <a:gd name="connsiteY10" fmla="*/ 231078 h 6858003"/>
              <a:gd name="connsiteX11" fmla="*/ 448366 w 6826552"/>
              <a:gd name="connsiteY11" fmla="*/ 3 h 6858003"/>
              <a:gd name="connsiteX12" fmla="*/ 3133044 w 6826552"/>
              <a:gd name="connsiteY12" fmla="*/ 3 h 685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826552" h="6858003">
                <a:moveTo>
                  <a:pt x="3133044" y="0"/>
                </a:moveTo>
                <a:lnTo>
                  <a:pt x="6826552" y="0"/>
                </a:lnTo>
                <a:lnTo>
                  <a:pt x="6826552" y="6857760"/>
                </a:lnTo>
                <a:lnTo>
                  <a:pt x="6799833" y="6857760"/>
                </a:lnTo>
                <a:lnTo>
                  <a:pt x="6799833" y="6858000"/>
                </a:lnTo>
                <a:lnTo>
                  <a:pt x="6600519" y="6858000"/>
                </a:lnTo>
                <a:lnTo>
                  <a:pt x="6600517" y="6858003"/>
                </a:lnTo>
                <a:lnTo>
                  <a:pt x="454761" y="6858003"/>
                </a:lnTo>
                <a:lnTo>
                  <a:pt x="551225" y="5934832"/>
                </a:lnTo>
                <a:cubicBezTo>
                  <a:pt x="538562" y="4479391"/>
                  <a:pt x="-15944" y="4252716"/>
                  <a:pt x="353" y="3062479"/>
                </a:cubicBezTo>
                <a:cubicBezTo>
                  <a:pt x="34054" y="1782055"/>
                  <a:pt x="513936" y="1339804"/>
                  <a:pt x="465406" y="231078"/>
                </a:cubicBezTo>
                <a:lnTo>
                  <a:pt x="448366" y="3"/>
                </a:lnTo>
                <a:lnTo>
                  <a:pt x="3133044" y="3"/>
                </a:lnTo>
                <a:close/>
              </a:path>
            </a:pathLst>
          </a:custGeom>
          <a:solidFill>
            <a:schemeClr val="bg1">
              <a:lumMod val="95000"/>
            </a:schemeClr>
          </a:solidFill>
          <a:ln>
            <a:noFill/>
          </a:ln>
        </p:spPr>
        <p:txBody>
          <a:bodyPr wrap="square" bIns="1620000" anchor="ctr">
            <a:noAutofit/>
          </a:bodyPr>
          <a:lstStyle>
            <a:lvl1pPr marL="0" indent="0" algn="ctr">
              <a:lnSpc>
                <a:spcPct val="90000"/>
              </a:lnSpc>
              <a:spcBef>
                <a:spcPts val="0"/>
              </a:spcBef>
              <a:spcAft>
                <a:spcPts val="0"/>
              </a:spcAft>
              <a:buNone/>
              <a:defRPr sz="1500" i="1">
                <a:solidFill>
                  <a:schemeClr val="tx1">
                    <a:lumMod val="50000"/>
                    <a:lumOff val="50000"/>
                  </a:schemeClr>
                </a:solidFill>
              </a:defRPr>
            </a:lvl1pPr>
          </a:lstStyle>
          <a:p>
            <a:r>
              <a:rPr lang="nl-NL"/>
              <a:t>Klik op het onderstaand icoon </a:t>
            </a:r>
            <a:br>
              <a:rPr lang="nl-NL"/>
            </a:br>
            <a:r>
              <a:rPr lang="nl-NL"/>
              <a:t>om een foto in te voegen.</a:t>
            </a:r>
            <a:br>
              <a:rPr lang="nl-NL"/>
            </a:br>
            <a:br>
              <a:rPr lang="nl-NL"/>
            </a:br>
            <a:r>
              <a:rPr lang="nl-NL"/>
              <a:t>Meer hulp nodig? </a:t>
            </a:r>
            <a:br>
              <a:rPr lang="nl-NL"/>
            </a:br>
            <a:r>
              <a:rPr lang="nl-NL"/>
              <a:t>Aan de zijkanten van de dia's zijn instructies </a:t>
            </a:r>
            <a:br>
              <a:rPr lang="nl-NL"/>
            </a:br>
            <a:r>
              <a:rPr lang="nl-NL"/>
              <a:t>geplaatst voor verdere informatie.</a:t>
            </a:r>
          </a:p>
        </p:txBody>
      </p:sp>
      <p:sp>
        <p:nvSpPr>
          <p:cNvPr id="178" name="Titel 2">
            <a:extLst>
              <a:ext uri="{FF2B5EF4-FFF2-40B4-BE49-F238E27FC236}">
                <a16:creationId xmlns:a16="http://schemas.microsoft.com/office/drawing/2014/main" id="{7274E53B-4D3A-4DF4-866C-782458741DF8}"/>
              </a:ext>
            </a:extLst>
          </p:cNvPr>
          <p:cNvSpPr>
            <a:spLocks noGrp="1"/>
          </p:cNvSpPr>
          <p:nvPr>
            <p:ph type="title" hasCustomPrompt="1"/>
          </p:nvPr>
        </p:nvSpPr>
        <p:spPr>
          <a:xfrm>
            <a:off x="819066" y="681628"/>
            <a:ext cx="4101102" cy="2101216"/>
          </a:xfrm>
        </p:spPr>
        <p:txBody>
          <a:bodyPr anchor="b"/>
          <a:lstStyle>
            <a:lvl1pPr>
              <a:defRPr sz="4800" b="1">
                <a:solidFill>
                  <a:schemeClr val="accent1"/>
                </a:solidFill>
              </a:defRPr>
            </a:lvl1pPr>
          </a:lstStyle>
          <a:p>
            <a:r>
              <a:rPr lang="nl-NL"/>
              <a:t>Plaats hier </a:t>
            </a:r>
            <a:br>
              <a:rPr lang="nl-NL"/>
            </a:br>
            <a:r>
              <a:rPr lang="nl-NL"/>
              <a:t>een titel</a:t>
            </a:r>
          </a:p>
        </p:txBody>
      </p:sp>
      <p:sp>
        <p:nvSpPr>
          <p:cNvPr id="169" name="Tijdelijke aanduiding voor verticale tekst 2">
            <a:extLst>
              <a:ext uri="{FF2B5EF4-FFF2-40B4-BE49-F238E27FC236}">
                <a16:creationId xmlns:a16="http://schemas.microsoft.com/office/drawing/2014/main" id="{DB0FFE09-5F66-4272-A2AA-3C0B7FCB7845}"/>
              </a:ext>
            </a:extLst>
          </p:cNvPr>
          <p:cNvSpPr>
            <a:spLocks noGrp="1"/>
          </p:cNvSpPr>
          <p:nvPr>
            <p:ph type="body" orient="vert" idx="1" hasCustomPrompt="1"/>
          </p:nvPr>
        </p:nvSpPr>
        <p:spPr>
          <a:xfrm>
            <a:off x="819066" y="3045470"/>
            <a:ext cx="4136002" cy="2868041"/>
          </a:xfrm>
        </p:spPr>
        <p:txBody>
          <a:bodyPr vert="horz" lIns="0" tIns="0" rIns="0" bIns="0"/>
          <a:lstStyle>
            <a:lvl1pPr marL="0" indent="0">
              <a:buNone/>
              <a:defRPr sz="2800">
                <a:solidFill>
                  <a:schemeClr val="accent2"/>
                </a:solidFill>
              </a:defRPr>
            </a:lvl1pPr>
            <a:lvl2pPr marL="0" indent="0">
              <a:buNone/>
              <a:defRPr sz="1600"/>
            </a:lvl2pPr>
            <a:lvl3pPr marL="185738" indent="-185738">
              <a:buClr>
                <a:schemeClr val="accent2"/>
              </a:buClr>
              <a:buFont typeface="Arial" panose="020B0604020202020204" pitchFamily="34" charset="0"/>
              <a:buChar char="•"/>
              <a:defRPr/>
            </a:lvl3pPr>
            <a:lvl4pPr>
              <a:defRPr/>
            </a:lvl4pPr>
            <a:lvl5pPr>
              <a:defRPr/>
            </a:lvl5pPr>
            <a:lvl6pPr>
              <a:defRPr/>
            </a:lvl6pPr>
            <a:lvl7pPr>
              <a:defRPr/>
            </a:lvl7pPr>
            <a:lvl8pPr>
              <a:defRPr/>
            </a:lvl8pPr>
            <a:lvl9pPr>
              <a:defRPr/>
            </a:lvl9pPr>
          </a:lstStyle>
          <a:p>
            <a:pPr lvl="0"/>
            <a:r>
              <a:rPr lang="nl-NL"/>
              <a:t>Klik hier om een subtitel te plaatsen.</a:t>
            </a:r>
          </a:p>
          <a:p>
            <a:pPr lvl="1"/>
            <a:r>
              <a:rPr lang="nl-NL"/>
              <a:t>Leestekst</a:t>
            </a:r>
          </a:p>
          <a:p>
            <a:pPr lvl="2"/>
            <a:r>
              <a:rPr lang="nl-NL" err="1"/>
              <a:t>Bullet</a:t>
            </a:r>
            <a:endParaRPr lang="nl-NL"/>
          </a:p>
        </p:txBody>
      </p:sp>
    </p:spTree>
    <p:extLst>
      <p:ext uri="{BB962C8B-B14F-4D97-AF65-F5344CB8AC3E}">
        <p14:creationId xmlns:p14="http://schemas.microsoft.com/office/powerpoint/2010/main" val="13388477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Quote slide #1">
    <p:spTree>
      <p:nvGrpSpPr>
        <p:cNvPr id="1" name=""/>
        <p:cNvGrpSpPr/>
        <p:nvPr/>
      </p:nvGrpSpPr>
      <p:grpSpPr>
        <a:xfrm>
          <a:off x="0" y="0"/>
          <a:ext cx="0" cy="0"/>
          <a:chOff x="0" y="0"/>
          <a:chExt cx="0" cy="0"/>
        </a:xfrm>
      </p:grpSpPr>
      <p:sp>
        <p:nvSpPr>
          <p:cNvPr id="173" name="Tijdelijke aanduiding voor afbeelding 172">
            <a:extLst>
              <a:ext uri="{FF2B5EF4-FFF2-40B4-BE49-F238E27FC236}">
                <a16:creationId xmlns:a16="http://schemas.microsoft.com/office/drawing/2014/main" id="{C2AD75C5-BA5F-4B8E-AC99-1A8996EDA811}"/>
              </a:ext>
            </a:extLst>
          </p:cNvPr>
          <p:cNvSpPr>
            <a:spLocks noGrp="1"/>
          </p:cNvSpPr>
          <p:nvPr>
            <p:ph type="pic" sz="quarter" idx="14" hasCustomPrompt="1"/>
          </p:nvPr>
        </p:nvSpPr>
        <p:spPr>
          <a:xfrm>
            <a:off x="0" y="3"/>
            <a:ext cx="6535933" cy="6858000"/>
          </a:xfrm>
          <a:custGeom>
            <a:avLst/>
            <a:gdLst>
              <a:gd name="connsiteX0" fmla="*/ 0 w 6535933"/>
              <a:gd name="connsiteY0" fmla="*/ 0 h 6858000"/>
              <a:gd name="connsiteX1" fmla="*/ 975 w 6535933"/>
              <a:gd name="connsiteY1" fmla="*/ 0 h 6858000"/>
              <a:gd name="connsiteX2" fmla="*/ 5552272 w 6535933"/>
              <a:gd name="connsiteY2" fmla="*/ 16931 h 6858000"/>
              <a:gd name="connsiteX3" fmla="*/ 6535933 w 6535933"/>
              <a:gd name="connsiteY3" fmla="*/ 3214874 h 6858000"/>
              <a:gd name="connsiteX4" fmla="*/ 5793396 w 6535933"/>
              <a:gd name="connsiteY4" fmla="*/ 5816296 h 6858000"/>
              <a:gd name="connsiteX5" fmla="*/ 5171501 w 6535933"/>
              <a:gd name="connsiteY5" fmla="*/ 6769981 h 6858000"/>
              <a:gd name="connsiteX6" fmla="*/ 5096677 w 6535933"/>
              <a:gd name="connsiteY6" fmla="*/ 6858000 h 6858000"/>
              <a:gd name="connsiteX7" fmla="*/ 213846 w 6535933"/>
              <a:gd name="connsiteY7" fmla="*/ 6858000 h 6858000"/>
              <a:gd name="connsiteX8" fmla="*/ 213679 w 6535933"/>
              <a:gd name="connsiteY8" fmla="*/ 6857757 h 6858000"/>
              <a:gd name="connsiteX9" fmla="*/ 0 w 6535933"/>
              <a:gd name="connsiteY9" fmla="*/ 6857757 h 6858000"/>
              <a:gd name="connsiteX10" fmla="*/ 0 w 6535933"/>
              <a:gd name="connsiteY10" fmla="*/ 6537736 h 6858000"/>
              <a:gd name="connsiteX11" fmla="*/ 0 w 6535933"/>
              <a:gd name="connsiteY11" fmla="*/ 342899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535933" h="6858000">
                <a:moveTo>
                  <a:pt x="0" y="0"/>
                </a:moveTo>
                <a:lnTo>
                  <a:pt x="975" y="0"/>
                </a:lnTo>
                <a:lnTo>
                  <a:pt x="5552272" y="16931"/>
                </a:lnTo>
                <a:cubicBezTo>
                  <a:pt x="6172600" y="1182961"/>
                  <a:pt x="6501843" y="1849089"/>
                  <a:pt x="6535933" y="3214874"/>
                </a:cubicBezTo>
                <a:cubicBezTo>
                  <a:pt x="6500589" y="4405111"/>
                  <a:pt x="6138545" y="5221721"/>
                  <a:pt x="5793396" y="5816296"/>
                </a:cubicBezTo>
                <a:cubicBezTo>
                  <a:pt x="5491390" y="6336549"/>
                  <a:pt x="5381282" y="6517222"/>
                  <a:pt x="5171501" y="6769981"/>
                </a:cubicBezTo>
                <a:lnTo>
                  <a:pt x="5096677" y="6858000"/>
                </a:lnTo>
                <a:lnTo>
                  <a:pt x="213846" y="6858000"/>
                </a:lnTo>
                <a:lnTo>
                  <a:pt x="213679" y="6857757"/>
                </a:lnTo>
                <a:lnTo>
                  <a:pt x="0" y="6857757"/>
                </a:lnTo>
                <a:lnTo>
                  <a:pt x="0" y="6537736"/>
                </a:lnTo>
                <a:lnTo>
                  <a:pt x="0" y="3428997"/>
                </a:lnTo>
                <a:close/>
              </a:path>
            </a:pathLst>
          </a:custGeom>
          <a:solidFill>
            <a:schemeClr val="bg1">
              <a:lumMod val="95000"/>
            </a:schemeClr>
          </a:solidFill>
          <a:ln>
            <a:noFill/>
          </a:ln>
        </p:spPr>
        <p:txBody>
          <a:bodyPr wrap="square" bIns="1620000" anchor="ctr">
            <a:noAutofit/>
          </a:bodyPr>
          <a:lstStyle>
            <a:lvl1pPr marL="0" indent="0" algn="ctr">
              <a:lnSpc>
                <a:spcPct val="90000"/>
              </a:lnSpc>
              <a:spcBef>
                <a:spcPts val="0"/>
              </a:spcBef>
              <a:spcAft>
                <a:spcPts val="0"/>
              </a:spcAft>
              <a:buNone/>
              <a:defRPr sz="1500" i="1">
                <a:solidFill>
                  <a:schemeClr val="tx1">
                    <a:lumMod val="50000"/>
                    <a:lumOff val="50000"/>
                  </a:schemeClr>
                </a:solidFill>
              </a:defRPr>
            </a:lvl1pPr>
          </a:lstStyle>
          <a:p>
            <a:r>
              <a:rPr lang="nl-NL"/>
              <a:t>Klik op het onderstaand icoon </a:t>
            </a:r>
            <a:br>
              <a:rPr lang="nl-NL"/>
            </a:br>
            <a:r>
              <a:rPr lang="nl-NL"/>
              <a:t>om een foto in te voegen.</a:t>
            </a:r>
            <a:br>
              <a:rPr lang="nl-NL"/>
            </a:br>
            <a:br>
              <a:rPr lang="nl-NL"/>
            </a:br>
            <a:r>
              <a:rPr lang="nl-NL"/>
              <a:t>Meer hulp nodig? </a:t>
            </a:r>
            <a:br>
              <a:rPr lang="nl-NL"/>
            </a:br>
            <a:r>
              <a:rPr lang="nl-NL"/>
              <a:t>Aan de zijkanten van de dia's zijn instructies </a:t>
            </a:r>
            <a:br>
              <a:rPr lang="nl-NL"/>
            </a:br>
            <a:r>
              <a:rPr lang="nl-NL"/>
              <a:t>geplaatst voor verdere informatie.</a:t>
            </a:r>
          </a:p>
        </p:txBody>
      </p:sp>
      <p:sp>
        <p:nvSpPr>
          <p:cNvPr id="170" name="Titel 2">
            <a:extLst>
              <a:ext uri="{FF2B5EF4-FFF2-40B4-BE49-F238E27FC236}">
                <a16:creationId xmlns:a16="http://schemas.microsoft.com/office/drawing/2014/main" id="{9749C5F8-5360-41BA-8DA2-649767F88D8D}"/>
              </a:ext>
            </a:extLst>
          </p:cNvPr>
          <p:cNvSpPr>
            <a:spLocks noGrp="1"/>
          </p:cNvSpPr>
          <p:nvPr>
            <p:ph type="title" hasCustomPrompt="1"/>
          </p:nvPr>
        </p:nvSpPr>
        <p:spPr>
          <a:xfrm>
            <a:off x="6973773" y="1130109"/>
            <a:ext cx="4720891" cy="3880345"/>
          </a:xfrm>
        </p:spPr>
        <p:txBody>
          <a:bodyPr anchor="ctr"/>
          <a:lstStyle>
            <a:lvl1pPr>
              <a:defRPr sz="5400" b="1">
                <a:solidFill>
                  <a:schemeClr val="accent1"/>
                </a:solidFill>
              </a:defRPr>
            </a:lvl1pPr>
          </a:lstStyle>
          <a:p>
            <a:r>
              <a:rPr lang="nl-NL"/>
              <a:t>Plaats hier </a:t>
            </a:r>
            <a:br>
              <a:rPr lang="nl-NL"/>
            </a:br>
            <a:r>
              <a:rPr lang="nl-NL"/>
              <a:t>een quote</a:t>
            </a:r>
          </a:p>
        </p:txBody>
      </p:sp>
      <p:sp>
        <p:nvSpPr>
          <p:cNvPr id="171" name="Tijdelijke aanduiding voor verticale tekst 2">
            <a:extLst>
              <a:ext uri="{FF2B5EF4-FFF2-40B4-BE49-F238E27FC236}">
                <a16:creationId xmlns:a16="http://schemas.microsoft.com/office/drawing/2014/main" id="{43E32F30-C191-4B5C-94AB-2E214A4B57A9}"/>
              </a:ext>
            </a:extLst>
          </p:cNvPr>
          <p:cNvSpPr>
            <a:spLocks noGrp="1"/>
          </p:cNvSpPr>
          <p:nvPr>
            <p:ph type="body" orient="vert" idx="1" hasCustomPrompt="1"/>
          </p:nvPr>
        </p:nvSpPr>
        <p:spPr>
          <a:xfrm>
            <a:off x="7002683" y="5105891"/>
            <a:ext cx="4711341" cy="457657"/>
          </a:xfrm>
        </p:spPr>
        <p:txBody>
          <a:bodyPr vert="horz" lIns="0" tIns="0" rIns="0" bIns="0"/>
          <a:lstStyle>
            <a:lvl1pPr marL="0" indent="0">
              <a:buNone/>
              <a:defRPr sz="1600">
                <a:solidFill>
                  <a:schemeClr val="accent2"/>
                </a:solidFill>
              </a:defRPr>
            </a:lvl1pPr>
            <a:lvl2pPr marL="0" indent="0">
              <a:buNone/>
              <a:defRPr sz="1600"/>
            </a:lvl2pPr>
            <a:lvl3pPr marL="185738" indent="-185738">
              <a:buClr>
                <a:schemeClr val="accent2"/>
              </a:buClr>
              <a:buFont typeface="Arial" panose="020B0604020202020204" pitchFamily="34" charset="0"/>
              <a:buChar char="•"/>
              <a:defRPr/>
            </a:lvl3pPr>
            <a:lvl4pPr>
              <a:defRPr/>
            </a:lvl4pPr>
            <a:lvl5pPr>
              <a:defRPr/>
            </a:lvl5pPr>
            <a:lvl6pPr>
              <a:defRPr/>
            </a:lvl6pPr>
            <a:lvl7pPr>
              <a:defRPr/>
            </a:lvl7pPr>
            <a:lvl8pPr>
              <a:defRPr/>
            </a:lvl8pPr>
            <a:lvl9pPr>
              <a:defRPr/>
            </a:lvl9pPr>
          </a:lstStyle>
          <a:p>
            <a:pPr lvl="0"/>
            <a:r>
              <a:rPr lang="nl-NL"/>
              <a:t>- Klik hier om een subtitel te plaatsen.</a:t>
            </a:r>
          </a:p>
        </p:txBody>
      </p:sp>
    </p:spTree>
    <p:extLst>
      <p:ext uri="{BB962C8B-B14F-4D97-AF65-F5344CB8AC3E}">
        <p14:creationId xmlns:p14="http://schemas.microsoft.com/office/powerpoint/2010/main" val="9408237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3.xml><?xml version="1.0" encoding="utf-8"?>
<p:sldLayout xmlns:a="http://schemas.openxmlformats.org/drawingml/2006/main" xmlns:r="http://schemas.openxmlformats.org/officeDocument/2006/relationships" xmlns:p="http://schemas.openxmlformats.org/presentationml/2006/main" preserve="1" userDrawn="1">
  <p:cSld name="Quote slide #2">
    <p:spTree>
      <p:nvGrpSpPr>
        <p:cNvPr id="1" name=""/>
        <p:cNvGrpSpPr/>
        <p:nvPr/>
      </p:nvGrpSpPr>
      <p:grpSpPr>
        <a:xfrm>
          <a:off x="0" y="0"/>
          <a:ext cx="0" cy="0"/>
          <a:chOff x="0" y="0"/>
          <a:chExt cx="0" cy="0"/>
        </a:xfrm>
      </p:grpSpPr>
      <p:sp>
        <p:nvSpPr>
          <p:cNvPr id="164" name="Rechthoek 163">
            <a:extLst>
              <a:ext uri="{FF2B5EF4-FFF2-40B4-BE49-F238E27FC236}">
                <a16:creationId xmlns:a16="http://schemas.microsoft.com/office/drawing/2014/main" id="{CA9D735F-EE13-4F82-905C-204A3EC6EBCE}"/>
              </a:ext>
            </a:extLst>
          </p:cNvPr>
          <p:cNvSpPr/>
          <p:nvPr userDrawn="1"/>
        </p:nvSpPr>
        <p:spPr>
          <a:xfrm>
            <a:off x="0" y="0"/>
            <a:ext cx="12192000" cy="6858000"/>
          </a:xfrm>
          <a:prstGeom prst="rect">
            <a:avLst/>
          </a:prstGeom>
          <a:solidFill>
            <a:srgbClr val="D4CCD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67" name="Tijdelijke aanduiding voor afbeelding 166">
            <a:extLst>
              <a:ext uri="{FF2B5EF4-FFF2-40B4-BE49-F238E27FC236}">
                <a16:creationId xmlns:a16="http://schemas.microsoft.com/office/drawing/2014/main" id="{55102495-73E7-42AA-BAF6-BB9A8FE6F54C}"/>
              </a:ext>
            </a:extLst>
          </p:cNvPr>
          <p:cNvSpPr>
            <a:spLocks noGrp="1"/>
          </p:cNvSpPr>
          <p:nvPr>
            <p:ph type="pic" sz="quarter" idx="14" hasCustomPrompt="1"/>
          </p:nvPr>
        </p:nvSpPr>
        <p:spPr>
          <a:xfrm>
            <a:off x="6311820" y="2085"/>
            <a:ext cx="5880181" cy="6855918"/>
          </a:xfrm>
          <a:custGeom>
            <a:avLst/>
            <a:gdLst>
              <a:gd name="connsiteX0" fmla="*/ 17478 w 5880181"/>
              <a:gd name="connsiteY0" fmla="*/ 0 h 6855918"/>
              <a:gd name="connsiteX1" fmla="*/ 5880181 w 5880181"/>
              <a:gd name="connsiteY1" fmla="*/ 11878 h 6855918"/>
              <a:gd name="connsiteX2" fmla="*/ 5880181 w 5880181"/>
              <a:gd name="connsiteY2" fmla="*/ 6855918 h 6855918"/>
              <a:gd name="connsiteX3" fmla="*/ 730282 w 5880181"/>
              <a:gd name="connsiteY3" fmla="*/ 6855918 h 6855918"/>
              <a:gd name="connsiteX4" fmla="*/ 631542 w 5880181"/>
              <a:gd name="connsiteY4" fmla="*/ 6650180 h 6855918"/>
              <a:gd name="connsiteX5" fmla="*/ 267 w 5880181"/>
              <a:gd name="connsiteY5" fmla="*/ 3633864 h 6855918"/>
              <a:gd name="connsiteX6" fmla="*/ 69343 w 5880181"/>
              <a:gd name="connsiteY6" fmla="*/ 253403 h 6855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880181" h="6855918">
                <a:moveTo>
                  <a:pt x="17478" y="0"/>
                </a:moveTo>
                <a:lnTo>
                  <a:pt x="5880181" y="11878"/>
                </a:lnTo>
                <a:lnTo>
                  <a:pt x="5880181" y="6855918"/>
                </a:lnTo>
                <a:lnTo>
                  <a:pt x="730282" y="6855918"/>
                </a:lnTo>
                <a:lnTo>
                  <a:pt x="631542" y="6650180"/>
                </a:lnTo>
                <a:cubicBezTo>
                  <a:pt x="157874" y="5618288"/>
                  <a:pt x="-7601" y="4563804"/>
                  <a:pt x="267" y="3633864"/>
                </a:cubicBezTo>
                <a:cubicBezTo>
                  <a:pt x="13380" y="2477109"/>
                  <a:pt x="295730" y="1510717"/>
                  <a:pt x="69343" y="253403"/>
                </a:cubicBezTo>
                <a:close/>
              </a:path>
            </a:pathLst>
          </a:custGeom>
          <a:solidFill>
            <a:schemeClr val="bg1">
              <a:lumMod val="95000"/>
            </a:schemeClr>
          </a:solidFill>
          <a:ln>
            <a:noFill/>
          </a:ln>
        </p:spPr>
        <p:txBody>
          <a:bodyPr wrap="square" bIns="1620000" anchor="ctr">
            <a:noAutofit/>
          </a:bodyPr>
          <a:lstStyle>
            <a:lvl1pPr marL="0" indent="0" algn="ctr">
              <a:lnSpc>
                <a:spcPct val="90000"/>
              </a:lnSpc>
              <a:spcBef>
                <a:spcPts val="0"/>
              </a:spcBef>
              <a:spcAft>
                <a:spcPts val="0"/>
              </a:spcAft>
              <a:buNone/>
              <a:defRPr sz="1500" i="1">
                <a:solidFill>
                  <a:schemeClr val="tx1">
                    <a:lumMod val="50000"/>
                    <a:lumOff val="50000"/>
                  </a:schemeClr>
                </a:solidFill>
              </a:defRPr>
            </a:lvl1pPr>
          </a:lstStyle>
          <a:p>
            <a:r>
              <a:rPr lang="nl-NL"/>
              <a:t>Klik op het onderstaand icoon </a:t>
            </a:r>
            <a:br>
              <a:rPr lang="nl-NL"/>
            </a:br>
            <a:r>
              <a:rPr lang="nl-NL"/>
              <a:t>om een foto in te voegen.</a:t>
            </a:r>
            <a:br>
              <a:rPr lang="nl-NL"/>
            </a:br>
            <a:br>
              <a:rPr lang="nl-NL"/>
            </a:br>
            <a:r>
              <a:rPr lang="nl-NL"/>
              <a:t>Meer hulp nodig? </a:t>
            </a:r>
            <a:br>
              <a:rPr lang="nl-NL"/>
            </a:br>
            <a:r>
              <a:rPr lang="nl-NL"/>
              <a:t>Aan de zijkanten van de dia's zijn instructies </a:t>
            </a:r>
            <a:br>
              <a:rPr lang="nl-NL"/>
            </a:br>
            <a:r>
              <a:rPr lang="nl-NL"/>
              <a:t>geplaatst voor verdere informatie.</a:t>
            </a:r>
          </a:p>
        </p:txBody>
      </p:sp>
      <p:sp>
        <p:nvSpPr>
          <p:cNvPr id="170" name="Titel 2">
            <a:extLst>
              <a:ext uri="{FF2B5EF4-FFF2-40B4-BE49-F238E27FC236}">
                <a16:creationId xmlns:a16="http://schemas.microsoft.com/office/drawing/2014/main" id="{9749C5F8-5360-41BA-8DA2-649767F88D8D}"/>
              </a:ext>
            </a:extLst>
          </p:cNvPr>
          <p:cNvSpPr>
            <a:spLocks noGrp="1"/>
          </p:cNvSpPr>
          <p:nvPr>
            <p:ph type="title" hasCustomPrompt="1"/>
          </p:nvPr>
        </p:nvSpPr>
        <p:spPr>
          <a:xfrm>
            <a:off x="820940" y="1130109"/>
            <a:ext cx="4720891" cy="3880345"/>
          </a:xfrm>
        </p:spPr>
        <p:txBody>
          <a:bodyPr anchor="ctr"/>
          <a:lstStyle>
            <a:lvl1pPr>
              <a:defRPr sz="5400" b="1">
                <a:solidFill>
                  <a:schemeClr val="accent1"/>
                </a:solidFill>
              </a:defRPr>
            </a:lvl1pPr>
          </a:lstStyle>
          <a:p>
            <a:r>
              <a:rPr lang="nl-NL"/>
              <a:t>Plaats hier </a:t>
            </a:r>
            <a:br>
              <a:rPr lang="nl-NL"/>
            </a:br>
            <a:r>
              <a:rPr lang="nl-NL"/>
              <a:t>een quote</a:t>
            </a:r>
          </a:p>
        </p:txBody>
      </p:sp>
      <p:sp>
        <p:nvSpPr>
          <p:cNvPr id="171" name="Tijdelijke aanduiding voor verticale tekst 2">
            <a:extLst>
              <a:ext uri="{FF2B5EF4-FFF2-40B4-BE49-F238E27FC236}">
                <a16:creationId xmlns:a16="http://schemas.microsoft.com/office/drawing/2014/main" id="{43E32F30-C191-4B5C-94AB-2E214A4B57A9}"/>
              </a:ext>
            </a:extLst>
          </p:cNvPr>
          <p:cNvSpPr>
            <a:spLocks noGrp="1"/>
          </p:cNvSpPr>
          <p:nvPr>
            <p:ph type="body" orient="vert" idx="1" hasCustomPrompt="1"/>
          </p:nvPr>
        </p:nvSpPr>
        <p:spPr>
          <a:xfrm>
            <a:off x="849850" y="5105891"/>
            <a:ext cx="4711341" cy="457657"/>
          </a:xfrm>
        </p:spPr>
        <p:txBody>
          <a:bodyPr vert="horz" lIns="0" tIns="0" rIns="0" bIns="0"/>
          <a:lstStyle>
            <a:lvl1pPr marL="0" indent="0">
              <a:buNone/>
              <a:defRPr sz="1600">
                <a:solidFill>
                  <a:schemeClr val="accent2"/>
                </a:solidFill>
              </a:defRPr>
            </a:lvl1pPr>
            <a:lvl2pPr marL="0" indent="0">
              <a:buNone/>
              <a:defRPr sz="1600"/>
            </a:lvl2pPr>
            <a:lvl3pPr marL="185738" indent="-185738">
              <a:buClr>
                <a:schemeClr val="accent2"/>
              </a:buClr>
              <a:buFont typeface="Arial" panose="020B0604020202020204" pitchFamily="34" charset="0"/>
              <a:buChar char="•"/>
              <a:defRPr/>
            </a:lvl3pPr>
            <a:lvl4pPr>
              <a:defRPr/>
            </a:lvl4pPr>
            <a:lvl5pPr>
              <a:defRPr/>
            </a:lvl5pPr>
            <a:lvl6pPr>
              <a:defRPr/>
            </a:lvl6pPr>
            <a:lvl7pPr>
              <a:defRPr/>
            </a:lvl7pPr>
            <a:lvl8pPr>
              <a:defRPr/>
            </a:lvl8pPr>
            <a:lvl9pPr>
              <a:defRPr/>
            </a:lvl9pPr>
          </a:lstStyle>
          <a:p>
            <a:pPr lvl="0"/>
            <a:r>
              <a:rPr lang="nl-NL"/>
              <a:t>- Klik hier om een subtitel te plaatsen.</a:t>
            </a:r>
          </a:p>
        </p:txBody>
      </p:sp>
    </p:spTree>
    <p:extLst>
      <p:ext uri="{BB962C8B-B14F-4D97-AF65-F5344CB8AC3E}">
        <p14:creationId xmlns:p14="http://schemas.microsoft.com/office/powerpoint/2010/main" val="37846593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4.xml><?xml version="1.0" encoding="utf-8"?>
<p:sldLayout xmlns:a="http://schemas.openxmlformats.org/drawingml/2006/main" xmlns:r="http://schemas.openxmlformats.org/officeDocument/2006/relationships" xmlns:p="http://schemas.openxmlformats.org/presentationml/2006/main" preserve="1" userDrawn="1">
  <p:cSld name="Quote slide #3">
    <p:spTree>
      <p:nvGrpSpPr>
        <p:cNvPr id="1" name=""/>
        <p:cNvGrpSpPr/>
        <p:nvPr/>
      </p:nvGrpSpPr>
      <p:grpSpPr>
        <a:xfrm>
          <a:off x="0" y="0"/>
          <a:ext cx="0" cy="0"/>
          <a:chOff x="0" y="0"/>
          <a:chExt cx="0" cy="0"/>
        </a:xfrm>
      </p:grpSpPr>
      <p:sp>
        <p:nvSpPr>
          <p:cNvPr id="164" name="Rechthoek 163">
            <a:extLst>
              <a:ext uri="{FF2B5EF4-FFF2-40B4-BE49-F238E27FC236}">
                <a16:creationId xmlns:a16="http://schemas.microsoft.com/office/drawing/2014/main" id="{CA9D735F-EE13-4F82-905C-204A3EC6EBCE}"/>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0" name="Titel 2">
            <a:extLst>
              <a:ext uri="{FF2B5EF4-FFF2-40B4-BE49-F238E27FC236}">
                <a16:creationId xmlns:a16="http://schemas.microsoft.com/office/drawing/2014/main" id="{9749C5F8-5360-41BA-8DA2-649767F88D8D}"/>
              </a:ext>
            </a:extLst>
          </p:cNvPr>
          <p:cNvSpPr>
            <a:spLocks noGrp="1"/>
          </p:cNvSpPr>
          <p:nvPr>
            <p:ph type="title" hasCustomPrompt="1"/>
          </p:nvPr>
        </p:nvSpPr>
        <p:spPr>
          <a:xfrm>
            <a:off x="6080463" y="1130109"/>
            <a:ext cx="5181135" cy="3880345"/>
          </a:xfrm>
        </p:spPr>
        <p:txBody>
          <a:bodyPr anchor="ctr"/>
          <a:lstStyle>
            <a:lvl1pPr>
              <a:defRPr sz="5400" b="1">
                <a:solidFill>
                  <a:schemeClr val="bg1"/>
                </a:solidFill>
              </a:defRPr>
            </a:lvl1pPr>
          </a:lstStyle>
          <a:p>
            <a:r>
              <a:rPr lang="nl-NL"/>
              <a:t>Plaats hier </a:t>
            </a:r>
            <a:br>
              <a:rPr lang="nl-NL"/>
            </a:br>
            <a:r>
              <a:rPr lang="nl-NL"/>
              <a:t>een quote</a:t>
            </a:r>
          </a:p>
        </p:txBody>
      </p:sp>
      <p:sp>
        <p:nvSpPr>
          <p:cNvPr id="171" name="Tijdelijke aanduiding voor verticale tekst 2">
            <a:extLst>
              <a:ext uri="{FF2B5EF4-FFF2-40B4-BE49-F238E27FC236}">
                <a16:creationId xmlns:a16="http://schemas.microsoft.com/office/drawing/2014/main" id="{43E32F30-C191-4B5C-94AB-2E214A4B57A9}"/>
              </a:ext>
            </a:extLst>
          </p:cNvPr>
          <p:cNvSpPr>
            <a:spLocks noGrp="1"/>
          </p:cNvSpPr>
          <p:nvPr>
            <p:ph type="body" orient="vert" idx="1" hasCustomPrompt="1"/>
          </p:nvPr>
        </p:nvSpPr>
        <p:spPr>
          <a:xfrm>
            <a:off x="6109373" y="5105891"/>
            <a:ext cx="5170654" cy="457657"/>
          </a:xfrm>
        </p:spPr>
        <p:txBody>
          <a:bodyPr vert="horz" lIns="0" tIns="0" rIns="0" bIns="0"/>
          <a:lstStyle>
            <a:lvl1pPr marL="0" indent="0">
              <a:buNone/>
              <a:defRPr sz="1600">
                <a:solidFill>
                  <a:schemeClr val="bg1"/>
                </a:solidFill>
              </a:defRPr>
            </a:lvl1pPr>
            <a:lvl2pPr marL="0" indent="0">
              <a:buNone/>
              <a:defRPr sz="1600"/>
            </a:lvl2pPr>
            <a:lvl3pPr marL="185738" indent="-185738">
              <a:buClr>
                <a:schemeClr val="accent2"/>
              </a:buClr>
              <a:buFont typeface="Arial" panose="020B0604020202020204" pitchFamily="34" charset="0"/>
              <a:buChar char="•"/>
              <a:defRPr/>
            </a:lvl3pPr>
            <a:lvl4pPr>
              <a:defRPr/>
            </a:lvl4pPr>
            <a:lvl5pPr>
              <a:defRPr/>
            </a:lvl5pPr>
            <a:lvl6pPr>
              <a:defRPr/>
            </a:lvl6pPr>
            <a:lvl7pPr>
              <a:defRPr/>
            </a:lvl7pPr>
            <a:lvl8pPr>
              <a:defRPr/>
            </a:lvl8pPr>
            <a:lvl9pPr>
              <a:defRPr/>
            </a:lvl9pPr>
          </a:lstStyle>
          <a:p>
            <a:pPr lvl="0"/>
            <a:r>
              <a:rPr lang="nl-NL"/>
              <a:t>- Klik hier om een subtitel te plaatsen.</a:t>
            </a:r>
          </a:p>
        </p:txBody>
      </p:sp>
      <p:sp>
        <p:nvSpPr>
          <p:cNvPr id="74" name="Tijdelijke aanduiding voor afbeelding 73">
            <a:extLst>
              <a:ext uri="{FF2B5EF4-FFF2-40B4-BE49-F238E27FC236}">
                <a16:creationId xmlns:a16="http://schemas.microsoft.com/office/drawing/2014/main" id="{AC8ED7AE-8206-4A38-86E2-655CB6041057}"/>
              </a:ext>
            </a:extLst>
          </p:cNvPr>
          <p:cNvSpPr>
            <a:spLocks noGrp="1"/>
          </p:cNvSpPr>
          <p:nvPr>
            <p:ph type="pic" sz="quarter" idx="15" hasCustomPrompt="1"/>
          </p:nvPr>
        </p:nvSpPr>
        <p:spPr>
          <a:xfrm>
            <a:off x="-9977" y="2085"/>
            <a:ext cx="5880181" cy="6855918"/>
          </a:xfrm>
          <a:custGeom>
            <a:avLst/>
            <a:gdLst>
              <a:gd name="connsiteX0" fmla="*/ 5158773 w 5880181"/>
              <a:gd name="connsiteY0" fmla="*/ 0 h 6855918"/>
              <a:gd name="connsiteX1" fmla="*/ 5880181 w 5880181"/>
              <a:gd name="connsiteY1" fmla="*/ 0 h 6855918"/>
              <a:gd name="connsiteX2" fmla="*/ 5880181 w 5880181"/>
              <a:gd name="connsiteY2" fmla="*/ 1462 h 6855918"/>
              <a:gd name="connsiteX3" fmla="*/ 0 w 5880181"/>
              <a:gd name="connsiteY3" fmla="*/ 0 h 6855918"/>
              <a:gd name="connsiteX4" fmla="*/ 5158773 w 5880181"/>
              <a:gd name="connsiteY4" fmla="*/ 0 h 6855918"/>
              <a:gd name="connsiteX5" fmla="*/ 5210638 w 5880181"/>
              <a:gd name="connsiteY5" fmla="*/ 253403 h 6855918"/>
              <a:gd name="connsiteX6" fmla="*/ 5141562 w 5880181"/>
              <a:gd name="connsiteY6" fmla="*/ 3633864 h 6855918"/>
              <a:gd name="connsiteX7" fmla="*/ 5772837 w 5880181"/>
              <a:gd name="connsiteY7" fmla="*/ 6650180 h 6855918"/>
              <a:gd name="connsiteX8" fmla="*/ 5871577 w 5880181"/>
              <a:gd name="connsiteY8" fmla="*/ 6855918 h 6855918"/>
              <a:gd name="connsiteX9" fmla="*/ 0 w 5880181"/>
              <a:gd name="connsiteY9" fmla="*/ 6855918 h 6855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80181" h="6855918">
                <a:moveTo>
                  <a:pt x="5158773" y="0"/>
                </a:moveTo>
                <a:lnTo>
                  <a:pt x="5880181" y="0"/>
                </a:lnTo>
                <a:lnTo>
                  <a:pt x="5880181" y="1462"/>
                </a:lnTo>
                <a:close/>
                <a:moveTo>
                  <a:pt x="0" y="0"/>
                </a:moveTo>
                <a:lnTo>
                  <a:pt x="5158773" y="0"/>
                </a:lnTo>
                <a:lnTo>
                  <a:pt x="5210638" y="253403"/>
                </a:lnTo>
                <a:cubicBezTo>
                  <a:pt x="5437025" y="1510717"/>
                  <a:pt x="5154675" y="2477109"/>
                  <a:pt x="5141562" y="3633864"/>
                </a:cubicBezTo>
                <a:cubicBezTo>
                  <a:pt x="5133694" y="4563804"/>
                  <a:pt x="5299169" y="5618288"/>
                  <a:pt x="5772837" y="6650180"/>
                </a:cubicBezTo>
                <a:lnTo>
                  <a:pt x="5871577" y="6855918"/>
                </a:lnTo>
                <a:lnTo>
                  <a:pt x="0" y="6855918"/>
                </a:lnTo>
                <a:close/>
              </a:path>
            </a:pathLst>
          </a:custGeom>
          <a:solidFill>
            <a:schemeClr val="bg1">
              <a:lumMod val="95000"/>
            </a:schemeClr>
          </a:solidFill>
          <a:ln>
            <a:noFill/>
          </a:ln>
        </p:spPr>
        <p:txBody>
          <a:bodyPr wrap="square" bIns="1620000" anchor="ctr">
            <a:noAutofit/>
          </a:bodyPr>
          <a:lstStyle>
            <a:lvl1pPr marL="0" indent="0" algn="ctr">
              <a:lnSpc>
                <a:spcPct val="90000"/>
              </a:lnSpc>
              <a:spcBef>
                <a:spcPts val="0"/>
              </a:spcBef>
              <a:spcAft>
                <a:spcPts val="0"/>
              </a:spcAft>
              <a:buNone/>
              <a:defRPr sz="1500" i="1">
                <a:solidFill>
                  <a:schemeClr val="tx1">
                    <a:lumMod val="50000"/>
                    <a:lumOff val="50000"/>
                  </a:schemeClr>
                </a:solidFill>
              </a:defRPr>
            </a:lvl1pPr>
          </a:lstStyle>
          <a:p>
            <a:r>
              <a:rPr lang="nl-NL"/>
              <a:t>Klik op het onderstaand icoon </a:t>
            </a:r>
            <a:br>
              <a:rPr lang="nl-NL"/>
            </a:br>
            <a:r>
              <a:rPr lang="nl-NL"/>
              <a:t>om een foto in te voegen.</a:t>
            </a:r>
            <a:br>
              <a:rPr lang="nl-NL"/>
            </a:br>
            <a:br>
              <a:rPr lang="nl-NL"/>
            </a:br>
            <a:r>
              <a:rPr lang="nl-NL"/>
              <a:t>Meer hulp nodig? </a:t>
            </a:r>
            <a:br>
              <a:rPr lang="nl-NL"/>
            </a:br>
            <a:r>
              <a:rPr lang="nl-NL"/>
              <a:t>Aan de zijkanten van de dia's zijn instructies </a:t>
            </a:r>
            <a:br>
              <a:rPr lang="nl-NL"/>
            </a:br>
            <a:r>
              <a:rPr lang="nl-NL"/>
              <a:t>geplaatst voor verdere informatie.</a:t>
            </a:r>
          </a:p>
        </p:txBody>
      </p:sp>
    </p:spTree>
    <p:extLst>
      <p:ext uri="{BB962C8B-B14F-4D97-AF65-F5344CB8AC3E}">
        <p14:creationId xmlns:p14="http://schemas.microsoft.com/office/powerpoint/2010/main" val="9923773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5.xml><?xml version="1.0" encoding="utf-8"?>
<p:sldLayout xmlns:a="http://schemas.openxmlformats.org/drawingml/2006/main" xmlns:r="http://schemas.openxmlformats.org/officeDocument/2006/relationships" xmlns:p="http://schemas.openxmlformats.org/presentationml/2006/main" preserve="1" userDrawn="1">
  <p:cSld name="Beeld">
    <p:spTree>
      <p:nvGrpSpPr>
        <p:cNvPr id="1" name=""/>
        <p:cNvGrpSpPr/>
        <p:nvPr/>
      </p:nvGrpSpPr>
      <p:grpSpPr>
        <a:xfrm>
          <a:off x="0" y="0"/>
          <a:ext cx="0" cy="0"/>
          <a:chOff x="0" y="0"/>
          <a:chExt cx="0" cy="0"/>
        </a:xfrm>
      </p:grpSpPr>
      <p:sp>
        <p:nvSpPr>
          <p:cNvPr id="169" name="Graphic 34">
            <a:extLst>
              <a:ext uri="{FF2B5EF4-FFF2-40B4-BE49-F238E27FC236}">
                <a16:creationId xmlns:a16="http://schemas.microsoft.com/office/drawing/2014/main" id="{6D542527-AE04-45C1-B242-72D3FA4414AE}"/>
              </a:ext>
            </a:extLst>
          </p:cNvPr>
          <p:cNvSpPr>
            <a:spLocks noChangeAspect="1"/>
          </p:cNvSpPr>
          <p:nvPr userDrawn="1"/>
        </p:nvSpPr>
        <p:spPr>
          <a:xfrm flipH="1" flipV="1">
            <a:off x="541769" y="1"/>
            <a:ext cx="2774873" cy="6858295"/>
          </a:xfrm>
          <a:custGeom>
            <a:avLst/>
            <a:gdLst>
              <a:gd name="connsiteX0" fmla="*/ 5860 w 2434661"/>
              <a:gd name="connsiteY0" fmla="*/ 3586871 h 7563811"/>
              <a:gd name="connsiteX1" fmla="*/ 750252 w 2434661"/>
              <a:gd name="connsiteY1" fmla="*/ 7563812 h 7563811"/>
              <a:gd name="connsiteX2" fmla="*/ 2434662 w 2434661"/>
              <a:gd name="connsiteY2" fmla="*/ 7563812 h 7563811"/>
              <a:gd name="connsiteX3" fmla="*/ 2378769 w 2434661"/>
              <a:gd name="connsiteY3" fmla="*/ 7098777 h 7563811"/>
              <a:gd name="connsiteX4" fmla="*/ 1137692 w 2434661"/>
              <a:gd name="connsiteY4" fmla="*/ 3609741 h 7563811"/>
              <a:gd name="connsiteX5" fmla="*/ 1163098 w 2434661"/>
              <a:gd name="connsiteY5" fmla="*/ 0 h 7563811"/>
              <a:gd name="connsiteX6" fmla="*/ 893795 w 2434661"/>
              <a:gd name="connsiteY6" fmla="*/ 0 h 7563811"/>
              <a:gd name="connsiteX7" fmla="*/ 5860 w 2434661"/>
              <a:gd name="connsiteY7" fmla="*/ 3586871 h 756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4661" h="7563811">
                <a:moveTo>
                  <a:pt x="5860" y="3586871"/>
                </a:moveTo>
                <a:cubicBezTo>
                  <a:pt x="-81790" y="5059483"/>
                  <a:pt x="844254" y="6156000"/>
                  <a:pt x="750252" y="7563812"/>
                </a:cubicBezTo>
                <a:lnTo>
                  <a:pt x="2434662" y="7563812"/>
                </a:lnTo>
                <a:cubicBezTo>
                  <a:pt x="2427040" y="7407530"/>
                  <a:pt x="2407986" y="7251247"/>
                  <a:pt x="2378769" y="7098777"/>
                </a:cubicBezTo>
                <a:cubicBezTo>
                  <a:pt x="2156468" y="5923483"/>
                  <a:pt x="1311722" y="4928612"/>
                  <a:pt x="1137692" y="3609741"/>
                </a:cubicBezTo>
                <a:cubicBezTo>
                  <a:pt x="990338" y="2477647"/>
                  <a:pt x="1333318" y="1102871"/>
                  <a:pt x="1163098" y="0"/>
                </a:cubicBezTo>
                <a:lnTo>
                  <a:pt x="893795" y="0"/>
                </a:lnTo>
                <a:cubicBezTo>
                  <a:pt x="1117367" y="1877930"/>
                  <a:pt x="89700" y="2181600"/>
                  <a:pt x="5860" y="3586871"/>
                </a:cubicBezTo>
                <a:close/>
              </a:path>
            </a:pathLst>
          </a:custGeom>
          <a:solidFill>
            <a:srgbClr val="4A1E47"/>
          </a:solidFill>
          <a:ln w="12692" cap="flat">
            <a:noFill/>
            <a:prstDash val="solid"/>
            <a:miter/>
          </a:ln>
        </p:spPr>
        <p:txBody>
          <a:bodyPr rtlCol="0" anchor="ctr"/>
          <a:lstStyle/>
          <a:p>
            <a:endParaRPr lang="nl-NL" sz="1633"/>
          </a:p>
        </p:txBody>
      </p:sp>
      <p:sp>
        <p:nvSpPr>
          <p:cNvPr id="165" name="Graphic 31">
            <a:extLst>
              <a:ext uri="{FF2B5EF4-FFF2-40B4-BE49-F238E27FC236}">
                <a16:creationId xmlns:a16="http://schemas.microsoft.com/office/drawing/2014/main" id="{E2EC7F84-75F8-4A72-A830-9E6FE7A4D6C0}"/>
              </a:ext>
            </a:extLst>
          </p:cNvPr>
          <p:cNvSpPr>
            <a:spLocks noChangeAspect="1"/>
          </p:cNvSpPr>
          <p:nvPr userDrawn="1"/>
        </p:nvSpPr>
        <p:spPr>
          <a:xfrm flipH="1" flipV="1">
            <a:off x="-9447" y="-3"/>
            <a:ext cx="2903252" cy="6858296"/>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 name="connsiteX0" fmla="*/ 892481 w 5315644"/>
              <a:gd name="connsiteY0" fmla="*/ 0 h 7563812"/>
              <a:gd name="connsiteX1" fmla="*/ 5816 w 5315644"/>
              <a:gd name="connsiteY1" fmla="*/ 3571624 h 7563812"/>
              <a:gd name="connsiteX2" fmla="*/ 747667 w 5315644"/>
              <a:gd name="connsiteY2" fmla="*/ 7563812 h 7563812"/>
              <a:gd name="connsiteX3" fmla="*/ 2927500 w 5315644"/>
              <a:gd name="connsiteY3" fmla="*/ 7563812 h 7563812"/>
              <a:gd name="connsiteX4" fmla="*/ 5315644 w 5315644"/>
              <a:gd name="connsiteY4" fmla="*/ 0 h 7563812"/>
              <a:gd name="connsiteX5" fmla="*/ 892481 w 5315644"/>
              <a:gd name="connsiteY5" fmla="*/ 0 h 7563812"/>
              <a:gd name="connsiteX0" fmla="*/ 892481 w 5315644"/>
              <a:gd name="connsiteY0" fmla="*/ 0 h 7563812"/>
              <a:gd name="connsiteX1" fmla="*/ 5816 w 5315644"/>
              <a:gd name="connsiteY1" fmla="*/ 3571624 h 7563812"/>
              <a:gd name="connsiteX2" fmla="*/ 747667 w 5315644"/>
              <a:gd name="connsiteY2" fmla="*/ 7563812 h 7563812"/>
              <a:gd name="connsiteX3" fmla="*/ 2357198 w 5315644"/>
              <a:gd name="connsiteY3" fmla="*/ 7551931 h 7563812"/>
              <a:gd name="connsiteX4" fmla="*/ 5315644 w 5315644"/>
              <a:gd name="connsiteY4" fmla="*/ 0 h 7563812"/>
              <a:gd name="connsiteX5" fmla="*/ 892481 w 5315644"/>
              <a:gd name="connsiteY5" fmla="*/ 0 h 7563812"/>
              <a:gd name="connsiteX0" fmla="*/ 892481 w 5315644"/>
              <a:gd name="connsiteY0" fmla="*/ 0 h 7563813"/>
              <a:gd name="connsiteX1" fmla="*/ 5816 w 5315644"/>
              <a:gd name="connsiteY1" fmla="*/ 3571624 h 7563813"/>
              <a:gd name="connsiteX2" fmla="*/ 747667 w 5315644"/>
              <a:gd name="connsiteY2" fmla="*/ 7563812 h 7563813"/>
              <a:gd name="connsiteX3" fmla="*/ 2535418 w 5315644"/>
              <a:gd name="connsiteY3" fmla="*/ 7563813 h 7563813"/>
              <a:gd name="connsiteX4" fmla="*/ 5315644 w 5315644"/>
              <a:gd name="connsiteY4" fmla="*/ 0 h 7563813"/>
              <a:gd name="connsiteX5" fmla="*/ 892481 w 5315644"/>
              <a:gd name="connsiteY5" fmla="*/ 0 h 7563813"/>
              <a:gd name="connsiteX0" fmla="*/ 892481 w 2535418"/>
              <a:gd name="connsiteY0" fmla="*/ 0 h 7563813"/>
              <a:gd name="connsiteX1" fmla="*/ 5816 w 2535418"/>
              <a:gd name="connsiteY1" fmla="*/ 3571624 h 7563813"/>
              <a:gd name="connsiteX2" fmla="*/ 747667 w 2535418"/>
              <a:gd name="connsiteY2" fmla="*/ 7563812 h 7563813"/>
              <a:gd name="connsiteX3" fmla="*/ 2535418 w 2535418"/>
              <a:gd name="connsiteY3" fmla="*/ 7563813 h 7563813"/>
              <a:gd name="connsiteX4" fmla="*/ 2250266 w 2535418"/>
              <a:gd name="connsiteY4" fmla="*/ 59407 h 7563813"/>
              <a:gd name="connsiteX5" fmla="*/ 892481 w 2535418"/>
              <a:gd name="connsiteY5" fmla="*/ 0 h 7563813"/>
              <a:gd name="connsiteX0" fmla="*/ 892481 w 2547299"/>
              <a:gd name="connsiteY0" fmla="*/ 0 h 7563813"/>
              <a:gd name="connsiteX1" fmla="*/ 5816 w 2547299"/>
              <a:gd name="connsiteY1" fmla="*/ 3571624 h 7563813"/>
              <a:gd name="connsiteX2" fmla="*/ 747667 w 2547299"/>
              <a:gd name="connsiteY2" fmla="*/ 7563812 h 7563813"/>
              <a:gd name="connsiteX3" fmla="*/ 2535418 w 2547299"/>
              <a:gd name="connsiteY3" fmla="*/ 7563813 h 7563813"/>
              <a:gd name="connsiteX4" fmla="*/ 2547299 w 2547299"/>
              <a:gd name="connsiteY4" fmla="*/ 1 h 7563813"/>
              <a:gd name="connsiteX5" fmla="*/ 892481 w 2547299"/>
              <a:gd name="connsiteY5" fmla="*/ 0 h 75638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547299" h="7563813">
                <a:moveTo>
                  <a:pt x="892481" y="0"/>
                </a:moveTo>
                <a:cubicBezTo>
                  <a:pt x="1110972" y="1866494"/>
                  <a:pt x="88385" y="2171435"/>
                  <a:pt x="5816" y="3571624"/>
                </a:cubicBezTo>
                <a:cubicBezTo>
                  <a:pt x="-81834" y="5049318"/>
                  <a:pt x="851832" y="6147106"/>
                  <a:pt x="747667" y="7563812"/>
                </a:cubicBezTo>
                <a:lnTo>
                  <a:pt x="2535418" y="7563813"/>
                </a:lnTo>
                <a:cubicBezTo>
                  <a:pt x="2539378" y="5042542"/>
                  <a:pt x="2543339" y="2521272"/>
                  <a:pt x="2547299" y="1"/>
                </a:cubicBezTo>
                <a:lnTo>
                  <a:pt x="892481" y="0"/>
                </a:lnTo>
                <a:close/>
              </a:path>
            </a:pathLst>
          </a:custGeom>
          <a:solidFill>
            <a:srgbClr val="6C1D5F"/>
          </a:solidFill>
          <a:ln w="12692" cap="flat">
            <a:noFill/>
            <a:prstDash val="solid"/>
            <a:miter/>
          </a:ln>
        </p:spPr>
        <p:txBody>
          <a:bodyPr rtlCol="0" anchor="ctr"/>
          <a:lstStyle/>
          <a:p>
            <a:endParaRPr lang="nl-NL" sz="1633"/>
          </a:p>
        </p:txBody>
      </p:sp>
      <p:sp>
        <p:nvSpPr>
          <p:cNvPr id="166" name="Graphic 34">
            <a:extLst>
              <a:ext uri="{FF2B5EF4-FFF2-40B4-BE49-F238E27FC236}">
                <a16:creationId xmlns:a16="http://schemas.microsoft.com/office/drawing/2014/main" id="{33734807-619D-411E-9862-97346CC2C89F}"/>
              </a:ext>
            </a:extLst>
          </p:cNvPr>
          <p:cNvSpPr>
            <a:spLocks noChangeAspect="1"/>
          </p:cNvSpPr>
          <p:nvPr userDrawn="1"/>
        </p:nvSpPr>
        <p:spPr>
          <a:xfrm flipH="1" flipV="1">
            <a:off x="412431" y="1"/>
            <a:ext cx="2774873" cy="6858295"/>
          </a:xfrm>
          <a:custGeom>
            <a:avLst/>
            <a:gdLst>
              <a:gd name="connsiteX0" fmla="*/ 5860 w 2434661"/>
              <a:gd name="connsiteY0" fmla="*/ 3586871 h 7563811"/>
              <a:gd name="connsiteX1" fmla="*/ 750252 w 2434661"/>
              <a:gd name="connsiteY1" fmla="*/ 7563812 h 7563811"/>
              <a:gd name="connsiteX2" fmla="*/ 2434662 w 2434661"/>
              <a:gd name="connsiteY2" fmla="*/ 7563812 h 7563811"/>
              <a:gd name="connsiteX3" fmla="*/ 2378769 w 2434661"/>
              <a:gd name="connsiteY3" fmla="*/ 7098777 h 7563811"/>
              <a:gd name="connsiteX4" fmla="*/ 1137692 w 2434661"/>
              <a:gd name="connsiteY4" fmla="*/ 3609741 h 7563811"/>
              <a:gd name="connsiteX5" fmla="*/ 1163098 w 2434661"/>
              <a:gd name="connsiteY5" fmla="*/ 0 h 7563811"/>
              <a:gd name="connsiteX6" fmla="*/ 893795 w 2434661"/>
              <a:gd name="connsiteY6" fmla="*/ 0 h 7563811"/>
              <a:gd name="connsiteX7" fmla="*/ 5860 w 2434661"/>
              <a:gd name="connsiteY7" fmla="*/ 3586871 h 756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4661" h="7563811">
                <a:moveTo>
                  <a:pt x="5860" y="3586871"/>
                </a:moveTo>
                <a:cubicBezTo>
                  <a:pt x="-81790" y="5059483"/>
                  <a:pt x="844254" y="6156000"/>
                  <a:pt x="750252" y="7563812"/>
                </a:cubicBezTo>
                <a:lnTo>
                  <a:pt x="2434662" y="7563812"/>
                </a:lnTo>
                <a:cubicBezTo>
                  <a:pt x="2427040" y="7407530"/>
                  <a:pt x="2407986" y="7251247"/>
                  <a:pt x="2378769" y="7098777"/>
                </a:cubicBezTo>
                <a:cubicBezTo>
                  <a:pt x="2156468" y="5923483"/>
                  <a:pt x="1311722" y="4928612"/>
                  <a:pt x="1137692" y="3609741"/>
                </a:cubicBezTo>
                <a:cubicBezTo>
                  <a:pt x="990338" y="2477647"/>
                  <a:pt x="1333318" y="1102871"/>
                  <a:pt x="1163098" y="0"/>
                </a:cubicBezTo>
                <a:lnTo>
                  <a:pt x="893795" y="0"/>
                </a:lnTo>
                <a:cubicBezTo>
                  <a:pt x="1117367" y="1877930"/>
                  <a:pt x="89700" y="2181600"/>
                  <a:pt x="5860" y="3586871"/>
                </a:cubicBezTo>
                <a:close/>
              </a:path>
            </a:pathLst>
          </a:custGeom>
          <a:solidFill>
            <a:srgbClr val="4A1E47"/>
          </a:solidFill>
          <a:ln w="12692" cap="flat">
            <a:noFill/>
            <a:prstDash val="solid"/>
            <a:miter/>
          </a:ln>
        </p:spPr>
        <p:txBody>
          <a:bodyPr rtlCol="0" anchor="ctr"/>
          <a:lstStyle/>
          <a:p>
            <a:endParaRPr lang="nl-NL" sz="1633"/>
          </a:p>
        </p:txBody>
      </p:sp>
      <p:sp>
        <p:nvSpPr>
          <p:cNvPr id="168" name="Tijdelijke aanduiding voor afbeelding 167">
            <a:extLst>
              <a:ext uri="{FF2B5EF4-FFF2-40B4-BE49-F238E27FC236}">
                <a16:creationId xmlns:a16="http://schemas.microsoft.com/office/drawing/2014/main" id="{442F66B3-4294-4624-9C2C-DED6896C8B75}"/>
              </a:ext>
            </a:extLst>
          </p:cNvPr>
          <p:cNvSpPr>
            <a:spLocks noGrp="1"/>
          </p:cNvSpPr>
          <p:nvPr>
            <p:ph type="pic" sz="quarter" idx="14" hasCustomPrompt="1"/>
          </p:nvPr>
        </p:nvSpPr>
        <p:spPr>
          <a:xfrm>
            <a:off x="2134948" y="3"/>
            <a:ext cx="10057053" cy="6858000"/>
          </a:xfrm>
          <a:custGeom>
            <a:avLst/>
            <a:gdLst>
              <a:gd name="connsiteX0" fmla="*/ 198775 w 10057053"/>
              <a:gd name="connsiteY0" fmla="*/ 0 h 6858000"/>
              <a:gd name="connsiteX1" fmla="*/ 10057053 w 10057053"/>
              <a:gd name="connsiteY1" fmla="*/ 0 h 6858000"/>
              <a:gd name="connsiteX2" fmla="*/ 10057053 w 10057053"/>
              <a:gd name="connsiteY2" fmla="*/ 6858000 h 6858000"/>
              <a:gd name="connsiteX3" fmla="*/ 36104 w 10057053"/>
              <a:gd name="connsiteY3" fmla="*/ 6858000 h 6858000"/>
              <a:gd name="connsiteX4" fmla="*/ 16622 w 10057053"/>
              <a:gd name="connsiteY4" fmla="*/ 6705860 h 6858000"/>
              <a:gd name="connsiteX5" fmla="*/ 1047577 w 10057053"/>
              <a:gd name="connsiteY5" fmla="*/ 3607653 h 6858000"/>
              <a:gd name="connsiteX6" fmla="*/ 191725 w 10057053"/>
              <a:gd name="connsiteY6" fmla="*/ 23628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057053" h="6858000">
                <a:moveTo>
                  <a:pt x="198775" y="0"/>
                </a:moveTo>
                <a:lnTo>
                  <a:pt x="10057053" y="0"/>
                </a:lnTo>
                <a:lnTo>
                  <a:pt x="10057053" y="6858000"/>
                </a:lnTo>
                <a:lnTo>
                  <a:pt x="36104" y="6858000"/>
                </a:lnTo>
                <a:lnTo>
                  <a:pt x="16622" y="6705860"/>
                </a:lnTo>
                <a:cubicBezTo>
                  <a:pt x="-147557" y="5139714"/>
                  <a:pt x="956369" y="4842598"/>
                  <a:pt x="1047577" y="3607653"/>
                </a:cubicBezTo>
                <a:cubicBezTo>
                  <a:pt x="1139917" y="2354195"/>
                  <a:pt x="218895" y="1402620"/>
                  <a:pt x="191725" y="236284"/>
                </a:cubicBezTo>
                <a:close/>
              </a:path>
            </a:pathLst>
          </a:custGeom>
          <a:solidFill>
            <a:schemeClr val="bg1">
              <a:lumMod val="95000"/>
            </a:schemeClr>
          </a:solidFill>
          <a:ln>
            <a:noFill/>
          </a:ln>
        </p:spPr>
        <p:txBody>
          <a:bodyPr wrap="square" bIns="1620000" anchor="ctr">
            <a:noAutofit/>
          </a:bodyPr>
          <a:lstStyle>
            <a:lvl1pPr marL="0" indent="0" algn="ctr">
              <a:lnSpc>
                <a:spcPct val="90000"/>
              </a:lnSpc>
              <a:spcBef>
                <a:spcPts val="0"/>
              </a:spcBef>
              <a:spcAft>
                <a:spcPts val="0"/>
              </a:spcAft>
              <a:buNone/>
              <a:defRPr sz="1500" i="1">
                <a:solidFill>
                  <a:schemeClr val="tx1">
                    <a:lumMod val="50000"/>
                    <a:lumOff val="50000"/>
                  </a:schemeClr>
                </a:solidFill>
              </a:defRPr>
            </a:lvl1pPr>
          </a:lstStyle>
          <a:p>
            <a:r>
              <a:rPr lang="nl-NL"/>
              <a:t>Klik op het onderstaand icoon </a:t>
            </a:r>
            <a:br>
              <a:rPr lang="nl-NL"/>
            </a:br>
            <a:r>
              <a:rPr lang="nl-NL"/>
              <a:t>om een foto in te voegen.</a:t>
            </a:r>
            <a:br>
              <a:rPr lang="nl-NL"/>
            </a:br>
            <a:br>
              <a:rPr lang="nl-NL"/>
            </a:br>
            <a:r>
              <a:rPr lang="nl-NL"/>
              <a:t>Meer hulp nodig? </a:t>
            </a:r>
            <a:br>
              <a:rPr lang="nl-NL"/>
            </a:br>
            <a:r>
              <a:rPr lang="nl-NL"/>
              <a:t>Aan de zijkanten van de dia's zijn instructies </a:t>
            </a:r>
            <a:br>
              <a:rPr lang="nl-NL"/>
            </a:br>
            <a:r>
              <a:rPr lang="nl-NL"/>
              <a:t>geplaatst voor verdere informatie.</a:t>
            </a:r>
          </a:p>
        </p:txBody>
      </p:sp>
    </p:spTree>
    <p:extLst>
      <p:ext uri="{BB962C8B-B14F-4D97-AF65-F5344CB8AC3E}">
        <p14:creationId xmlns:p14="http://schemas.microsoft.com/office/powerpoint/2010/main" val="120820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6.xml><?xml version="1.0" encoding="utf-8"?>
<p:sldLayout xmlns:a="http://schemas.openxmlformats.org/drawingml/2006/main" xmlns:r="http://schemas.openxmlformats.org/officeDocument/2006/relationships" xmlns:p="http://schemas.openxmlformats.org/presentationml/2006/main" preserve="1" userDrawn="1">
  <p:cSld name="Beeld #2">
    <p:spTree>
      <p:nvGrpSpPr>
        <p:cNvPr id="1" name=""/>
        <p:cNvGrpSpPr/>
        <p:nvPr/>
      </p:nvGrpSpPr>
      <p:grpSpPr>
        <a:xfrm>
          <a:off x="0" y="0"/>
          <a:ext cx="0" cy="0"/>
          <a:chOff x="0" y="0"/>
          <a:chExt cx="0" cy="0"/>
        </a:xfrm>
      </p:grpSpPr>
      <p:sp>
        <p:nvSpPr>
          <p:cNvPr id="73" name="Graphic 31">
            <a:extLst>
              <a:ext uri="{FF2B5EF4-FFF2-40B4-BE49-F238E27FC236}">
                <a16:creationId xmlns:a16="http://schemas.microsoft.com/office/drawing/2014/main" id="{DA0A5056-9AF2-4AA1-BDE7-6379BBE65329}"/>
              </a:ext>
            </a:extLst>
          </p:cNvPr>
          <p:cNvSpPr>
            <a:spLocks noChangeAspect="1"/>
          </p:cNvSpPr>
          <p:nvPr userDrawn="1"/>
        </p:nvSpPr>
        <p:spPr>
          <a:xfrm flipV="1">
            <a:off x="7623222" y="-3"/>
            <a:ext cx="4568778" cy="6874685"/>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15644" h="7563811">
                <a:moveTo>
                  <a:pt x="892481" y="0"/>
                </a:moveTo>
                <a:cubicBezTo>
                  <a:pt x="1110972" y="1866494"/>
                  <a:pt x="88385" y="2171435"/>
                  <a:pt x="5816" y="3571624"/>
                </a:cubicBezTo>
                <a:cubicBezTo>
                  <a:pt x="-81834" y="5049318"/>
                  <a:pt x="851832" y="6147106"/>
                  <a:pt x="747667" y="7563812"/>
                </a:cubicBezTo>
                <a:lnTo>
                  <a:pt x="5315644" y="7563812"/>
                </a:lnTo>
                <a:lnTo>
                  <a:pt x="5315644" y="0"/>
                </a:lnTo>
                <a:lnTo>
                  <a:pt x="892481" y="0"/>
                </a:lnTo>
                <a:close/>
              </a:path>
            </a:pathLst>
          </a:custGeom>
          <a:solidFill>
            <a:schemeClr val="accent4"/>
          </a:solidFill>
          <a:ln w="12692" cap="flat">
            <a:noFill/>
            <a:prstDash val="solid"/>
            <a:miter/>
          </a:ln>
        </p:spPr>
        <p:txBody>
          <a:bodyPr rtlCol="0" anchor="ctr"/>
          <a:lstStyle/>
          <a:p>
            <a:endParaRPr lang="nl-NL" sz="1633"/>
          </a:p>
        </p:txBody>
      </p:sp>
      <p:sp>
        <p:nvSpPr>
          <p:cNvPr id="78" name="Graphic 34">
            <a:extLst>
              <a:ext uri="{FF2B5EF4-FFF2-40B4-BE49-F238E27FC236}">
                <a16:creationId xmlns:a16="http://schemas.microsoft.com/office/drawing/2014/main" id="{468DB5A3-8AB5-415B-A50B-5B280A9E4EAE}"/>
              </a:ext>
            </a:extLst>
          </p:cNvPr>
          <p:cNvSpPr>
            <a:spLocks noChangeAspect="1"/>
          </p:cNvSpPr>
          <p:nvPr userDrawn="1"/>
        </p:nvSpPr>
        <p:spPr>
          <a:xfrm flipV="1">
            <a:off x="7296461" y="-1"/>
            <a:ext cx="2609523" cy="6874685"/>
          </a:xfrm>
          <a:custGeom>
            <a:avLst/>
            <a:gdLst>
              <a:gd name="connsiteX0" fmla="*/ 5860 w 2434661"/>
              <a:gd name="connsiteY0" fmla="*/ 3586871 h 7563811"/>
              <a:gd name="connsiteX1" fmla="*/ 750252 w 2434661"/>
              <a:gd name="connsiteY1" fmla="*/ 7563812 h 7563811"/>
              <a:gd name="connsiteX2" fmla="*/ 2434662 w 2434661"/>
              <a:gd name="connsiteY2" fmla="*/ 7563812 h 7563811"/>
              <a:gd name="connsiteX3" fmla="*/ 2378769 w 2434661"/>
              <a:gd name="connsiteY3" fmla="*/ 7098777 h 7563811"/>
              <a:gd name="connsiteX4" fmla="*/ 1137692 w 2434661"/>
              <a:gd name="connsiteY4" fmla="*/ 3609741 h 7563811"/>
              <a:gd name="connsiteX5" fmla="*/ 1163098 w 2434661"/>
              <a:gd name="connsiteY5" fmla="*/ 0 h 7563811"/>
              <a:gd name="connsiteX6" fmla="*/ 893795 w 2434661"/>
              <a:gd name="connsiteY6" fmla="*/ 0 h 7563811"/>
              <a:gd name="connsiteX7" fmla="*/ 5860 w 2434661"/>
              <a:gd name="connsiteY7" fmla="*/ 3586871 h 756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4661" h="7563811">
                <a:moveTo>
                  <a:pt x="5860" y="3586871"/>
                </a:moveTo>
                <a:cubicBezTo>
                  <a:pt x="-81790" y="5059483"/>
                  <a:pt x="844254" y="6156000"/>
                  <a:pt x="750252" y="7563812"/>
                </a:cubicBezTo>
                <a:lnTo>
                  <a:pt x="2434662" y="7563812"/>
                </a:lnTo>
                <a:cubicBezTo>
                  <a:pt x="2427040" y="7407530"/>
                  <a:pt x="2407986" y="7251247"/>
                  <a:pt x="2378769" y="7098777"/>
                </a:cubicBezTo>
                <a:cubicBezTo>
                  <a:pt x="2156468" y="5923483"/>
                  <a:pt x="1311722" y="4928612"/>
                  <a:pt x="1137692" y="3609741"/>
                </a:cubicBezTo>
                <a:cubicBezTo>
                  <a:pt x="990338" y="2477647"/>
                  <a:pt x="1333318" y="1102871"/>
                  <a:pt x="1163098" y="0"/>
                </a:cubicBezTo>
                <a:lnTo>
                  <a:pt x="893795" y="0"/>
                </a:lnTo>
                <a:cubicBezTo>
                  <a:pt x="1117367" y="1877930"/>
                  <a:pt x="89700" y="2181600"/>
                  <a:pt x="5860" y="3586871"/>
                </a:cubicBezTo>
                <a:close/>
              </a:path>
            </a:pathLst>
          </a:custGeom>
          <a:solidFill>
            <a:schemeClr val="accent3"/>
          </a:solidFill>
          <a:ln w="12692" cap="flat">
            <a:noFill/>
            <a:prstDash val="solid"/>
            <a:miter/>
          </a:ln>
        </p:spPr>
        <p:txBody>
          <a:bodyPr rtlCol="0" anchor="ctr"/>
          <a:lstStyle/>
          <a:p>
            <a:endParaRPr lang="nl-NL" sz="1633"/>
          </a:p>
        </p:txBody>
      </p:sp>
      <p:sp>
        <p:nvSpPr>
          <p:cNvPr id="80" name="Tijdelijke aanduiding voor afbeelding 79">
            <a:extLst>
              <a:ext uri="{FF2B5EF4-FFF2-40B4-BE49-F238E27FC236}">
                <a16:creationId xmlns:a16="http://schemas.microsoft.com/office/drawing/2014/main" id="{9888B31C-8A30-4D2D-9DD1-E79ACA8D4AD2}"/>
              </a:ext>
            </a:extLst>
          </p:cNvPr>
          <p:cNvSpPr>
            <a:spLocks noGrp="1"/>
          </p:cNvSpPr>
          <p:nvPr>
            <p:ph type="pic" sz="quarter" idx="14" hasCustomPrompt="1"/>
          </p:nvPr>
        </p:nvSpPr>
        <p:spPr>
          <a:xfrm>
            <a:off x="6792" y="3"/>
            <a:ext cx="8281683" cy="6858000"/>
          </a:xfrm>
          <a:custGeom>
            <a:avLst/>
            <a:gdLst>
              <a:gd name="connsiteX0" fmla="*/ 0 w 8281683"/>
              <a:gd name="connsiteY0" fmla="*/ 0 h 6858000"/>
              <a:gd name="connsiteX1" fmla="*/ 8093806 w 8281683"/>
              <a:gd name="connsiteY1" fmla="*/ 0 h 6858000"/>
              <a:gd name="connsiteX2" fmla="*/ 8100417 w 8281683"/>
              <a:gd name="connsiteY2" fmla="*/ 236747 h 6858000"/>
              <a:gd name="connsiteX3" fmla="*/ 7295950 w 8281683"/>
              <a:gd name="connsiteY3" fmla="*/ 3614604 h 6858000"/>
              <a:gd name="connsiteX4" fmla="*/ 8266266 w 8281683"/>
              <a:gd name="connsiteY4" fmla="*/ 6718783 h 6858000"/>
              <a:gd name="connsiteX5" fmla="*/ 8249649 w 8281683"/>
              <a:gd name="connsiteY5" fmla="*/ 6858000 h 6858000"/>
              <a:gd name="connsiteX6" fmla="*/ 0 w 8281683"/>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281683" h="6858000">
                <a:moveTo>
                  <a:pt x="0" y="0"/>
                </a:moveTo>
                <a:lnTo>
                  <a:pt x="8093806" y="0"/>
                </a:lnTo>
                <a:lnTo>
                  <a:pt x="8100417" y="236747"/>
                </a:lnTo>
                <a:cubicBezTo>
                  <a:pt x="8074734" y="1405456"/>
                  <a:pt x="7207876" y="2359812"/>
                  <a:pt x="7295950" y="3614604"/>
                </a:cubicBezTo>
                <a:cubicBezTo>
                  <a:pt x="7383004" y="4851930"/>
                  <a:pt x="8419433" y="5149618"/>
                  <a:pt x="8266266" y="6718783"/>
                </a:cubicBezTo>
                <a:lnTo>
                  <a:pt x="8249649" y="6858000"/>
                </a:lnTo>
                <a:lnTo>
                  <a:pt x="0" y="6858000"/>
                </a:lnTo>
                <a:close/>
              </a:path>
            </a:pathLst>
          </a:custGeom>
          <a:solidFill>
            <a:schemeClr val="bg1">
              <a:lumMod val="95000"/>
            </a:schemeClr>
          </a:solidFill>
          <a:ln>
            <a:noFill/>
          </a:ln>
        </p:spPr>
        <p:txBody>
          <a:bodyPr wrap="square" bIns="1620000" anchor="ctr">
            <a:noAutofit/>
          </a:bodyPr>
          <a:lstStyle>
            <a:lvl1pPr marL="0" indent="0" algn="ctr">
              <a:lnSpc>
                <a:spcPct val="90000"/>
              </a:lnSpc>
              <a:spcBef>
                <a:spcPts val="0"/>
              </a:spcBef>
              <a:spcAft>
                <a:spcPts val="0"/>
              </a:spcAft>
              <a:buNone/>
              <a:defRPr sz="1500" i="1">
                <a:solidFill>
                  <a:schemeClr val="tx1">
                    <a:lumMod val="50000"/>
                    <a:lumOff val="50000"/>
                  </a:schemeClr>
                </a:solidFill>
              </a:defRPr>
            </a:lvl1pPr>
          </a:lstStyle>
          <a:p>
            <a:r>
              <a:rPr lang="nl-NL"/>
              <a:t>Klik op het onderstaand icoon </a:t>
            </a:r>
            <a:br>
              <a:rPr lang="nl-NL"/>
            </a:br>
            <a:r>
              <a:rPr lang="nl-NL"/>
              <a:t>om een foto in te voegen.</a:t>
            </a:r>
            <a:br>
              <a:rPr lang="nl-NL"/>
            </a:br>
            <a:br>
              <a:rPr lang="nl-NL"/>
            </a:br>
            <a:r>
              <a:rPr lang="nl-NL"/>
              <a:t>Meer hulp nodig? </a:t>
            </a:r>
            <a:br>
              <a:rPr lang="nl-NL"/>
            </a:br>
            <a:r>
              <a:rPr lang="nl-NL"/>
              <a:t>Aan de zijkanten van de dia's zijn instructies </a:t>
            </a:r>
            <a:br>
              <a:rPr lang="nl-NL"/>
            </a:br>
            <a:r>
              <a:rPr lang="nl-NL"/>
              <a:t>geplaatst voor verdere informatie.</a:t>
            </a:r>
          </a:p>
        </p:txBody>
      </p:sp>
    </p:spTree>
    <p:extLst>
      <p:ext uri="{BB962C8B-B14F-4D97-AF65-F5344CB8AC3E}">
        <p14:creationId xmlns:p14="http://schemas.microsoft.com/office/powerpoint/2010/main" val="32377572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7.xml><?xml version="1.0" encoding="utf-8"?>
<p:sldLayout xmlns:a="http://schemas.openxmlformats.org/drawingml/2006/main" xmlns:r="http://schemas.openxmlformats.org/officeDocument/2006/relationships" xmlns:p="http://schemas.openxmlformats.org/presentationml/2006/main" preserve="1" userDrawn="1">
  <p:cSld name="Logo slide #1">
    <p:spTree>
      <p:nvGrpSpPr>
        <p:cNvPr id="1" name=""/>
        <p:cNvGrpSpPr/>
        <p:nvPr/>
      </p:nvGrpSpPr>
      <p:grpSpPr>
        <a:xfrm>
          <a:off x="0" y="0"/>
          <a:ext cx="0" cy="0"/>
          <a:chOff x="0" y="0"/>
          <a:chExt cx="0" cy="0"/>
        </a:xfrm>
      </p:grpSpPr>
      <p:sp>
        <p:nvSpPr>
          <p:cNvPr id="9" name="Graphic 31">
            <a:extLst>
              <a:ext uri="{FF2B5EF4-FFF2-40B4-BE49-F238E27FC236}">
                <a16:creationId xmlns:a16="http://schemas.microsoft.com/office/drawing/2014/main" id="{C40B4CC7-42D5-48DB-80C8-AB86DB20662F}"/>
              </a:ext>
            </a:extLst>
          </p:cNvPr>
          <p:cNvSpPr>
            <a:spLocks noChangeAspect="1"/>
          </p:cNvSpPr>
          <p:nvPr userDrawn="1"/>
        </p:nvSpPr>
        <p:spPr>
          <a:xfrm flipH="1" flipV="1">
            <a:off x="1" y="-1"/>
            <a:ext cx="5568692" cy="6858295"/>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15644" h="7563811">
                <a:moveTo>
                  <a:pt x="892481" y="0"/>
                </a:moveTo>
                <a:cubicBezTo>
                  <a:pt x="1110972" y="1866494"/>
                  <a:pt x="88385" y="2171435"/>
                  <a:pt x="5816" y="3571624"/>
                </a:cubicBezTo>
                <a:cubicBezTo>
                  <a:pt x="-81834" y="5049318"/>
                  <a:pt x="851832" y="6147106"/>
                  <a:pt x="747667" y="7563812"/>
                </a:cubicBezTo>
                <a:lnTo>
                  <a:pt x="5315644" y="7563812"/>
                </a:lnTo>
                <a:lnTo>
                  <a:pt x="5315644" y="0"/>
                </a:lnTo>
                <a:lnTo>
                  <a:pt x="892481" y="0"/>
                </a:lnTo>
                <a:close/>
              </a:path>
            </a:pathLst>
          </a:custGeom>
          <a:solidFill>
            <a:srgbClr val="6C1D5F"/>
          </a:solidFill>
          <a:ln w="12692" cap="flat">
            <a:noFill/>
            <a:prstDash val="solid"/>
            <a:miter/>
          </a:ln>
        </p:spPr>
        <p:txBody>
          <a:bodyPr rtlCol="0" anchor="ctr"/>
          <a:lstStyle/>
          <a:p>
            <a:endParaRPr lang="nl-NL" sz="1633"/>
          </a:p>
        </p:txBody>
      </p:sp>
      <p:sp>
        <p:nvSpPr>
          <p:cNvPr id="10" name="Graphic 34">
            <a:extLst>
              <a:ext uri="{FF2B5EF4-FFF2-40B4-BE49-F238E27FC236}">
                <a16:creationId xmlns:a16="http://schemas.microsoft.com/office/drawing/2014/main" id="{7B13FAEA-1951-494F-988A-894ED6C56D74}"/>
              </a:ext>
            </a:extLst>
          </p:cNvPr>
          <p:cNvSpPr>
            <a:spLocks noChangeAspect="1"/>
          </p:cNvSpPr>
          <p:nvPr userDrawn="1"/>
        </p:nvSpPr>
        <p:spPr>
          <a:xfrm flipH="1" flipV="1">
            <a:off x="3411523" y="1"/>
            <a:ext cx="2267100" cy="6858295"/>
          </a:xfrm>
          <a:custGeom>
            <a:avLst/>
            <a:gdLst>
              <a:gd name="connsiteX0" fmla="*/ 5860 w 2434661"/>
              <a:gd name="connsiteY0" fmla="*/ 3586871 h 7563811"/>
              <a:gd name="connsiteX1" fmla="*/ 750252 w 2434661"/>
              <a:gd name="connsiteY1" fmla="*/ 7563812 h 7563811"/>
              <a:gd name="connsiteX2" fmla="*/ 2434662 w 2434661"/>
              <a:gd name="connsiteY2" fmla="*/ 7563812 h 7563811"/>
              <a:gd name="connsiteX3" fmla="*/ 2378769 w 2434661"/>
              <a:gd name="connsiteY3" fmla="*/ 7098777 h 7563811"/>
              <a:gd name="connsiteX4" fmla="*/ 1137692 w 2434661"/>
              <a:gd name="connsiteY4" fmla="*/ 3609741 h 7563811"/>
              <a:gd name="connsiteX5" fmla="*/ 1163098 w 2434661"/>
              <a:gd name="connsiteY5" fmla="*/ 0 h 7563811"/>
              <a:gd name="connsiteX6" fmla="*/ 893795 w 2434661"/>
              <a:gd name="connsiteY6" fmla="*/ 0 h 7563811"/>
              <a:gd name="connsiteX7" fmla="*/ 5860 w 2434661"/>
              <a:gd name="connsiteY7" fmla="*/ 3586871 h 756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4661" h="7563811">
                <a:moveTo>
                  <a:pt x="5860" y="3586871"/>
                </a:moveTo>
                <a:cubicBezTo>
                  <a:pt x="-81790" y="5059483"/>
                  <a:pt x="844254" y="6156000"/>
                  <a:pt x="750252" y="7563812"/>
                </a:cubicBezTo>
                <a:lnTo>
                  <a:pt x="2434662" y="7563812"/>
                </a:lnTo>
                <a:cubicBezTo>
                  <a:pt x="2427040" y="7407530"/>
                  <a:pt x="2407986" y="7251247"/>
                  <a:pt x="2378769" y="7098777"/>
                </a:cubicBezTo>
                <a:cubicBezTo>
                  <a:pt x="2156468" y="5923483"/>
                  <a:pt x="1311722" y="4928612"/>
                  <a:pt x="1137692" y="3609741"/>
                </a:cubicBezTo>
                <a:cubicBezTo>
                  <a:pt x="990338" y="2477647"/>
                  <a:pt x="1333318" y="1102871"/>
                  <a:pt x="1163098" y="0"/>
                </a:cubicBezTo>
                <a:lnTo>
                  <a:pt x="893795" y="0"/>
                </a:lnTo>
                <a:cubicBezTo>
                  <a:pt x="1117367" y="1877930"/>
                  <a:pt x="89700" y="2181600"/>
                  <a:pt x="5860" y="3586871"/>
                </a:cubicBezTo>
                <a:close/>
              </a:path>
            </a:pathLst>
          </a:custGeom>
          <a:solidFill>
            <a:srgbClr val="4A1E47"/>
          </a:solidFill>
          <a:ln w="12692" cap="flat">
            <a:noFill/>
            <a:prstDash val="solid"/>
            <a:miter/>
          </a:ln>
        </p:spPr>
        <p:txBody>
          <a:bodyPr rtlCol="0" anchor="ctr"/>
          <a:lstStyle/>
          <a:p>
            <a:endParaRPr lang="nl-NL" sz="1633"/>
          </a:p>
        </p:txBody>
      </p:sp>
      <p:sp>
        <p:nvSpPr>
          <p:cNvPr id="3" name="Titel 2">
            <a:extLst>
              <a:ext uri="{FF2B5EF4-FFF2-40B4-BE49-F238E27FC236}">
                <a16:creationId xmlns:a16="http://schemas.microsoft.com/office/drawing/2014/main" id="{9C75EC70-7F42-4BDA-A7A4-1B42B53FCE8E}"/>
              </a:ext>
            </a:extLst>
          </p:cNvPr>
          <p:cNvSpPr>
            <a:spLocks noGrp="1"/>
          </p:cNvSpPr>
          <p:nvPr>
            <p:ph type="title" hasCustomPrompt="1"/>
          </p:nvPr>
        </p:nvSpPr>
        <p:spPr>
          <a:xfrm>
            <a:off x="801355" y="4138048"/>
            <a:ext cx="3462310" cy="1390370"/>
          </a:xfrm>
        </p:spPr>
        <p:txBody>
          <a:bodyPr anchor="b"/>
          <a:lstStyle>
            <a:lvl1pPr>
              <a:defRPr b="1">
                <a:solidFill>
                  <a:schemeClr val="bg2"/>
                </a:solidFill>
              </a:defRPr>
            </a:lvl1pPr>
          </a:lstStyle>
          <a:p>
            <a:r>
              <a:rPr lang="nl-NL"/>
              <a:t>Plaats hier een titel</a:t>
            </a:r>
          </a:p>
        </p:txBody>
      </p:sp>
      <p:sp>
        <p:nvSpPr>
          <p:cNvPr id="13" name="Tijdelijke aanduiding voor verticale tekst 2">
            <a:extLst>
              <a:ext uri="{FF2B5EF4-FFF2-40B4-BE49-F238E27FC236}">
                <a16:creationId xmlns:a16="http://schemas.microsoft.com/office/drawing/2014/main" id="{A36605FB-19C7-4C18-974E-464F2DBF4355}"/>
              </a:ext>
            </a:extLst>
          </p:cNvPr>
          <p:cNvSpPr>
            <a:spLocks noGrp="1"/>
          </p:cNvSpPr>
          <p:nvPr>
            <p:ph type="body" orient="vert" idx="1" hasCustomPrompt="1"/>
          </p:nvPr>
        </p:nvSpPr>
        <p:spPr>
          <a:xfrm>
            <a:off x="801356" y="5623701"/>
            <a:ext cx="3462310" cy="730604"/>
          </a:xfrm>
        </p:spPr>
        <p:txBody>
          <a:bodyPr vert="horz" lIns="0" tIns="0" rIns="0" bIns="0"/>
          <a:lstStyle>
            <a:lvl1pPr marL="0" indent="0">
              <a:buNone/>
              <a:defRPr sz="1200">
                <a:solidFill>
                  <a:schemeClr val="bg2"/>
                </a:solidFill>
              </a:defRPr>
            </a:lvl1pPr>
            <a:lvl2pPr marL="0" indent="0">
              <a:buNone/>
              <a:defRPr sz="1600"/>
            </a:lvl2pPr>
            <a:lvl3pPr marL="185738" indent="-185738">
              <a:buClr>
                <a:schemeClr val="accent2"/>
              </a:buClr>
              <a:buFont typeface="Arial" panose="020B0604020202020204" pitchFamily="34" charset="0"/>
              <a:buChar char="•"/>
              <a:defRPr/>
            </a:lvl3pPr>
            <a:lvl4pPr>
              <a:defRPr/>
            </a:lvl4pPr>
            <a:lvl5pPr>
              <a:defRPr/>
            </a:lvl5pPr>
            <a:lvl6pPr>
              <a:defRPr/>
            </a:lvl6pPr>
            <a:lvl7pPr>
              <a:defRPr/>
            </a:lvl7pPr>
            <a:lvl8pPr>
              <a:defRPr/>
            </a:lvl8pPr>
            <a:lvl9pPr>
              <a:defRPr/>
            </a:lvl9pPr>
          </a:lstStyle>
          <a:p>
            <a:pPr lvl="0"/>
            <a:r>
              <a:rPr lang="nl-NL"/>
              <a:t>Klik hier om een subtitel te plaatsen.</a:t>
            </a:r>
          </a:p>
        </p:txBody>
      </p:sp>
      <p:sp>
        <p:nvSpPr>
          <p:cNvPr id="68" name="Tijdelijke aanduiding voor verticale tekst 2">
            <a:extLst>
              <a:ext uri="{FF2B5EF4-FFF2-40B4-BE49-F238E27FC236}">
                <a16:creationId xmlns:a16="http://schemas.microsoft.com/office/drawing/2014/main" id="{A2755F26-7ED5-4905-9C66-5716618AB469}"/>
              </a:ext>
            </a:extLst>
          </p:cNvPr>
          <p:cNvSpPr>
            <a:spLocks noGrp="1"/>
          </p:cNvSpPr>
          <p:nvPr>
            <p:ph type="body" orient="vert" idx="10" hasCustomPrompt="1"/>
          </p:nvPr>
        </p:nvSpPr>
        <p:spPr>
          <a:xfrm>
            <a:off x="6346807" y="452228"/>
            <a:ext cx="4711341" cy="202734"/>
          </a:xfrm>
        </p:spPr>
        <p:txBody>
          <a:bodyPr vert="horz" lIns="0" tIns="0" rIns="0" bIns="0"/>
          <a:lstStyle>
            <a:lvl1pPr marL="0" indent="0">
              <a:buNone/>
              <a:defRPr sz="1400" b="1">
                <a:solidFill>
                  <a:schemeClr val="accent1"/>
                </a:solidFill>
              </a:defRPr>
            </a:lvl1pPr>
            <a:lvl2pPr marL="0" indent="0">
              <a:buNone/>
              <a:defRPr sz="1600"/>
            </a:lvl2pPr>
            <a:lvl3pPr marL="185738" indent="-185738">
              <a:buClr>
                <a:schemeClr val="accent2"/>
              </a:buClr>
              <a:buFont typeface="Arial" panose="020B0604020202020204" pitchFamily="34" charset="0"/>
              <a:buChar char="•"/>
              <a:defRPr/>
            </a:lvl3pPr>
            <a:lvl4pPr>
              <a:defRPr/>
            </a:lvl4pPr>
            <a:lvl5pPr>
              <a:defRPr/>
            </a:lvl5pPr>
            <a:lvl6pPr>
              <a:defRPr/>
            </a:lvl6pPr>
            <a:lvl7pPr>
              <a:defRPr/>
            </a:lvl7pPr>
            <a:lvl8pPr>
              <a:defRPr/>
            </a:lvl8pPr>
            <a:lvl9pPr>
              <a:defRPr/>
            </a:lvl9pPr>
          </a:lstStyle>
          <a:p>
            <a:pPr lvl="0"/>
            <a:r>
              <a:rPr lang="nl-NL"/>
              <a:t>Onderwerp titel</a:t>
            </a:r>
          </a:p>
        </p:txBody>
      </p:sp>
      <p:sp>
        <p:nvSpPr>
          <p:cNvPr id="70" name="Tijdelijke aanduiding voor verticale tekst 2">
            <a:extLst>
              <a:ext uri="{FF2B5EF4-FFF2-40B4-BE49-F238E27FC236}">
                <a16:creationId xmlns:a16="http://schemas.microsoft.com/office/drawing/2014/main" id="{B5D7C9A5-2B97-4AB6-B4B7-30F02F5FF8B8}"/>
              </a:ext>
            </a:extLst>
          </p:cNvPr>
          <p:cNvSpPr>
            <a:spLocks noGrp="1"/>
          </p:cNvSpPr>
          <p:nvPr>
            <p:ph type="body" orient="vert" idx="11" hasCustomPrompt="1"/>
          </p:nvPr>
        </p:nvSpPr>
        <p:spPr>
          <a:xfrm>
            <a:off x="6346807" y="1975282"/>
            <a:ext cx="4711341" cy="202734"/>
          </a:xfrm>
        </p:spPr>
        <p:txBody>
          <a:bodyPr vert="horz" lIns="0" tIns="0" rIns="0" bIns="0"/>
          <a:lstStyle>
            <a:lvl1pPr marL="0" indent="0">
              <a:buNone/>
              <a:defRPr sz="1400" b="1">
                <a:solidFill>
                  <a:schemeClr val="accent1"/>
                </a:solidFill>
              </a:defRPr>
            </a:lvl1pPr>
            <a:lvl2pPr marL="0" indent="0">
              <a:buNone/>
              <a:defRPr sz="1600"/>
            </a:lvl2pPr>
            <a:lvl3pPr marL="185738" indent="-185738">
              <a:buClr>
                <a:schemeClr val="accent2"/>
              </a:buClr>
              <a:buFont typeface="Arial" panose="020B0604020202020204" pitchFamily="34" charset="0"/>
              <a:buChar char="•"/>
              <a:defRPr/>
            </a:lvl3pPr>
            <a:lvl4pPr>
              <a:defRPr/>
            </a:lvl4pPr>
            <a:lvl5pPr>
              <a:defRPr/>
            </a:lvl5pPr>
            <a:lvl6pPr>
              <a:defRPr/>
            </a:lvl6pPr>
            <a:lvl7pPr>
              <a:defRPr/>
            </a:lvl7pPr>
            <a:lvl8pPr>
              <a:defRPr/>
            </a:lvl8pPr>
            <a:lvl9pPr>
              <a:defRPr/>
            </a:lvl9pPr>
          </a:lstStyle>
          <a:p>
            <a:pPr lvl="0"/>
            <a:r>
              <a:rPr lang="nl-NL"/>
              <a:t>Onderwerp titel</a:t>
            </a:r>
          </a:p>
        </p:txBody>
      </p:sp>
      <p:sp>
        <p:nvSpPr>
          <p:cNvPr id="72" name="Tijdelijke aanduiding voor verticale tekst 2">
            <a:extLst>
              <a:ext uri="{FF2B5EF4-FFF2-40B4-BE49-F238E27FC236}">
                <a16:creationId xmlns:a16="http://schemas.microsoft.com/office/drawing/2014/main" id="{A45672E7-2585-471A-A1BF-5DBC17D2F1DA}"/>
              </a:ext>
            </a:extLst>
          </p:cNvPr>
          <p:cNvSpPr>
            <a:spLocks noGrp="1"/>
          </p:cNvSpPr>
          <p:nvPr>
            <p:ph type="body" orient="vert" idx="12" hasCustomPrompt="1"/>
          </p:nvPr>
        </p:nvSpPr>
        <p:spPr>
          <a:xfrm>
            <a:off x="6346808" y="3498336"/>
            <a:ext cx="3798522" cy="202734"/>
          </a:xfrm>
        </p:spPr>
        <p:txBody>
          <a:bodyPr vert="horz" lIns="0" tIns="0" rIns="0" bIns="0"/>
          <a:lstStyle>
            <a:lvl1pPr marL="0" indent="0">
              <a:buNone/>
              <a:defRPr sz="1400" b="1">
                <a:solidFill>
                  <a:schemeClr val="accent1"/>
                </a:solidFill>
              </a:defRPr>
            </a:lvl1pPr>
            <a:lvl2pPr marL="0" indent="0">
              <a:buNone/>
              <a:defRPr sz="1600"/>
            </a:lvl2pPr>
            <a:lvl3pPr marL="185738" indent="-185738">
              <a:buClr>
                <a:schemeClr val="accent2"/>
              </a:buClr>
              <a:buFont typeface="Arial" panose="020B0604020202020204" pitchFamily="34" charset="0"/>
              <a:buChar char="•"/>
              <a:defRPr/>
            </a:lvl3pPr>
            <a:lvl4pPr>
              <a:defRPr/>
            </a:lvl4pPr>
            <a:lvl5pPr>
              <a:defRPr/>
            </a:lvl5pPr>
            <a:lvl6pPr>
              <a:defRPr/>
            </a:lvl6pPr>
            <a:lvl7pPr>
              <a:defRPr/>
            </a:lvl7pPr>
            <a:lvl8pPr>
              <a:defRPr/>
            </a:lvl8pPr>
            <a:lvl9pPr>
              <a:defRPr/>
            </a:lvl9pPr>
          </a:lstStyle>
          <a:p>
            <a:pPr lvl="0"/>
            <a:r>
              <a:rPr lang="nl-NL"/>
              <a:t>Onderwerp titel</a:t>
            </a:r>
          </a:p>
        </p:txBody>
      </p:sp>
      <p:sp>
        <p:nvSpPr>
          <p:cNvPr id="74" name="Tijdelijke aanduiding voor verticale tekst 2">
            <a:extLst>
              <a:ext uri="{FF2B5EF4-FFF2-40B4-BE49-F238E27FC236}">
                <a16:creationId xmlns:a16="http://schemas.microsoft.com/office/drawing/2014/main" id="{585350C1-B1D4-4793-9105-717894346EE1}"/>
              </a:ext>
            </a:extLst>
          </p:cNvPr>
          <p:cNvSpPr>
            <a:spLocks noGrp="1"/>
          </p:cNvSpPr>
          <p:nvPr>
            <p:ph type="body" orient="vert" idx="13" hasCustomPrompt="1"/>
          </p:nvPr>
        </p:nvSpPr>
        <p:spPr>
          <a:xfrm>
            <a:off x="6346807" y="5021390"/>
            <a:ext cx="4711341" cy="202734"/>
          </a:xfrm>
        </p:spPr>
        <p:txBody>
          <a:bodyPr vert="horz" lIns="0" tIns="0" rIns="0" bIns="0"/>
          <a:lstStyle>
            <a:lvl1pPr marL="0" indent="0">
              <a:buNone/>
              <a:defRPr sz="1400" b="1">
                <a:solidFill>
                  <a:schemeClr val="accent1"/>
                </a:solidFill>
              </a:defRPr>
            </a:lvl1pPr>
            <a:lvl2pPr marL="0" indent="0">
              <a:buNone/>
              <a:defRPr sz="1600"/>
            </a:lvl2pPr>
            <a:lvl3pPr marL="185738" indent="-185738">
              <a:buClr>
                <a:schemeClr val="accent2"/>
              </a:buClr>
              <a:buFont typeface="Arial" panose="020B0604020202020204" pitchFamily="34" charset="0"/>
              <a:buChar char="•"/>
              <a:defRPr/>
            </a:lvl3pPr>
            <a:lvl4pPr>
              <a:defRPr/>
            </a:lvl4pPr>
            <a:lvl5pPr>
              <a:defRPr/>
            </a:lvl5pPr>
            <a:lvl6pPr>
              <a:defRPr/>
            </a:lvl6pPr>
            <a:lvl7pPr>
              <a:defRPr/>
            </a:lvl7pPr>
            <a:lvl8pPr>
              <a:defRPr/>
            </a:lvl8pPr>
            <a:lvl9pPr>
              <a:defRPr/>
            </a:lvl9pPr>
          </a:lstStyle>
          <a:p>
            <a:pPr lvl="0"/>
            <a:r>
              <a:rPr lang="nl-NL"/>
              <a:t>Onderwerp titel</a:t>
            </a:r>
          </a:p>
        </p:txBody>
      </p:sp>
      <p:sp>
        <p:nvSpPr>
          <p:cNvPr id="75" name="Tijdelijke aanduiding voor afbeelding 74">
            <a:extLst>
              <a:ext uri="{FF2B5EF4-FFF2-40B4-BE49-F238E27FC236}">
                <a16:creationId xmlns:a16="http://schemas.microsoft.com/office/drawing/2014/main" id="{19D26856-B9DF-494C-85D6-E71741706FC4}"/>
              </a:ext>
            </a:extLst>
          </p:cNvPr>
          <p:cNvSpPr>
            <a:spLocks noGrp="1"/>
          </p:cNvSpPr>
          <p:nvPr>
            <p:ph type="pic" sz="quarter" idx="14" hasCustomPrompt="1"/>
          </p:nvPr>
        </p:nvSpPr>
        <p:spPr>
          <a:xfrm>
            <a:off x="6341237" y="715037"/>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78" name="Tijdelijke aanduiding voor afbeelding 77">
            <a:extLst>
              <a:ext uri="{FF2B5EF4-FFF2-40B4-BE49-F238E27FC236}">
                <a16:creationId xmlns:a16="http://schemas.microsoft.com/office/drawing/2014/main" id="{561DF0DE-DB08-472F-B2CC-213CB4B9D936}"/>
              </a:ext>
            </a:extLst>
          </p:cNvPr>
          <p:cNvSpPr>
            <a:spLocks noGrp="1"/>
          </p:cNvSpPr>
          <p:nvPr>
            <p:ph type="pic" sz="quarter" idx="15" hasCustomPrompt="1"/>
          </p:nvPr>
        </p:nvSpPr>
        <p:spPr>
          <a:xfrm>
            <a:off x="6341237" y="1269662"/>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79" name="Tijdelijke aanduiding voor afbeelding 78">
            <a:extLst>
              <a:ext uri="{FF2B5EF4-FFF2-40B4-BE49-F238E27FC236}">
                <a16:creationId xmlns:a16="http://schemas.microsoft.com/office/drawing/2014/main" id="{45F5706C-C71C-4252-BF76-D36558D25B51}"/>
              </a:ext>
            </a:extLst>
          </p:cNvPr>
          <p:cNvSpPr>
            <a:spLocks noGrp="1"/>
          </p:cNvSpPr>
          <p:nvPr>
            <p:ph type="pic" sz="quarter" idx="16" hasCustomPrompt="1"/>
          </p:nvPr>
        </p:nvSpPr>
        <p:spPr>
          <a:xfrm>
            <a:off x="7675187" y="715037"/>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80" name="Tijdelijke aanduiding voor afbeelding 79">
            <a:extLst>
              <a:ext uri="{FF2B5EF4-FFF2-40B4-BE49-F238E27FC236}">
                <a16:creationId xmlns:a16="http://schemas.microsoft.com/office/drawing/2014/main" id="{12DA2CB3-8277-414C-9420-7B8642A49D04}"/>
              </a:ext>
            </a:extLst>
          </p:cNvPr>
          <p:cNvSpPr>
            <a:spLocks noGrp="1"/>
          </p:cNvSpPr>
          <p:nvPr>
            <p:ph type="pic" sz="quarter" idx="17" hasCustomPrompt="1"/>
          </p:nvPr>
        </p:nvSpPr>
        <p:spPr>
          <a:xfrm>
            <a:off x="7675187" y="1269662"/>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81" name="Tijdelijke aanduiding voor afbeelding 80">
            <a:extLst>
              <a:ext uri="{FF2B5EF4-FFF2-40B4-BE49-F238E27FC236}">
                <a16:creationId xmlns:a16="http://schemas.microsoft.com/office/drawing/2014/main" id="{017D0F29-4ADD-414C-97CA-7E19FB91C294}"/>
              </a:ext>
            </a:extLst>
          </p:cNvPr>
          <p:cNvSpPr>
            <a:spLocks noGrp="1"/>
          </p:cNvSpPr>
          <p:nvPr>
            <p:ph type="pic" sz="quarter" idx="18" hasCustomPrompt="1"/>
          </p:nvPr>
        </p:nvSpPr>
        <p:spPr>
          <a:xfrm>
            <a:off x="9023378" y="715037"/>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82" name="Tijdelijke aanduiding voor afbeelding 81">
            <a:extLst>
              <a:ext uri="{FF2B5EF4-FFF2-40B4-BE49-F238E27FC236}">
                <a16:creationId xmlns:a16="http://schemas.microsoft.com/office/drawing/2014/main" id="{012698D1-FB79-4CBF-8F88-B59FDE25DAB5}"/>
              </a:ext>
            </a:extLst>
          </p:cNvPr>
          <p:cNvSpPr>
            <a:spLocks noGrp="1"/>
          </p:cNvSpPr>
          <p:nvPr>
            <p:ph type="pic" sz="quarter" idx="19" hasCustomPrompt="1"/>
          </p:nvPr>
        </p:nvSpPr>
        <p:spPr>
          <a:xfrm>
            <a:off x="9023378" y="1269662"/>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89" name="Tijdelijke aanduiding voor afbeelding 88">
            <a:extLst>
              <a:ext uri="{FF2B5EF4-FFF2-40B4-BE49-F238E27FC236}">
                <a16:creationId xmlns:a16="http://schemas.microsoft.com/office/drawing/2014/main" id="{A3D72D38-13AD-4E55-AF6D-AC4224BB1773}"/>
              </a:ext>
            </a:extLst>
          </p:cNvPr>
          <p:cNvSpPr>
            <a:spLocks noGrp="1"/>
          </p:cNvSpPr>
          <p:nvPr>
            <p:ph type="pic" sz="quarter" idx="20" hasCustomPrompt="1"/>
          </p:nvPr>
        </p:nvSpPr>
        <p:spPr>
          <a:xfrm>
            <a:off x="6341237" y="2244053"/>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90" name="Tijdelijke aanduiding voor afbeelding 89">
            <a:extLst>
              <a:ext uri="{FF2B5EF4-FFF2-40B4-BE49-F238E27FC236}">
                <a16:creationId xmlns:a16="http://schemas.microsoft.com/office/drawing/2014/main" id="{1F8C3F00-A1E6-4D09-93A6-CF15A82BEDC4}"/>
              </a:ext>
            </a:extLst>
          </p:cNvPr>
          <p:cNvSpPr>
            <a:spLocks noGrp="1"/>
          </p:cNvSpPr>
          <p:nvPr>
            <p:ph type="pic" sz="quarter" idx="21" hasCustomPrompt="1"/>
          </p:nvPr>
        </p:nvSpPr>
        <p:spPr>
          <a:xfrm>
            <a:off x="6341237" y="2798678"/>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91" name="Tijdelijke aanduiding voor afbeelding 90">
            <a:extLst>
              <a:ext uri="{FF2B5EF4-FFF2-40B4-BE49-F238E27FC236}">
                <a16:creationId xmlns:a16="http://schemas.microsoft.com/office/drawing/2014/main" id="{6FA4E182-DA82-4EFF-BD8E-6FA27BA19345}"/>
              </a:ext>
            </a:extLst>
          </p:cNvPr>
          <p:cNvSpPr>
            <a:spLocks noGrp="1"/>
          </p:cNvSpPr>
          <p:nvPr>
            <p:ph type="pic" sz="quarter" idx="22" hasCustomPrompt="1"/>
          </p:nvPr>
        </p:nvSpPr>
        <p:spPr>
          <a:xfrm>
            <a:off x="7675187" y="2244053"/>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92" name="Tijdelijke aanduiding voor afbeelding 91">
            <a:extLst>
              <a:ext uri="{FF2B5EF4-FFF2-40B4-BE49-F238E27FC236}">
                <a16:creationId xmlns:a16="http://schemas.microsoft.com/office/drawing/2014/main" id="{FEC69832-E2BC-4D11-9ECF-78431C502968}"/>
              </a:ext>
            </a:extLst>
          </p:cNvPr>
          <p:cNvSpPr>
            <a:spLocks noGrp="1"/>
          </p:cNvSpPr>
          <p:nvPr>
            <p:ph type="pic" sz="quarter" idx="23" hasCustomPrompt="1"/>
          </p:nvPr>
        </p:nvSpPr>
        <p:spPr>
          <a:xfrm>
            <a:off x="7675187" y="2798678"/>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93" name="Tijdelijke aanduiding voor afbeelding 92">
            <a:extLst>
              <a:ext uri="{FF2B5EF4-FFF2-40B4-BE49-F238E27FC236}">
                <a16:creationId xmlns:a16="http://schemas.microsoft.com/office/drawing/2014/main" id="{453F6354-B968-4023-A04E-4AD2BA72D51F}"/>
              </a:ext>
            </a:extLst>
          </p:cNvPr>
          <p:cNvSpPr>
            <a:spLocks noGrp="1"/>
          </p:cNvSpPr>
          <p:nvPr>
            <p:ph type="pic" sz="quarter" idx="24" hasCustomPrompt="1"/>
          </p:nvPr>
        </p:nvSpPr>
        <p:spPr>
          <a:xfrm>
            <a:off x="9023378" y="2244053"/>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94" name="Tijdelijke aanduiding voor afbeelding 93">
            <a:extLst>
              <a:ext uri="{FF2B5EF4-FFF2-40B4-BE49-F238E27FC236}">
                <a16:creationId xmlns:a16="http://schemas.microsoft.com/office/drawing/2014/main" id="{5B253EC0-9D6B-4505-82C7-AABC6F643E57}"/>
              </a:ext>
            </a:extLst>
          </p:cNvPr>
          <p:cNvSpPr>
            <a:spLocks noGrp="1"/>
          </p:cNvSpPr>
          <p:nvPr>
            <p:ph type="pic" sz="quarter" idx="25" hasCustomPrompt="1"/>
          </p:nvPr>
        </p:nvSpPr>
        <p:spPr>
          <a:xfrm>
            <a:off x="9023378" y="2798678"/>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95" name="Tijdelijke aanduiding voor afbeelding 94">
            <a:extLst>
              <a:ext uri="{FF2B5EF4-FFF2-40B4-BE49-F238E27FC236}">
                <a16:creationId xmlns:a16="http://schemas.microsoft.com/office/drawing/2014/main" id="{2E31FB2F-5EAB-4348-B796-3FA24D186599}"/>
              </a:ext>
            </a:extLst>
          </p:cNvPr>
          <p:cNvSpPr>
            <a:spLocks noGrp="1"/>
          </p:cNvSpPr>
          <p:nvPr>
            <p:ph type="pic" sz="quarter" idx="26" hasCustomPrompt="1"/>
          </p:nvPr>
        </p:nvSpPr>
        <p:spPr>
          <a:xfrm>
            <a:off x="6341237" y="3764186"/>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96" name="Tijdelijke aanduiding voor afbeelding 95">
            <a:extLst>
              <a:ext uri="{FF2B5EF4-FFF2-40B4-BE49-F238E27FC236}">
                <a16:creationId xmlns:a16="http://schemas.microsoft.com/office/drawing/2014/main" id="{9346223A-EFB4-4B21-A239-107B5559C810}"/>
              </a:ext>
            </a:extLst>
          </p:cNvPr>
          <p:cNvSpPr>
            <a:spLocks noGrp="1"/>
          </p:cNvSpPr>
          <p:nvPr>
            <p:ph type="pic" sz="quarter" idx="27" hasCustomPrompt="1"/>
          </p:nvPr>
        </p:nvSpPr>
        <p:spPr>
          <a:xfrm>
            <a:off x="6341237" y="4318811"/>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97" name="Tijdelijke aanduiding voor afbeelding 96">
            <a:extLst>
              <a:ext uri="{FF2B5EF4-FFF2-40B4-BE49-F238E27FC236}">
                <a16:creationId xmlns:a16="http://schemas.microsoft.com/office/drawing/2014/main" id="{26494F26-6801-4217-9B1E-785D1D3CFFF1}"/>
              </a:ext>
            </a:extLst>
          </p:cNvPr>
          <p:cNvSpPr>
            <a:spLocks noGrp="1"/>
          </p:cNvSpPr>
          <p:nvPr>
            <p:ph type="pic" sz="quarter" idx="28" hasCustomPrompt="1"/>
          </p:nvPr>
        </p:nvSpPr>
        <p:spPr>
          <a:xfrm>
            <a:off x="7675187" y="3764186"/>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98" name="Tijdelijke aanduiding voor afbeelding 97">
            <a:extLst>
              <a:ext uri="{FF2B5EF4-FFF2-40B4-BE49-F238E27FC236}">
                <a16:creationId xmlns:a16="http://schemas.microsoft.com/office/drawing/2014/main" id="{05467C5A-82FF-46E3-BA72-BD19FB80D3E9}"/>
              </a:ext>
            </a:extLst>
          </p:cNvPr>
          <p:cNvSpPr>
            <a:spLocks noGrp="1"/>
          </p:cNvSpPr>
          <p:nvPr>
            <p:ph type="pic" sz="quarter" idx="29" hasCustomPrompt="1"/>
          </p:nvPr>
        </p:nvSpPr>
        <p:spPr>
          <a:xfrm>
            <a:off x="7675187" y="4318811"/>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99" name="Tijdelijke aanduiding voor afbeelding 98">
            <a:extLst>
              <a:ext uri="{FF2B5EF4-FFF2-40B4-BE49-F238E27FC236}">
                <a16:creationId xmlns:a16="http://schemas.microsoft.com/office/drawing/2014/main" id="{A54F3BE1-3DE6-4567-8AE9-FA0C884B008B}"/>
              </a:ext>
            </a:extLst>
          </p:cNvPr>
          <p:cNvSpPr>
            <a:spLocks noGrp="1"/>
          </p:cNvSpPr>
          <p:nvPr>
            <p:ph type="pic" sz="quarter" idx="30" hasCustomPrompt="1"/>
          </p:nvPr>
        </p:nvSpPr>
        <p:spPr>
          <a:xfrm>
            <a:off x="9023378" y="3764186"/>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00" name="Tijdelijke aanduiding voor afbeelding 99">
            <a:extLst>
              <a:ext uri="{FF2B5EF4-FFF2-40B4-BE49-F238E27FC236}">
                <a16:creationId xmlns:a16="http://schemas.microsoft.com/office/drawing/2014/main" id="{EFE38C9E-FB22-4096-9452-3778D8DE52E0}"/>
              </a:ext>
            </a:extLst>
          </p:cNvPr>
          <p:cNvSpPr>
            <a:spLocks noGrp="1"/>
          </p:cNvSpPr>
          <p:nvPr>
            <p:ph type="pic" sz="quarter" idx="31" hasCustomPrompt="1"/>
          </p:nvPr>
        </p:nvSpPr>
        <p:spPr>
          <a:xfrm>
            <a:off x="9023378" y="4318811"/>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01" name="Tijdelijke aanduiding voor afbeelding 100">
            <a:extLst>
              <a:ext uri="{FF2B5EF4-FFF2-40B4-BE49-F238E27FC236}">
                <a16:creationId xmlns:a16="http://schemas.microsoft.com/office/drawing/2014/main" id="{4C9CFCDE-FAD8-4BEB-AA42-EE9F14E06DB0}"/>
              </a:ext>
            </a:extLst>
          </p:cNvPr>
          <p:cNvSpPr>
            <a:spLocks noGrp="1"/>
          </p:cNvSpPr>
          <p:nvPr>
            <p:ph type="pic" sz="quarter" idx="32" hasCustomPrompt="1"/>
          </p:nvPr>
        </p:nvSpPr>
        <p:spPr>
          <a:xfrm>
            <a:off x="6341237" y="5287268"/>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02" name="Tijdelijke aanduiding voor afbeelding 101">
            <a:extLst>
              <a:ext uri="{FF2B5EF4-FFF2-40B4-BE49-F238E27FC236}">
                <a16:creationId xmlns:a16="http://schemas.microsoft.com/office/drawing/2014/main" id="{35087C55-5032-45D6-8A6D-9A797645507E}"/>
              </a:ext>
            </a:extLst>
          </p:cNvPr>
          <p:cNvSpPr>
            <a:spLocks noGrp="1"/>
          </p:cNvSpPr>
          <p:nvPr>
            <p:ph type="pic" sz="quarter" idx="33" hasCustomPrompt="1"/>
          </p:nvPr>
        </p:nvSpPr>
        <p:spPr>
          <a:xfrm>
            <a:off x="6341237" y="5841893"/>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03" name="Tijdelijke aanduiding voor afbeelding 102">
            <a:extLst>
              <a:ext uri="{FF2B5EF4-FFF2-40B4-BE49-F238E27FC236}">
                <a16:creationId xmlns:a16="http://schemas.microsoft.com/office/drawing/2014/main" id="{81F3A3DD-4834-4C88-8B3E-0485E6E3C12B}"/>
              </a:ext>
            </a:extLst>
          </p:cNvPr>
          <p:cNvSpPr>
            <a:spLocks noGrp="1"/>
          </p:cNvSpPr>
          <p:nvPr>
            <p:ph type="pic" sz="quarter" idx="34" hasCustomPrompt="1"/>
          </p:nvPr>
        </p:nvSpPr>
        <p:spPr>
          <a:xfrm>
            <a:off x="7675187" y="5287268"/>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04" name="Tijdelijke aanduiding voor afbeelding 103">
            <a:extLst>
              <a:ext uri="{FF2B5EF4-FFF2-40B4-BE49-F238E27FC236}">
                <a16:creationId xmlns:a16="http://schemas.microsoft.com/office/drawing/2014/main" id="{D5F36146-6682-44AA-91D3-5B52E4A8BD11}"/>
              </a:ext>
            </a:extLst>
          </p:cNvPr>
          <p:cNvSpPr>
            <a:spLocks noGrp="1"/>
          </p:cNvSpPr>
          <p:nvPr>
            <p:ph type="pic" sz="quarter" idx="35" hasCustomPrompt="1"/>
          </p:nvPr>
        </p:nvSpPr>
        <p:spPr>
          <a:xfrm>
            <a:off x="7675187" y="5841893"/>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05" name="Tijdelijke aanduiding voor afbeelding 104">
            <a:extLst>
              <a:ext uri="{FF2B5EF4-FFF2-40B4-BE49-F238E27FC236}">
                <a16:creationId xmlns:a16="http://schemas.microsoft.com/office/drawing/2014/main" id="{98C89495-6E46-49BD-86B2-CC71FBDA7147}"/>
              </a:ext>
            </a:extLst>
          </p:cNvPr>
          <p:cNvSpPr>
            <a:spLocks noGrp="1"/>
          </p:cNvSpPr>
          <p:nvPr>
            <p:ph type="pic" sz="quarter" idx="36" hasCustomPrompt="1"/>
          </p:nvPr>
        </p:nvSpPr>
        <p:spPr>
          <a:xfrm>
            <a:off x="9023378" y="5287268"/>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06" name="Tijdelijke aanduiding voor afbeelding 105">
            <a:extLst>
              <a:ext uri="{FF2B5EF4-FFF2-40B4-BE49-F238E27FC236}">
                <a16:creationId xmlns:a16="http://schemas.microsoft.com/office/drawing/2014/main" id="{D8884AEE-715F-4F07-AADB-9B30E935C608}"/>
              </a:ext>
            </a:extLst>
          </p:cNvPr>
          <p:cNvSpPr>
            <a:spLocks noGrp="1"/>
          </p:cNvSpPr>
          <p:nvPr>
            <p:ph type="pic" sz="quarter" idx="37" hasCustomPrompt="1"/>
          </p:nvPr>
        </p:nvSpPr>
        <p:spPr>
          <a:xfrm>
            <a:off x="9023378" y="5841893"/>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07" name="Tijdelijke aanduiding voor afbeelding 106">
            <a:extLst>
              <a:ext uri="{FF2B5EF4-FFF2-40B4-BE49-F238E27FC236}">
                <a16:creationId xmlns:a16="http://schemas.microsoft.com/office/drawing/2014/main" id="{180BDCF8-2FC3-40C1-998F-10620F0B6519}"/>
              </a:ext>
            </a:extLst>
          </p:cNvPr>
          <p:cNvSpPr>
            <a:spLocks noGrp="1"/>
          </p:cNvSpPr>
          <p:nvPr>
            <p:ph type="pic" sz="quarter" idx="38" hasCustomPrompt="1"/>
          </p:nvPr>
        </p:nvSpPr>
        <p:spPr>
          <a:xfrm>
            <a:off x="10333742" y="715037"/>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08" name="Tijdelijke aanduiding voor afbeelding 107">
            <a:extLst>
              <a:ext uri="{FF2B5EF4-FFF2-40B4-BE49-F238E27FC236}">
                <a16:creationId xmlns:a16="http://schemas.microsoft.com/office/drawing/2014/main" id="{41DCF3D4-C58F-4A27-8FBE-70091CFC005E}"/>
              </a:ext>
            </a:extLst>
          </p:cNvPr>
          <p:cNvSpPr>
            <a:spLocks noGrp="1"/>
          </p:cNvSpPr>
          <p:nvPr>
            <p:ph type="pic" sz="quarter" idx="39" hasCustomPrompt="1"/>
          </p:nvPr>
        </p:nvSpPr>
        <p:spPr>
          <a:xfrm>
            <a:off x="10333742" y="1269662"/>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09" name="Tijdelijke aanduiding voor afbeelding 108">
            <a:extLst>
              <a:ext uri="{FF2B5EF4-FFF2-40B4-BE49-F238E27FC236}">
                <a16:creationId xmlns:a16="http://schemas.microsoft.com/office/drawing/2014/main" id="{A4F5D8A7-FBFF-4664-A948-11027B221A51}"/>
              </a:ext>
            </a:extLst>
          </p:cNvPr>
          <p:cNvSpPr>
            <a:spLocks noGrp="1"/>
          </p:cNvSpPr>
          <p:nvPr>
            <p:ph type="pic" sz="quarter" idx="40" hasCustomPrompt="1"/>
          </p:nvPr>
        </p:nvSpPr>
        <p:spPr>
          <a:xfrm>
            <a:off x="10333742" y="2244053"/>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10" name="Tijdelijke aanduiding voor afbeelding 109">
            <a:extLst>
              <a:ext uri="{FF2B5EF4-FFF2-40B4-BE49-F238E27FC236}">
                <a16:creationId xmlns:a16="http://schemas.microsoft.com/office/drawing/2014/main" id="{8535864F-FBC7-4108-B009-0B06373AE674}"/>
              </a:ext>
            </a:extLst>
          </p:cNvPr>
          <p:cNvSpPr>
            <a:spLocks noGrp="1"/>
          </p:cNvSpPr>
          <p:nvPr>
            <p:ph type="pic" sz="quarter" idx="41" hasCustomPrompt="1"/>
          </p:nvPr>
        </p:nvSpPr>
        <p:spPr>
          <a:xfrm>
            <a:off x="10333742" y="2798678"/>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11" name="Tijdelijke aanduiding voor afbeelding 110">
            <a:extLst>
              <a:ext uri="{FF2B5EF4-FFF2-40B4-BE49-F238E27FC236}">
                <a16:creationId xmlns:a16="http://schemas.microsoft.com/office/drawing/2014/main" id="{0A02DCF6-D500-42BC-9FD9-A9760F9B3820}"/>
              </a:ext>
            </a:extLst>
          </p:cNvPr>
          <p:cNvSpPr>
            <a:spLocks noGrp="1"/>
          </p:cNvSpPr>
          <p:nvPr>
            <p:ph type="pic" sz="quarter" idx="42" hasCustomPrompt="1"/>
          </p:nvPr>
        </p:nvSpPr>
        <p:spPr>
          <a:xfrm>
            <a:off x="10333742" y="3764186"/>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12" name="Tijdelijke aanduiding voor afbeelding 111">
            <a:extLst>
              <a:ext uri="{FF2B5EF4-FFF2-40B4-BE49-F238E27FC236}">
                <a16:creationId xmlns:a16="http://schemas.microsoft.com/office/drawing/2014/main" id="{FE954A0E-3E1D-4BD4-B613-819DE3D722CD}"/>
              </a:ext>
            </a:extLst>
          </p:cNvPr>
          <p:cNvSpPr>
            <a:spLocks noGrp="1"/>
          </p:cNvSpPr>
          <p:nvPr>
            <p:ph type="pic" sz="quarter" idx="43" hasCustomPrompt="1"/>
          </p:nvPr>
        </p:nvSpPr>
        <p:spPr>
          <a:xfrm>
            <a:off x="10333742" y="4318811"/>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13" name="Tijdelijke aanduiding voor afbeelding 112">
            <a:extLst>
              <a:ext uri="{FF2B5EF4-FFF2-40B4-BE49-F238E27FC236}">
                <a16:creationId xmlns:a16="http://schemas.microsoft.com/office/drawing/2014/main" id="{D4A1D99A-B1A8-4C11-84E6-613424A0CEB8}"/>
              </a:ext>
            </a:extLst>
          </p:cNvPr>
          <p:cNvSpPr>
            <a:spLocks noGrp="1"/>
          </p:cNvSpPr>
          <p:nvPr>
            <p:ph type="pic" sz="quarter" idx="44" hasCustomPrompt="1"/>
          </p:nvPr>
        </p:nvSpPr>
        <p:spPr>
          <a:xfrm>
            <a:off x="10333742" y="5287268"/>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14" name="Tijdelijke aanduiding voor afbeelding 113">
            <a:extLst>
              <a:ext uri="{FF2B5EF4-FFF2-40B4-BE49-F238E27FC236}">
                <a16:creationId xmlns:a16="http://schemas.microsoft.com/office/drawing/2014/main" id="{A15A3B2D-35FA-4D28-9B53-086923EEDCC7}"/>
              </a:ext>
            </a:extLst>
          </p:cNvPr>
          <p:cNvSpPr>
            <a:spLocks noGrp="1"/>
          </p:cNvSpPr>
          <p:nvPr>
            <p:ph type="pic" sz="quarter" idx="45" hasCustomPrompt="1"/>
          </p:nvPr>
        </p:nvSpPr>
        <p:spPr>
          <a:xfrm>
            <a:off x="10333742" y="5841893"/>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Tree>
    <p:extLst>
      <p:ext uri="{BB962C8B-B14F-4D97-AF65-F5344CB8AC3E}">
        <p14:creationId xmlns:p14="http://schemas.microsoft.com/office/powerpoint/2010/main" val="30325419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Logo slide #2">
    <p:spTree>
      <p:nvGrpSpPr>
        <p:cNvPr id="1" name=""/>
        <p:cNvGrpSpPr/>
        <p:nvPr/>
      </p:nvGrpSpPr>
      <p:grpSpPr>
        <a:xfrm>
          <a:off x="0" y="0"/>
          <a:ext cx="0" cy="0"/>
          <a:chOff x="0" y="0"/>
          <a:chExt cx="0" cy="0"/>
        </a:xfrm>
      </p:grpSpPr>
      <p:grpSp>
        <p:nvGrpSpPr>
          <p:cNvPr id="4" name="Groep 3">
            <a:extLst>
              <a:ext uri="{FF2B5EF4-FFF2-40B4-BE49-F238E27FC236}">
                <a16:creationId xmlns:a16="http://schemas.microsoft.com/office/drawing/2014/main" id="{01115F6E-A89A-4495-929C-2815A0CFEB1E}"/>
              </a:ext>
            </a:extLst>
          </p:cNvPr>
          <p:cNvGrpSpPr/>
          <p:nvPr userDrawn="1"/>
        </p:nvGrpSpPr>
        <p:grpSpPr>
          <a:xfrm flipH="1">
            <a:off x="-2925" y="-2"/>
            <a:ext cx="4392344" cy="6858297"/>
            <a:chOff x="7799656" y="-2"/>
            <a:chExt cx="4392344" cy="6858297"/>
          </a:xfrm>
        </p:grpSpPr>
        <p:sp>
          <p:nvSpPr>
            <p:cNvPr id="109" name="Graphic 31">
              <a:extLst>
                <a:ext uri="{FF2B5EF4-FFF2-40B4-BE49-F238E27FC236}">
                  <a16:creationId xmlns:a16="http://schemas.microsoft.com/office/drawing/2014/main" id="{E66B9506-DF4E-4B46-9F76-85E713941110}"/>
                </a:ext>
              </a:extLst>
            </p:cNvPr>
            <p:cNvSpPr>
              <a:spLocks noChangeAspect="1"/>
            </p:cNvSpPr>
            <p:nvPr userDrawn="1"/>
          </p:nvSpPr>
          <p:spPr>
            <a:xfrm rot="10800000" flipH="1" flipV="1">
              <a:off x="8568578" y="-2"/>
              <a:ext cx="3623422" cy="6858295"/>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15644" h="7563811">
                  <a:moveTo>
                    <a:pt x="892481" y="0"/>
                  </a:moveTo>
                  <a:cubicBezTo>
                    <a:pt x="1110972" y="1866494"/>
                    <a:pt x="88385" y="2171435"/>
                    <a:pt x="5816" y="3571624"/>
                  </a:cubicBezTo>
                  <a:cubicBezTo>
                    <a:pt x="-81834" y="5049318"/>
                    <a:pt x="851832" y="6147106"/>
                    <a:pt x="747667" y="7563812"/>
                  </a:cubicBezTo>
                  <a:lnTo>
                    <a:pt x="5315644" y="7563812"/>
                  </a:lnTo>
                  <a:lnTo>
                    <a:pt x="5315644" y="0"/>
                  </a:lnTo>
                  <a:lnTo>
                    <a:pt x="892481" y="0"/>
                  </a:lnTo>
                  <a:close/>
                </a:path>
              </a:pathLst>
            </a:custGeom>
            <a:solidFill>
              <a:schemeClr val="accent3"/>
            </a:solidFill>
            <a:ln w="12692" cap="flat">
              <a:noFill/>
              <a:prstDash val="solid"/>
              <a:miter/>
            </a:ln>
          </p:spPr>
          <p:txBody>
            <a:bodyPr rtlCol="0" anchor="ctr"/>
            <a:lstStyle/>
            <a:p>
              <a:pPr marL="0" marR="0" lvl="0" indent="0" defTabSz="457200" eaLnBrk="1" fontAlgn="auto" latinLnBrk="0" hangingPunct="1">
                <a:lnSpc>
                  <a:spcPct val="100000"/>
                </a:lnSpc>
                <a:spcBef>
                  <a:spcPts val="0"/>
                </a:spcBef>
                <a:spcAft>
                  <a:spcPts val="0"/>
                </a:spcAft>
                <a:buClrTx/>
                <a:buSzTx/>
                <a:buFontTx/>
                <a:buNone/>
                <a:tabLst/>
                <a:defRPr/>
              </a:pPr>
              <a:endParaRPr kumimoji="0" lang="nl-NL" sz="1633" b="0" i="0" u="none" strike="noStrike" kern="0" cap="none" spc="0" normalizeH="0" baseline="0" noProof="0">
                <a:ln>
                  <a:noFill/>
                </a:ln>
                <a:solidFill>
                  <a:prstClr val="black"/>
                </a:solidFill>
                <a:effectLst/>
                <a:uLnTx/>
                <a:uFillTx/>
                <a:latin typeface="Calibri" panose="020F0502020204030204"/>
              </a:endParaRPr>
            </a:p>
          </p:txBody>
        </p:sp>
        <p:grpSp>
          <p:nvGrpSpPr>
            <p:cNvPr id="2" name="Groep 1">
              <a:extLst>
                <a:ext uri="{FF2B5EF4-FFF2-40B4-BE49-F238E27FC236}">
                  <a16:creationId xmlns:a16="http://schemas.microsoft.com/office/drawing/2014/main" id="{C9DE87EF-7632-46B7-A6AD-515991BCCCAC}"/>
                </a:ext>
              </a:extLst>
            </p:cNvPr>
            <p:cNvGrpSpPr/>
            <p:nvPr userDrawn="1"/>
          </p:nvGrpSpPr>
          <p:grpSpPr>
            <a:xfrm>
              <a:off x="7799656" y="-2"/>
              <a:ext cx="3623422" cy="6858297"/>
              <a:chOff x="7799656" y="-2"/>
              <a:chExt cx="3623422" cy="6858297"/>
            </a:xfrm>
          </p:grpSpPr>
          <p:sp>
            <p:nvSpPr>
              <p:cNvPr id="107" name="Graphic 31">
                <a:extLst>
                  <a:ext uri="{FF2B5EF4-FFF2-40B4-BE49-F238E27FC236}">
                    <a16:creationId xmlns:a16="http://schemas.microsoft.com/office/drawing/2014/main" id="{2244A66F-3DC0-44B5-8684-F34810750BCF}"/>
                  </a:ext>
                </a:extLst>
              </p:cNvPr>
              <p:cNvSpPr>
                <a:spLocks noChangeAspect="1"/>
              </p:cNvSpPr>
              <p:nvPr userDrawn="1"/>
            </p:nvSpPr>
            <p:spPr>
              <a:xfrm rot="10800000" flipH="1" flipV="1">
                <a:off x="7799656" y="-2"/>
                <a:ext cx="3623422" cy="6858295"/>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15644" h="7563811">
                    <a:moveTo>
                      <a:pt x="892481" y="0"/>
                    </a:moveTo>
                    <a:cubicBezTo>
                      <a:pt x="1110972" y="1866494"/>
                      <a:pt x="88385" y="2171435"/>
                      <a:pt x="5816" y="3571624"/>
                    </a:cubicBezTo>
                    <a:cubicBezTo>
                      <a:pt x="-81834" y="5049318"/>
                      <a:pt x="851832" y="6147106"/>
                      <a:pt x="747667" y="7563812"/>
                    </a:cubicBezTo>
                    <a:lnTo>
                      <a:pt x="5315644" y="7563812"/>
                    </a:lnTo>
                    <a:lnTo>
                      <a:pt x="5315644" y="0"/>
                    </a:lnTo>
                    <a:lnTo>
                      <a:pt x="892481" y="0"/>
                    </a:lnTo>
                    <a:close/>
                  </a:path>
                </a:pathLst>
              </a:custGeom>
              <a:solidFill>
                <a:schemeClr val="accent3"/>
              </a:solidFill>
              <a:ln w="12692" cap="flat">
                <a:noFill/>
                <a:prstDash val="solid"/>
                <a:miter/>
              </a:ln>
            </p:spPr>
            <p:txBody>
              <a:bodyPr rtlCol="0" anchor="ctr"/>
              <a:lstStyle/>
              <a:p>
                <a:pPr marL="0" marR="0" lvl="0" indent="0" defTabSz="457200" eaLnBrk="1" fontAlgn="auto" latinLnBrk="0" hangingPunct="1">
                  <a:lnSpc>
                    <a:spcPct val="100000"/>
                  </a:lnSpc>
                  <a:spcBef>
                    <a:spcPts val="0"/>
                  </a:spcBef>
                  <a:spcAft>
                    <a:spcPts val="0"/>
                  </a:spcAft>
                  <a:buClrTx/>
                  <a:buSzTx/>
                  <a:buFontTx/>
                  <a:buNone/>
                  <a:tabLst/>
                  <a:defRPr/>
                </a:pPr>
                <a:endParaRPr kumimoji="0" lang="nl-NL" sz="1633" b="0" i="0" u="none" strike="noStrike" kern="0" cap="none" spc="0" normalizeH="0" baseline="0" noProof="0">
                  <a:ln>
                    <a:noFill/>
                  </a:ln>
                  <a:solidFill>
                    <a:prstClr val="black"/>
                  </a:solidFill>
                  <a:effectLst/>
                  <a:uLnTx/>
                  <a:uFillTx/>
                  <a:latin typeface="Calibri" panose="020F0502020204030204"/>
                </a:endParaRPr>
              </a:p>
            </p:txBody>
          </p:sp>
          <p:sp>
            <p:nvSpPr>
              <p:cNvPr id="108" name="Graphic 34">
                <a:extLst>
                  <a:ext uri="{FF2B5EF4-FFF2-40B4-BE49-F238E27FC236}">
                    <a16:creationId xmlns:a16="http://schemas.microsoft.com/office/drawing/2014/main" id="{43B13E4F-1BE0-4CE5-B7DB-8563A0D9463D}"/>
                  </a:ext>
                </a:extLst>
              </p:cNvPr>
              <p:cNvSpPr>
                <a:spLocks noChangeAspect="1"/>
              </p:cNvSpPr>
              <p:nvPr userDrawn="1"/>
            </p:nvSpPr>
            <p:spPr>
              <a:xfrm rot="10800000" flipH="1" flipV="1">
                <a:off x="7799656" y="0"/>
                <a:ext cx="1626627" cy="6858295"/>
              </a:xfrm>
              <a:custGeom>
                <a:avLst/>
                <a:gdLst>
                  <a:gd name="connsiteX0" fmla="*/ 5860 w 2434661"/>
                  <a:gd name="connsiteY0" fmla="*/ 3586871 h 7563811"/>
                  <a:gd name="connsiteX1" fmla="*/ 750252 w 2434661"/>
                  <a:gd name="connsiteY1" fmla="*/ 7563812 h 7563811"/>
                  <a:gd name="connsiteX2" fmla="*/ 2434662 w 2434661"/>
                  <a:gd name="connsiteY2" fmla="*/ 7563812 h 7563811"/>
                  <a:gd name="connsiteX3" fmla="*/ 2378769 w 2434661"/>
                  <a:gd name="connsiteY3" fmla="*/ 7098777 h 7563811"/>
                  <a:gd name="connsiteX4" fmla="*/ 1137692 w 2434661"/>
                  <a:gd name="connsiteY4" fmla="*/ 3609741 h 7563811"/>
                  <a:gd name="connsiteX5" fmla="*/ 1163098 w 2434661"/>
                  <a:gd name="connsiteY5" fmla="*/ 0 h 7563811"/>
                  <a:gd name="connsiteX6" fmla="*/ 893795 w 2434661"/>
                  <a:gd name="connsiteY6" fmla="*/ 0 h 7563811"/>
                  <a:gd name="connsiteX7" fmla="*/ 5860 w 2434661"/>
                  <a:gd name="connsiteY7" fmla="*/ 3586871 h 756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4661" h="7563811">
                    <a:moveTo>
                      <a:pt x="5860" y="3586871"/>
                    </a:moveTo>
                    <a:cubicBezTo>
                      <a:pt x="-81790" y="5059483"/>
                      <a:pt x="844254" y="6156000"/>
                      <a:pt x="750252" y="7563812"/>
                    </a:cubicBezTo>
                    <a:lnTo>
                      <a:pt x="2434662" y="7563812"/>
                    </a:lnTo>
                    <a:cubicBezTo>
                      <a:pt x="2427040" y="7407530"/>
                      <a:pt x="2407986" y="7251247"/>
                      <a:pt x="2378769" y="7098777"/>
                    </a:cubicBezTo>
                    <a:cubicBezTo>
                      <a:pt x="2156468" y="5923483"/>
                      <a:pt x="1311722" y="4928612"/>
                      <a:pt x="1137692" y="3609741"/>
                    </a:cubicBezTo>
                    <a:cubicBezTo>
                      <a:pt x="990338" y="2477647"/>
                      <a:pt x="1333318" y="1102871"/>
                      <a:pt x="1163098" y="0"/>
                    </a:cubicBezTo>
                    <a:lnTo>
                      <a:pt x="893795" y="0"/>
                    </a:lnTo>
                    <a:cubicBezTo>
                      <a:pt x="1117367" y="1877930"/>
                      <a:pt x="89700" y="2181600"/>
                      <a:pt x="5860" y="3586871"/>
                    </a:cubicBezTo>
                    <a:close/>
                  </a:path>
                </a:pathLst>
              </a:custGeom>
              <a:solidFill>
                <a:schemeClr val="accent4"/>
              </a:solidFill>
              <a:ln w="12692" cap="flat">
                <a:noFill/>
                <a:prstDash val="solid"/>
                <a:miter/>
              </a:ln>
            </p:spPr>
            <p:txBody>
              <a:bodyPr rtlCol="0" anchor="ctr"/>
              <a:lstStyle/>
              <a:p>
                <a:pPr marL="0" marR="0" lvl="0" indent="0" defTabSz="457200" eaLnBrk="1" fontAlgn="auto" latinLnBrk="0" hangingPunct="1">
                  <a:lnSpc>
                    <a:spcPct val="100000"/>
                  </a:lnSpc>
                  <a:spcBef>
                    <a:spcPts val="0"/>
                  </a:spcBef>
                  <a:spcAft>
                    <a:spcPts val="0"/>
                  </a:spcAft>
                  <a:buClrTx/>
                  <a:buSzTx/>
                  <a:buFontTx/>
                  <a:buNone/>
                  <a:tabLst/>
                  <a:defRPr/>
                </a:pPr>
                <a:endParaRPr kumimoji="0" lang="nl-NL" sz="1633" b="0" i="0" u="none" strike="noStrike" kern="0" cap="none" spc="0" normalizeH="0" baseline="0" noProof="0">
                  <a:ln>
                    <a:noFill/>
                  </a:ln>
                  <a:solidFill>
                    <a:prstClr val="black"/>
                  </a:solidFill>
                  <a:effectLst/>
                  <a:uLnTx/>
                  <a:uFillTx/>
                  <a:latin typeface="Calibri" panose="020F0502020204030204"/>
                </a:endParaRPr>
              </a:p>
            </p:txBody>
          </p:sp>
        </p:grpSp>
      </p:grpSp>
      <p:sp>
        <p:nvSpPr>
          <p:cNvPr id="3" name="Titel 2">
            <a:extLst>
              <a:ext uri="{FF2B5EF4-FFF2-40B4-BE49-F238E27FC236}">
                <a16:creationId xmlns:a16="http://schemas.microsoft.com/office/drawing/2014/main" id="{9C75EC70-7F42-4BDA-A7A4-1B42B53FCE8E}"/>
              </a:ext>
            </a:extLst>
          </p:cNvPr>
          <p:cNvSpPr>
            <a:spLocks noGrp="1"/>
          </p:cNvSpPr>
          <p:nvPr>
            <p:ph type="title" hasCustomPrompt="1"/>
          </p:nvPr>
        </p:nvSpPr>
        <p:spPr>
          <a:xfrm>
            <a:off x="813520" y="517370"/>
            <a:ext cx="2194085" cy="1538678"/>
          </a:xfrm>
        </p:spPr>
        <p:txBody>
          <a:bodyPr anchor="t"/>
          <a:lstStyle>
            <a:lvl1pPr>
              <a:defRPr b="0">
                <a:solidFill>
                  <a:schemeClr val="bg1"/>
                </a:solidFill>
              </a:defRPr>
            </a:lvl1pPr>
          </a:lstStyle>
          <a:p>
            <a:r>
              <a:rPr lang="nl-NL"/>
              <a:t>Plaats hier </a:t>
            </a:r>
            <a:br>
              <a:rPr lang="nl-NL"/>
            </a:br>
            <a:r>
              <a:rPr lang="nl-NL"/>
              <a:t>een titel</a:t>
            </a:r>
          </a:p>
        </p:txBody>
      </p:sp>
      <p:sp>
        <p:nvSpPr>
          <p:cNvPr id="75" name="Tijdelijke aanduiding voor afbeelding 74">
            <a:extLst>
              <a:ext uri="{FF2B5EF4-FFF2-40B4-BE49-F238E27FC236}">
                <a16:creationId xmlns:a16="http://schemas.microsoft.com/office/drawing/2014/main" id="{19D26856-B9DF-494C-85D6-E71741706FC4}"/>
              </a:ext>
            </a:extLst>
          </p:cNvPr>
          <p:cNvSpPr>
            <a:spLocks noGrp="1"/>
          </p:cNvSpPr>
          <p:nvPr>
            <p:ph type="pic" sz="quarter" idx="14" hasCustomPrompt="1"/>
          </p:nvPr>
        </p:nvSpPr>
        <p:spPr>
          <a:xfrm>
            <a:off x="4835259" y="552296"/>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78" name="Tijdelijke aanduiding voor afbeelding 77">
            <a:extLst>
              <a:ext uri="{FF2B5EF4-FFF2-40B4-BE49-F238E27FC236}">
                <a16:creationId xmlns:a16="http://schemas.microsoft.com/office/drawing/2014/main" id="{561DF0DE-DB08-472F-B2CC-213CB4B9D936}"/>
              </a:ext>
            </a:extLst>
          </p:cNvPr>
          <p:cNvSpPr>
            <a:spLocks noGrp="1"/>
          </p:cNvSpPr>
          <p:nvPr>
            <p:ph type="pic" sz="quarter" idx="15" hasCustomPrompt="1"/>
          </p:nvPr>
        </p:nvSpPr>
        <p:spPr>
          <a:xfrm>
            <a:off x="4835259" y="1142561"/>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79" name="Tijdelijke aanduiding voor afbeelding 78">
            <a:extLst>
              <a:ext uri="{FF2B5EF4-FFF2-40B4-BE49-F238E27FC236}">
                <a16:creationId xmlns:a16="http://schemas.microsoft.com/office/drawing/2014/main" id="{45F5706C-C71C-4252-BF76-D36558D25B51}"/>
              </a:ext>
            </a:extLst>
          </p:cNvPr>
          <p:cNvSpPr>
            <a:spLocks noGrp="1"/>
          </p:cNvSpPr>
          <p:nvPr>
            <p:ph type="pic" sz="quarter" idx="16" hasCustomPrompt="1"/>
          </p:nvPr>
        </p:nvSpPr>
        <p:spPr>
          <a:xfrm>
            <a:off x="6643363" y="552296"/>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80" name="Tijdelijke aanduiding voor afbeelding 79">
            <a:extLst>
              <a:ext uri="{FF2B5EF4-FFF2-40B4-BE49-F238E27FC236}">
                <a16:creationId xmlns:a16="http://schemas.microsoft.com/office/drawing/2014/main" id="{12DA2CB3-8277-414C-9420-7B8642A49D04}"/>
              </a:ext>
            </a:extLst>
          </p:cNvPr>
          <p:cNvSpPr>
            <a:spLocks noGrp="1"/>
          </p:cNvSpPr>
          <p:nvPr>
            <p:ph type="pic" sz="quarter" idx="17" hasCustomPrompt="1"/>
          </p:nvPr>
        </p:nvSpPr>
        <p:spPr>
          <a:xfrm>
            <a:off x="6643363" y="1142561"/>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81" name="Tijdelijke aanduiding voor afbeelding 80">
            <a:extLst>
              <a:ext uri="{FF2B5EF4-FFF2-40B4-BE49-F238E27FC236}">
                <a16:creationId xmlns:a16="http://schemas.microsoft.com/office/drawing/2014/main" id="{017D0F29-4ADD-414C-97CA-7E19FB91C294}"/>
              </a:ext>
            </a:extLst>
          </p:cNvPr>
          <p:cNvSpPr>
            <a:spLocks noGrp="1"/>
          </p:cNvSpPr>
          <p:nvPr>
            <p:ph type="pic" sz="quarter" idx="18" hasCustomPrompt="1"/>
          </p:nvPr>
        </p:nvSpPr>
        <p:spPr>
          <a:xfrm>
            <a:off x="8446653" y="552296"/>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82" name="Tijdelijke aanduiding voor afbeelding 81">
            <a:extLst>
              <a:ext uri="{FF2B5EF4-FFF2-40B4-BE49-F238E27FC236}">
                <a16:creationId xmlns:a16="http://schemas.microsoft.com/office/drawing/2014/main" id="{012698D1-FB79-4CBF-8F88-B59FDE25DAB5}"/>
              </a:ext>
            </a:extLst>
          </p:cNvPr>
          <p:cNvSpPr>
            <a:spLocks noGrp="1"/>
          </p:cNvSpPr>
          <p:nvPr>
            <p:ph type="pic" sz="quarter" idx="19" hasCustomPrompt="1"/>
          </p:nvPr>
        </p:nvSpPr>
        <p:spPr>
          <a:xfrm>
            <a:off x="8446653" y="1142561"/>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89" name="Tijdelijke aanduiding voor afbeelding 88">
            <a:extLst>
              <a:ext uri="{FF2B5EF4-FFF2-40B4-BE49-F238E27FC236}">
                <a16:creationId xmlns:a16="http://schemas.microsoft.com/office/drawing/2014/main" id="{A3D72D38-13AD-4E55-AF6D-AC4224BB1773}"/>
              </a:ext>
            </a:extLst>
          </p:cNvPr>
          <p:cNvSpPr>
            <a:spLocks noGrp="1"/>
          </p:cNvSpPr>
          <p:nvPr>
            <p:ph type="pic" sz="quarter" idx="20" hasCustomPrompt="1"/>
          </p:nvPr>
        </p:nvSpPr>
        <p:spPr>
          <a:xfrm>
            <a:off x="4835259" y="1732826"/>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90" name="Tijdelijke aanduiding voor afbeelding 89">
            <a:extLst>
              <a:ext uri="{FF2B5EF4-FFF2-40B4-BE49-F238E27FC236}">
                <a16:creationId xmlns:a16="http://schemas.microsoft.com/office/drawing/2014/main" id="{1F8C3F00-A1E6-4D09-93A6-CF15A82BEDC4}"/>
              </a:ext>
            </a:extLst>
          </p:cNvPr>
          <p:cNvSpPr>
            <a:spLocks noGrp="1"/>
          </p:cNvSpPr>
          <p:nvPr>
            <p:ph type="pic" sz="quarter" idx="21" hasCustomPrompt="1"/>
          </p:nvPr>
        </p:nvSpPr>
        <p:spPr>
          <a:xfrm>
            <a:off x="4835259" y="2323091"/>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91" name="Tijdelijke aanduiding voor afbeelding 90">
            <a:extLst>
              <a:ext uri="{FF2B5EF4-FFF2-40B4-BE49-F238E27FC236}">
                <a16:creationId xmlns:a16="http://schemas.microsoft.com/office/drawing/2014/main" id="{6FA4E182-DA82-4EFF-BD8E-6FA27BA19345}"/>
              </a:ext>
            </a:extLst>
          </p:cNvPr>
          <p:cNvSpPr>
            <a:spLocks noGrp="1"/>
          </p:cNvSpPr>
          <p:nvPr>
            <p:ph type="pic" sz="quarter" idx="22" hasCustomPrompt="1"/>
          </p:nvPr>
        </p:nvSpPr>
        <p:spPr>
          <a:xfrm>
            <a:off x="6643363" y="1732826"/>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92" name="Tijdelijke aanduiding voor afbeelding 91">
            <a:extLst>
              <a:ext uri="{FF2B5EF4-FFF2-40B4-BE49-F238E27FC236}">
                <a16:creationId xmlns:a16="http://schemas.microsoft.com/office/drawing/2014/main" id="{FEC69832-E2BC-4D11-9ECF-78431C502968}"/>
              </a:ext>
            </a:extLst>
          </p:cNvPr>
          <p:cNvSpPr>
            <a:spLocks noGrp="1"/>
          </p:cNvSpPr>
          <p:nvPr>
            <p:ph type="pic" sz="quarter" idx="23" hasCustomPrompt="1"/>
          </p:nvPr>
        </p:nvSpPr>
        <p:spPr>
          <a:xfrm>
            <a:off x="6643363" y="2323091"/>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93" name="Tijdelijke aanduiding voor afbeelding 92">
            <a:extLst>
              <a:ext uri="{FF2B5EF4-FFF2-40B4-BE49-F238E27FC236}">
                <a16:creationId xmlns:a16="http://schemas.microsoft.com/office/drawing/2014/main" id="{453F6354-B968-4023-A04E-4AD2BA72D51F}"/>
              </a:ext>
            </a:extLst>
          </p:cNvPr>
          <p:cNvSpPr>
            <a:spLocks noGrp="1"/>
          </p:cNvSpPr>
          <p:nvPr>
            <p:ph type="pic" sz="quarter" idx="24" hasCustomPrompt="1"/>
          </p:nvPr>
        </p:nvSpPr>
        <p:spPr>
          <a:xfrm>
            <a:off x="8446653" y="1732826"/>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94" name="Tijdelijke aanduiding voor afbeelding 93">
            <a:extLst>
              <a:ext uri="{FF2B5EF4-FFF2-40B4-BE49-F238E27FC236}">
                <a16:creationId xmlns:a16="http://schemas.microsoft.com/office/drawing/2014/main" id="{5B253EC0-9D6B-4505-82C7-AABC6F643E57}"/>
              </a:ext>
            </a:extLst>
          </p:cNvPr>
          <p:cNvSpPr>
            <a:spLocks noGrp="1"/>
          </p:cNvSpPr>
          <p:nvPr>
            <p:ph type="pic" sz="quarter" idx="25" hasCustomPrompt="1"/>
          </p:nvPr>
        </p:nvSpPr>
        <p:spPr>
          <a:xfrm>
            <a:off x="8446653" y="2323091"/>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95" name="Tijdelijke aanduiding voor afbeelding 94">
            <a:extLst>
              <a:ext uri="{FF2B5EF4-FFF2-40B4-BE49-F238E27FC236}">
                <a16:creationId xmlns:a16="http://schemas.microsoft.com/office/drawing/2014/main" id="{2E31FB2F-5EAB-4348-B796-3FA24D186599}"/>
              </a:ext>
            </a:extLst>
          </p:cNvPr>
          <p:cNvSpPr>
            <a:spLocks noGrp="1"/>
          </p:cNvSpPr>
          <p:nvPr>
            <p:ph type="pic" sz="quarter" idx="26" hasCustomPrompt="1"/>
          </p:nvPr>
        </p:nvSpPr>
        <p:spPr>
          <a:xfrm>
            <a:off x="4835259" y="4093886"/>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96" name="Tijdelijke aanduiding voor afbeelding 95">
            <a:extLst>
              <a:ext uri="{FF2B5EF4-FFF2-40B4-BE49-F238E27FC236}">
                <a16:creationId xmlns:a16="http://schemas.microsoft.com/office/drawing/2014/main" id="{9346223A-EFB4-4B21-A239-107B5559C810}"/>
              </a:ext>
            </a:extLst>
          </p:cNvPr>
          <p:cNvSpPr>
            <a:spLocks noGrp="1"/>
          </p:cNvSpPr>
          <p:nvPr>
            <p:ph type="pic" sz="quarter" idx="27" hasCustomPrompt="1"/>
          </p:nvPr>
        </p:nvSpPr>
        <p:spPr>
          <a:xfrm>
            <a:off x="4835259" y="4684151"/>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97" name="Tijdelijke aanduiding voor afbeelding 96">
            <a:extLst>
              <a:ext uri="{FF2B5EF4-FFF2-40B4-BE49-F238E27FC236}">
                <a16:creationId xmlns:a16="http://schemas.microsoft.com/office/drawing/2014/main" id="{26494F26-6801-4217-9B1E-785D1D3CFFF1}"/>
              </a:ext>
            </a:extLst>
          </p:cNvPr>
          <p:cNvSpPr>
            <a:spLocks noGrp="1"/>
          </p:cNvSpPr>
          <p:nvPr>
            <p:ph type="pic" sz="quarter" idx="28" hasCustomPrompt="1"/>
          </p:nvPr>
        </p:nvSpPr>
        <p:spPr>
          <a:xfrm>
            <a:off x="6643363" y="4093886"/>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98" name="Tijdelijke aanduiding voor afbeelding 97">
            <a:extLst>
              <a:ext uri="{FF2B5EF4-FFF2-40B4-BE49-F238E27FC236}">
                <a16:creationId xmlns:a16="http://schemas.microsoft.com/office/drawing/2014/main" id="{05467C5A-82FF-46E3-BA72-BD19FB80D3E9}"/>
              </a:ext>
            </a:extLst>
          </p:cNvPr>
          <p:cNvSpPr>
            <a:spLocks noGrp="1"/>
          </p:cNvSpPr>
          <p:nvPr>
            <p:ph type="pic" sz="quarter" idx="29" hasCustomPrompt="1"/>
          </p:nvPr>
        </p:nvSpPr>
        <p:spPr>
          <a:xfrm>
            <a:off x="6643363" y="4684151"/>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99" name="Tijdelijke aanduiding voor afbeelding 98">
            <a:extLst>
              <a:ext uri="{FF2B5EF4-FFF2-40B4-BE49-F238E27FC236}">
                <a16:creationId xmlns:a16="http://schemas.microsoft.com/office/drawing/2014/main" id="{A54F3BE1-3DE6-4567-8AE9-FA0C884B008B}"/>
              </a:ext>
            </a:extLst>
          </p:cNvPr>
          <p:cNvSpPr>
            <a:spLocks noGrp="1"/>
          </p:cNvSpPr>
          <p:nvPr>
            <p:ph type="pic" sz="quarter" idx="30" hasCustomPrompt="1"/>
          </p:nvPr>
        </p:nvSpPr>
        <p:spPr>
          <a:xfrm>
            <a:off x="8446653" y="4093886"/>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00" name="Tijdelijke aanduiding voor afbeelding 99">
            <a:extLst>
              <a:ext uri="{FF2B5EF4-FFF2-40B4-BE49-F238E27FC236}">
                <a16:creationId xmlns:a16="http://schemas.microsoft.com/office/drawing/2014/main" id="{EFE38C9E-FB22-4096-9452-3778D8DE52E0}"/>
              </a:ext>
            </a:extLst>
          </p:cNvPr>
          <p:cNvSpPr>
            <a:spLocks noGrp="1"/>
          </p:cNvSpPr>
          <p:nvPr>
            <p:ph type="pic" sz="quarter" idx="31" hasCustomPrompt="1"/>
          </p:nvPr>
        </p:nvSpPr>
        <p:spPr>
          <a:xfrm>
            <a:off x="8446653" y="4684151"/>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01" name="Tijdelijke aanduiding voor afbeelding 100">
            <a:extLst>
              <a:ext uri="{FF2B5EF4-FFF2-40B4-BE49-F238E27FC236}">
                <a16:creationId xmlns:a16="http://schemas.microsoft.com/office/drawing/2014/main" id="{4C9CFCDE-FAD8-4BEB-AA42-EE9F14E06DB0}"/>
              </a:ext>
            </a:extLst>
          </p:cNvPr>
          <p:cNvSpPr>
            <a:spLocks noGrp="1"/>
          </p:cNvSpPr>
          <p:nvPr>
            <p:ph type="pic" sz="quarter" idx="32" hasCustomPrompt="1"/>
          </p:nvPr>
        </p:nvSpPr>
        <p:spPr>
          <a:xfrm>
            <a:off x="4835259" y="5274416"/>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02" name="Tijdelijke aanduiding voor afbeelding 101">
            <a:extLst>
              <a:ext uri="{FF2B5EF4-FFF2-40B4-BE49-F238E27FC236}">
                <a16:creationId xmlns:a16="http://schemas.microsoft.com/office/drawing/2014/main" id="{35087C55-5032-45D6-8A6D-9A797645507E}"/>
              </a:ext>
            </a:extLst>
          </p:cNvPr>
          <p:cNvSpPr>
            <a:spLocks noGrp="1"/>
          </p:cNvSpPr>
          <p:nvPr>
            <p:ph type="pic" sz="quarter" idx="33" hasCustomPrompt="1"/>
          </p:nvPr>
        </p:nvSpPr>
        <p:spPr>
          <a:xfrm>
            <a:off x="4835259" y="5864682"/>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03" name="Tijdelijke aanduiding voor afbeelding 102">
            <a:extLst>
              <a:ext uri="{FF2B5EF4-FFF2-40B4-BE49-F238E27FC236}">
                <a16:creationId xmlns:a16="http://schemas.microsoft.com/office/drawing/2014/main" id="{81F3A3DD-4834-4C88-8B3E-0485E6E3C12B}"/>
              </a:ext>
            </a:extLst>
          </p:cNvPr>
          <p:cNvSpPr>
            <a:spLocks noGrp="1"/>
          </p:cNvSpPr>
          <p:nvPr>
            <p:ph type="pic" sz="quarter" idx="34" hasCustomPrompt="1"/>
          </p:nvPr>
        </p:nvSpPr>
        <p:spPr>
          <a:xfrm>
            <a:off x="6643363" y="5274416"/>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04" name="Tijdelijke aanduiding voor afbeelding 103">
            <a:extLst>
              <a:ext uri="{FF2B5EF4-FFF2-40B4-BE49-F238E27FC236}">
                <a16:creationId xmlns:a16="http://schemas.microsoft.com/office/drawing/2014/main" id="{D5F36146-6682-44AA-91D3-5B52E4A8BD11}"/>
              </a:ext>
            </a:extLst>
          </p:cNvPr>
          <p:cNvSpPr>
            <a:spLocks noGrp="1"/>
          </p:cNvSpPr>
          <p:nvPr>
            <p:ph type="pic" sz="quarter" idx="35" hasCustomPrompt="1"/>
          </p:nvPr>
        </p:nvSpPr>
        <p:spPr>
          <a:xfrm>
            <a:off x="6643363" y="5864682"/>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05" name="Tijdelijke aanduiding voor afbeelding 104">
            <a:extLst>
              <a:ext uri="{FF2B5EF4-FFF2-40B4-BE49-F238E27FC236}">
                <a16:creationId xmlns:a16="http://schemas.microsoft.com/office/drawing/2014/main" id="{98C89495-6E46-49BD-86B2-CC71FBDA7147}"/>
              </a:ext>
            </a:extLst>
          </p:cNvPr>
          <p:cNvSpPr>
            <a:spLocks noGrp="1"/>
          </p:cNvSpPr>
          <p:nvPr>
            <p:ph type="pic" sz="quarter" idx="36" hasCustomPrompt="1"/>
          </p:nvPr>
        </p:nvSpPr>
        <p:spPr>
          <a:xfrm>
            <a:off x="8446653" y="5274416"/>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06" name="Tijdelijke aanduiding voor afbeelding 105">
            <a:extLst>
              <a:ext uri="{FF2B5EF4-FFF2-40B4-BE49-F238E27FC236}">
                <a16:creationId xmlns:a16="http://schemas.microsoft.com/office/drawing/2014/main" id="{D8884AEE-715F-4F07-AADB-9B30E935C608}"/>
              </a:ext>
            </a:extLst>
          </p:cNvPr>
          <p:cNvSpPr>
            <a:spLocks noGrp="1"/>
          </p:cNvSpPr>
          <p:nvPr>
            <p:ph type="pic" sz="quarter" idx="37" hasCustomPrompt="1"/>
          </p:nvPr>
        </p:nvSpPr>
        <p:spPr>
          <a:xfrm>
            <a:off x="8446653" y="5864682"/>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56" name="Tijdelijke aanduiding voor afbeelding 94">
            <a:extLst>
              <a:ext uri="{FF2B5EF4-FFF2-40B4-BE49-F238E27FC236}">
                <a16:creationId xmlns:a16="http://schemas.microsoft.com/office/drawing/2014/main" id="{18A1D1BC-9DA1-4B09-908F-447A9C1EE52F}"/>
              </a:ext>
            </a:extLst>
          </p:cNvPr>
          <p:cNvSpPr>
            <a:spLocks noGrp="1"/>
          </p:cNvSpPr>
          <p:nvPr>
            <p:ph type="pic" sz="quarter" idx="38" hasCustomPrompt="1"/>
          </p:nvPr>
        </p:nvSpPr>
        <p:spPr>
          <a:xfrm>
            <a:off x="4835259" y="2913356"/>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57" name="Tijdelijke aanduiding voor afbeelding 95">
            <a:extLst>
              <a:ext uri="{FF2B5EF4-FFF2-40B4-BE49-F238E27FC236}">
                <a16:creationId xmlns:a16="http://schemas.microsoft.com/office/drawing/2014/main" id="{ACB16098-C632-4ECB-B000-85CD7231E0EE}"/>
              </a:ext>
            </a:extLst>
          </p:cNvPr>
          <p:cNvSpPr>
            <a:spLocks noGrp="1"/>
          </p:cNvSpPr>
          <p:nvPr>
            <p:ph type="pic" sz="quarter" idx="39" hasCustomPrompt="1"/>
          </p:nvPr>
        </p:nvSpPr>
        <p:spPr>
          <a:xfrm>
            <a:off x="4835259" y="3503621"/>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58" name="Tijdelijke aanduiding voor afbeelding 96">
            <a:extLst>
              <a:ext uri="{FF2B5EF4-FFF2-40B4-BE49-F238E27FC236}">
                <a16:creationId xmlns:a16="http://schemas.microsoft.com/office/drawing/2014/main" id="{B0874849-0A1E-4CAB-B39C-8E6D2E992E21}"/>
              </a:ext>
            </a:extLst>
          </p:cNvPr>
          <p:cNvSpPr>
            <a:spLocks noGrp="1"/>
          </p:cNvSpPr>
          <p:nvPr>
            <p:ph type="pic" sz="quarter" idx="40" hasCustomPrompt="1"/>
          </p:nvPr>
        </p:nvSpPr>
        <p:spPr>
          <a:xfrm>
            <a:off x="6643363" y="2913356"/>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59" name="Tijdelijke aanduiding voor afbeelding 97">
            <a:extLst>
              <a:ext uri="{FF2B5EF4-FFF2-40B4-BE49-F238E27FC236}">
                <a16:creationId xmlns:a16="http://schemas.microsoft.com/office/drawing/2014/main" id="{27CC5D14-17B4-49E1-9196-B8444925BF8A}"/>
              </a:ext>
            </a:extLst>
          </p:cNvPr>
          <p:cNvSpPr>
            <a:spLocks noGrp="1"/>
          </p:cNvSpPr>
          <p:nvPr>
            <p:ph type="pic" sz="quarter" idx="41" hasCustomPrompt="1"/>
          </p:nvPr>
        </p:nvSpPr>
        <p:spPr>
          <a:xfrm>
            <a:off x="6643363" y="3503621"/>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60" name="Tijdelijke aanduiding voor afbeelding 98">
            <a:extLst>
              <a:ext uri="{FF2B5EF4-FFF2-40B4-BE49-F238E27FC236}">
                <a16:creationId xmlns:a16="http://schemas.microsoft.com/office/drawing/2014/main" id="{BF6208BC-7448-48C3-95F1-5E5B15680D44}"/>
              </a:ext>
            </a:extLst>
          </p:cNvPr>
          <p:cNvSpPr>
            <a:spLocks noGrp="1"/>
          </p:cNvSpPr>
          <p:nvPr>
            <p:ph type="pic" sz="quarter" idx="42" hasCustomPrompt="1"/>
          </p:nvPr>
        </p:nvSpPr>
        <p:spPr>
          <a:xfrm>
            <a:off x="8446653" y="2913356"/>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61" name="Tijdelijke aanduiding voor afbeelding 99">
            <a:extLst>
              <a:ext uri="{FF2B5EF4-FFF2-40B4-BE49-F238E27FC236}">
                <a16:creationId xmlns:a16="http://schemas.microsoft.com/office/drawing/2014/main" id="{AC02ED49-3293-4B36-84D5-D0FD77105985}"/>
              </a:ext>
            </a:extLst>
          </p:cNvPr>
          <p:cNvSpPr>
            <a:spLocks noGrp="1"/>
          </p:cNvSpPr>
          <p:nvPr>
            <p:ph type="pic" sz="quarter" idx="43" hasCustomPrompt="1"/>
          </p:nvPr>
        </p:nvSpPr>
        <p:spPr>
          <a:xfrm>
            <a:off x="8446653" y="3503621"/>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10" name="Tijdelijke aanduiding voor afbeelding 80">
            <a:extLst>
              <a:ext uri="{FF2B5EF4-FFF2-40B4-BE49-F238E27FC236}">
                <a16:creationId xmlns:a16="http://schemas.microsoft.com/office/drawing/2014/main" id="{A9D9DC4C-19D6-4F25-B188-329AB174AD4D}"/>
              </a:ext>
            </a:extLst>
          </p:cNvPr>
          <p:cNvSpPr>
            <a:spLocks noGrp="1"/>
          </p:cNvSpPr>
          <p:nvPr>
            <p:ph type="pic" sz="quarter" idx="44" hasCustomPrompt="1"/>
          </p:nvPr>
        </p:nvSpPr>
        <p:spPr>
          <a:xfrm>
            <a:off x="10276574" y="552296"/>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11" name="Tijdelijke aanduiding voor afbeelding 81">
            <a:extLst>
              <a:ext uri="{FF2B5EF4-FFF2-40B4-BE49-F238E27FC236}">
                <a16:creationId xmlns:a16="http://schemas.microsoft.com/office/drawing/2014/main" id="{342A1D48-BDFC-46B3-B13B-68D3DD01EA5F}"/>
              </a:ext>
            </a:extLst>
          </p:cNvPr>
          <p:cNvSpPr>
            <a:spLocks noGrp="1"/>
          </p:cNvSpPr>
          <p:nvPr>
            <p:ph type="pic" sz="quarter" idx="45" hasCustomPrompt="1"/>
          </p:nvPr>
        </p:nvSpPr>
        <p:spPr>
          <a:xfrm>
            <a:off x="10276574" y="1142561"/>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12" name="Tijdelijke aanduiding voor afbeelding 92">
            <a:extLst>
              <a:ext uri="{FF2B5EF4-FFF2-40B4-BE49-F238E27FC236}">
                <a16:creationId xmlns:a16="http://schemas.microsoft.com/office/drawing/2014/main" id="{362F6DD3-B469-4A9C-84DB-57AA3E0559B0}"/>
              </a:ext>
            </a:extLst>
          </p:cNvPr>
          <p:cNvSpPr>
            <a:spLocks noGrp="1"/>
          </p:cNvSpPr>
          <p:nvPr>
            <p:ph type="pic" sz="quarter" idx="46" hasCustomPrompt="1"/>
          </p:nvPr>
        </p:nvSpPr>
        <p:spPr>
          <a:xfrm>
            <a:off x="10276574" y="1732826"/>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13" name="Tijdelijke aanduiding voor afbeelding 93">
            <a:extLst>
              <a:ext uri="{FF2B5EF4-FFF2-40B4-BE49-F238E27FC236}">
                <a16:creationId xmlns:a16="http://schemas.microsoft.com/office/drawing/2014/main" id="{4C9D5BA1-28C5-4431-92BE-861BAC8ED8D2}"/>
              </a:ext>
            </a:extLst>
          </p:cNvPr>
          <p:cNvSpPr>
            <a:spLocks noGrp="1"/>
          </p:cNvSpPr>
          <p:nvPr>
            <p:ph type="pic" sz="quarter" idx="47" hasCustomPrompt="1"/>
          </p:nvPr>
        </p:nvSpPr>
        <p:spPr>
          <a:xfrm>
            <a:off x="10276574" y="2323091"/>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14" name="Tijdelijke aanduiding voor afbeelding 98">
            <a:extLst>
              <a:ext uri="{FF2B5EF4-FFF2-40B4-BE49-F238E27FC236}">
                <a16:creationId xmlns:a16="http://schemas.microsoft.com/office/drawing/2014/main" id="{8D5B2FC8-407D-4929-9E18-3D11890C4AEC}"/>
              </a:ext>
            </a:extLst>
          </p:cNvPr>
          <p:cNvSpPr>
            <a:spLocks noGrp="1"/>
          </p:cNvSpPr>
          <p:nvPr>
            <p:ph type="pic" sz="quarter" idx="48" hasCustomPrompt="1"/>
          </p:nvPr>
        </p:nvSpPr>
        <p:spPr>
          <a:xfrm>
            <a:off x="10276574" y="4093886"/>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63" name="Tijdelijke aanduiding voor afbeelding 99">
            <a:extLst>
              <a:ext uri="{FF2B5EF4-FFF2-40B4-BE49-F238E27FC236}">
                <a16:creationId xmlns:a16="http://schemas.microsoft.com/office/drawing/2014/main" id="{9D79AFAF-2A8A-4C61-87C0-DE0A27C513AF}"/>
              </a:ext>
            </a:extLst>
          </p:cNvPr>
          <p:cNvSpPr>
            <a:spLocks noGrp="1"/>
          </p:cNvSpPr>
          <p:nvPr>
            <p:ph type="pic" sz="quarter" idx="49" hasCustomPrompt="1"/>
          </p:nvPr>
        </p:nvSpPr>
        <p:spPr>
          <a:xfrm>
            <a:off x="10276574" y="4684151"/>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64" name="Tijdelijke aanduiding voor afbeelding 104">
            <a:extLst>
              <a:ext uri="{FF2B5EF4-FFF2-40B4-BE49-F238E27FC236}">
                <a16:creationId xmlns:a16="http://schemas.microsoft.com/office/drawing/2014/main" id="{6B29E1A8-300C-40B7-AD3C-352B40BF1B94}"/>
              </a:ext>
            </a:extLst>
          </p:cNvPr>
          <p:cNvSpPr>
            <a:spLocks noGrp="1"/>
          </p:cNvSpPr>
          <p:nvPr>
            <p:ph type="pic" sz="quarter" idx="50" hasCustomPrompt="1"/>
          </p:nvPr>
        </p:nvSpPr>
        <p:spPr>
          <a:xfrm>
            <a:off x="10276574" y="5274416"/>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65" name="Tijdelijke aanduiding voor afbeelding 105">
            <a:extLst>
              <a:ext uri="{FF2B5EF4-FFF2-40B4-BE49-F238E27FC236}">
                <a16:creationId xmlns:a16="http://schemas.microsoft.com/office/drawing/2014/main" id="{3C2A9709-8594-44C3-B1DA-0A9BCCEA78F8}"/>
              </a:ext>
            </a:extLst>
          </p:cNvPr>
          <p:cNvSpPr>
            <a:spLocks noGrp="1"/>
          </p:cNvSpPr>
          <p:nvPr>
            <p:ph type="pic" sz="quarter" idx="51" hasCustomPrompt="1"/>
          </p:nvPr>
        </p:nvSpPr>
        <p:spPr>
          <a:xfrm>
            <a:off x="10276574" y="5864682"/>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66" name="Tijdelijke aanduiding voor afbeelding 98">
            <a:extLst>
              <a:ext uri="{FF2B5EF4-FFF2-40B4-BE49-F238E27FC236}">
                <a16:creationId xmlns:a16="http://schemas.microsoft.com/office/drawing/2014/main" id="{72CFD43D-EAA5-4C25-A7F1-8ADF0069C8ED}"/>
              </a:ext>
            </a:extLst>
          </p:cNvPr>
          <p:cNvSpPr>
            <a:spLocks noGrp="1"/>
          </p:cNvSpPr>
          <p:nvPr>
            <p:ph type="pic" sz="quarter" idx="52" hasCustomPrompt="1"/>
          </p:nvPr>
        </p:nvSpPr>
        <p:spPr>
          <a:xfrm>
            <a:off x="10276574" y="2913356"/>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67" name="Tijdelijke aanduiding voor afbeelding 99">
            <a:extLst>
              <a:ext uri="{FF2B5EF4-FFF2-40B4-BE49-F238E27FC236}">
                <a16:creationId xmlns:a16="http://schemas.microsoft.com/office/drawing/2014/main" id="{30E18A9C-A28A-4A85-ADD8-6EBFEF62532F}"/>
              </a:ext>
            </a:extLst>
          </p:cNvPr>
          <p:cNvSpPr>
            <a:spLocks noGrp="1"/>
          </p:cNvSpPr>
          <p:nvPr>
            <p:ph type="pic" sz="quarter" idx="53" hasCustomPrompt="1"/>
          </p:nvPr>
        </p:nvSpPr>
        <p:spPr>
          <a:xfrm>
            <a:off x="10276574" y="3503621"/>
            <a:ext cx="1300214" cy="455773"/>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Tree>
    <p:extLst>
      <p:ext uri="{BB962C8B-B14F-4D97-AF65-F5344CB8AC3E}">
        <p14:creationId xmlns:p14="http://schemas.microsoft.com/office/powerpoint/2010/main" val="16840335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9.xml><?xml version="1.0" encoding="utf-8"?>
<p:sldLayout xmlns:a="http://schemas.openxmlformats.org/drawingml/2006/main" xmlns:r="http://schemas.openxmlformats.org/officeDocument/2006/relationships" xmlns:p="http://schemas.openxmlformats.org/presentationml/2006/main" preserve="1" userDrawn="1">
  <p:cSld name="Logo slide #3">
    <p:spTree>
      <p:nvGrpSpPr>
        <p:cNvPr id="1" name=""/>
        <p:cNvGrpSpPr/>
        <p:nvPr/>
      </p:nvGrpSpPr>
      <p:grpSpPr>
        <a:xfrm>
          <a:off x="0" y="0"/>
          <a:ext cx="0" cy="0"/>
          <a:chOff x="0" y="0"/>
          <a:chExt cx="0" cy="0"/>
        </a:xfrm>
      </p:grpSpPr>
      <p:sp>
        <p:nvSpPr>
          <p:cNvPr id="43" name="Graphic 31">
            <a:extLst>
              <a:ext uri="{FF2B5EF4-FFF2-40B4-BE49-F238E27FC236}">
                <a16:creationId xmlns:a16="http://schemas.microsoft.com/office/drawing/2014/main" id="{A5D28A14-2348-46E4-9F7C-437F513E38E8}"/>
              </a:ext>
            </a:extLst>
          </p:cNvPr>
          <p:cNvSpPr>
            <a:spLocks noChangeAspect="1"/>
          </p:cNvSpPr>
          <p:nvPr userDrawn="1"/>
        </p:nvSpPr>
        <p:spPr>
          <a:xfrm flipV="1">
            <a:off x="7623222" y="-3"/>
            <a:ext cx="4568778" cy="6874685"/>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15644" h="7563811">
                <a:moveTo>
                  <a:pt x="892481" y="0"/>
                </a:moveTo>
                <a:cubicBezTo>
                  <a:pt x="1110972" y="1866494"/>
                  <a:pt x="88385" y="2171435"/>
                  <a:pt x="5816" y="3571624"/>
                </a:cubicBezTo>
                <a:cubicBezTo>
                  <a:pt x="-81834" y="5049318"/>
                  <a:pt x="851832" y="6147106"/>
                  <a:pt x="747667" y="7563812"/>
                </a:cubicBezTo>
                <a:lnTo>
                  <a:pt x="5315644" y="7563812"/>
                </a:lnTo>
                <a:lnTo>
                  <a:pt x="5315644" y="0"/>
                </a:lnTo>
                <a:lnTo>
                  <a:pt x="892481" y="0"/>
                </a:lnTo>
                <a:close/>
              </a:path>
            </a:pathLst>
          </a:custGeom>
          <a:solidFill>
            <a:srgbClr val="6C1D5F"/>
          </a:solidFill>
          <a:ln w="12692" cap="flat">
            <a:noFill/>
            <a:prstDash val="solid"/>
            <a:miter/>
          </a:ln>
        </p:spPr>
        <p:txBody>
          <a:bodyPr rtlCol="0" anchor="ctr"/>
          <a:lstStyle/>
          <a:p>
            <a:endParaRPr lang="nl-NL" sz="1633"/>
          </a:p>
        </p:txBody>
      </p:sp>
      <p:sp>
        <p:nvSpPr>
          <p:cNvPr id="44" name="Graphic 34">
            <a:extLst>
              <a:ext uri="{FF2B5EF4-FFF2-40B4-BE49-F238E27FC236}">
                <a16:creationId xmlns:a16="http://schemas.microsoft.com/office/drawing/2014/main" id="{C29878DF-E265-485B-9802-C712BEA40D25}"/>
              </a:ext>
            </a:extLst>
          </p:cNvPr>
          <p:cNvSpPr>
            <a:spLocks noChangeAspect="1"/>
          </p:cNvSpPr>
          <p:nvPr userDrawn="1"/>
        </p:nvSpPr>
        <p:spPr>
          <a:xfrm flipV="1">
            <a:off x="7296461" y="-1"/>
            <a:ext cx="2609523" cy="6874685"/>
          </a:xfrm>
          <a:custGeom>
            <a:avLst/>
            <a:gdLst>
              <a:gd name="connsiteX0" fmla="*/ 5860 w 2434661"/>
              <a:gd name="connsiteY0" fmla="*/ 3586871 h 7563811"/>
              <a:gd name="connsiteX1" fmla="*/ 750252 w 2434661"/>
              <a:gd name="connsiteY1" fmla="*/ 7563812 h 7563811"/>
              <a:gd name="connsiteX2" fmla="*/ 2434662 w 2434661"/>
              <a:gd name="connsiteY2" fmla="*/ 7563812 h 7563811"/>
              <a:gd name="connsiteX3" fmla="*/ 2378769 w 2434661"/>
              <a:gd name="connsiteY3" fmla="*/ 7098777 h 7563811"/>
              <a:gd name="connsiteX4" fmla="*/ 1137692 w 2434661"/>
              <a:gd name="connsiteY4" fmla="*/ 3609741 h 7563811"/>
              <a:gd name="connsiteX5" fmla="*/ 1163098 w 2434661"/>
              <a:gd name="connsiteY5" fmla="*/ 0 h 7563811"/>
              <a:gd name="connsiteX6" fmla="*/ 893795 w 2434661"/>
              <a:gd name="connsiteY6" fmla="*/ 0 h 7563811"/>
              <a:gd name="connsiteX7" fmla="*/ 5860 w 2434661"/>
              <a:gd name="connsiteY7" fmla="*/ 3586871 h 756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4661" h="7563811">
                <a:moveTo>
                  <a:pt x="5860" y="3586871"/>
                </a:moveTo>
                <a:cubicBezTo>
                  <a:pt x="-81790" y="5059483"/>
                  <a:pt x="844254" y="6156000"/>
                  <a:pt x="750252" y="7563812"/>
                </a:cubicBezTo>
                <a:lnTo>
                  <a:pt x="2434662" y="7563812"/>
                </a:lnTo>
                <a:cubicBezTo>
                  <a:pt x="2427040" y="7407530"/>
                  <a:pt x="2407986" y="7251247"/>
                  <a:pt x="2378769" y="7098777"/>
                </a:cubicBezTo>
                <a:cubicBezTo>
                  <a:pt x="2156468" y="5923483"/>
                  <a:pt x="1311722" y="4928612"/>
                  <a:pt x="1137692" y="3609741"/>
                </a:cubicBezTo>
                <a:cubicBezTo>
                  <a:pt x="990338" y="2477647"/>
                  <a:pt x="1333318" y="1102871"/>
                  <a:pt x="1163098" y="0"/>
                </a:cubicBezTo>
                <a:lnTo>
                  <a:pt x="893795" y="0"/>
                </a:lnTo>
                <a:cubicBezTo>
                  <a:pt x="1117367" y="1877930"/>
                  <a:pt x="89700" y="2181600"/>
                  <a:pt x="5860" y="3586871"/>
                </a:cubicBezTo>
                <a:close/>
              </a:path>
            </a:pathLst>
          </a:custGeom>
          <a:solidFill>
            <a:srgbClr val="4A1E47"/>
          </a:solidFill>
          <a:ln w="12692" cap="flat">
            <a:noFill/>
            <a:prstDash val="solid"/>
            <a:miter/>
          </a:ln>
        </p:spPr>
        <p:txBody>
          <a:bodyPr rtlCol="0" anchor="ctr"/>
          <a:lstStyle/>
          <a:p>
            <a:endParaRPr lang="nl-NL" sz="1633"/>
          </a:p>
        </p:txBody>
      </p:sp>
      <p:sp>
        <p:nvSpPr>
          <p:cNvPr id="3" name="Titel 2">
            <a:extLst>
              <a:ext uri="{FF2B5EF4-FFF2-40B4-BE49-F238E27FC236}">
                <a16:creationId xmlns:a16="http://schemas.microsoft.com/office/drawing/2014/main" id="{9C75EC70-7F42-4BDA-A7A4-1B42B53FCE8E}"/>
              </a:ext>
            </a:extLst>
          </p:cNvPr>
          <p:cNvSpPr>
            <a:spLocks noGrp="1"/>
          </p:cNvSpPr>
          <p:nvPr>
            <p:ph type="title" hasCustomPrompt="1"/>
          </p:nvPr>
        </p:nvSpPr>
        <p:spPr>
          <a:xfrm>
            <a:off x="9203545" y="4820161"/>
            <a:ext cx="2523607" cy="1565286"/>
          </a:xfrm>
        </p:spPr>
        <p:txBody>
          <a:bodyPr anchor="b"/>
          <a:lstStyle>
            <a:lvl1pPr>
              <a:defRPr b="0">
                <a:solidFill>
                  <a:schemeClr val="bg2"/>
                </a:solidFill>
              </a:defRPr>
            </a:lvl1pPr>
          </a:lstStyle>
          <a:p>
            <a:r>
              <a:rPr lang="nl-NL"/>
              <a:t>Plaats hier </a:t>
            </a:r>
            <a:br>
              <a:rPr lang="nl-NL"/>
            </a:br>
            <a:r>
              <a:rPr lang="nl-NL"/>
              <a:t>een titel</a:t>
            </a:r>
          </a:p>
        </p:txBody>
      </p:sp>
      <p:sp>
        <p:nvSpPr>
          <p:cNvPr id="75" name="Tijdelijke aanduiding voor afbeelding 74">
            <a:extLst>
              <a:ext uri="{FF2B5EF4-FFF2-40B4-BE49-F238E27FC236}">
                <a16:creationId xmlns:a16="http://schemas.microsoft.com/office/drawing/2014/main" id="{19D26856-B9DF-494C-85D6-E71741706FC4}"/>
              </a:ext>
            </a:extLst>
          </p:cNvPr>
          <p:cNvSpPr>
            <a:spLocks noGrp="1"/>
          </p:cNvSpPr>
          <p:nvPr>
            <p:ph type="pic" sz="quarter" idx="14" hasCustomPrompt="1"/>
          </p:nvPr>
        </p:nvSpPr>
        <p:spPr>
          <a:xfrm>
            <a:off x="728227" y="529507"/>
            <a:ext cx="1430235"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78" name="Tijdelijke aanduiding voor afbeelding 77">
            <a:extLst>
              <a:ext uri="{FF2B5EF4-FFF2-40B4-BE49-F238E27FC236}">
                <a16:creationId xmlns:a16="http://schemas.microsoft.com/office/drawing/2014/main" id="{561DF0DE-DB08-472F-B2CC-213CB4B9D936}"/>
              </a:ext>
            </a:extLst>
          </p:cNvPr>
          <p:cNvSpPr>
            <a:spLocks noGrp="1"/>
          </p:cNvSpPr>
          <p:nvPr>
            <p:ph type="pic" sz="quarter" idx="15" hasCustomPrompt="1"/>
          </p:nvPr>
        </p:nvSpPr>
        <p:spPr>
          <a:xfrm>
            <a:off x="728227" y="1119772"/>
            <a:ext cx="1430235"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79" name="Tijdelijke aanduiding voor afbeelding 78">
            <a:extLst>
              <a:ext uri="{FF2B5EF4-FFF2-40B4-BE49-F238E27FC236}">
                <a16:creationId xmlns:a16="http://schemas.microsoft.com/office/drawing/2014/main" id="{45F5706C-C71C-4252-BF76-D36558D25B51}"/>
              </a:ext>
            </a:extLst>
          </p:cNvPr>
          <p:cNvSpPr>
            <a:spLocks noGrp="1"/>
          </p:cNvSpPr>
          <p:nvPr>
            <p:ph type="pic" sz="quarter" idx="16" hasCustomPrompt="1"/>
          </p:nvPr>
        </p:nvSpPr>
        <p:spPr>
          <a:xfrm>
            <a:off x="2821833" y="529507"/>
            <a:ext cx="1430235"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80" name="Tijdelijke aanduiding voor afbeelding 79">
            <a:extLst>
              <a:ext uri="{FF2B5EF4-FFF2-40B4-BE49-F238E27FC236}">
                <a16:creationId xmlns:a16="http://schemas.microsoft.com/office/drawing/2014/main" id="{12DA2CB3-8277-414C-9420-7B8642A49D04}"/>
              </a:ext>
            </a:extLst>
          </p:cNvPr>
          <p:cNvSpPr>
            <a:spLocks noGrp="1"/>
          </p:cNvSpPr>
          <p:nvPr>
            <p:ph type="pic" sz="quarter" idx="17" hasCustomPrompt="1"/>
          </p:nvPr>
        </p:nvSpPr>
        <p:spPr>
          <a:xfrm>
            <a:off x="2821833" y="1119772"/>
            <a:ext cx="1430235"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81" name="Tijdelijke aanduiding voor afbeelding 80">
            <a:extLst>
              <a:ext uri="{FF2B5EF4-FFF2-40B4-BE49-F238E27FC236}">
                <a16:creationId xmlns:a16="http://schemas.microsoft.com/office/drawing/2014/main" id="{017D0F29-4ADD-414C-97CA-7E19FB91C294}"/>
              </a:ext>
            </a:extLst>
          </p:cNvPr>
          <p:cNvSpPr>
            <a:spLocks noGrp="1"/>
          </p:cNvSpPr>
          <p:nvPr>
            <p:ph type="pic" sz="quarter" idx="18" hasCustomPrompt="1"/>
          </p:nvPr>
        </p:nvSpPr>
        <p:spPr>
          <a:xfrm>
            <a:off x="4858022" y="529507"/>
            <a:ext cx="1430235"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82" name="Tijdelijke aanduiding voor afbeelding 81">
            <a:extLst>
              <a:ext uri="{FF2B5EF4-FFF2-40B4-BE49-F238E27FC236}">
                <a16:creationId xmlns:a16="http://schemas.microsoft.com/office/drawing/2014/main" id="{012698D1-FB79-4CBF-8F88-B59FDE25DAB5}"/>
              </a:ext>
            </a:extLst>
          </p:cNvPr>
          <p:cNvSpPr>
            <a:spLocks noGrp="1"/>
          </p:cNvSpPr>
          <p:nvPr>
            <p:ph type="pic" sz="quarter" idx="19" hasCustomPrompt="1"/>
          </p:nvPr>
        </p:nvSpPr>
        <p:spPr>
          <a:xfrm>
            <a:off x="4858022" y="1119772"/>
            <a:ext cx="1430235"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89" name="Tijdelijke aanduiding voor afbeelding 88">
            <a:extLst>
              <a:ext uri="{FF2B5EF4-FFF2-40B4-BE49-F238E27FC236}">
                <a16:creationId xmlns:a16="http://schemas.microsoft.com/office/drawing/2014/main" id="{A3D72D38-13AD-4E55-AF6D-AC4224BB1773}"/>
              </a:ext>
            </a:extLst>
          </p:cNvPr>
          <p:cNvSpPr>
            <a:spLocks noGrp="1"/>
          </p:cNvSpPr>
          <p:nvPr>
            <p:ph type="pic" sz="quarter" idx="20" hasCustomPrompt="1"/>
          </p:nvPr>
        </p:nvSpPr>
        <p:spPr>
          <a:xfrm>
            <a:off x="728227" y="1710037"/>
            <a:ext cx="1430235"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90" name="Tijdelijke aanduiding voor afbeelding 89">
            <a:extLst>
              <a:ext uri="{FF2B5EF4-FFF2-40B4-BE49-F238E27FC236}">
                <a16:creationId xmlns:a16="http://schemas.microsoft.com/office/drawing/2014/main" id="{1F8C3F00-A1E6-4D09-93A6-CF15A82BEDC4}"/>
              </a:ext>
            </a:extLst>
          </p:cNvPr>
          <p:cNvSpPr>
            <a:spLocks noGrp="1"/>
          </p:cNvSpPr>
          <p:nvPr>
            <p:ph type="pic" sz="quarter" idx="21" hasCustomPrompt="1"/>
          </p:nvPr>
        </p:nvSpPr>
        <p:spPr>
          <a:xfrm>
            <a:off x="728227" y="2300302"/>
            <a:ext cx="1430235"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91" name="Tijdelijke aanduiding voor afbeelding 90">
            <a:extLst>
              <a:ext uri="{FF2B5EF4-FFF2-40B4-BE49-F238E27FC236}">
                <a16:creationId xmlns:a16="http://schemas.microsoft.com/office/drawing/2014/main" id="{6FA4E182-DA82-4EFF-BD8E-6FA27BA19345}"/>
              </a:ext>
            </a:extLst>
          </p:cNvPr>
          <p:cNvSpPr>
            <a:spLocks noGrp="1"/>
          </p:cNvSpPr>
          <p:nvPr>
            <p:ph type="pic" sz="quarter" idx="22" hasCustomPrompt="1"/>
          </p:nvPr>
        </p:nvSpPr>
        <p:spPr>
          <a:xfrm>
            <a:off x="2821833" y="1710037"/>
            <a:ext cx="1430235"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92" name="Tijdelijke aanduiding voor afbeelding 91">
            <a:extLst>
              <a:ext uri="{FF2B5EF4-FFF2-40B4-BE49-F238E27FC236}">
                <a16:creationId xmlns:a16="http://schemas.microsoft.com/office/drawing/2014/main" id="{FEC69832-E2BC-4D11-9ECF-78431C502968}"/>
              </a:ext>
            </a:extLst>
          </p:cNvPr>
          <p:cNvSpPr>
            <a:spLocks noGrp="1"/>
          </p:cNvSpPr>
          <p:nvPr>
            <p:ph type="pic" sz="quarter" idx="23" hasCustomPrompt="1"/>
          </p:nvPr>
        </p:nvSpPr>
        <p:spPr>
          <a:xfrm>
            <a:off x="2821833" y="2300302"/>
            <a:ext cx="1430235"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93" name="Tijdelijke aanduiding voor afbeelding 92">
            <a:extLst>
              <a:ext uri="{FF2B5EF4-FFF2-40B4-BE49-F238E27FC236}">
                <a16:creationId xmlns:a16="http://schemas.microsoft.com/office/drawing/2014/main" id="{453F6354-B968-4023-A04E-4AD2BA72D51F}"/>
              </a:ext>
            </a:extLst>
          </p:cNvPr>
          <p:cNvSpPr>
            <a:spLocks noGrp="1"/>
          </p:cNvSpPr>
          <p:nvPr>
            <p:ph type="pic" sz="quarter" idx="24" hasCustomPrompt="1"/>
          </p:nvPr>
        </p:nvSpPr>
        <p:spPr>
          <a:xfrm>
            <a:off x="4858022" y="1710037"/>
            <a:ext cx="1430235"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94" name="Tijdelijke aanduiding voor afbeelding 93">
            <a:extLst>
              <a:ext uri="{FF2B5EF4-FFF2-40B4-BE49-F238E27FC236}">
                <a16:creationId xmlns:a16="http://schemas.microsoft.com/office/drawing/2014/main" id="{5B253EC0-9D6B-4505-82C7-AABC6F643E57}"/>
              </a:ext>
            </a:extLst>
          </p:cNvPr>
          <p:cNvSpPr>
            <a:spLocks noGrp="1"/>
          </p:cNvSpPr>
          <p:nvPr>
            <p:ph type="pic" sz="quarter" idx="25" hasCustomPrompt="1"/>
          </p:nvPr>
        </p:nvSpPr>
        <p:spPr>
          <a:xfrm>
            <a:off x="4858022" y="2300302"/>
            <a:ext cx="1430235"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95" name="Tijdelijke aanduiding voor afbeelding 94">
            <a:extLst>
              <a:ext uri="{FF2B5EF4-FFF2-40B4-BE49-F238E27FC236}">
                <a16:creationId xmlns:a16="http://schemas.microsoft.com/office/drawing/2014/main" id="{2E31FB2F-5EAB-4348-B796-3FA24D186599}"/>
              </a:ext>
            </a:extLst>
          </p:cNvPr>
          <p:cNvSpPr>
            <a:spLocks noGrp="1"/>
          </p:cNvSpPr>
          <p:nvPr>
            <p:ph type="pic" sz="quarter" idx="26" hasCustomPrompt="1"/>
          </p:nvPr>
        </p:nvSpPr>
        <p:spPr>
          <a:xfrm>
            <a:off x="728227" y="4071097"/>
            <a:ext cx="1430235"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96" name="Tijdelijke aanduiding voor afbeelding 95">
            <a:extLst>
              <a:ext uri="{FF2B5EF4-FFF2-40B4-BE49-F238E27FC236}">
                <a16:creationId xmlns:a16="http://schemas.microsoft.com/office/drawing/2014/main" id="{9346223A-EFB4-4B21-A239-107B5559C810}"/>
              </a:ext>
            </a:extLst>
          </p:cNvPr>
          <p:cNvSpPr>
            <a:spLocks noGrp="1"/>
          </p:cNvSpPr>
          <p:nvPr>
            <p:ph type="pic" sz="quarter" idx="27" hasCustomPrompt="1"/>
          </p:nvPr>
        </p:nvSpPr>
        <p:spPr>
          <a:xfrm>
            <a:off x="728227" y="4661362"/>
            <a:ext cx="1430235"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97" name="Tijdelijke aanduiding voor afbeelding 96">
            <a:extLst>
              <a:ext uri="{FF2B5EF4-FFF2-40B4-BE49-F238E27FC236}">
                <a16:creationId xmlns:a16="http://schemas.microsoft.com/office/drawing/2014/main" id="{26494F26-6801-4217-9B1E-785D1D3CFFF1}"/>
              </a:ext>
            </a:extLst>
          </p:cNvPr>
          <p:cNvSpPr>
            <a:spLocks noGrp="1"/>
          </p:cNvSpPr>
          <p:nvPr>
            <p:ph type="pic" sz="quarter" idx="28" hasCustomPrompt="1"/>
          </p:nvPr>
        </p:nvSpPr>
        <p:spPr>
          <a:xfrm>
            <a:off x="2821833" y="4071097"/>
            <a:ext cx="1430235"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98" name="Tijdelijke aanduiding voor afbeelding 97">
            <a:extLst>
              <a:ext uri="{FF2B5EF4-FFF2-40B4-BE49-F238E27FC236}">
                <a16:creationId xmlns:a16="http://schemas.microsoft.com/office/drawing/2014/main" id="{05467C5A-82FF-46E3-BA72-BD19FB80D3E9}"/>
              </a:ext>
            </a:extLst>
          </p:cNvPr>
          <p:cNvSpPr>
            <a:spLocks noGrp="1"/>
          </p:cNvSpPr>
          <p:nvPr>
            <p:ph type="pic" sz="quarter" idx="29" hasCustomPrompt="1"/>
          </p:nvPr>
        </p:nvSpPr>
        <p:spPr>
          <a:xfrm>
            <a:off x="2821833" y="4661362"/>
            <a:ext cx="1430235"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99" name="Tijdelijke aanduiding voor afbeelding 98">
            <a:extLst>
              <a:ext uri="{FF2B5EF4-FFF2-40B4-BE49-F238E27FC236}">
                <a16:creationId xmlns:a16="http://schemas.microsoft.com/office/drawing/2014/main" id="{A54F3BE1-3DE6-4567-8AE9-FA0C884B008B}"/>
              </a:ext>
            </a:extLst>
          </p:cNvPr>
          <p:cNvSpPr>
            <a:spLocks noGrp="1"/>
          </p:cNvSpPr>
          <p:nvPr>
            <p:ph type="pic" sz="quarter" idx="30" hasCustomPrompt="1"/>
          </p:nvPr>
        </p:nvSpPr>
        <p:spPr>
          <a:xfrm>
            <a:off x="4858022" y="4071097"/>
            <a:ext cx="1430235"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00" name="Tijdelijke aanduiding voor afbeelding 99">
            <a:extLst>
              <a:ext uri="{FF2B5EF4-FFF2-40B4-BE49-F238E27FC236}">
                <a16:creationId xmlns:a16="http://schemas.microsoft.com/office/drawing/2014/main" id="{EFE38C9E-FB22-4096-9452-3778D8DE52E0}"/>
              </a:ext>
            </a:extLst>
          </p:cNvPr>
          <p:cNvSpPr>
            <a:spLocks noGrp="1"/>
          </p:cNvSpPr>
          <p:nvPr>
            <p:ph type="pic" sz="quarter" idx="31" hasCustomPrompt="1"/>
          </p:nvPr>
        </p:nvSpPr>
        <p:spPr>
          <a:xfrm>
            <a:off x="4858022" y="4661362"/>
            <a:ext cx="1430235"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01" name="Tijdelijke aanduiding voor afbeelding 100">
            <a:extLst>
              <a:ext uri="{FF2B5EF4-FFF2-40B4-BE49-F238E27FC236}">
                <a16:creationId xmlns:a16="http://schemas.microsoft.com/office/drawing/2014/main" id="{4C9CFCDE-FAD8-4BEB-AA42-EE9F14E06DB0}"/>
              </a:ext>
            </a:extLst>
          </p:cNvPr>
          <p:cNvSpPr>
            <a:spLocks noGrp="1"/>
          </p:cNvSpPr>
          <p:nvPr>
            <p:ph type="pic" sz="quarter" idx="32" hasCustomPrompt="1"/>
          </p:nvPr>
        </p:nvSpPr>
        <p:spPr>
          <a:xfrm>
            <a:off x="728227" y="5251627"/>
            <a:ext cx="1430235"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02" name="Tijdelijke aanduiding voor afbeelding 101">
            <a:extLst>
              <a:ext uri="{FF2B5EF4-FFF2-40B4-BE49-F238E27FC236}">
                <a16:creationId xmlns:a16="http://schemas.microsoft.com/office/drawing/2014/main" id="{35087C55-5032-45D6-8A6D-9A797645507E}"/>
              </a:ext>
            </a:extLst>
          </p:cNvPr>
          <p:cNvSpPr>
            <a:spLocks noGrp="1"/>
          </p:cNvSpPr>
          <p:nvPr>
            <p:ph type="pic" sz="quarter" idx="33" hasCustomPrompt="1"/>
          </p:nvPr>
        </p:nvSpPr>
        <p:spPr>
          <a:xfrm>
            <a:off x="728227" y="5841893"/>
            <a:ext cx="1430235"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03" name="Tijdelijke aanduiding voor afbeelding 102">
            <a:extLst>
              <a:ext uri="{FF2B5EF4-FFF2-40B4-BE49-F238E27FC236}">
                <a16:creationId xmlns:a16="http://schemas.microsoft.com/office/drawing/2014/main" id="{81F3A3DD-4834-4C88-8B3E-0485E6E3C12B}"/>
              </a:ext>
            </a:extLst>
          </p:cNvPr>
          <p:cNvSpPr>
            <a:spLocks noGrp="1"/>
          </p:cNvSpPr>
          <p:nvPr>
            <p:ph type="pic" sz="quarter" idx="34" hasCustomPrompt="1"/>
          </p:nvPr>
        </p:nvSpPr>
        <p:spPr>
          <a:xfrm>
            <a:off x="2821833" y="5251627"/>
            <a:ext cx="1430235"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04" name="Tijdelijke aanduiding voor afbeelding 103">
            <a:extLst>
              <a:ext uri="{FF2B5EF4-FFF2-40B4-BE49-F238E27FC236}">
                <a16:creationId xmlns:a16="http://schemas.microsoft.com/office/drawing/2014/main" id="{D5F36146-6682-44AA-91D3-5B52E4A8BD11}"/>
              </a:ext>
            </a:extLst>
          </p:cNvPr>
          <p:cNvSpPr>
            <a:spLocks noGrp="1"/>
          </p:cNvSpPr>
          <p:nvPr>
            <p:ph type="pic" sz="quarter" idx="35" hasCustomPrompt="1"/>
          </p:nvPr>
        </p:nvSpPr>
        <p:spPr>
          <a:xfrm>
            <a:off x="2821833" y="5841893"/>
            <a:ext cx="1430235"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05" name="Tijdelijke aanduiding voor afbeelding 104">
            <a:extLst>
              <a:ext uri="{FF2B5EF4-FFF2-40B4-BE49-F238E27FC236}">
                <a16:creationId xmlns:a16="http://schemas.microsoft.com/office/drawing/2014/main" id="{98C89495-6E46-49BD-86B2-CC71FBDA7147}"/>
              </a:ext>
            </a:extLst>
          </p:cNvPr>
          <p:cNvSpPr>
            <a:spLocks noGrp="1"/>
          </p:cNvSpPr>
          <p:nvPr>
            <p:ph type="pic" sz="quarter" idx="36" hasCustomPrompt="1"/>
          </p:nvPr>
        </p:nvSpPr>
        <p:spPr>
          <a:xfrm>
            <a:off x="4858022" y="5251627"/>
            <a:ext cx="1430235"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06" name="Tijdelijke aanduiding voor afbeelding 105">
            <a:extLst>
              <a:ext uri="{FF2B5EF4-FFF2-40B4-BE49-F238E27FC236}">
                <a16:creationId xmlns:a16="http://schemas.microsoft.com/office/drawing/2014/main" id="{D8884AEE-715F-4F07-AADB-9B30E935C608}"/>
              </a:ext>
            </a:extLst>
          </p:cNvPr>
          <p:cNvSpPr>
            <a:spLocks noGrp="1"/>
          </p:cNvSpPr>
          <p:nvPr>
            <p:ph type="pic" sz="quarter" idx="37" hasCustomPrompt="1"/>
          </p:nvPr>
        </p:nvSpPr>
        <p:spPr>
          <a:xfrm>
            <a:off x="4858022" y="5841893"/>
            <a:ext cx="1430235"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56" name="Tijdelijke aanduiding voor afbeelding 94">
            <a:extLst>
              <a:ext uri="{FF2B5EF4-FFF2-40B4-BE49-F238E27FC236}">
                <a16:creationId xmlns:a16="http://schemas.microsoft.com/office/drawing/2014/main" id="{18A1D1BC-9DA1-4B09-908F-447A9C1EE52F}"/>
              </a:ext>
            </a:extLst>
          </p:cNvPr>
          <p:cNvSpPr>
            <a:spLocks noGrp="1"/>
          </p:cNvSpPr>
          <p:nvPr>
            <p:ph type="pic" sz="quarter" idx="38" hasCustomPrompt="1"/>
          </p:nvPr>
        </p:nvSpPr>
        <p:spPr>
          <a:xfrm>
            <a:off x="728227" y="2890567"/>
            <a:ext cx="1430235"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57" name="Tijdelijke aanduiding voor afbeelding 95">
            <a:extLst>
              <a:ext uri="{FF2B5EF4-FFF2-40B4-BE49-F238E27FC236}">
                <a16:creationId xmlns:a16="http://schemas.microsoft.com/office/drawing/2014/main" id="{ACB16098-C632-4ECB-B000-85CD7231E0EE}"/>
              </a:ext>
            </a:extLst>
          </p:cNvPr>
          <p:cNvSpPr>
            <a:spLocks noGrp="1"/>
          </p:cNvSpPr>
          <p:nvPr>
            <p:ph type="pic" sz="quarter" idx="39" hasCustomPrompt="1"/>
          </p:nvPr>
        </p:nvSpPr>
        <p:spPr>
          <a:xfrm>
            <a:off x="728227" y="3480832"/>
            <a:ext cx="1430235"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58" name="Tijdelijke aanduiding voor afbeelding 96">
            <a:extLst>
              <a:ext uri="{FF2B5EF4-FFF2-40B4-BE49-F238E27FC236}">
                <a16:creationId xmlns:a16="http://schemas.microsoft.com/office/drawing/2014/main" id="{B0874849-0A1E-4CAB-B39C-8E6D2E992E21}"/>
              </a:ext>
            </a:extLst>
          </p:cNvPr>
          <p:cNvSpPr>
            <a:spLocks noGrp="1"/>
          </p:cNvSpPr>
          <p:nvPr>
            <p:ph type="pic" sz="quarter" idx="40" hasCustomPrompt="1"/>
          </p:nvPr>
        </p:nvSpPr>
        <p:spPr>
          <a:xfrm>
            <a:off x="2821833" y="2890567"/>
            <a:ext cx="1430235"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59" name="Tijdelijke aanduiding voor afbeelding 97">
            <a:extLst>
              <a:ext uri="{FF2B5EF4-FFF2-40B4-BE49-F238E27FC236}">
                <a16:creationId xmlns:a16="http://schemas.microsoft.com/office/drawing/2014/main" id="{27CC5D14-17B4-49E1-9196-B8444925BF8A}"/>
              </a:ext>
            </a:extLst>
          </p:cNvPr>
          <p:cNvSpPr>
            <a:spLocks noGrp="1"/>
          </p:cNvSpPr>
          <p:nvPr>
            <p:ph type="pic" sz="quarter" idx="41" hasCustomPrompt="1"/>
          </p:nvPr>
        </p:nvSpPr>
        <p:spPr>
          <a:xfrm>
            <a:off x="2821833" y="3480832"/>
            <a:ext cx="1430235"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60" name="Tijdelijke aanduiding voor afbeelding 98">
            <a:extLst>
              <a:ext uri="{FF2B5EF4-FFF2-40B4-BE49-F238E27FC236}">
                <a16:creationId xmlns:a16="http://schemas.microsoft.com/office/drawing/2014/main" id="{BF6208BC-7448-48C3-95F1-5E5B15680D44}"/>
              </a:ext>
            </a:extLst>
          </p:cNvPr>
          <p:cNvSpPr>
            <a:spLocks noGrp="1"/>
          </p:cNvSpPr>
          <p:nvPr>
            <p:ph type="pic" sz="quarter" idx="42" hasCustomPrompt="1"/>
          </p:nvPr>
        </p:nvSpPr>
        <p:spPr>
          <a:xfrm>
            <a:off x="4858022" y="2890567"/>
            <a:ext cx="1430235"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61" name="Tijdelijke aanduiding voor afbeelding 99">
            <a:extLst>
              <a:ext uri="{FF2B5EF4-FFF2-40B4-BE49-F238E27FC236}">
                <a16:creationId xmlns:a16="http://schemas.microsoft.com/office/drawing/2014/main" id="{AC02ED49-3293-4B36-84D5-D0FD77105985}"/>
              </a:ext>
            </a:extLst>
          </p:cNvPr>
          <p:cNvSpPr>
            <a:spLocks noGrp="1"/>
          </p:cNvSpPr>
          <p:nvPr>
            <p:ph type="pic" sz="quarter" idx="43" hasCustomPrompt="1"/>
          </p:nvPr>
        </p:nvSpPr>
        <p:spPr>
          <a:xfrm>
            <a:off x="4858022" y="3480832"/>
            <a:ext cx="1430235"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Tree>
    <p:extLst>
      <p:ext uri="{BB962C8B-B14F-4D97-AF65-F5344CB8AC3E}">
        <p14:creationId xmlns:p14="http://schemas.microsoft.com/office/powerpoint/2010/main" val="19628343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0.xml><?xml version="1.0" encoding="utf-8"?>
<p:sldLayout xmlns:a="http://schemas.openxmlformats.org/drawingml/2006/main" xmlns:r="http://schemas.openxmlformats.org/officeDocument/2006/relationships" xmlns:p="http://schemas.openxmlformats.org/presentationml/2006/main" preserve="1" userDrawn="1">
  <p:cSld name="Logo slide #4">
    <p:spTree>
      <p:nvGrpSpPr>
        <p:cNvPr id="1" name=""/>
        <p:cNvGrpSpPr/>
        <p:nvPr/>
      </p:nvGrpSpPr>
      <p:grpSpPr>
        <a:xfrm>
          <a:off x="0" y="0"/>
          <a:ext cx="0" cy="0"/>
          <a:chOff x="0" y="0"/>
          <a:chExt cx="0" cy="0"/>
        </a:xfrm>
      </p:grpSpPr>
      <p:sp>
        <p:nvSpPr>
          <p:cNvPr id="43" name="Graphic 31">
            <a:extLst>
              <a:ext uri="{FF2B5EF4-FFF2-40B4-BE49-F238E27FC236}">
                <a16:creationId xmlns:a16="http://schemas.microsoft.com/office/drawing/2014/main" id="{A5D28A14-2348-46E4-9F7C-437F513E38E8}"/>
              </a:ext>
            </a:extLst>
          </p:cNvPr>
          <p:cNvSpPr>
            <a:spLocks noChangeAspect="1"/>
          </p:cNvSpPr>
          <p:nvPr userDrawn="1"/>
        </p:nvSpPr>
        <p:spPr>
          <a:xfrm flipV="1">
            <a:off x="7623222" y="-3"/>
            <a:ext cx="4568778" cy="6874685"/>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15644" h="7563811">
                <a:moveTo>
                  <a:pt x="892481" y="0"/>
                </a:moveTo>
                <a:cubicBezTo>
                  <a:pt x="1110972" y="1866494"/>
                  <a:pt x="88385" y="2171435"/>
                  <a:pt x="5816" y="3571624"/>
                </a:cubicBezTo>
                <a:cubicBezTo>
                  <a:pt x="-81834" y="5049318"/>
                  <a:pt x="851832" y="6147106"/>
                  <a:pt x="747667" y="7563812"/>
                </a:cubicBezTo>
                <a:lnTo>
                  <a:pt x="5315644" y="7563812"/>
                </a:lnTo>
                <a:lnTo>
                  <a:pt x="5315644" y="0"/>
                </a:lnTo>
                <a:lnTo>
                  <a:pt x="892481" y="0"/>
                </a:lnTo>
                <a:close/>
              </a:path>
            </a:pathLst>
          </a:custGeom>
          <a:solidFill>
            <a:schemeClr val="accent4"/>
          </a:solidFill>
          <a:ln w="12692" cap="flat">
            <a:noFill/>
            <a:prstDash val="solid"/>
            <a:miter/>
          </a:ln>
        </p:spPr>
        <p:txBody>
          <a:bodyPr rtlCol="0" anchor="ctr"/>
          <a:lstStyle/>
          <a:p>
            <a:endParaRPr lang="nl-NL" sz="1633"/>
          </a:p>
        </p:txBody>
      </p:sp>
      <p:sp>
        <p:nvSpPr>
          <p:cNvPr id="44" name="Graphic 34">
            <a:extLst>
              <a:ext uri="{FF2B5EF4-FFF2-40B4-BE49-F238E27FC236}">
                <a16:creationId xmlns:a16="http://schemas.microsoft.com/office/drawing/2014/main" id="{C29878DF-E265-485B-9802-C712BEA40D25}"/>
              </a:ext>
            </a:extLst>
          </p:cNvPr>
          <p:cNvSpPr>
            <a:spLocks noChangeAspect="1"/>
          </p:cNvSpPr>
          <p:nvPr userDrawn="1"/>
        </p:nvSpPr>
        <p:spPr>
          <a:xfrm flipV="1">
            <a:off x="7296461" y="-1"/>
            <a:ext cx="2609523" cy="6874685"/>
          </a:xfrm>
          <a:custGeom>
            <a:avLst/>
            <a:gdLst>
              <a:gd name="connsiteX0" fmla="*/ 5860 w 2434661"/>
              <a:gd name="connsiteY0" fmla="*/ 3586871 h 7563811"/>
              <a:gd name="connsiteX1" fmla="*/ 750252 w 2434661"/>
              <a:gd name="connsiteY1" fmla="*/ 7563812 h 7563811"/>
              <a:gd name="connsiteX2" fmla="*/ 2434662 w 2434661"/>
              <a:gd name="connsiteY2" fmla="*/ 7563812 h 7563811"/>
              <a:gd name="connsiteX3" fmla="*/ 2378769 w 2434661"/>
              <a:gd name="connsiteY3" fmla="*/ 7098777 h 7563811"/>
              <a:gd name="connsiteX4" fmla="*/ 1137692 w 2434661"/>
              <a:gd name="connsiteY4" fmla="*/ 3609741 h 7563811"/>
              <a:gd name="connsiteX5" fmla="*/ 1163098 w 2434661"/>
              <a:gd name="connsiteY5" fmla="*/ 0 h 7563811"/>
              <a:gd name="connsiteX6" fmla="*/ 893795 w 2434661"/>
              <a:gd name="connsiteY6" fmla="*/ 0 h 7563811"/>
              <a:gd name="connsiteX7" fmla="*/ 5860 w 2434661"/>
              <a:gd name="connsiteY7" fmla="*/ 3586871 h 756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4661" h="7563811">
                <a:moveTo>
                  <a:pt x="5860" y="3586871"/>
                </a:moveTo>
                <a:cubicBezTo>
                  <a:pt x="-81790" y="5059483"/>
                  <a:pt x="844254" y="6156000"/>
                  <a:pt x="750252" y="7563812"/>
                </a:cubicBezTo>
                <a:lnTo>
                  <a:pt x="2434662" y="7563812"/>
                </a:lnTo>
                <a:cubicBezTo>
                  <a:pt x="2427040" y="7407530"/>
                  <a:pt x="2407986" y="7251247"/>
                  <a:pt x="2378769" y="7098777"/>
                </a:cubicBezTo>
                <a:cubicBezTo>
                  <a:pt x="2156468" y="5923483"/>
                  <a:pt x="1311722" y="4928612"/>
                  <a:pt x="1137692" y="3609741"/>
                </a:cubicBezTo>
                <a:cubicBezTo>
                  <a:pt x="990338" y="2477647"/>
                  <a:pt x="1333318" y="1102871"/>
                  <a:pt x="1163098" y="0"/>
                </a:cubicBezTo>
                <a:lnTo>
                  <a:pt x="893795" y="0"/>
                </a:lnTo>
                <a:cubicBezTo>
                  <a:pt x="1117367" y="1877930"/>
                  <a:pt x="89700" y="2181600"/>
                  <a:pt x="5860" y="3586871"/>
                </a:cubicBezTo>
                <a:close/>
              </a:path>
            </a:pathLst>
          </a:custGeom>
          <a:solidFill>
            <a:schemeClr val="accent3"/>
          </a:solidFill>
          <a:ln w="12692" cap="flat">
            <a:noFill/>
            <a:prstDash val="solid"/>
            <a:miter/>
          </a:ln>
        </p:spPr>
        <p:txBody>
          <a:bodyPr rtlCol="0" anchor="ctr"/>
          <a:lstStyle/>
          <a:p>
            <a:endParaRPr lang="nl-NL" sz="1633"/>
          </a:p>
        </p:txBody>
      </p:sp>
      <p:sp>
        <p:nvSpPr>
          <p:cNvPr id="3" name="Titel 2">
            <a:extLst>
              <a:ext uri="{FF2B5EF4-FFF2-40B4-BE49-F238E27FC236}">
                <a16:creationId xmlns:a16="http://schemas.microsoft.com/office/drawing/2014/main" id="{9C75EC70-7F42-4BDA-A7A4-1B42B53FCE8E}"/>
              </a:ext>
            </a:extLst>
          </p:cNvPr>
          <p:cNvSpPr>
            <a:spLocks noGrp="1"/>
          </p:cNvSpPr>
          <p:nvPr>
            <p:ph type="title" hasCustomPrompt="1"/>
          </p:nvPr>
        </p:nvSpPr>
        <p:spPr>
          <a:xfrm>
            <a:off x="9203545" y="4820161"/>
            <a:ext cx="2523607" cy="1565286"/>
          </a:xfrm>
        </p:spPr>
        <p:txBody>
          <a:bodyPr anchor="b"/>
          <a:lstStyle>
            <a:lvl1pPr>
              <a:defRPr b="0">
                <a:solidFill>
                  <a:schemeClr val="accent2"/>
                </a:solidFill>
              </a:defRPr>
            </a:lvl1pPr>
          </a:lstStyle>
          <a:p>
            <a:r>
              <a:rPr lang="nl-NL"/>
              <a:t>Plaats hier </a:t>
            </a:r>
            <a:br>
              <a:rPr lang="nl-NL"/>
            </a:br>
            <a:r>
              <a:rPr lang="nl-NL"/>
              <a:t>een titel</a:t>
            </a:r>
          </a:p>
        </p:txBody>
      </p:sp>
      <p:sp>
        <p:nvSpPr>
          <p:cNvPr id="75" name="Tijdelijke aanduiding voor afbeelding 74">
            <a:extLst>
              <a:ext uri="{FF2B5EF4-FFF2-40B4-BE49-F238E27FC236}">
                <a16:creationId xmlns:a16="http://schemas.microsoft.com/office/drawing/2014/main" id="{19D26856-B9DF-494C-85D6-E71741706FC4}"/>
              </a:ext>
            </a:extLst>
          </p:cNvPr>
          <p:cNvSpPr>
            <a:spLocks noGrp="1"/>
          </p:cNvSpPr>
          <p:nvPr>
            <p:ph type="pic" sz="quarter" idx="14" hasCustomPrompt="1"/>
          </p:nvPr>
        </p:nvSpPr>
        <p:spPr>
          <a:xfrm>
            <a:off x="728227" y="529506"/>
            <a:ext cx="1641930" cy="575557"/>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78" name="Tijdelijke aanduiding voor afbeelding 77">
            <a:extLst>
              <a:ext uri="{FF2B5EF4-FFF2-40B4-BE49-F238E27FC236}">
                <a16:creationId xmlns:a16="http://schemas.microsoft.com/office/drawing/2014/main" id="{561DF0DE-DB08-472F-B2CC-213CB4B9D936}"/>
              </a:ext>
            </a:extLst>
          </p:cNvPr>
          <p:cNvSpPr>
            <a:spLocks noGrp="1"/>
          </p:cNvSpPr>
          <p:nvPr>
            <p:ph type="pic" sz="quarter" idx="15" hasCustomPrompt="1"/>
          </p:nvPr>
        </p:nvSpPr>
        <p:spPr>
          <a:xfrm>
            <a:off x="728227" y="1591983"/>
            <a:ext cx="1641930" cy="575557"/>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79" name="Tijdelijke aanduiding voor afbeelding 78">
            <a:extLst>
              <a:ext uri="{FF2B5EF4-FFF2-40B4-BE49-F238E27FC236}">
                <a16:creationId xmlns:a16="http://schemas.microsoft.com/office/drawing/2014/main" id="{45F5706C-C71C-4252-BF76-D36558D25B51}"/>
              </a:ext>
            </a:extLst>
          </p:cNvPr>
          <p:cNvSpPr>
            <a:spLocks noGrp="1"/>
          </p:cNvSpPr>
          <p:nvPr>
            <p:ph type="pic" sz="quarter" idx="16" hasCustomPrompt="1"/>
          </p:nvPr>
        </p:nvSpPr>
        <p:spPr>
          <a:xfrm>
            <a:off x="2897879" y="529506"/>
            <a:ext cx="1641930" cy="575557"/>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80" name="Tijdelijke aanduiding voor afbeelding 79">
            <a:extLst>
              <a:ext uri="{FF2B5EF4-FFF2-40B4-BE49-F238E27FC236}">
                <a16:creationId xmlns:a16="http://schemas.microsoft.com/office/drawing/2014/main" id="{12DA2CB3-8277-414C-9420-7B8642A49D04}"/>
              </a:ext>
            </a:extLst>
          </p:cNvPr>
          <p:cNvSpPr>
            <a:spLocks noGrp="1"/>
          </p:cNvSpPr>
          <p:nvPr>
            <p:ph type="pic" sz="quarter" idx="17" hasCustomPrompt="1"/>
          </p:nvPr>
        </p:nvSpPr>
        <p:spPr>
          <a:xfrm>
            <a:off x="2897879" y="1591983"/>
            <a:ext cx="1641930" cy="575557"/>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81" name="Tijdelijke aanduiding voor afbeelding 80">
            <a:extLst>
              <a:ext uri="{FF2B5EF4-FFF2-40B4-BE49-F238E27FC236}">
                <a16:creationId xmlns:a16="http://schemas.microsoft.com/office/drawing/2014/main" id="{017D0F29-4ADD-414C-97CA-7E19FB91C294}"/>
              </a:ext>
            </a:extLst>
          </p:cNvPr>
          <p:cNvSpPr>
            <a:spLocks noGrp="1"/>
          </p:cNvSpPr>
          <p:nvPr>
            <p:ph type="pic" sz="quarter" idx="18" hasCustomPrompt="1"/>
          </p:nvPr>
        </p:nvSpPr>
        <p:spPr>
          <a:xfrm>
            <a:off x="5067530" y="529506"/>
            <a:ext cx="1641930" cy="575557"/>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82" name="Tijdelijke aanduiding voor afbeelding 81">
            <a:extLst>
              <a:ext uri="{FF2B5EF4-FFF2-40B4-BE49-F238E27FC236}">
                <a16:creationId xmlns:a16="http://schemas.microsoft.com/office/drawing/2014/main" id="{012698D1-FB79-4CBF-8F88-B59FDE25DAB5}"/>
              </a:ext>
            </a:extLst>
          </p:cNvPr>
          <p:cNvSpPr>
            <a:spLocks noGrp="1"/>
          </p:cNvSpPr>
          <p:nvPr>
            <p:ph type="pic" sz="quarter" idx="19" hasCustomPrompt="1"/>
          </p:nvPr>
        </p:nvSpPr>
        <p:spPr>
          <a:xfrm>
            <a:off x="5067530" y="1591983"/>
            <a:ext cx="1641930" cy="575557"/>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90" name="Tijdelijke aanduiding voor afbeelding 89">
            <a:extLst>
              <a:ext uri="{FF2B5EF4-FFF2-40B4-BE49-F238E27FC236}">
                <a16:creationId xmlns:a16="http://schemas.microsoft.com/office/drawing/2014/main" id="{1F8C3F00-A1E6-4D09-93A6-CF15A82BEDC4}"/>
              </a:ext>
            </a:extLst>
          </p:cNvPr>
          <p:cNvSpPr>
            <a:spLocks noGrp="1"/>
          </p:cNvSpPr>
          <p:nvPr>
            <p:ph type="pic" sz="quarter" idx="21" hasCustomPrompt="1"/>
          </p:nvPr>
        </p:nvSpPr>
        <p:spPr>
          <a:xfrm>
            <a:off x="728227" y="2654460"/>
            <a:ext cx="1641930" cy="575557"/>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92" name="Tijdelijke aanduiding voor afbeelding 91">
            <a:extLst>
              <a:ext uri="{FF2B5EF4-FFF2-40B4-BE49-F238E27FC236}">
                <a16:creationId xmlns:a16="http://schemas.microsoft.com/office/drawing/2014/main" id="{FEC69832-E2BC-4D11-9ECF-78431C502968}"/>
              </a:ext>
            </a:extLst>
          </p:cNvPr>
          <p:cNvSpPr>
            <a:spLocks noGrp="1"/>
          </p:cNvSpPr>
          <p:nvPr>
            <p:ph type="pic" sz="quarter" idx="23" hasCustomPrompt="1"/>
          </p:nvPr>
        </p:nvSpPr>
        <p:spPr>
          <a:xfrm>
            <a:off x="2897879" y="2654460"/>
            <a:ext cx="1641930" cy="575557"/>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94" name="Tijdelijke aanduiding voor afbeelding 93">
            <a:extLst>
              <a:ext uri="{FF2B5EF4-FFF2-40B4-BE49-F238E27FC236}">
                <a16:creationId xmlns:a16="http://schemas.microsoft.com/office/drawing/2014/main" id="{5B253EC0-9D6B-4505-82C7-AABC6F643E57}"/>
              </a:ext>
            </a:extLst>
          </p:cNvPr>
          <p:cNvSpPr>
            <a:spLocks noGrp="1"/>
          </p:cNvSpPr>
          <p:nvPr>
            <p:ph type="pic" sz="quarter" idx="25" hasCustomPrompt="1"/>
          </p:nvPr>
        </p:nvSpPr>
        <p:spPr>
          <a:xfrm>
            <a:off x="5067530" y="2654460"/>
            <a:ext cx="1641930" cy="575557"/>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01" name="Tijdelijke aanduiding voor afbeelding 100">
            <a:extLst>
              <a:ext uri="{FF2B5EF4-FFF2-40B4-BE49-F238E27FC236}">
                <a16:creationId xmlns:a16="http://schemas.microsoft.com/office/drawing/2014/main" id="{4C9CFCDE-FAD8-4BEB-AA42-EE9F14E06DB0}"/>
              </a:ext>
            </a:extLst>
          </p:cNvPr>
          <p:cNvSpPr>
            <a:spLocks noGrp="1"/>
          </p:cNvSpPr>
          <p:nvPr>
            <p:ph type="pic" sz="quarter" idx="32" hasCustomPrompt="1"/>
          </p:nvPr>
        </p:nvSpPr>
        <p:spPr>
          <a:xfrm>
            <a:off x="728227" y="4779414"/>
            <a:ext cx="1641930" cy="575557"/>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02" name="Tijdelijke aanduiding voor afbeelding 101">
            <a:extLst>
              <a:ext uri="{FF2B5EF4-FFF2-40B4-BE49-F238E27FC236}">
                <a16:creationId xmlns:a16="http://schemas.microsoft.com/office/drawing/2014/main" id="{35087C55-5032-45D6-8A6D-9A797645507E}"/>
              </a:ext>
            </a:extLst>
          </p:cNvPr>
          <p:cNvSpPr>
            <a:spLocks noGrp="1"/>
          </p:cNvSpPr>
          <p:nvPr>
            <p:ph type="pic" sz="quarter" idx="33" hasCustomPrompt="1"/>
          </p:nvPr>
        </p:nvSpPr>
        <p:spPr>
          <a:xfrm>
            <a:off x="728227" y="5759092"/>
            <a:ext cx="1641930" cy="575557"/>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03" name="Tijdelijke aanduiding voor afbeelding 102">
            <a:extLst>
              <a:ext uri="{FF2B5EF4-FFF2-40B4-BE49-F238E27FC236}">
                <a16:creationId xmlns:a16="http://schemas.microsoft.com/office/drawing/2014/main" id="{81F3A3DD-4834-4C88-8B3E-0485E6E3C12B}"/>
              </a:ext>
            </a:extLst>
          </p:cNvPr>
          <p:cNvSpPr>
            <a:spLocks noGrp="1"/>
          </p:cNvSpPr>
          <p:nvPr>
            <p:ph type="pic" sz="quarter" idx="34" hasCustomPrompt="1"/>
          </p:nvPr>
        </p:nvSpPr>
        <p:spPr>
          <a:xfrm>
            <a:off x="2897879" y="4779414"/>
            <a:ext cx="1641930" cy="575557"/>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04" name="Tijdelijke aanduiding voor afbeelding 103">
            <a:extLst>
              <a:ext uri="{FF2B5EF4-FFF2-40B4-BE49-F238E27FC236}">
                <a16:creationId xmlns:a16="http://schemas.microsoft.com/office/drawing/2014/main" id="{D5F36146-6682-44AA-91D3-5B52E4A8BD11}"/>
              </a:ext>
            </a:extLst>
          </p:cNvPr>
          <p:cNvSpPr>
            <a:spLocks noGrp="1"/>
          </p:cNvSpPr>
          <p:nvPr>
            <p:ph type="pic" sz="quarter" idx="35" hasCustomPrompt="1"/>
          </p:nvPr>
        </p:nvSpPr>
        <p:spPr>
          <a:xfrm>
            <a:off x="2897879" y="5759092"/>
            <a:ext cx="1641930" cy="575557"/>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05" name="Tijdelijke aanduiding voor afbeelding 104">
            <a:extLst>
              <a:ext uri="{FF2B5EF4-FFF2-40B4-BE49-F238E27FC236}">
                <a16:creationId xmlns:a16="http://schemas.microsoft.com/office/drawing/2014/main" id="{98C89495-6E46-49BD-86B2-CC71FBDA7147}"/>
              </a:ext>
            </a:extLst>
          </p:cNvPr>
          <p:cNvSpPr>
            <a:spLocks noGrp="1"/>
          </p:cNvSpPr>
          <p:nvPr>
            <p:ph type="pic" sz="quarter" idx="36" hasCustomPrompt="1"/>
          </p:nvPr>
        </p:nvSpPr>
        <p:spPr>
          <a:xfrm>
            <a:off x="5067530" y="4779414"/>
            <a:ext cx="1641930" cy="575557"/>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06" name="Tijdelijke aanduiding voor afbeelding 105">
            <a:extLst>
              <a:ext uri="{FF2B5EF4-FFF2-40B4-BE49-F238E27FC236}">
                <a16:creationId xmlns:a16="http://schemas.microsoft.com/office/drawing/2014/main" id="{D8884AEE-715F-4F07-AADB-9B30E935C608}"/>
              </a:ext>
            </a:extLst>
          </p:cNvPr>
          <p:cNvSpPr>
            <a:spLocks noGrp="1"/>
          </p:cNvSpPr>
          <p:nvPr>
            <p:ph type="pic" sz="quarter" idx="37" hasCustomPrompt="1"/>
          </p:nvPr>
        </p:nvSpPr>
        <p:spPr>
          <a:xfrm>
            <a:off x="5067530" y="5759092"/>
            <a:ext cx="1641930" cy="575557"/>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56" name="Tijdelijke aanduiding voor afbeelding 94">
            <a:extLst>
              <a:ext uri="{FF2B5EF4-FFF2-40B4-BE49-F238E27FC236}">
                <a16:creationId xmlns:a16="http://schemas.microsoft.com/office/drawing/2014/main" id="{18A1D1BC-9DA1-4B09-908F-447A9C1EE52F}"/>
              </a:ext>
            </a:extLst>
          </p:cNvPr>
          <p:cNvSpPr>
            <a:spLocks noGrp="1"/>
          </p:cNvSpPr>
          <p:nvPr>
            <p:ph type="pic" sz="quarter" idx="38" hasCustomPrompt="1"/>
          </p:nvPr>
        </p:nvSpPr>
        <p:spPr>
          <a:xfrm>
            <a:off x="728227" y="3716937"/>
            <a:ext cx="1641930" cy="575557"/>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58" name="Tijdelijke aanduiding voor afbeelding 96">
            <a:extLst>
              <a:ext uri="{FF2B5EF4-FFF2-40B4-BE49-F238E27FC236}">
                <a16:creationId xmlns:a16="http://schemas.microsoft.com/office/drawing/2014/main" id="{B0874849-0A1E-4CAB-B39C-8E6D2E992E21}"/>
              </a:ext>
            </a:extLst>
          </p:cNvPr>
          <p:cNvSpPr>
            <a:spLocks noGrp="1"/>
          </p:cNvSpPr>
          <p:nvPr>
            <p:ph type="pic" sz="quarter" idx="40" hasCustomPrompt="1"/>
          </p:nvPr>
        </p:nvSpPr>
        <p:spPr>
          <a:xfrm>
            <a:off x="2897879" y="3716937"/>
            <a:ext cx="1641930" cy="575557"/>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60" name="Tijdelijke aanduiding voor afbeelding 98">
            <a:extLst>
              <a:ext uri="{FF2B5EF4-FFF2-40B4-BE49-F238E27FC236}">
                <a16:creationId xmlns:a16="http://schemas.microsoft.com/office/drawing/2014/main" id="{BF6208BC-7448-48C3-95F1-5E5B15680D44}"/>
              </a:ext>
            </a:extLst>
          </p:cNvPr>
          <p:cNvSpPr>
            <a:spLocks noGrp="1"/>
          </p:cNvSpPr>
          <p:nvPr>
            <p:ph type="pic" sz="quarter" idx="42" hasCustomPrompt="1"/>
          </p:nvPr>
        </p:nvSpPr>
        <p:spPr>
          <a:xfrm>
            <a:off x="5067530" y="3716937"/>
            <a:ext cx="1641930" cy="575557"/>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Tree>
    <p:extLst>
      <p:ext uri="{BB962C8B-B14F-4D97-AF65-F5344CB8AC3E}">
        <p14:creationId xmlns:p14="http://schemas.microsoft.com/office/powerpoint/2010/main" val="39224232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1.xml><?xml version="1.0" encoding="utf-8"?>
<p:sldLayout xmlns:a="http://schemas.openxmlformats.org/drawingml/2006/main" xmlns:r="http://schemas.openxmlformats.org/officeDocument/2006/relationships" xmlns:p="http://schemas.openxmlformats.org/presentationml/2006/main" preserve="1" userDrawn="1">
  <p:cSld name="Logo slide #5">
    <p:spTree>
      <p:nvGrpSpPr>
        <p:cNvPr id="1" name=""/>
        <p:cNvGrpSpPr/>
        <p:nvPr/>
      </p:nvGrpSpPr>
      <p:grpSpPr>
        <a:xfrm>
          <a:off x="0" y="0"/>
          <a:ext cx="0" cy="0"/>
          <a:chOff x="0" y="0"/>
          <a:chExt cx="0" cy="0"/>
        </a:xfrm>
      </p:grpSpPr>
      <p:sp>
        <p:nvSpPr>
          <p:cNvPr id="42" name="Graphic 8">
            <a:extLst>
              <a:ext uri="{FF2B5EF4-FFF2-40B4-BE49-F238E27FC236}">
                <a16:creationId xmlns:a16="http://schemas.microsoft.com/office/drawing/2014/main" id="{6DA4FEB4-772D-438B-90B5-89B0B8A9B06A}"/>
              </a:ext>
            </a:extLst>
          </p:cNvPr>
          <p:cNvSpPr/>
          <p:nvPr userDrawn="1"/>
        </p:nvSpPr>
        <p:spPr>
          <a:xfrm>
            <a:off x="6096001" y="1"/>
            <a:ext cx="6093960" cy="6872519"/>
          </a:xfrm>
          <a:custGeom>
            <a:avLst/>
            <a:gdLst>
              <a:gd name="connsiteX0" fmla="*/ 0 w 2466804"/>
              <a:gd name="connsiteY0" fmla="*/ 0 h 7563486"/>
              <a:gd name="connsiteX1" fmla="*/ 1895197 w 2466804"/>
              <a:gd name="connsiteY1" fmla="*/ 2781198 h 7563486"/>
              <a:gd name="connsiteX2" fmla="*/ 563986 w 2466804"/>
              <a:gd name="connsiteY2" fmla="*/ 7563487 h 7563486"/>
              <a:gd name="connsiteX3" fmla="*/ 2466805 w 2466804"/>
              <a:gd name="connsiteY3" fmla="*/ 7563487 h 7563486"/>
              <a:gd name="connsiteX4" fmla="*/ 2466805 w 2466804"/>
              <a:gd name="connsiteY4" fmla="*/ 0 h 7563486"/>
              <a:gd name="connsiteX5" fmla="*/ 0 w 2466804"/>
              <a:gd name="connsiteY5" fmla="*/ 0 h 7563486"/>
              <a:gd name="connsiteX0" fmla="*/ 0 w 4966165"/>
              <a:gd name="connsiteY0" fmla="*/ 12192 h 7575679"/>
              <a:gd name="connsiteX1" fmla="*/ 1895197 w 4966165"/>
              <a:gd name="connsiteY1" fmla="*/ 2793390 h 7575679"/>
              <a:gd name="connsiteX2" fmla="*/ 563986 w 4966165"/>
              <a:gd name="connsiteY2" fmla="*/ 7575679 h 7575679"/>
              <a:gd name="connsiteX3" fmla="*/ 2466805 w 4966165"/>
              <a:gd name="connsiteY3" fmla="*/ 7575679 h 7575679"/>
              <a:gd name="connsiteX4" fmla="*/ 4966165 w 4966165"/>
              <a:gd name="connsiteY4" fmla="*/ 0 h 7575679"/>
              <a:gd name="connsiteX5" fmla="*/ 0 w 4966165"/>
              <a:gd name="connsiteY5" fmla="*/ 12192 h 7575679"/>
              <a:gd name="connsiteX0" fmla="*/ 0 w 4966165"/>
              <a:gd name="connsiteY0" fmla="*/ 12192 h 7587871"/>
              <a:gd name="connsiteX1" fmla="*/ 1895197 w 4966165"/>
              <a:gd name="connsiteY1" fmla="*/ 2793390 h 7587871"/>
              <a:gd name="connsiteX2" fmla="*/ 563986 w 4966165"/>
              <a:gd name="connsiteY2" fmla="*/ 7575679 h 7587871"/>
              <a:gd name="connsiteX3" fmla="*/ 4966165 w 4966165"/>
              <a:gd name="connsiteY3" fmla="*/ 7587871 h 7587871"/>
              <a:gd name="connsiteX4" fmla="*/ 4966165 w 4966165"/>
              <a:gd name="connsiteY4" fmla="*/ 0 h 7587871"/>
              <a:gd name="connsiteX5" fmla="*/ 0 w 4966165"/>
              <a:gd name="connsiteY5" fmla="*/ 12192 h 7587871"/>
              <a:gd name="connsiteX0" fmla="*/ 0 w 5344117"/>
              <a:gd name="connsiteY0" fmla="*/ 0 h 7575679"/>
              <a:gd name="connsiteX1" fmla="*/ 1895197 w 5344117"/>
              <a:gd name="connsiteY1" fmla="*/ 2781198 h 7575679"/>
              <a:gd name="connsiteX2" fmla="*/ 563986 w 5344117"/>
              <a:gd name="connsiteY2" fmla="*/ 7563487 h 7575679"/>
              <a:gd name="connsiteX3" fmla="*/ 4966165 w 5344117"/>
              <a:gd name="connsiteY3" fmla="*/ 7575679 h 7575679"/>
              <a:gd name="connsiteX4" fmla="*/ 5344117 w 5344117"/>
              <a:gd name="connsiteY4" fmla="*/ 0 h 7575679"/>
              <a:gd name="connsiteX5" fmla="*/ 0 w 5344117"/>
              <a:gd name="connsiteY5" fmla="*/ 0 h 7575679"/>
              <a:gd name="connsiteX0" fmla="*/ 0 w 5344117"/>
              <a:gd name="connsiteY0" fmla="*/ 0 h 7575679"/>
              <a:gd name="connsiteX1" fmla="*/ 1895197 w 5344117"/>
              <a:gd name="connsiteY1" fmla="*/ 2781198 h 7575679"/>
              <a:gd name="connsiteX2" fmla="*/ 563986 w 5344117"/>
              <a:gd name="connsiteY2" fmla="*/ 7563487 h 7575679"/>
              <a:gd name="connsiteX3" fmla="*/ 5344117 w 5344117"/>
              <a:gd name="connsiteY3" fmla="*/ 7575679 h 7575679"/>
              <a:gd name="connsiteX4" fmla="*/ 5344117 w 5344117"/>
              <a:gd name="connsiteY4" fmla="*/ 0 h 7575679"/>
              <a:gd name="connsiteX5" fmla="*/ 0 w 5344117"/>
              <a:gd name="connsiteY5" fmla="*/ 0 h 7575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44117" h="7575679">
                <a:moveTo>
                  <a:pt x="0" y="0"/>
                </a:moveTo>
                <a:cubicBezTo>
                  <a:pt x="875194" y="698794"/>
                  <a:pt x="1599231" y="1745713"/>
                  <a:pt x="1895197" y="2781198"/>
                </a:cubicBezTo>
                <a:cubicBezTo>
                  <a:pt x="2299133" y="4197843"/>
                  <a:pt x="1769443" y="6339963"/>
                  <a:pt x="563986" y="7563487"/>
                </a:cubicBezTo>
                <a:lnTo>
                  <a:pt x="5344117" y="7575679"/>
                </a:lnTo>
                <a:lnTo>
                  <a:pt x="5344117" y="0"/>
                </a:lnTo>
                <a:lnTo>
                  <a:pt x="0" y="0"/>
                </a:lnTo>
                <a:close/>
              </a:path>
            </a:pathLst>
          </a:custGeom>
          <a:solidFill>
            <a:srgbClr val="E5DDE8"/>
          </a:solidFill>
          <a:ln w="12692" cap="flat">
            <a:noFill/>
            <a:prstDash val="solid"/>
            <a:miter/>
          </a:ln>
        </p:spPr>
        <p:txBody>
          <a:bodyPr rtlCol="0" anchor="ctr"/>
          <a:lstStyle/>
          <a:p>
            <a:endParaRPr lang="nl-NL" sz="1633"/>
          </a:p>
        </p:txBody>
      </p:sp>
      <p:sp>
        <p:nvSpPr>
          <p:cNvPr id="3" name="Titel 2">
            <a:extLst>
              <a:ext uri="{FF2B5EF4-FFF2-40B4-BE49-F238E27FC236}">
                <a16:creationId xmlns:a16="http://schemas.microsoft.com/office/drawing/2014/main" id="{9C75EC70-7F42-4BDA-A7A4-1B42B53FCE8E}"/>
              </a:ext>
            </a:extLst>
          </p:cNvPr>
          <p:cNvSpPr>
            <a:spLocks noGrp="1"/>
          </p:cNvSpPr>
          <p:nvPr>
            <p:ph type="title" hasCustomPrompt="1"/>
          </p:nvPr>
        </p:nvSpPr>
        <p:spPr>
          <a:xfrm>
            <a:off x="801956" y="283901"/>
            <a:ext cx="5404724" cy="552906"/>
          </a:xfrm>
        </p:spPr>
        <p:txBody>
          <a:bodyPr/>
          <a:lstStyle>
            <a:lvl1pPr>
              <a:defRPr/>
            </a:lvl1pPr>
          </a:lstStyle>
          <a:p>
            <a:r>
              <a:rPr lang="nl-NL"/>
              <a:t>Plaats hier een titel</a:t>
            </a:r>
          </a:p>
        </p:txBody>
      </p:sp>
      <p:sp>
        <p:nvSpPr>
          <p:cNvPr id="12" name="Tijdelijke aanduiding voor verticale tekst 2">
            <a:extLst>
              <a:ext uri="{FF2B5EF4-FFF2-40B4-BE49-F238E27FC236}">
                <a16:creationId xmlns:a16="http://schemas.microsoft.com/office/drawing/2014/main" id="{EF7AF3FF-C1B3-47AD-9EAA-88B850FFEB71}"/>
              </a:ext>
            </a:extLst>
          </p:cNvPr>
          <p:cNvSpPr>
            <a:spLocks noGrp="1"/>
          </p:cNvSpPr>
          <p:nvPr>
            <p:ph type="body" orient="vert" idx="1" hasCustomPrompt="1"/>
          </p:nvPr>
        </p:nvSpPr>
        <p:spPr>
          <a:xfrm>
            <a:off x="833331" y="2211503"/>
            <a:ext cx="2885893" cy="1690400"/>
          </a:xfrm>
        </p:spPr>
        <p:txBody>
          <a:bodyPr vert="horz" lIns="0" tIns="0" rIns="0" bIns="0"/>
          <a:lstStyle>
            <a:lvl1pPr>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13" name="Tijdelijke aanduiding voor verticale tekst 2">
            <a:extLst>
              <a:ext uri="{FF2B5EF4-FFF2-40B4-BE49-F238E27FC236}">
                <a16:creationId xmlns:a16="http://schemas.microsoft.com/office/drawing/2014/main" id="{6BD8F974-554A-443F-97C9-B902344D858B}"/>
              </a:ext>
            </a:extLst>
          </p:cNvPr>
          <p:cNvSpPr>
            <a:spLocks noGrp="1"/>
          </p:cNvSpPr>
          <p:nvPr>
            <p:ph type="body" orient="vert" idx="30" hasCustomPrompt="1"/>
          </p:nvPr>
        </p:nvSpPr>
        <p:spPr>
          <a:xfrm>
            <a:off x="833331" y="1943034"/>
            <a:ext cx="2885893" cy="268469"/>
          </a:xfrm>
        </p:spPr>
        <p:txBody>
          <a:bodyPr vert="horz" lIns="0" tIns="0" rIns="0" bIns="0"/>
          <a:lstStyle>
            <a:lvl1pPr marL="0" indent="0">
              <a:buNone/>
              <a:defRPr b="1"/>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34" name="Tijdelijke aanduiding voor verticale tekst 2">
            <a:extLst>
              <a:ext uri="{FF2B5EF4-FFF2-40B4-BE49-F238E27FC236}">
                <a16:creationId xmlns:a16="http://schemas.microsoft.com/office/drawing/2014/main" id="{1564CBB9-C6B3-42D6-AB97-D30AD6AA5577}"/>
              </a:ext>
            </a:extLst>
          </p:cNvPr>
          <p:cNvSpPr>
            <a:spLocks noGrp="1"/>
          </p:cNvSpPr>
          <p:nvPr>
            <p:ph type="body" orient="vert" idx="33" hasCustomPrompt="1"/>
          </p:nvPr>
        </p:nvSpPr>
        <p:spPr>
          <a:xfrm>
            <a:off x="3961616" y="2211503"/>
            <a:ext cx="2885893" cy="1690400"/>
          </a:xfrm>
        </p:spPr>
        <p:txBody>
          <a:bodyPr vert="horz" lIns="0" tIns="0" rIns="0" bIns="0"/>
          <a:lstStyle>
            <a:lvl1pPr>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58" name="Tijdelijke aanduiding voor verticale tekst 2">
            <a:extLst>
              <a:ext uri="{FF2B5EF4-FFF2-40B4-BE49-F238E27FC236}">
                <a16:creationId xmlns:a16="http://schemas.microsoft.com/office/drawing/2014/main" id="{2A5AA1DC-BE64-4900-93E1-324287208AE4}"/>
              </a:ext>
            </a:extLst>
          </p:cNvPr>
          <p:cNvSpPr>
            <a:spLocks noGrp="1"/>
          </p:cNvSpPr>
          <p:nvPr>
            <p:ph type="body" orient="vert" idx="41" hasCustomPrompt="1"/>
          </p:nvPr>
        </p:nvSpPr>
        <p:spPr>
          <a:xfrm>
            <a:off x="833332" y="4800505"/>
            <a:ext cx="2873584" cy="1691805"/>
          </a:xfrm>
        </p:spPr>
        <p:txBody>
          <a:bodyPr vert="horz" lIns="0" tIns="0" rIns="0" bIns="0"/>
          <a:lstStyle>
            <a:lvl1pPr>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59" name="Tijdelijke aanduiding voor verticale tekst 2">
            <a:extLst>
              <a:ext uri="{FF2B5EF4-FFF2-40B4-BE49-F238E27FC236}">
                <a16:creationId xmlns:a16="http://schemas.microsoft.com/office/drawing/2014/main" id="{D0305FB1-E0B6-4744-A139-C6B1CAF533A6}"/>
              </a:ext>
            </a:extLst>
          </p:cNvPr>
          <p:cNvSpPr>
            <a:spLocks noGrp="1"/>
          </p:cNvSpPr>
          <p:nvPr>
            <p:ph type="body" orient="vert" idx="42" hasCustomPrompt="1"/>
          </p:nvPr>
        </p:nvSpPr>
        <p:spPr>
          <a:xfrm>
            <a:off x="833332" y="4532037"/>
            <a:ext cx="2873584" cy="268468"/>
          </a:xfrm>
        </p:spPr>
        <p:txBody>
          <a:bodyPr vert="horz" lIns="0" tIns="0" rIns="0" bIns="0"/>
          <a:lstStyle>
            <a:lvl1pPr marL="0" indent="0">
              <a:buNone/>
              <a:defRPr b="1"/>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66" name="Tijdelijke aanduiding voor verticale tekst 2">
            <a:extLst>
              <a:ext uri="{FF2B5EF4-FFF2-40B4-BE49-F238E27FC236}">
                <a16:creationId xmlns:a16="http://schemas.microsoft.com/office/drawing/2014/main" id="{45D1BA74-1327-44DC-A126-2E8D7FDA0D76}"/>
              </a:ext>
            </a:extLst>
          </p:cNvPr>
          <p:cNvSpPr>
            <a:spLocks noGrp="1"/>
          </p:cNvSpPr>
          <p:nvPr>
            <p:ph type="body" orient="vert" idx="44" hasCustomPrompt="1"/>
          </p:nvPr>
        </p:nvSpPr>
        <p:spPr>
          <a:xfrm>
            <a:off x="3949308" y="4800505"/>
            <a:ext cx="2873584" cy="1691805"/>
          </a:xfrm>
        </p:spPr>
        <p:txBody>
          <a:bodyPr vert="horz" lIns="0" tIns="0" rIns="0" bIns="0"/>
          <a:lstStyle>
            <a:lvl1pPr>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67" name="Tijdelijke aanduiding voor verticale tekst 2">
            <a:extLst>
              <a:ext uri="{FF2B5EF4-FFF2-40B4-BE49-F238E27FC236}">
                <a16:creationId xmlns:a16="http://schemas.microsoft.com/office/drawing/2014/main" id="{4D25CFD4-7426-41A2-AE61-CB42D1C7A416}"/>
              </a:ext>
            </a:extLst>
          </p:cNvPr>
          <p:cNvSpPr>
            <a:spLocks noGrp="1"/>
          </p:cNvSpPr>
          <p:nvPr>
            <p:ph type="body" orient="vert" idx="45" hasCustomPrompt="1"/>
          </p:nvPr>
        </p:nvSpPr>
        <p:spPr>
          <a:xfrm>
            <a:off x="3949308" y="4532037"/>
            <a:ext cx="2873584" cy="268468"/>
          </a:xfrm>
        </p:spPr>
        <p:txBody>
          <a:bodyPr vert="horz" lIns="0" tIns="0" rIns="0" bIns="0"/>
          <a:lstStyle>
            <a:lvl1pPr marL="0" indent="0">
              <a:buNone/>
              <a:defRPr b="1"/>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51" name="Tijdelijke aanduiding voor verticale tekst 2">
            <a:extLst>
              <a:ext uri="{FF2B5EF4-FFF2-40B4-BE49-F238E27FC236}">
                <a16:creationId xmlns:a16="http://schemas.microsoft.com/office/drawing/2014/main" id="{706EF24E-99FD-44DC-97C6-1732E0209814}"/>
              </a:ext>
            </a:extLst>
          </p:cNvPr>
          <p:cNvSpPr>
            <a:spLocks noGrp="1"/>
          </p:cNvSpPr>
          <p:nvPr>
            <p:ph type="body" orient="vert" idx="46" hasCustomPrompt="1"/>
          </p:nvPr>
        </p:nvSpPr>
        <p:spPr>
          <a:xfrm>
            <a:off x="3961616" y="1943034"/>
            <a:ext cx="2885893" cy="268469"/>
          </a:xfrm>
        </p:spPr>
        <p:txBody>
          <a:bodyPr vert="horz" lIns="0" tIns="0" rIns="0" bIns="0"/>
          <a:lstStyle>
            <a:lvl1pPr marL="0" indent="0">
              <a:buNone/>
              <a:defRPr b="1"/>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52" name="Tijdelijke aanduiding voor afbeelding 51">
            <a:extLst>
              <a:ext uri="{FF2B5EF4-FFF2-40B4-BE49-F238E27FC236}">
                <a16:creationId xmlns:a16="http://schemas.microsoft.com/office/drawing/2014/main" id="{C26D77FB-C095-414B-A480-C84CF241CB7E}"/>
              </a:ext>
            </a:extLst>
          </p:cNvPr>
          <p:cNvSpPr>
            <a:spLocks noGrp="1"/>
          </p:cNvSpPr>
          <p:nvPr>
            <p:ph type="pic" sz="quarter" idx="26" hasCustomPrompt="1"/>
          </p:nvPr>
        </p:nvSpPr>
        <p:spPr>
          <a:xfrm>
            <a:off x="1633845" y="3966295"/>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53" name="Tijdelijke aanduiding voor afbeelding 52">
            <a:extLst>
              <a:ext uri="{FF2B5EF4-FFF2-40B4-BE49-F238E27FC236}">
                <a16:creationId xmlns:a16="http://schemas.microsoft.com/office/drawing/2014/main" id="{6901C54D-3D62-49D8-BB3B-517854202826}"/>
              </a:ext>
            </a:extLst>
          </p:cNvPr>
          <p:cNvSpPr>
            <a:spLocks noGrp="1"/>
          </p:cNvSpPr>
          <p:nvPr>
            <p:ph type="pic" sz="quarter" idx="47" hasCustomPrompt="1"/>
          </p:nvPr>
        </p:nvSpPr>
        <p:spPr>
          <a:xfrm>
            <a:off x="4757100" y="3966295"/>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54" name="Tijdelijke aanduiding voor afbeelding 53">
            <a:extLst>
              <a:ext uri="{FF2B5EF4-FFF2-40B4-BE49-F238E27FC236}">
                <a16:creationId xmlns:a16="http://schemas.microsoft.com/office/drawing/2014/main" id="{6C773BA7-9D86-4FCA-ACEA-2122BE19F1B3}"/>
              </a:ext>
            </a:extLst>
          </p:cNvPr>
          <p:cNvSpPr>
            <a:spLocks noGrp="1"/>
          </p:cNvSpPr>
          <p:nvPr>
            <p:ph type="pic" sz="quarter" idx="48" hasCustomPrompt="1"/>
          </p:nvPr>
        </p:nvSpPr>
        <p:spPr>
          <a:xfrm>
            <a:off x="1633845" y="1377292"/>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55" name="Tijdelijke aanduiding voor afbeelding 54">
            <a:extLst>
              <a:ext uri="{FF2B5EF4-FFF2-40B4-BE49-F238E27FC236}">
                <a16:creationId xmlns:a16="http://schemas.microsoft.com/office/drawing/2014/main" id="{FF08CFB9-2CE5-4FAE-8E52-68C04A02AED1}"/>
              </a:ext>
            </a:extLst>
          </p:cNvPr>
          <p:cNvSpPr>
            <a:spLocks noGrp="1"/>
          </p:cNvSpPr>
          <p:nvPr>
            <p:ph type="pic" sz="quarter" idx="49" hasCustomPrompt="1"/>
          </p:nvPr>
        </p:nvSpPr>
        <p:spPr>
          <a:xfrm>
            <a:off x="4757100" y="1377292"/>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Tree>
    <p:extLst>
      <p:ext uri="{BB962C8B-B14F-4D97-AF65-F5344CB8AC3E}">
        <p14:creationId xmlns:p14="http://schemas.microsoft.com/office/powerpoint/2010/main" val="21965074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2.xml><?xml version="1.0" encoding="utf-8"?>
<p:sldLayout xmlns:a="http://schemas.openxmlformats.org/drawingml/2006/main" xmlns:r="http://schemas.openxmlformats.org/officeDocument/2006/relationships" xmlns:p="http://schemas.openxmlformats.org/presentationml/2006/main" preserve="1" userDrawn="1">
  <p:cSld name="Logo slide #6">
    <p:spTree>
      <p:nvGrpSpPr>
        <p:cNvPr id="1" name=""/>
        <p:cNvGrpSpPr/>
        <p:nvPr/>
      </p:nvGrpSpPr>
      <p:grpSpPr>
        <a:xfrm>
          <a:off x="0" y="0"/>
          <a:ext cx="0" cy="0"/>
          <a:chOff x="0" y="0"/>
          <a:chExt cx="0" cy="0"/>
        </a:xfrm>
      </p:grpSpPr>
      <p:sp>
        <p:nvSpPr>
          <p:cNvPr id="138" name="Graphic 31">
            <a:extLst>
              <a:ext uri="{FF2B5EF4-FFF2-40B4-BE49-F238E27FC236}">
                <a16:creationId xmlns:a16="http://schemas.microsoft.com/office/drawing/2014/main" id="{9BF2D54D-0B52-40E7-B4BB-B42592FC17E0}"/>
              </a:ext>
            </a:extLst>
          </p:cNvPr>
          <p:cNvSpPr>
            <a:spLocks noChangeAspect="1"/>
          </p:cNvSpPr>
          <p:nvPr userDrawn="1"/>
        </p:nvSpPr>
        <p:spPr>
          <a:xfrm rot="5400000" flipV="1">
            <a:off x="2656221" y="-2656221"/>
            <a:ext cx="6900415" cy="12212857"/>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 name="connsiteX0" fmla="*/ 892481 w 5315644"/>
              <a:gd name="connsiteY0" fmla="*/ 0 h 7563813"/>
              <a:gd name="connsiteX1" fmla="*/ 5816 w 5315644"/>
              <a:gd name="connsiteY1" fmla="*/ 3571624 h 7563813"/>
              <a:gd name="connsiteX2" fmla="*/ 747667 w 5315644"/>
              <a:gd name="connsiteY2" fmla="*/ 7563812 h 7563813"/>
              <a:gd name="connsiteX3" fmla="*/ 4552322 w 5315644"/>
              <a:gd name="connsiteY3" fmla="*/ 7563813 h 7563813"/>
              <a:gd name="connsiteX4" fmla="*/ 5315644 w 5315644"/>
              <a:gd name="connsiteY4" fmla="*/ 0 h 7563813"/>
              <a:gd name="connsiteX5" fmla="*/ 892481 w 5315644"/>
              <a:gd name="connsiteY5" fmla="*/ 0 h 7563813"/>
              <a:gd name="connsiteX0" fmla="*/ 892481 w 5315644"/>
              <a:gd name="connsiteY0" fmla="*/ 0 h 7563813"/>
              <a:gd name="connsiteX1" fmla="*/ 5816 w 5315644"/>
              <a:gd name="connsiteY1" fmla="*/ 3571624 h 7563813"/>
              <a:gd name="connsiteX2" fmla="*/ 747667 w 5315644"/>
              <a:gd name="connsiteY2" fmla="*/ 7563812 h 7563813"/>
              <a:gd name="connsiteX3" fmla="*/ 4901639 w 5315644"/>
              <a:gd name="connsiteY3" fmla="*/ 7563813 h 7563813"/>
              <a:gd name="connsiteX4" fmla="*/ 5315644 w 5315644"/>
              <a:gd name="connsiteY4" fmla="*/ 0 h 7563813"/>
              <a:gd name="connsiteX5" fmla="*/ 892481 w 5315644"/>
              <a:gd name="connsiteY5" fmla="*/ 0 h 7563813"/>
              <a:gd name="connsiteX0" fmla="*/ 892481 w 4901639"/>
              <a:gd name="connsiteY0" fmla="*/ 0 h 7563813"/>
              <a:gd name="connsiteX1" fmla="*/ 5816 w 4901639"/>
              <a:gd name="connsiteY1" fmla="*/ 3571624 h 7563813"/>
              <a:gd name="connsiteX2" fmla="*/ 747667 w 4901639"/>
              <a:gd name="connsiteY2" fmla="*/ 7563812 h 7563813"/>
              <a:gd name="connsiteX3" fmla="*/ 4901639 w 4901639"/>
              <a:gd name="connsiteY3" fmla="*/ 7563813 h 7563813"/>
              <a:gd name="connsiteX4" fmla="*/ 4565260 w 4901639"/>
              <a:gd name="connsiteY4" fmla="*/ 0 h 7563813"/>
              <a:gd name="connsiteX5" fmla="*/ 892481 w 4901639"/>
              <a:gd name="connsiteY5" fmla="*/ 0 h 7563813"/>
              <a:gd name="connsiteX0" fmla="*/ 892481 w 4901639"/>
              <a:gd name="connsiteY0" fmla="*/ 12938 h 7576751"/>
              <a:gd name="connsiteX1" fmla="*/ 5816 w 4901639"/>
              <a:gd name="connsiteY1" fmla="*/ 3584562 h 7576751"/>
              <a:gd name="connsiteX2" fmla="*/ 747667 w 4901639"/>
              <a:gd name="connsiteY2" fmla="*/ 7576750 h 7576751"/>
              <a:gd name="connsiteX3" fmla="*/ 4901639 w 4901639"/>
              <a:gd name="connsiteY3" fmla="*/ 7576751 h 7576751"/>
              <a:gd name="connsiteX4" fmla="*/ 4901639 w 4901639"/>
              <a:gd name="connsiteY4" fmla="*/ 0 h 7576751"/>
              <a:gd name="connsiteX5" fmla="*/ 892481 w 4901639"/>
              <a:gd name="connsiteY5" fmla="*/ 12938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823283 h 8379532"/>
              <a:gd name="connsiteX1" fmla="*/ 10879 w 4906702"/>
              <a:gd name="connsiteY1" fmla="*/ 4387343 h 8379532"/>
              <a:gd name="connsiteX2" fmla="*/ 752730 w 4906702"/>
              <a:gd name="connsiteY2" fmla="*/ 8379531 h 8379532"/>
              <a:gd name="connsiteX3" fmla="*/ 4906702 w 4906702"/>
              <a:gd name="connsiteY3" fmla="*/ 8379532 h 8379532"/>
              <a:gd name="connsiteX4" fmla="*/ 4906702 w 4906702"/>
              <a:gd name="connsiteY4" fmla="*/ 802781 h 8379532"/>
              <a:gd name="connsiteX5" fmla="*/ 0 w 4906702"/>
              <a:gd name="connsiteY5" fmla="*/ 823283 h 8379532"/>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147214 w 4923206"/>
              <a:gd name="connsiteY0" fmla="*/ 179342 h 7576751"/>
              <a:gd name="connsiteX1" fmla="*/ 27383 w 4923206"/>
              <a:gd name="connsiteY1" fmla="*/ 3584562 h 7576751"/>
              <a:gd name="connsiteX2" fmla="*/ 769234 w 4923206"/>
              <a:gd name="connsiteY2" fmla="*/ 7576750 h 7576751"/>
              <a:gd name="connsiteX3" fmla="*/ 4923206 w 4923206"/>
              <a:gd name="connsiteY3" fmla="*/ 7576751 h 7576751"/>
              <a:gd name="connsiteX4" fmla="*/ 4923206 w 4923206"/>
              <a:gd name="connsiteY4" fmla="*/ 0 h 7576751"/>
              <a:gd name="connsiteX5" fmla="*/ 147214 w 4923206"/>
              <a:gd name="connsiteY5" fmla="*/ 179342 h 7576751"/>
              <a:gd name="connsiteX0" fmla="*/ 42213 w 4957629"/>
              <a:gd name="connsiteY0" fmla="*/ 5373 h 7576751"/>
              <a:gd name="connsiteX1" fmla="*/ 61806 w 4957629"/>
              <a:gd name="connsiteY1" fmla="*/ 3584562 h 7576751"/>
              <a:gd name="connsiteX2" fmla="*/ 803657 w 4957629"/>
              <a:gd name="connsiteY2" fmla="*/ 7576750 h 7576751"/>
              <a:gd name="connsiteX3" fmla="*/ 4957629 w 4957629"/>
              <a:gd name="connsiteY3" fmla="*/ 7576751 h 7576751"/>
              <a:gd name="connsiteX4" fmla="*/ 4957629 w 4957629"/>
              <a:gd name="connsiteY4" fmla="*/ 0 h 7576751"/>
              <a:gd name="connsiteX5" fmla="*/ 42213 w 4957629"/>
              <a:gd name="connsiteY5" fmla="*/ 5373 h 7576751"/>
              <a:gd name="connsiteX0" fmla="*/ 19358 w 4934774"/>
              <a:gd name="connsiteY0" fmla="*/ 5373 h 7576751"/>
              <a:gd name="connsiteX1" fmla="*/ 38951 w 4934774"/>
              <a:gd name="connsiteY1" fmla="*/ 3584562 h 7576751"/>
              <a:gd name="connsiteX2" fmla="*/ 780802 w 4934774"/>
              <a:gd name="connsiteY2" fmla="*/ 7576750 h 7576751"/>
              <a:gd name="connsiteX3" fmla="*/ 4934774 w 4934774"/>
              <a:gd name="connsiteY3" fmla="*/ 7576751 h 7576751"/>
              <a:gd name="connsiteX4" fmla="*/ 4934774 w 4934774"/>
              <a:gd name="connsiteY4" fmla="*/ 0 h 7576751"/>
              <a:gd name="connsiteX5" fmla="*/ 19358 w 4934774"/>
              <a:gd name="connsiteY5" fmla="*/ 5373 h 7576751"/>
              <a:gd name="connsiteX0" fmla="*/ 0 w 4915416"/>
              <a:gd name="connsiteY0" fmla="*/ 5373 h 7576751"/>
              <a:gd name="connsiteX1" fmla="*/ 19593 w 4915416"/>
              <a:gd name="connsiteY1" fmla="*/ 3584562 h 7576751"/>
              <a:gd name="connsiteX2" fmla="*/ 761444 w 4915416"/>
              <a:gd name="connsiteY2" fmla="*/ 7576750 h 7576751"/>
              <a:gd name="connsiteX3" fmla="*/ 4915416 w 4915416"/>
              <a:gd name="connsiteY3" fmla="*/ 7576751 h 7576751"/>
              <a:gd name="connsiteX4" fmla="*/ 4915416 w 4915416"/>
              <a:gd name="connsiteY4" fmla="*/ 0 h 7576751"/>
              <a:gd name="connsiteX5" fmla="*/ 0 w 4915416"/>
              <a:gd name="connsiteY5" fmla="*/ 5373 h 7576751"/>
              <a:gd name="connsiteX0" fmla="*/ 0 w 4915416"/>
              <a:gd name="connsiteY0" fmla="*/ 5373 h 7576751"/>
              <a:gd name="connsiteX1" fmla="*/ 19593 w 4915416"/>
              <a:gd name="connsiteY1" fmla="*/ 3584562 h 7576751"/>
              <a:gd name="connsiteX2" fmla="*/ 761444 w 4915416"/>
              <a:gd name="connsiteY2" fmla="*/ 7576750 h 7576751"/>
              <a:gd name="connsiteX3" fmla="*/ 4915416 w 4915416"/>
              <a:gd name="connsiteY3" fmla="*/ 7576751 h 7576751"/>
              <a:gd name="connsiteX4" fmla="*/ 4915416 w 4915416"/>
              <a:gd name="connsiteY4" fmla="*/ 0 h 7576751"/>
              <a:gd name="connsiteX5" fmla="*/ 0 w 4915416"/>
              <a:gd name="connsiteY5" fmla="*/ 5373 h 7576751"/>
              <a:gd name="connsiteX0" fmla="*/ 369366 w 5284782"/>
              <a:gd name="connsiteY0" fmla="*/ 266522 h 7837900"/>
              <a:gd name="connsiteX1" fmla="*/ 362817 w 5284782"/>
              <a:gd name="connsiteY1" fmla="*/ 3845711 h 7837900"/>
              <a:gd name="connsiteX2" fmla="*/ 1130810 w 5284782"/>
              <a:gd name="connsiteY2" fmla="*/ 7837899 h 7837900"/>
              <a:gd name="connsiteX3" fmla="*/ 5284782 w 5284782"/>
              <a:gd name="connsiteY3" fmla="*/ 7837900 h 7837900"/>
              <a:gd name="connsiteX4" fmla="*/ 5284782 w 5284782"/>
              <a:gd name="connsiteY4" fmla="*/ 261149 h 7837900"/>
              <a:gd name="connsiteX5" fmla="*/ 369366 w 5284782"/>
              <a:gd name="connsiteY5" fmla="*/ 266522 h 7837900"/>
              <a:gd name="connsiteX0" fmla="*/ 16535 w 4931951"/>
              <a:gd name="connsiteY0" fmla="*/ 5373 h 7576751"/>
              <a:gd name="connsiteX1" fmla="*/ 9986 w 4931951"/>
              <a:gd name="connsiteY1" fmla="*/ 3584562 h 7576751"/>
              <a:gd name="connsiteX2" fmla="*/ 777979 w 4931951"/>
              <a:gd name="connsiteY2" fmla="*/ 7576750 h 7576751"/>
              <a:gd name="connsiteX3" fmla="*/ 4931951 w 4931951"/>
              <a:gd name="connsiteY3" fmla="*/ 7576751 h 7576751"/>
              <a:gd name="connsiteX4" fmla="*/ 4931951 w 4931951"/>
              <a:gd name="connsiteY4" fmla="*/ 0 h 7576751"/>
              <a:gd name="connsiteX5" fmla="*/ 16535 w 4931951"/>
              <a:gd name="connsiteY5" fmla="*/ 5373 h 7576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31951" h="7576751">
                <a:moveTo>
                  <a:pt x="16535" y="5373"/>
                </a:moveTo>
                <a:cubicBezTo>
                  <a:pt x="-5007" y="4000"/>
                  <a:pt x="-3639" y="2292410"/>
                  <a:pt x="9986" y="3584562"/>
                </a:cubicBezTo>
                <a:cubicBezTo>
                  <a:pt x="23611" y="4876714"/>
                  <a:pt x="882144" y="6160044"/>
                  <a:pt x="777979" y="7576750"/>
                </a:cubicBezTo>
                <a:lnTo>
                  <a:pt x="4931951" y="7576751"/>
                </a:lnTo>
                <a:lnTo>
                  <a:pt x="4931951" y="0"/>
                </a:lnTo>
                <a:lnTo>
                  <a:pt x="16535" y="5373"/>
                </a:lnTo>
                <a:close/>
              </a:path>
            </a:pathLst>
          </a:custGeom>
          <a:solidFill>
            <a:srgbClr val="E5DDE8">
              <a:alpha val="25354"/>
            </a:srgbClr>
          </a:solidFill>
          <a:ln w="12692" cap="flat">
            <a:noFill/>
            <a:prstDash val="solid"/>
            <a:miter/>
          </a:ln>
        </p:spPr>
        <p:txBody>
          <a:bodyPr rtlCol="0" anchor="ctr"/>
          <a:lstStyle/>
          <a:p>
            <a:endParaRPr lang="nl-NL" sz="1633"/>
          </a:p>
        </p:txBody>
      </p:sp>
      <p:sp>
        <p:nvSpPr>
          <p:cNvPr id="3" name="Titel 2">
            <a:extLst>
              <a:ext uri="{FF2B5EF4-FFF2-40B4-BE49-F238E27FC236}">
                <a16:creationId xmlns:a16="http://schemas.microsoft.com/office/drawing/2014/main" id="{9C75EC70-7F42-4BDA-A7A4-1B42B53FCE8E}"/>
              </a:ext>
            </a:extLst>
          </p:cNvPr>
          <p:cNvSpPr>
            <a:spLocks noGrp="1"/>
          </p:cNvSpPr>
          <p:nvPr>
            <p:ph type="title" hasCustomPrompt="1"/>
          </p:nvPr>
        </p:nvSpPr>
        <p:spPr>
          <a:xfrm>
            <a:off x="801956" y="283901"/>
            <a:ext cx="5404724" cy="552906"/>
          </a:xfrm>
        </p:spPr>
        <p:txBody>
          <a:bodyPr/>
          <a:lstStyle>
            <a:lvl1pPr>
              <a:defRPr/>
            </a:lvl1pPr>
          </a:lstStyle>
          <a:p>
            <a:r>
              <a:rPr lang="nl-NL"/>
              <a:t>Plaats hier een titel</a:t>
            </a:r>
          </a:p>
        </p:txBody>
      </p:sp>
      <p:sp>
        <p:nvSpPr>
          <p:cNvPr id="12" name="Tijdelijke aanduiding voor verticale tekst 2">
            <a:extLst>
              <a:ext uri="{FF2B5EF4-FFF2-40B4-BE49-F238E27FC236}">
                <a16:creationId xmlns:a16="http://schemas.microsoft.com/office/drawing/2014/main" id="{EF7AF3FF-C1B3-47AD-9EAA-88B850FFEB71}"/>
              </a:ext>
            </a:extLst>
          </p:cNvPr>
          <p:cNvSpPr>
            <a:spLocks noGrp="1"/>
          </p:cNvSpPr>
          <p:nvPr>
            <p:ph type="body" orient="vert" idx="1" hasCustomPrompt="1"/>
          </p:nvPr>
        </p:nvSpPr>
        <p:spPr>
          <a:xfrm>
            <a:off x="833331" y="2211503"/>
            <a:ext cx="2885893" cy="1690400"/>
          </a:xfrm>
        </p:spPr>
        <p:txBody>
          <a:bodyPr vert="horz" lIns="0" tIns="0" rIns="0" bIns="0"/>
          <a:lstStyle>
            <a:lvl1pPr>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13" name="Tijdelijke aanduiding voor verticale tekst 2">
            <a:extLst>
              <a:ext uri="{FF2B5EF4-FFF2-40B4-BE49-F238E27FC236}">
                <a16:creationId xmlns:a16="http://schemas.microsoft.com/office/drawing/2014/main" id="{6BD8F974-554A-443F-97C9-B902344D858B}"/>
              </a:ext>
            </a:extLst>
          </p:cNvPr>
          <p:cNvSpPr>
            <a:spLocks noGrp="1"/>
          </p:cNvSpPr>
          <p:nvPr>
            <p:ph type="body" orient="vert" idx="30" hasCustomPrompt="1"/>
          </p:nvPr>
        </p:nvSpPr>
        <p:spPr>
          <a:xfrm>
            <a:off x="833331" y="1943034"/>
            <a:ext cx="2885893" cy="268469"/>
          </a:xfrm>
        </p:spPr>
        <p:txBody>
          <a:bodyPr vert="horz" lIns="0" tIns="0" rIns="0" bIns="0"/>
          <a:lstStyle>
            <a:lvl1pPr marL="0" indent="0">
              <a:buNone/>
              <a:defRPr b="1"/>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34" name="Tijdelijke aanduiding voor verticale tekst 2">
            <a:extLst>
              <a:ext uri="{FF2B5EF4-FFF2-40B4-BE49-F238E27FC236}">
                <a16:creationId xmlns:a16="http://schemas.microsoft.com/office/drawing/2014/main" id="{1564CBB9-C6B3-42D6-AB97-D30AD6AA5577}"/>
              </a:ext>
            </a:extLst>
          </p:cNvPr>
          <p:cNvSpPr>
            <a:spLocks noGrp="1"/>
          </p:cNvSpPr>
          <p:nvPr>
            <p:ph type="body" orient="vert" idx="33" hasCustomPrompt="1"/>
          </p:nvPr>
        </p:nvSpPr>
        <p:spPr>
          <a:xfrm>
            <a:off x="4718231" y="2211503"/>
            <a:ext cx="2885893" cy="1690400"/>
          </a:xfrm>
        </p:spPr>
        <p:txBody>
          <a:bodyPr vert="horz" lIns="0" tIns="0" rIns="0" bIns="0"/>
          <a:lstStyle>
            <a:lvl1pPr>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58" name="Tijdelijke aanduiding voor verticale tekst 2">
            <a:extLst>
              <a:ext uri="{FF2B5EF4-FFF2-40B4-BE49-F238E27FC236}">
                <a16:creationId xmlns:a16="http://schemas.microsoft.com/office/drawing/2014/main" id="{2A5AA1DC-BE64-4900-93E1-324287208AE4}"/>
              </a:ext>
            </a:extLst>
          </p:cNvPr>
          <p:cNvSpPr>
            <a:spLocks noGrp="1"/>
          </p:cNvSpPr>
          <p:nvPr>
            <p:ph type="body" orient="vert" idx="41" hasCustomPrompt="1"/>
          </p:nvPr>
        </p:nvSpPr>
        <p:spPr>
          <a:xfrm>
            <a:off x="833332" y="4800505"/>
            <a:ext cx="2873584" cy="1691805"/>
          </a:xfrm>
        </p:spPr>
        <p:txBody>
          <a:bodyPr vert="horz" lIns="0" tIns="0" rIns="0" bIns="0"/>
          <a:lstStyle>
            <a:lvl1pPr>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59" name="Tijdelijke aanduiding voor verticale tekst 2">
            <a:extLst>
              <a:ext uri="{FF2B5EF4-FFF2-40B4-BE49-F238E27FC236}">
                <a16:creationId xmlns:a16="http://schemas.microsoft.com/office/drawing/2014/main" id="{D0305FB1-E0B6-4744-A139-C6B1CAF533A6}"/>
              </a:ext>
            </a:extLst>
          </p:cNvPr>
          <p:cNvSpPr>
            <a:spLocks noGrp="1"/>
          </p:cNvSpPr>
          <p:nvPr>
            <p:ph type="body" orient="vert" idx="42" hasCustomPrompt="1"/>
          </p:nvPr>
        </p:nvSpPr>
        <p:spPr>
          <a:xfrm>
            <a:off x="833332" y="4532037"/>
            <a:ext cx="2873584" cy="268468"/>
          </a:xfrm>
        </p:spPr>
        <p:txBody>
          <a:bodyPr vert="horz" lIns="0" tIns="0" rIns="0" bIns="0"/>
          <a:lstStyle>
            <a:lvl1pPr marL="0" indent="0">
              <a:buNone/>
              <a:defRPr b="1"/>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66" name="Tijdelijke aanduiding voor verticale tekst 2">
            <a:extLst>
              <a:ext uri="{FF2B5EF4-FFF2-40B4-BE49-F238E27FC236}">
                <a16:creationId xmlns:a16="http://schemas.microsoft.com/office/drawing/2014/main" id="{45D1BA74-1327-44DC-A126-2E8D7FDA0D76}"/>
              </a:ext>
            </a:extLst>
          </p:cNvPr>
          <p:cNvSpPr>
            <a:spLocks noGrp="1"/>
          </p:cNvSpPr>
          <p:nvPr>
            <p:ph type="body" orient="vert" idx="44" hasCustomPrompt="1"/>
          </p:nvPr>
        </p:nvSpPr>
        <p:spPr>
          <a:xfrm>
            <a:off x="4705923" y="4800505"/>
            <a:ext cx="2873584" cy="1691805"/>
          </a:xfrm>
        </p:spPr>
        <p:txBody>
          <a:bodyPr vert="horz" lIns="0" tIns="0" rIns="0" bIns="0"/>
          <a:lstStyle>
            <a:lvl1pPr>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67" name="Tijdelijke aanduiding voor verticale tekst 2">
            <a:extLst>
              <a:ext uri="{FF2B5EF4-FFF2-40B4-BE49-F238E27FC236}">
                <a16:creationId xmlns:a16="http://schemas.microsoft.com/office/drawing/2014/main" id="{4D25CFD4-7426-41A2-AE61-CB42D1C7A416}"/>
              </a:ext>
            </a:extLst>
          </p:cNvPr>
          <p:cNvSpPr>
            <a:spLocks noGrp="1"/>
          </p:cNvSpPr>
          <p:nvPr>
            <p:ph type="body" orient="vert" idx="45" hasCustomPrompt="1"/>
          </p:nvPr>
        </p:nvSpPr>
        <p:spPr>
          <a:xfrm>
            <a:off x="4705923" y="4532037"/>
            <a:ext cx="2873584" cy="268468"/>
          </a:xfrm>
        </p:spPr>
        <p:txBody>
          <a:bodyPr vert="horz" lIns="0" tIns="0" rIns="0" bIns="0"/>
          <a:lstStyle>
            <a:lvl1pPr marL="0" indent="0">
              <a:buNone/>
              <a:defRPr b="1"/>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51" name="Tijdelijke aanduiding voor verticale tekst 2">
            <a:extLst>
              <a:ext uri="{FF2B5EF4-FFF2-40B4-BE49-F238E27FC236}">
                <a16:creationId xmlns:a16="http://schemas.microsoft.com/office/drawing/2014/main" id="{706EF24E-99FD-44DC-97C6-1732E0209814}"/>
              </a:ext>
            </a:extLst>
          </p:cNvPr>
          <p:cNvSpPr>
            <a:spLocks noGrp="1"/>
          </p:cNvSpPr>
          <p:nvPr>
            <p:ph type="body" orient="vert" idx="46" hasCustomPrompt="1"/>
          </p:nvPr>
        </p:nvSpPr>
        <p:spPr>
          <a:xfrm>
            <a:off x="4718231" y="1943034"/>
            <a:ext cx="2885893" cy="268469"/>
          </a:xfrm>
        </p:spPr>
        <p:txBody>
          <a:bodyPr vert="horz" lIns="0" tIns="0" rIns="0" bIns="0"/>
          <a:lstStyle>
            <a:lvl1pPr marL="0" indent="0">
              <a:buNone/>
              <a:defRPr b="1"/>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52" name="Tijdelijke aanduiding voor afbeelding 51">
            <a:extLst>
              <a:ext uri="{FF2B5EF4-FFF2-40B4-BE49-F238E27FC236}">
                <a16:creationId xmlns:a16="http://schemas.microsoft.com/office/drawing/2014/main" id="{C26D77FB-C095-414B-A480-C84CF241CB7E}"/>
              </a:ext>
            </a:extLst>
          </p:cNvPr>
          <p:cNvSpPr>
            <a:spLocks noGrp="1"/>
          </p:cNvSpPr>
          <p:nvPr>
            <p:ph type="pic" sz="quarter" idx="26" hasCustomPrompt="1"/>
          </p:nvPr>
        </p:nvSpPr>
        <p:spPr>
          <a:xfrm>
            <a:off x="1633845" y="3966295"/>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53" name="Tijdelijke aanduiding voor afbeelding 52">
            <a:extLst>
              <a:ext uri="{FF2B5EF4-FFF2-40B4-BE49-F238E27FC236}">
                <a16:creationId xmlns:a16="http://schemas.microsoft.com/office/drawing/2014/main" id="{6901C54D-3D62-49D8-BB3B-517854202826}"/>
              </a:ext>
            </a:extLst>
          </p:cNvPr>
          <p:cNvSpPr>
            <a:spLocks noGrp="1"/>
          </p:cNvSpPr>
          <p:nvPr>
            <p:ph type="pic" sz="quarter" idx="47" hasCustomPrompt="1"/>
          </p:nvPr>
        </p:nvSpPr>
        <p:spPr>
          <a:xfrm>
            <a:off x="5513715" y="3966295"/>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54" name="Tijdelijke aanduiding voor afbeelding 53">
            <a:extLst>
              <a:ext uri="{FF2B5EF4-FFF2-40B4-BE49-F238E27FC236}">
                <a16:creationId xmlns:a16="http://schemas.microsoft.com/office/drawing/2014/main" id="{6C773BA7-9D86-4FCA-ACEA-2122BE19F1B3}"/>
              </a:ext>
            </a:extLst>
          </p:cNvPr>
          <p:cNvSpPr>
            <a:spLocks noGrp="1"/>
          </p:cNvSpPr>
          <p:nvPr>
            <p:ph type="pic" sz="quarter" idx="48" hasCustomPrompt="1"/>
          </p:nvPr>
        </p:nvSpPr>
        <p:spPr>
          <a:xfrm>
            <a:off x="1633845" y="1377292"/>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55" name="Tijdelijke aanduiding voor afbeelding 54">
            <a:extLst>
              <a:ext uri="{FF2B5EF4-FFF2-40B4-BE49-F238E27FC236}">
                <a16:creationId xmlns:a16="http://schemas.microsoft.com/office/drawing/2014/main" id="{FF08CFB9-2CE5-4FAE-8E52-68C04A02AED1}"/>
              </a:ext>
            </a:extLst>
          </p:cNvPr>
          <p:cNvSpPr>
            <a:spLocks noGrp="1"/>
          </p:cNvSpPr>
          <p:nvPr>
            <p:ph type="pic" sz="quarter" idx="49" hasCustomPrompt="1"/>
          </p:nvPr>
        </p:nvSpPr>
        <p:spPr>
          <a:xfrm>
            <a:off x="5513715" y="1377292"/>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39" name="Tijdelijke aanduiding voor verticale tekst 2">
            <a:extLst>
              <a:ext uri="{FF2B5EF4-FFF2-40B4-BE49-F238E27FC236}">
                <a16:creationId xmlns:a16="http://schemas.microsoft.com/office/drawing/2014/main" id="{FB4A2AA9-9A97-489A-BB97-67958036CB31}"/>
              </a:ext>
            </a:extLst>
          </p:cNvPr>
          <p:cNvSpPr>
            <a:spLocks noGrp="1"/>
          </p:cNvSpPr>
          <p:nvPr>
            <p:ph type="body" orient="vert" idx="50" hasCustomPrompt="1"/>
          </p:nvPr>
        </p:nvSpPr>
        <p:spPr>
          <a:xfrm>
            <a:off x="8583199" y="2211503"/>
            <a:ext cx="2885893" cy="1690400"/>
          </a:xfrm>
        </p:spPr>
        <p:txBody>
          <a:bodyPr vert="horz" lIns="0" tIns="0" rIns="0" bIns="0"/>
          <a:lstStyle>
            <a:lvl1pPr>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140" name="Tijdelijke aanduiding voor verticale tekst 2">
            <a:extLst>
              <a:ext uri="{FF2B5EF4-FFF2-40B4-BE49-F238E27FC236}">
                <a16:creationId xmlns:a16="http://schemas.microsoft.com/office/drawing/2014/main" id="{D688A746-B824-43FC-AE45-DFF24A81E941}"/>
              </a:ext>
            </a:extLst>
          </p:cNvPr>
          <p:cNvSpPr>
            <a:spLocks noGrp="1"/>
          </p:cNvSpPr>
          <p:nvPr>
            <p:ph type="body" orient="vert" idx="51" hasCustomPrompt="1"/>
          </p:nvPr>
        </p:nvSpPr>
        <p:spPr>
          <a:xfrm>
            <a:off x="8570891" y="4800505"/>
            <a:ext cx="2873584" cy="1691805"/>
          </a:xfrm>
        </p:spPr>
        <p:txBody>
          <a:bodyPr vert="horz" lIns="0" tIns="0" rIns="0" bIns="0"/>
          <a:lstStyle>
            <a:lvl1pPr>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141" name="Tijdelijke aanduiding voor verticale tekst 2">
            <a:extLst>
              <a:ext uri="{FF2B5EF4-FFF2-40B4-BE49-F238E27FC236}">
                <a16:creationId xmlns:a16="http://schemas.microsoft.com/office/drawing/2014/main" id="{9A6A7274-C4B1-44ED-86C8-71CB528CC761}"/>
              </a:ext>
            </a:extLst>
          </p:cNvPr>
          <p:cNvSpPr>
            <a:spLocks noGrp="1"/>
          </p:cNvSpPr>
          <p:nvPr>
            <p:ph type="body" orient="vert" idx="52" hasCustomPrompt="1"/>
          </p:nvPr>
        </p:nvSpPr>
        <p:spPr>
          <a:xfrm>
            <a:off x="8570891" y="4532037"/>
            <a:ext cx="2873584" cy="268468"/>
          </a:xfrm>
        </p:spPr>
        <p:txBody>
          <a:bodyPr vert="horz" lIns="0" tIns="0" rIns="0" bIns="0"/>
          <a:lstStyle>
            <a:lvl1pPr marL="0" indent="0">
              <a:buNone/>
              <a:defRPr b="1"/>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142" name="Tijdelijke aanduiding voor verticale tekst 2">
            <a:extLst>
              <a:ext uri="{FF2B5EF4-FFF2-40B4-BE49-F238E27FC236}">
                <a16:creationId xmlns:a16="http://schemas.microsoft.com/office/drawing/2014/main" id="{22093D68-4924-45EB-A3E8-73839A33B537}"/>
              </a:ext>
            </a:extLst>
          </p:cNvPr>
          <p:cNvSpPr>
            <a:spLocks noGrp="1"/>
          </p:cNvSpPr>
          <p:nvPr>
            <p:ph type="body" orient="vert" idx="53" hasCustomPrompt="1"/>
          </p:nvPr>
        </p:nvSpPr>
        <p:spPr>
          <a:xfrm>
            <a:off x="8583199" y="1943034"/>
            <a:ext cx="2885893" cy="268469"/>
          </a:xfrm>
        </p:spPr>
        <p:txBody>
          <a:bodyPr vert="horz" lIns="0" tIns="0" rIns="0" bIns="0"/>
          <a:lstStyle>
            <a:lvl1pPr marL="0" indent="0">
              <a:buNone/>
              <a:defRPr b="1"/>
            </a:lvl1pPr>
            <a:lvl2pPr marL="260350" indent="0">
              <a:buNone/>
              <a:defRPr/>
            </a:lvl2pPr>
            <a:lvl3pPr>
              <a:defRPr/>
            </a:lvl3pPr>
            <a:lvl4pPr>
              <a:defRPr/>
            </a:lvl4pPr>
            <a:lvl5pPr>
              <a:defRPr/>
            </a:lvl5pPr>
            <a:lvl6pPr>
              <a:defRPr/>
            </a:lvl6pPr>
            <a:lvl7pPr>
              <a:defRPr/>
            </a:lvl7pPr>
            <a:lvl8pPr>
              <a:defRPr/>
            </a:lvl8pPr>
            <a:lvl9pPr>
              <a:defRPr/>
            </a:lvl9pPr>
          </a:lstStyle>
          <a:p>
            <a:pPr lvl="0"/>
            <a:r>
              <a:rPr lang="nl-NL"/>
              <a:t>Onderwerp titel</a:t>
            </a:r>
          </a:p>
        </p:txBody>
      </p:sp>
      <p:sp>
        <p:nvSpPr>
          <p:cNvPr id="143" name="Tijdelijke aanduiding voor afbeelding 52">
            <a:extLst>
              <a:ext uri="{FF2B5EF4-FFF2-40B4-BE49-F238E27FC236}">
                <a16:creationId xmlns:a16="http://schemas.microsoft.com/office/drawing/2014/main" id="{21FCC4DC-BECC-493F-9E31-7C18F33FC301}"/>
              </a:ext>
            </a:extLst>
          </p:cNvPr>
          <p:cNvSpPr>
            <a:spLocks noGrp="1"/>
          </p:cNvSpPr>
          <p:nvPr>
            <p:ph type="pic" sz="quarter" idx="54" hasCustomPrompt="1"/>
          </p:nvPr>
        </p:nvSpPr>
        <p:spPr>
          <a:xfrm>
            <a:off x="9378683" y="3966295"/>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
        <p:nvSpPr>
          <p:cNvPr id="144" name="Tijdelijke aanduiding voor afbeelding 54">
            <a:extLst>
              <a:ext uri="{FF2B5EF4-FFF2-40B4-BE49-F238E27FC236}">
                <a16:creationId xmlns:a16="http://schemas.microsoft.com/office/drawing/2014/main" id="{322FACE3-8C12-4E3B-8D0E-A1C21220323F}"/>
              </a:ext>
            </a:extLst>
          </p:cNvPr>
          <p:cNvSpPr>
            <a:spLocks noGrp="1"/>
          </p:cNvSpPr>
          <p:nvPr>
            <p:ph type="pic" sz="quarter" idx="55" hasCustomPrompt="1"/>
          </p:nvPr>
        </p:nvSpPr>
        <p:spPr>
          <a:xfrm>
            <a:off x="9378683" y="1377292"/>
            <a:ext cx="1246982" cy="501350"/>
          </a:xfrm>
          <a:prstGeom prst="rect">
            <a:avLst/>
          </a:prstGeom>
          <a:noFill/>
          <a:ln>
            <a:noFill/>
          </a:ln>
        </p:spPr>
        <p:txBody>
          <a:bodyPr wrap="square" bIns="252000" anchor="ctr">
            <a:noAutofit/>
          </a:bodyPr>
          <a:lstStyle>
            <a:lvl1pPr marL="0" indent="0" algn="ctr">
              <a:lnSpc>
                <a:spcPct val="90000"/>
              </a:lnSpc>
              <a:spcBef>
                <a:spcPts val="0"/>
              </a:spcBef>
              <a:spcAft>
                <a:spcPts val="0"/>
              </a:spcAft>
              <a:buNone/>
              <a:defRPr sz="700" i="1">
                <a:solidFill>
                  <a:schemeClr val="tx1">
                    <a:lumMod val="50000"/>
                    <a:lumOff val="50000"/>
                  </a:schemeClr>
                </a:solidFill>
              </a:defRPr>
            </a:lvl1pPr>
          </a:lstStyle>
          <a:p>
            <a:r>
              <a:rPr lang="nl-NL"/>
              <a:t>Klik op het onderstaand icoon </a:t>
            </a:r>
            <a:br>
              <a:rPr lang="nl-NL"/>
            </a:br>
            <a:r>
              <a:rPr lang="nl-NL"/>
              <a:t>om een logo in te voegen.</a:t>
            </a:r>
          </a:p>
        </p:txBody>
      </p:sp>
    </p:spTree>
    <p:extLst>
      <p:ext uri="{BB962C8B-B14F-4D97-AF65-F5344CB8AC3E}">
        <p14:creationId xmlns:p14="http://schemas.microsoft.com/office/powerpoint/2010/main" val="21189557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3.xml><?xml version="1.0" encoding="utf-8"?>
<p:sldLayout xmlns:a="http://schemas.openxmlformats.org/drawingml/2006/main" xmlns:r="http://schemas.openxmlformats.org/officeDocument/2006/relationships" xmlns:p="http://schemas.openxmlformats.org/presentationml/2006/main" preserve="1" userDrawn="1">
  <p:cSld name="Informatie">
    <p:spTree>
      <p:nvGrpSpPr>
        <p:cNvPr id="1" name=""/>
        <p:cNvGrpSpPr/>
        <p:nvPr/>
      </p:nvGrpSpPr>
      <p:grpSpPr>
        <a:xfrm>
          <a:off x="0" y="0"/>
          <a:ext cx="0" cy="0"/>
          <a:chOff x="0" y="0"/>
          <a:chExt cx="0" cy="0"/>
        </a:xfrm>
      </p:grpSpPr>
      <p:sp>
        <p:nvSpPr>
          <p:cNvPr id="6" name="Graphic 31">
            <a:extLst>
              <a:ext uri="{FF2B5EF4-FFF2-40B4-BE49-F238E27FC236}">
                <a16:creationId xmlns:a16="http://schemas.microsoft.com/office/drawing/2014/main" id="{CF847CB6-9E8C-4D19-97CD-4902D26A217F}"/>
              </a:ext>
            </a:extLst>
          </p:cNvPr>
          <p:cNvSpPr>
            <a:spLocks noChangeAspect="1"/>
          </p:cNvSpPr>
          <p:nvPr userDrawn="1"/>
        </p:nvSpPr>
        <p:spPr>
          <a:xfrm flipH="1" flipV="1">
            <a:off x="-3" y="-1"/>
            <a:ext cx="6227808" cy="6858295"/>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15644" h="7563811">
                <a:moveTo>
                  <a:pt x="892481" y="0"/>
                </a:moveTo>
                <a:cubicBezTo>
                  <a:pt x="1110972" y="1866494"/>
                  <a:pt x="88385" y="2171435"/>
                  <a:pt x="5816" y="3571624"/>
                </a:cubicBezTo>
                <a:cubicBezTo>
                  <a:pt x="-81834" y="5049318"/>
                  <a:pt x="851832" y="6147106"/>
                  <a:pt x="747667" y="7563812"/>
                </a:cubicBezTo>
                <a:lnTo>
                  <a:pt x="5315644" y="7563812"/>
                </a:lnTo>
                <a:lnTo>
                  <a:pt x="5315644" y="0"/>
                </a:lnTo>
                <a:lnTo>
                  <a:pt x="892481" y="0"/>
                </a:lnTo>
                <a:close/>
              </a:path>
            </a:pathLst>
          </a:custGeom>
          <a:solidFill>
            <a:srgbClr val="6C1D5F"/>
          </a:solidFill>
          <a:ln w="12692" cap="flat">
            <a:noFill/>
            <a:prstDash val="solid"/>
            <a:miter/>
          </a:ln>
        </p:spPr>
        <p:txBody>
          <a:bodyPr rtlCol="0" anchor="ctr"/>
          <a:lstStyle/>
          <a:p>
            <a:endParaRPr lang="nl-NL" sz="1633"/>
          </a:p>
        </p:txBody>
      </p:sp>
      <p:sp>
        <p:nvSpPr>
          <p:cNvPr id="7" name="Graphic 34">
            <a:extLst>
              <a:ext uri="{FF2B5EF4-FFF2-40B4-BE49-F238E27FC236}">
                <a16:creationId xmlns:a16="http://schemas.microsoft.com/office/drawing/2014/main" id="{AB0A5EAB-63AB-41C4-A3A4-503D175D7145}"/>
              </a:ext>
            </a:extLst>
          </p:cNvPr>
          <p:cNvSpPr>
            <a:spLocks noChangeAspect="1"/>
          </p:cNvSpPr>
          <p:nvPr userDrawn="1"/>
        </p:nvSpPr>
        <p:spPr>
          <a:xfrm flipH="1" flipV="1">
            <a:off x="3822568" y="1"/>
            <a:ext cx="2509264" cy="6858295"/>
          </a:xfrm>
          <a:custGeom>
            <a:avLst/>
            <a:gdLst>
              <a:gd name="connsiteX0" fmla="*/ 5860 w 2434661"/>
              <a:gd name="connsiteY0" fmla="*/ 3586871 h 7563811"/>
              <a:gd name="connsiteX1" fmla="*/ 750252 w 2434661"/>
              <a:gd name="connsiteY1" fmla="*/ 7563812 h 7563811"/>
              <a:gd name="connsiteX2" fmla="*/ 2434662 w 2434661"/>
              <a:gd name="connsiteY2" fmla="*/ 7563812 h 7563811"/>
              <a:gd name="connsiteX3" fmla="*/ 2378769 w 2434661"/>
              <a:gd name="connsiteY3" fmla="*/ 7098777 h 7563811"/>
              <a:gd name="connsiteX4" fmla="*/ 1137692 w 2434661"/>
              <a:gd name="connsiteY4" fmla="*/ 3609741 h 7563811"/>
              <a:gd name="connsiteX5" fmla="*/ 1163098 w 2434661"/>
              <a:gd name="connsiteY5" fmla="*/ 0 h 7563811"/>
              <a:gd name="connsiteX6" fmla="*/ 893795 w 2434661"/>
              <a:gd name="connsiteY6" fmla="*/ 0 h 7563811"/>
              <a:gd name="connsiteX7" fmla="*/ 5860 w 2434661"/>
              <a:gd name="connsiteY7" fmla="*/ 3586871 h 756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4661" h="7563811">
                <a:moveTo>
                  <a:pt x="5860" y="3586871"/>
                </a:moveTo>
                <a:cubicBezTo>
                  <a:pt x="-81790" y="5059483"/>
                  <a:pt x="844254" y="6156000"/>
                  <a:pt x="750252" y="7563812"/>
                </a:cubicBezTo>
                <a:lnTo>
                  <a:pt x="2434662" y="7563812"/>
                </a:lnTo>
                <a:cubicBezTo>
                  <a:pt x="2427040" y="7407530"/>
                  <a:pt x="2407986" y="7251247"/>
                  <a:pt x="2378769" y="7098777"/>
                </a:cubicBezTo>
                <a:cubicBezTo>
                  <a:pt x="2156468" y="5923483"/>
                  <a:pt x="1311722" y="4928612"/>
                  <a:pt x="1137692" y="3609741"/>
                </a:cubicBezTo>
                <a:cubicBezTo>
                  <a:pt x="990338" y="2477647"/>
                  <a:pt x="1333318" y="1102871"/>
                  <a:pt x="1163098" y="0"/>
                </a:cubicBezTo>
                <a:lnTo>
                  <a:pt x="893795" y="0"/>
                </a:lnTo>
                <a:cubicBezTo>
                  <a:pt x="1117367" y="1877930"/>
                  <a:pt x="89700" y="2181600"/>
                  <a:pt x="5860" y="3586871"/>
                </a:cubicBezTo>
                <a:close/>
              </a:path>
            </a:pathLst>
          </a:custGeom>
          <a:solidFill>
            <a:srgbClr val="4A1E47"/>
          </a:solidFill>
          <a:ln w="12692" cap="flat">
            <a:noFill/>
            <a:prstDash val="solid"/>
            <a:miter/>
          </a:ln>
        </p:spPr>
        <p:txBody>
          <a:bodyPr rtlCol="0" anchor="ctr"/>
          <a:lstStyle/>
          <a:p>
            <a:endParaRPr lang="nl-NL" sz="1633"/>
          </a:p>
        </p:txBody>
      </p:sp>
      <p:sp>
        <p:nvSpPr>
          <p:cNvPr id="3" name="Titel 2">
            <a:extLst>
              <a:ext uri="{FF2B5EF4-FFF2-40B4-BE49-F238E27FC236}">
                <a16:creationId xmlns:a16="http://schemas.microsoft.com/office/drawing/2014/main" id="{9C75EC70-7F42-4BDA-A7A4-1B42B53FCE8E}"/>
              </a:ext>
            </a:extLst>
          </p:cNvPr>
          <p:cNvSpPr>
            <a:spLocks noGrp="1"/>
          </p:cNvSpPr>
          <p:nvPr>
            <p:ph type="title" hasCustomPrompt="1"/>
          </p:nvPr>
        </p:nvSpPr>
        <p:spPr>
          <a:xfrm>
            <a:off x="820939" y="2966401"/>
            <a:ext cx="3687386" cy="507793"/>
          </a:xfrm>
        </p:spPr>
        <p:txBody>
          <a:bodyPr anchor="b"/>
          <a:lstStyle>
            <a:lvl1pPr>
              <a:defRPr sz="2000" b="1">
                <a:solidFill>
                  <a:schemeClr val="bg2"/>
                </a:solidFill>
              </a:defRPr>
            </a:lvl1pPr>
          </a:lstStyle>
          <a:p>
            <a:r>
              <a:rPr lang="nl-NL"/>
              <a:t>Plaats hier een titel</a:t>
            </a:r>
          </a:p>
        </p:txBody>
      </p:sp>
      <p:sp>
        <p:nvSpPr>
          <p:cNvPr id="9" name="Tijdelijke aanduiding voor inhoud 29">
            <a:extLst>
              <a:ext uri="{FF2B5EF4-FFF2-40B4-BE49-F238E27FC236}">
                <a16:creationId xmlns:a16="http://schemas.microsoft.com/office/drawing/2014/main" id="{20DD939D-7287-4A19-89F7-6795CC79442B}"/>
              </a:ext>
            </a:extLst>
          </p:cNvPr>
          <p:cNvSpPr>
            <a:spLocks noGrp="1"/>
          </p:cNvSpPr>
          <p:nvPr>
            <p:ph sz="quarter" idx="21" hasCustomPrompt="1"/>
          </p:nvPr>
        </p:nvSpPr>
        <p:spPr>
          <a:xfrm>
            <a:off x="820939" y="3802900"/>
            <a:ext cx="3687386" cy="326585"/>
          </a:xfrm>
          <a:prstGeom prst="rect">
            <a:avLst/>
          </a:prstGeom>
        </p:spPr>
        <p:txBody>
          <a:bodyPr/>
          <a:lstStyle>
            <a:lvl1pPr marL="0" indent="0" algn="l">
              <a:lnSpc>
                <a:spcPct val="100000"/>
              </a:lnSpc>
              <a:buFontTx/>
              <a:buNone/>
              <a:defRPr sz="1200" b="1" i="0">
                <a:solidFill>
                  <a:schemeClr val="bg1"/>
                </a:solidFill>
                <a:latin typeface="Proxima Nova Semibold" panose="02000506030000020004" pitchFamily="2" charset="0"/>
              </a:defRPr>
            </a:lvl1pPr>
            <a:lvl2pPr marL="414762" indent="0" algn="ctr">
              <a:buFontTx/>
              <a:buNone/>
              <a:defRPr sz="907">
                <a:latin typeface="Proxima Nova Rg" panose="02000506030000020004" pitchFamily="2" charset="0"/>
              </a:defRPr>
            </a:lvl2pPr>
            <a:lvl3pPr marL="829523" indent="0" algn="ctr">
              <a:buFontTx/>
              <a:buNone/>
              <a:defRPr sz="907">
                <a:latin typeface="Proxima Nova Rg" panose="02000506030000020004" pitchFamily="2" charset="0"/>
              </a:defRPr>
            </a:lvl3pPr>
            <a:lvl4pPr marL="1244285" indent="0" algn="ctr">
              <a:buFontTx/>
              <a:buNone/>
              <a:defRPr sz="907">
                <a:latin typeface="Proxima Nova Rg" panose="02000506030000020004" pitchFamily="2" charset="0"/>
              </a:defRPr>
            </a:lvl4pPr>
            <a:lvl5pPr marL="1659047" indent="0" algn="ctr">
              <a:buFontTx/>
              <a:buNone/>
              <a:defRPr sz="907">
                <a:latin typeface="Proxima Nova Rg" panose="02000506030000020004" pitchFamily="2" charset="0"/>
              </a:defRPr>
            </a:lvl5pPr>
          </a:lstStyle>
          <a:p>
            <a:pPr lvl="0"/>
            <a:r>
              <a:rPr lang="nl-NL"/>
              <a:t>Subtitel</a:t>
            </a:r>
          </a:p>
        </p:txBody>
      </p:sp>
      <p:sp>
        <p:nvSpPr>
          <p:cNvPr id="13" name="Tijdelijke aanduiding voor verticale tekst 2">
            <a:extLst>
              <a:ext uri="{FF2B5EF4-FFF2-40B4-BE49-F238E27FC236}">
                <a16:creationId xmlns:a16="http://schemas.microsoft.com/office/drawing/2014/main" id="{96174F23-F5AF-409D-8B3C-C21614A5F7CD}"/>
              </a:ext>
            </a:extLst>
          </p:cNvPr>
          <p:cNvSpPr>
            <a:spLocks noGrp="1"/>
          </p:cNvSpPr>
          <p:nvPr>
            <p:ph type="body" orient="vert" idx="1" hasCustomPrompt="1"/>
          </p:nvPr>
        </p:nvSpPr>
        <p:spPr>
          <a:xfrm>
            <a:off x="818581" y="4151725"/>
            <a:ext cx="3687386" cy="2283422"/>
          </a:xfrm>
        </p:spPr>
        <p:txBody>
          <a:bodyPr vert="horz" lIns="0" tIns="0" rIns="0" bIns="0"/>
          <a:lstStyle>
            <a:lvl1pPr marL="0" indent="0">
              <a:buNone/>
              <a:defRPr sz="1200">
                <a:solidFill>
                  <a:schemeClr val="bg1"/>
                </a:solidFill>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14" name="Tijdelijke aanduiding voor inhoud 29">
            <a:extLst>
              <a:ext uri="{FF2B5EF4-FFF2-40B4-BE49-F238E27FC236}">
                <a16:creationId xmlns:a16="http://schemas.microsoft.com/office/drawing/2014/main" id="{A80BB020-3080-494D-A99E-E8943795582E}"/>
              </a:ext>
            </a:extLst>
          </p:cNvPr>
          <p:cNvSpPr>
            <a:spLocks noGrp="1"/>
          </p:cNvSpPr>
          <p:nvPr>
            <p:ph sz="quarter" idx="25" hasCustomPrompt="1"/>
          </p:nvPr>
        </p:nvSpPr>
        <p:spPr>
          <a:xfrm>
            <a:off x="6956987" y="1045188"/>
            <a:ext cx="4515635" cy="326585"/>
          </a:xfrm>
          <a:prstGeom prst="rect">
            <a:avLst/>
          </a:prstGeom>
        </p:spPr>
        <p:txBody>
          <a:bodyPr/>
          <a:lstStyle>
            <a:lvl1pPr marL="0" indent="0" algn="l">
              <a:lnSpc>
                <a:spcPct val="100000"/>
              </a:lnSpc>
              <a:buFontTx/>
              <a:buNone/>
              <a:defRPr sz="1200" b="1" i="0">
                <a:solidFill>
                  <a:srgbClr val="5A5A5A"/>
                </a:solidFill>
                <a:latin typeface="Proxima Nova Semibold" panose="02000506030000020004" pitchFamily="2" charset="0"/>
              </a:defRPr>
            </a:lvl1pPr>
            <a:lvl2pPr marL="414762" indent="0" algn="ctr">
              <a:buFontTx/>
              <a:buNone/>
              <a:defRPr sz="907">
                <a:latin typeface="Proxima Nova Rg" panose="02000506030000020004" pitchFamily="2" charset="0"/>
              </a:defRPr>
            </a:lvl2pPr>
            <a:lvl3pPr marL="829523" indent="0" algn="ctr">
              <a:buFontTx/>
              <a:buNone/>
              <a:defRPr sz="907">
                <a:latin typeface="Proxima Nova Rg" panose="02000506030000020004" pitchFamily="2" charset="0"/>
              </a:defRPr>
            </a:lvl3pPr>
            <a:lvl4pPr marL="1244285" indent="0" algn="ctr">
              <a:buFontTx/>
              <a:buNone/>
              <a:defRPr sz="907">
                <a:latin typeface="Proxima Nova Rg" panose="02000506030000020004" pitchFamily="2" charset="0"/>
              </a:defRPr>
            </a:lvl4pPr>
            <a:lvl5pPr marL="1659047" indent="0" algn="ctr">
              <a:buFontTx/>
              <a:buNone/>
              <a:defRPr sz="907">
                <a:latin typeface="Proxima Nova Rg" panose="02000506030000020004" pitchFamily="2" charset="0"/>
              </a:defRPr>
            </a:lvl5pPr>
          </a:lstStyle>
          <a:p>
            <a:pPr lvl="0"/>
            <a:r>
              <a:rPr lang="nl-NL"/>
              <a:t>Goedgekeurd door</a:t>
            </a:r>
          </a:p>
        </p:txBody>
      </p:sp>
      <p:cxnSp>
        <p:nvCxnSpPr>
          <p:cNvPr id="15" name="Rechte verbindingslijn 14">
            <a:extLst>
              <a:ext uri="{FF2B5EF4-FFF2-40B4-BE49-F238E27FC236}">
                <a16:creationId xmlns:a16="http://schemas.microsoft.com/office/drawing/2014/main" id="{8CA0713B-8D01-42EE-A1F9-47D897CE3670}"/>
              </a:ext>
            </a:extLst>
          </p:cNvPr>
          <p:cNvCxnSpPr>
            <a:cxnSpLocks/>
          </p:cNvCxnSpPr>
          <p:nvPr userDrawn="1"/>
        </p:nvCxnSpPr>
        <p:spPr>
          <a:xfrm>
            <a:off x="7096013" y="1718964"/>
            <a:ext cx="4376608" cy="0"/>
          </a:xfrm>
          <a:prstGeom prst="line">
            <a:avLst/>
          </a:prstGeom>
          <a:ln>
            <a:solidFill>
              <a:srgbClr val="6A1D58"/>
            </a:solidFill>
          </a:ln>
        </p:spPr>
        <p:style>
          <a:lnRef idx="1">
            <a:schemeClr val="accent1"/>
          </a:lnRef>
          <a:fillRef idx="0">
            <a:schemeClr val="accent1"/>
          </a:fillRef>
          <a:effectRef idx="0">
            <a:schemeClr val="accent1"/>
          </a:effectRef>
          <a:fontRef idx="minor">
            <a:schemeClr val="tx1"/>
          </a:fontRef>
        </p:style>
      </p:cxnSp>
      <p:sp>
        <p:nvSpPr>
          <p:cNvPr id="16" name="Tijdelijke aanduiding voor inhoud 29">
            <a:extLst>
              <a:ext uri="{FF2B5EF4-FFF2-40B4-BE49-F238E27FC236}">
                <a16:creationId xmlns:a16="http://schemas.microsoft.com/office/drawing/2014/main" id="{494D13D6-C128-4CBA-90E7-56BC3061A0EF}"/>
              </a:ext>
            </a:extLst>
          </p:cNvPr>
          <p:cNvSpPr>
            <a:spLocks noGrp="1"/>
          </p:cNvSpPr>
          <p:nvPr>
            <p:ph sz="quarter" idx="26" hasCustomPrompt="1"/>
          </p:nvPr>
        </p:nvSpPr>
        <p:spPr>
          <a:xfrm>
            <a:off x="6956987" y="1830473"/>
            <a:ext cx="4515635" cy="326585"/>
          </a:xfrm>
          <a:prstGeom prst="rect">
            <a:avLst/>
          </a:prstGeom>
        </p:spPr>
        <p:txBody>
          <a:bodyPr/>
          <a:lstStyle>
            <a:lvl1pPr marL="0" indent="0" algn="l">
              <a:lnSpc>
                <a:spcPct val="100000"/>
              </a:lnSpc>
              <a:buFontTx/>
              <a:buNone/>
              <a:defRPr sz="1200" b="1" i="0">
                <a:solidFill>
                  <a:srgbClr val="5A5A5A"/>
                </a:solidFill>
                <a:latin typeface="Proxima Nova Semibold" panose="02000506030000020004" pitchFamily="2" charset="0"/>
              </a:defRPr>
            </a:lvl1pPr>
            <a:lvl2pPr marL="414762" indent="0" algn="ctr">
              <a:buFontTx/>
              <a:buNone/>
              <a:defRPr sz="907">
                <a:latin typeface="Proxima Nova Rg" panose="02000506030000020004" pitchFamily="2" charset="0"/>
              </a:defRPr>
            </a:lvl2pPr>
            <a:lvl3pPr marL="829523" indent="0" algn="ctr">
              <a:buFontTx/>
              <a:buNone/>
              <a:defRPr sz="907">
                <a:latin typeface="Proxima Nova Rg" panose="02000506030000020004" pitchFamily="2" charset="0"/>
              </a:defRPr>
            </a:lvl3pPr>
            <a:lvl4pPr marL="1244285" indent="0" algn="ctr">
              <a:buFontTx/>
              <a:buNone/>
              <a:defRPr sz="907">
                <a:latin typeface="Proxima Nova Rg" panose="02000506030000020004" pitchFamily="2" charset="0"/>
              </a:defRPr>
            </a:lvl4pPr>
            <a:lvl5pPr marL="1659047" indent="0" algn="ctr">
              <a:buFontTx/>
              <a:buNone/>
              <a:defRPr sz="907">
                <a:latin typeface="Proxima Nova Rg" panose="02000506030000020004" pitchFamily="2" charset="0"/>
              </a:defRPr>
            </a:lvl5pPr>
          </a:lstStyle>
          <a:p>
            <a:pPr lvl="0"/>
            <a:r>
              <a:rPr lang="nl-NL"/>
              <a:t>Rol</a:t>
            </a:r>
          </a:p>
        </p:txBody>
      </p:sp>
      <p:cxnSp>
        <p:nvCxnSpPr>
          <p:cNvPr id="17" name="Rechte verbindingslijn 16">
            <a:extLst>
              <a:ext uri="{FF2B5EF4-FFF2-40B4-BE49-F238E27FC236}">
                <a16:creationId xmlns:a16="http://schemas.microsoft.com/office/drawing/2014/main" id="{73DFE6F4-C2D4-4E68-A940-B9CF877D3FC5}"/>
              </a:ext>
            </a:extLst>
          </p:cNvPr>
          <p:cNvCxnSpPr>
            <a:cxnSpLocks/>
          </p:cNvCxnSpPr>
          <p:nvPr userDrawn="1"/>
        </p:nvCxnSpPr>
        <p:spPr>
          <a:xfrm>
            <a:off x="7096013" y="2504249"/>
            <a:ext cx="4376608" cy="0"/>
          </a:xfrm>
          <a:prstGeom prst="line">
            <a:avLst/>
          </a:prstGeom>
          <a:ln>
            <a:solidFill>
              <a:srgbClr val="6A1D58"/>
            </a:solidFill>
          </a:ln>
        </p:spPr>
        <p:style>
          <a:lnRef idx="1">
            <a:schemeClr val="accent1"/>
          </a:lnRef>
          <a:fillRef idx="0">
            <a:schemeClr val="accent1"/>
          </a:fillRef>
          <a:effectRef idx="0">
            <a:schemeClr val="accent1"/>
          </a:effectRef>
          <a:fontRef idx="minor">
            <a:schemeClr val="tx1"/>
          </a:fontRef>
        </p:style>
      </p:cxnSp>
      <p:sp>
        <p:nvSpPr>
          <p:cNvPr id="18" name="Tijdelijke aanduiding voor inhoud 29">
            <a:extLst>
              <a:ext uri="{FF2B5EF4-FFF2-40B4-BE49-F238E27FC236}">
                <a16:creationId xmlns:a16="http://schemas.microsoft.com/office/drawing/2014/main" id="{8928AE76-B464-4158-92D7-CF48BDFAE1B4}"/>
              </a:ext>
            </a:extLst>
          </p:cNvPr>
          <p:cNvSpPr>
            <a:spLocks noGrp="1"/>
          </p:cNvSpPr>
          <p:nvPr>
            <p:ph sz="quarter" idx="27" hasCustomPrompt="1"/>
          </p:nvPr>
        </p:nvSpPr>
        <p:spPr>
          <a:xfrm>
            <a:off x="6956987" y="2615760"/>
            <a:ext cx="4515635" cy="326585"/>
          </a:xfrm>
          <a:prstGeom prst="rect">
            <a:avLst/>
          </a:prstGeom>
        </p:spPr>
        <p:txBody>
          <a:bodyPr/>
          <a:lstStyle>
            <a:lvl1pPr marL="0" indent="0" algn="l">
              <a:lnSpc>
                <a:spcPct val="100000"/>
              </a:lnSpc>
              <a:buFontTx/>
              <a:buNone/>
              <a:defRPr sz="1200" b="1" i="0">
                <a:solidFill>
                  <a:srgbClr val="5A5A5A"/>
                </a:solidFill>
                <a:latin typeface="Proxima Nova Semibold" panose="02000506030000020004" pitchFamily="2" charset="0"/>
              </a:defRPr>
            </a:lvl1pPr>
            <a:lvl2pPr marL="414762" indent="0" algn="ctr">
              <a:buFontTx/>
              <a:buNone/>
              <a:defRPr sz="907">
                <a:latin typeface="Proxima Nova Rg" panose="02000506030000020004" pitchFamily="2" charset="0"/>
              </a:defRPr>
            </a:lvl2pPr>
            <a:lvl3pPr marL="829523" indent="0" algn="ctr">
              <a:buFontTx/>
              <a:buNone/>
              <a:defRPr sz="907">
                <a:latin typeface="Proxima Nova Rg" panose="02000506030000020004" pitchFamily="2" charset="0"/>
              </a:defRPr>
            </a:lvl3pPr>
            <a:lvl4pPr marL="1244285" indent="0" algn="ctr">
              <a:buFontTx/>
              <a:buNone/>
              <a:defRPr sz="907">
                <a:latin typeface="Proxima Nova Rg" panose="02000506030000020004" pitchFamily="2" charset="0"/>
              </a:defRPr>
            </a:lvl4pPr>
            <a:lvl5pPr marL="1659047" indent="0" algn="ctr">
              <a:buFontTx/>
              <a:buNone/>
              <a:defRPr sz="907">
                <a:latin typeface="Proxima Nova Rg" panose="02000506030000020004" pitchFamily="2" charset="0"/>
              </a:defRPr>
            </a:lvl5pPr>
          </a:lstStyle>
          <a:p>
            <a:pPr lvl="0"/>
            <a:r>
              <a:rPr lang="nl-NL"/>
              <a:t>Bestelling nummer</a:t>
            </a:r>
          </a:p>
        </p:txBody>
      </p:sp>
      <p:cxnSp>
        <p:nvCxnSpPr>
          <p:cNvPr id="19" name="Rechte verbindingslijn 18">
            <a:extLst>
              <a:ext uri="{FF2B5EF4-FFF2-40B4-BE49-F238E27FC236}">
                <a16:creationId xmlns:a16="http://schemas.microsoft.com/office/drawing/2014/main" id="{A6D4C6DA-509E-4EA5-B637-6EA96154E6F5}"/>
              </a:ext>
            </a:extLst>
          </p:cNvPr>
          <p:cNvCxnSpPr>
            <a:cxnSpLocks/>
          </p:cNvCxnSpPr>
          <p:nvPr userDrawn="1"/>
        </p:nvCxnSpPr>
        <p:spPr>
          <a:xfrm>
            <a:off x="7096013" y="3289535"/>
            <a:ext cx="4376608" cy="0"/>
          </a:xfrm>
          <a:prstGeom prst="line">
            <a:avLst/>
          </a:prstGeom>
          <a:ln>
            <a:solidFill>
              <a:srgbClr val="6A1D58"/>
            </a:solidFill>
          </a:ln>
        </p:spPr>
        <p:style>
          <a:lnRef idx="1">
            <a:schemeClr val="accent1"/>
          </a:lnRef>
          <a:fillRef idx="0">
            <a:schemeClr val="accent1"/>
          </a:fillRef>
          <a:effectRef idx="0">
            <a:schemeClr val="accent1"/>
          </a:effectRef>
          <a:fontRef idx="minor">
            <a:schemeClr val="tx1"/>
          </a:fontRef>
        </p:style>
      </p:cxnSp>
      <p:sp>
        <p:nvSpPr>
          <p:cNvPr id="20" name="Tijdelijke aanduiding voor inhoud 29">
            <a:extLst>
              <a:ext uri="{FF2B5EF4-FFF2-40B4-BE49-F238E27FC236}">
                <a16:creationId xmlns:a16="http://schemas.microsoft.com/office/drawing/2014/main" id="{CF2DD264-551F-4632-90DE-BDC728604C77}"/>
              </a:ext>
            </a:extLst>
          </p:cNvPr>
          <p:cNvSpPr>
            <a:spLocks noGrp="1"/>
          </p:cNvSpPr>
          <p:nvPr>
            <p:ph sz="quarter" idx="28" hasCustomPrompt="1"/>
          </p:nvPr>
        </p:nvSpPr>
        <p:spPr>
          <a:xfrm>
            <a:off x="6956987" y="4981133"/>
            <a:ext cx="4515635" cy="326585"/>
          </a:xfrm>
          <a:prstGeom prst="rect">
            <a:avLst/>
          </a:prstGeom>
        </p:spPr>
        <p:txBody>
          <a:bodyPr/>
          <a:lstStyle>
            <a:lvl1pPr marL="0" indent="0" algn="l">
              <a:lnSpc>
                <a:spcPct val="100000"/>
              </a:lnSpc>
              <a:buFontTx/>
              <a:buNone/>
              <a:defRPr sz="1200" b="1" i="0">
                <a:solidFill>
                  <a:srgbClr val="5A5A5A"/>
                </a:solidFill>
                <a:latin typeface="Proxima Nova Semibold" panose="02000506030000020004" pitchFamily="2" charset="0"/>
              </a:defRPr>
            </a:lvl1pPr>
            <a:lvl2pPr marL="414762" indent="0" algn="ctr">
              <a:buFontTx/>
              <a:buNone/>
              <a:defRPr sz="907">
                <a:latin typeface="Proxima Nova Rg" panose="02000506030000020004" pitchFamily="2" charset="0"/>
              </a:defRPr>
            </a:lvl2pPr>
            <a:lvl3pPr marL="829523" indent="0" algn="ctr">
              <a:buFontTx/>
              <a:buNone/>
              <a:defRPr sz="907">
                <a:latin typeface="Proxima Nova Rg" panose="02000506030000020004" pitchFamily="2" charset="0"/>
              </a:defRPr>
            </a:lvl3pPr>
            <a:lvl4pPr marL="1244285" indent="0" algn="ctr">
              <a:buFontTx/>
              <a:buNone/>
              <a:defRPr sz="907">
                <a:latin typeface="Proxima Nova Rg" panose="02000506030000020004" pitchFamily="2" charset="0"/>
              </a:defRPr>
            </a:lvl4pPr>
            <a:lvl5pPr marL="1659047" indent="0" algn="ctr">
              <a:buFontTx/>
              <a:buNone/>
              <a:defRPr sz="907">
                <a:latin typeface="Proxima Nova Rg" panose="02000506030000020004" pitchFamily="2" charset="0"/>
              </a:defRPr>
            </a:lvl5pPr>
          </a:lstStyle>
          <a:p>
            <a:pPr lvl="0"/>
            <a:r>
              <a:rPr lang="nl-NL"/>
              <a:t>Handtekening</a:t>
            </a:r>
          </a:p>
        </p:txBody>
      </p:sp>
      <p:cxnSp>
        <p:nvCxnSpPr>
          <p:cNvPr id="21" name="Rechte verbindingslijn 20">
            <a:extLst>
              <a:ext uri="{FF2B5EF4-FFF2-40B4-BE49-F238E27FC236}">
                <a16:creationId xmlns:a16="http://schemas.microsoft.com/office/drawing/2014/main" id="{287EC15C-2DFB-4F39-95E4-54D763CC5F96}"/>
              </a:ext>
            </a:extLst>
          </p:cNvPr>
          <p:cNvCxnSpPr>
            <a:cxnSpLocks/>
          </p:cNvCxnSpPr>
          <p:nvPr userDrawn="1"/>
        </p:nvCxnSpPr>
        <p:spPr>
          <a:xfrm>
            <a:off x="7096013" y="5748191"/>
            <a:ext cx="4376608" cy="0"/>
          </a:xfrm>
          <a:prstGeom prst="line">
            <a:avLst/>
          </a:prstGeom>
          <a:ln>
            <a:solidFill>
              <a:srgbClr val="6A1D58"/>
            </a:solidFill>
          </a:ln>
        </p:spPr>
        <p:style>
          <a:lnRef idx="1">
            <a:schemeClr val="accent1"/>
          </a:lnRef>
          <a:fillRef idx="0">
            <a:schemeClr val="accent1"/>
          </a:fillRef>
          <a:effectRef idx="0">
            <a:schemeClr val="accent1"/>
          </a:effectRef>
          <a:fontRef idx="minor">
            <a:schemeClr val="tx1"/>
          </a:fontRef>
        </p:style>
      </p:cxnSp>
      <p:sp>
        <p:nvSpPr>
          <p:cNvPr id="22" name="Tijdelijke aanduiding voor inhoud 29">
            <a:extLst>
              <a:ext uri="{FF2B5EF4-FFF2-40B4-BE49-F238E27FC236}">
                <a16:creationId xmlns:a16="http://schemas.microsoft.com/office/drawing/2014/main" id="{54882128-94D9-4122-8B20-CE70D00F7C67}"/>
              </a:ext>
            </a:extLst>
          </p:cNvPr>
          <p:cNvSpPr>
            <a:spLocks noGrp="1"/>
          </p:cNvSpPr>
          <p:nvPr>
            <p:ph sz="quarter" idx="29" hasCustomPrompt="1"/>
          </p:nvPr>
        </p:nvSpPr>
        <p:spPr>
          <a:xfrm>
            <a:off x="6956987" y="3399502"/>
            <a:ext cx="4515635" cy="326585"/>
          </a:xfrm>
          <a:prstGeom prst="rect">
            <a:avLst/>
          </a:prstGeom>
        </p:spPr>
        <p:txBody>
          <a:bodyPr/>
          <a:lstStyle>
            <a:lvl1pPr marL="0" indent="0" algn="l">
              <a:lnSpc>
                <a:spcPct val="100000"/>
              </a:lnSpc>
              <a:buFontTx/>
              <a:buNone/>
              <a:defRPr sz="1200" b="1" i="0">
                <a:solidFill>
                  <a:srgbClr val="5A5A5A"/>
                </a:solidFill>
                <a:latin typeface="Proxima Nova Semibold" panose="02000506030000020004" pitchFamily="2" charset="0"/>
              </a:defRPr>
            </a:lvl1pPr>
            <a:lvl2pPr marL="414762" indent="0" algn="ctr">
              <a:buFontTx/>
              <a:buNone/>
              <a:defRPr sz="907">
                <a:latin typeface="Proxima Nova Rg" panose="02000506030000020004" pitchFamily="2" charset="0"/>
              </a:defRPr>
            </a:lvl2pPr>
            <a:lvl3pPr marL="829523" indent="0" algn="ctr">
              <a:buFontTx/>
              <a:buNone/>
              <a:defRPr sz="907">
                <a:latin typeface="Proxima Nova Rg" panose="02000506030000020004" pitchFamily="2" charset="0"/>
              </a:defRPr>
            </a:lvl3pPr>
            <a:lvl4pPr marL="1244285" indent="0" algn="ctr">
              <a:buFontTx/>
              <a:buNone/>
              <a:defRPr sz="907">
                <a:latin typeface="Proxima Nova Rg" panose="02000506030000020004" pitchFamily="2" charset="0"/>
              </a:defRPr>
            </a:lvl4pPr>
            <a:lvl5pPr marL="1659047" indent="0" algn="ctr">
              <a:buFontTx/>
              <a:buNone/>
              <a:defRPr sz="907">
                <a:latin typeface="Proxima Nova Rg" panose="02000506030000020004" pitchFamily="2" charset="0"/>
              </a:defRPr>
            </a:lvl5pPr>
          </a:lstStyle>
          <a:p>
            <a:pPr lvl="0"/>
            <a:r>
              <a:rPr lang="nl-NL"/>
              <a:t>Datum</a:t>
            </a:r>
          </a:p>
        </p:txBody>
      </p:sp>
      <p:cxnSp>
        <p:nvCxnSpPr>
          <p:cNvPr id="23" name="Rechte verbindingslijn 22">
            <a:extLst>
              <a:ext uri="{FF2B5EF4-FFF2-40B4-BE49-F238E27FC236}">
                <a16:creationId xmlns:a16="http://schemas.microsoft.com/office/drawing/2014/main" id="{D5451FB3-B1CA-487C-A563-1ED1A4780099}"/>
              </a:ext>
            </a:extLst>
          </p:cNvPr>
          <p:cNvCxnSpPr>
            <a:cxnSpLocks/>
          </p:cNvCxnSpPr>
          <p:nvPr userDrawn="1"/>
        </p:nvCxnSpPr>
        <p:spPr>
          <a:xfrm>
            <a:off x="7096013" y="4073277"/>
            <a:ext cx="4376608" cy="0"/>
          </a:xfrm>
          <a:prstGeom prst="line">
            <a:avLst/>
          </a:prstGeom>
          <a:ln>
            <a:solidFill>
              <a:srgbClr val="6A1D58"/>
            </a:solidFill>
          </a:ln>
        </p:spPr>
        <p:style>
          <a:lnRef idx="1">
            <a:schemeClr val="accent1"/>
          </a:lnRef>
          <a:fillRef idx="0">
            <a:schemeClr val="accent1"/>
          </a:fillRef>
          <a:effectRef idx="0">
            <a:schemeClr val="accent1"/>
          </a:effectRef>
          <a:fontRef idx="minor">
            <a:schemeClr val="tx1"/>
          </a:fontRef>
        </p:style>
      </p:cxnSp>
      <p:sp>
        <p:nvSpPr>
          <p:cNvPr id="24" name="Tijdelijke aanduiding voor inhoud 29">
            <a:extLst>
              <a:ext uri="{FF2B5EF4-FFF2-40B4-BE49-F238E27FC236}">
                <a16:creationId xmlns:a16="http://schemas.microsoft.com/office/drawing/2014/main" id="{FE0D969E-7290-49CC-92DC-D32D026BE904}"/>
              </a:ext>
            </a:extLst>
          </p:cNvPr>
          <p:cNvSpPr>
            <a:spLocks noGrp="1"/>
          </p:cNvSpPr>
          <p:nvPr>
            <p:ph sz="quarter" idx="30" hasCustomPrompt="1"/>
          </p:nvPr>
        </p:nvSpPr>
        <p:spPr>
          <a:xfrm>
            <a:off x="6956987" y="4173728"/>
            <a:ext cx="4515635" cy="326585"/>
          </a:xfrm>
          <a:prstGeom prst="rect">
            <a:avLst/>
          </a:prstGeom>
        </p:spPr>
        <p:txBody>
          <a:bodyPr/>
          <a:lstStyle>
            <a:lvl1pPr marL="0" indent="0" algn="l">
              <a:lnSpc>
                <a:spcPct val="100000"/>
              </a:lnSpc>
              <a:buFontTx/>
              <a:buNone/>
              <a:defRPr sz="1200" b="1" i="0">
                <a:solidFill>
                  <a:srgbClr val="5A5A5A"/>
                </a:solidFill>
                <a:latin typeface="Proxima Nova Semibold" panose="02000506030000020004" pitchFamily="2" charset="0"/>
              </a:defRPr>
            </a:lvl1pPr>
            <a:lvl2pPr marL="414762" indent="0" algn="ctr">
              <a:buFontTx/>
              <a:buNone/>
              <a:defRPr sz="907">
                <a:latin typeface="Proxima Nova Rg" panose="02000506030000020004" pitchFamily="2" charset="0"/>
              </a:defRPr>
            </a:lvl2pPr>
            <a:lvl3pPr marL="829523" indent="0" algn="ctr">
              <a:buFontTx/>
              <a:buNone/>
              <a:defRPr sz="907">
                <a:latin typeface="Proxima Nova Rg" panose="02000506030000020004" pitchFamily="2" charset="0"/>
              </a:defRPr>
            </a:lvl3pPr>
            <a:lvl4pPr marL="1244285" indent="0" algn="ctr">
              <a:buFontTx/>
              <a:buNone/>
              <a:defRPr sz="907">
                <a:latin typeface="Proxima Nova Rg" panose="02000506030000020004" pitchFamily="2" charset="0"/>
              </a:defRPr>
            </a:lvl4pPr>
            <a:lvl5pPr marL="1659047" indent="0" algn="ctr">
              <a:buFontTx/>
              <a:buNone/>
              <a:defRPr sz="907">
                <a:latin typeface="Proxima Nova Rg" panose="02000506030000020004" pitchFamily="2" charset="0"/>
              </a:defRPr>
            </a:lvl5pPr>
          </a:lstStyle>
          <a:p>
            <a:pPr lvl="0"/>
            <a:r>
              <a:rPr lang="nl-NL"/>
              <a:t>Locatie</a:t>
            </a:r>
          </a:p>
        </p:txBody>
      </p:sp>
      <p:cxnSp>
        <p:nvCxnSpPr>
          <p:cNvPr id="25" name="Rechte verbindingslijn 24">
            <a:extLst>
              <a:ext uri="{FF2B5EF4-FFF2-40B4-BE49-F238E27FC236}">
                <a16:creationId xmlns:a16="http://schemas.microsoft.com/office/drawing/2014/main" id="{CE197B00-F750-4147-AD99-462A38DB80C0}"/>
              </a:ext>
            </a:extLst>
          </p:cNvPr>
          <p:cNvCxnSpPr>
            <a:cxnSpLocks/>
          </p:cNvCxnSpPr>
          <p:nvPr userDrawn="1"/>
        </p:nvCxnSpPr>
        <p:spPr>
          <a:xfrm>
            <a:off x="7096013" y="4847503"/>
            <a:ext cx="4376608" cy="0"/>
          </a:xfrm>
          <a:prstGeom prst="line">
            <a:avLst/>
          </a:prstGeom>
          <a:ln>
            <a:solidFill>
              <a:srgbClr val="6A1D58"/>
            </a:solidFill>
          </a:ln>
        </p:spPr>
        <p:style>
          <a:lnRef idx="1">
            <a:schemeClr val="accent1"/>
          </a:lnRef>
          <a:fillRef idx="0">
            <a:schemeClr val="accent1"/>
          </a:fillRef>
          <a:effectRef idx="0">
            <a:schemeClr val="accent1"/>
          </a:effectRef>
          <a:fontRef idx="minor">
            <a:schemeClr val="tx1"/>
          </a:fontRef>
        </p:style>
      </p:cxnSp>
      <p:sp>
        <p:nvSpPr>
          <p:cNvPr id="26" name="Tijdelijke aanduiding voor inhoud 29">
            <a:extLst>
              <a:ext uri="{FF2B5EF4-FFF2-40B4-BE49-F238E27FC236}">
                <a16:creationId xmlns:a16="http://schemas.microsoft.com/office/drawing/2014/main" id="{C3A6E1A8-8BDF-4AD3-A4E6-7E8E1A7992DD}"/>
              </a:ext>
            </a:extLst>
          </p:cNvPr>
          <p:cNvSpPr>
            <a:spLocks noGrp="1"/>
          </p:cNvSpPr>
          <p:nvPr>
            <p:ph sz="quarter" idx="31" hasCustomPrompt="1"/>
          </p:nvPr>
        </p:nvSpPr>
        <p:spPr>
          <a:xfrm>
            <a:off x="6956987" y="3753433"/>
            <a:ext cx="4515635" cy="326585"/>
          </a:xfrm>
          <a:prstGeom prst="rect">
            <a:avLst/>
          </a:prstGeom>
        </p:spPr>
        <p:txBody>
          <a:bodyPr/>
          <a:lstStyle>
            <a:lvl1pPr marL="0" indent="0" algn="l">
              <a:lnSpc>
                <a:spcPct val="100000"/>
              </a:lnSpc>
              <a:buFontTx/>
              <a:buNone/>
              <a:defRPr sz="1200" b="0">
                <a:solidFill>
                  <a:srgbClr val="5A5A5A"/>
                </a:solidFill>
                <a:latin typeface="Proxima Nova Rg" panose="02000506030000020004" pitchFamily="2" charset="0"/>
              </a:defRPr>
            </a:lvl1pPr>
            <a:lvl2pPr marL="414762" indent="0" algn="ctr">
              <a:buFontTx/>
              <a:buNone/>
              <a:defRPr sz="907">
                <a:latin typeface="Proxima Nova Rg" panose="02000506030000020004" pitchFamily="2" charset="0"/>
              </a:defRPr>
            </a:lvl2pPr>
            <a:lvl3pPr marL="829523" indent="0" algn="ctr">
              <a:buFontTx/>
              <a:buNone/>
              <a:defRPr sz="907">
                <a:latin typeface="Proxima Nova Rg" panose="02000506030000020004" pitchFamily="2" charset="0"/>
              </a:defRPr>
            </a:lvl3pPr>
            <a:lvl4pPr marL="1244285" indent="0" algn="ctr">
              <a:buFontTx/>
              <a:buNone/>
              <a:defRPr sz="907">
                <a:latin typeface="Proxima Nova Rg" panose="02000506030000020004" pitchFamily="2" charset="0"/>
              </a:defRPr>
            </a:lvl4pPr>
            <a:lvl5pPr marL="1659047" indent="0" algn="ctr">
              <a:buFontTx/>
              <a:buNone/>
              <a:defRPr sz="907">
                <a:latin typeface="Proxima Nova Rg" panose="02000506030000020004" pitchFamily="2" charset="0"/>
              </a:defRPr>
            </a:lvl5pPr>
          </a:lstStyle>
          <a:p>
            <a:pPr lvl="0"/>
            <a:r>
              <a:rPr lang="nl-NL"/>
              <a:t>00-00-00</a:t>
            </a:r>
          </a:p>
        </p:txBody>
      </p:sp>
      <p:sp>
        <p:nvSpPr>
          <p:cNvPr id="27" name="Tijdelijke aanduiding voor inhoud 29">
            <a:extLst>
              <a:ext uri="{FF2B5EF4-FFF2-40B4-BE49-F238E27FC236}">
                <a16:creationId xmlns:a16="http://schemas.microsoft.com/office/drawing/2014/main" id="{B6F8658E-BEF3-4999-A700-7AAFB9EBA021}"/>
              </a:ext>
            </a:extLst>
          </p:cNvPr>
          <p:cNvSpPr>
            <a:spLocks noGrp="1"/>
          </p:cNvSpPr>
          <p:nvPr>
            <p:ph sz="quarter" idx="32" hasCustomPrompt="1"/>
          </p:nvPr>
        </p:nvSpPr>
        <p:spPr>
          <a:xfrm>
            <a:off x="6956987" y="4527658"/>
            <a:ext cx="4515635" cy="326585"/>
          </a:xfrm>
          <a:prstGeom prst="rect">
            <a:avLst/>
          </a:prstGeom>
        </p:spPr>
        <p:txBody>
          <a:bodyPr/>
          <a:lstStyle>
            <a:lvl1pPr marL="0" indent="0" algn="l">
              <a:lnSpc>
                <a:spcPct val="100000"/>
              </a:lnSpc>
              <a:buFontTx/>
              <a:buNone/>
              <a:defRPr sz="1200" b="0">
                <a:solidFill>
                  <a:srgbClr val="5A5A5A"/>
                </a:solidFill>
                <a:latin typeface="Proxima Nova Rg" panose="02000506030000020004" pitchFamily="2" charset="0"/>
              </a:defRPr>
            </a:lvl1pPr>
            <a:lvl2pPr marL="414762" indent="0" algn="ctr">
              <a:buFontTx/>
              <a:buNone/>
              <a:defRPr sz="907">
                <a:latin typeface="Proxima Nova Rg" panose="02000506030000020004" pitchFamily="2" charset="0"/>
              </a:defRPr>
            </a:lvl2pPr>
            <a:lvl3pPr marL="829523" indent="0" algn="ctr">
              <a:buFontTx/>
              <a:buNone/>
              <a:defRPr sz="907">
                <a:latin typeface="Proxima Nova Rg" panose="02000506030000020004" pitchFamily="2" charset="0"/>
              </a:defRPr>
            </a:lvl3pPr>
            <a:lvl4pPr marL="1244285" indent="0" algn="ctr">
              <a:buFontTx/>
              <a:buNone/>
              <a:defRPr sz="907">
                <a:latin typeface="Proxima Nova Rg" panose="02000506030000020004" pitchFamily="2" charset="0"/>
              </a:defRPr>
            </a:lvl4pPr>
            <a:lvl5pPr marL="1659047" indent="0" algn="ctr">
              <a:buFontTx/>
              <a:buNone/>
              <a:defRPr sz="907">
                <a:latin typeface="Proxima Nova Rg" panose="02000506030000020004" pitchFamily="2" charset="0"/>
              </a:defRPr>
            </a:lvl5pPr>
          </a:lstStyle>
          <a:p>
            <a:pPr lvl="0"/>
            <a:r>
              <a:rPr lang="nl-NL"/>
              <a:t>Plaats</a:t>
            </a:r>
          </a:p>
        </p:txBody>
      </p:sp>
      <p:sp>
        <p:nvSpPr>
          <p:cNvPr id="28" name="Tijdelijke aanduiding voor inhoud 29">
            <a:extLst>
              <a:ext uri="{FF2B5EF4-FFF2-40B4-BE49-F238E27FC236}">
                <a16:creationId xmlns:a16="http://schemas.microsoft.com/office/drawing/2014/main" id="{EF042AEB-4C25-468F-8FE5-14E09220EDDF}"/>
              </a:ext>
            </a:extLst>
          </p:cNvPr>
          <p:cNvSpPr>
            <a:spLocks noGrp="1"/>
          </p:cNvSpPr>
          <p:nvPr>
            <p:ph sz="quarter" idx="33" hasCustomPrompt="1"/>
          </p:nvPr>
        </p:nvSpPr>
        <p:spPr>
          <a:xfrm>
            <a:off x="6956987" y="2969690"/>
            <a:ext cx="4515635" cy="326585"/>
          </a:xfrm>
          <a:prstGeom prst="rect">
            <a:avLst/>
          </a:prstGeom>
        </p:spPr>
        <p:txBody>
          <a:bodyPr/>
          <a:lstStyle>
            <a:lvl1pPr marL="0" indent="0" algn="l">
              <a:lnSpc>
                <a:spcPct val="100000"/>
              </a:lnSpc>
              <a:buFontTx/>
              <a:buNone/>
              <a:defRPr sz="1200" b="0">
                <a:solidFill>
                  <a:srgbClr val="5A5A5A"/>
                </a:solidFill>
                <a:latin typeface="Proxima Nova Rg" panose="02000506030000020004" pitchFamily="2" charset="0"/>
              </a:defRPr>
            </a:lvl1pPr>
            <a:lvl2pPr marL="414762" indent="0" algn="ctr">
              <a:buFontTx/>
              <a:buNone/>
              <a:defRPr sz="907">
                <a:latin typeface="Proxima Nova Rg" panose="02000506030000020004" pitchFamily="2" charset="0"/>
              </a:defRPr>
            </a:lvl2pPr>
            <a:lvl3pPr marL="829523" indent="0" algn="ctr">
              <a:buFontTx/>
              <a:buNone/>
              <a:defRPr sz="907">
                <a:latin typeface="Proxima Nova Rg" panose="02000506030000020004" pitchFamily="2" charset="0"/>
              </a:defRPr>
            </a:lvl3pPr>
            <a:lvl4pPr marL="1244285" indent="0" algn="ctr">
              <a:buFontTx/>
              <a:buNone/>
              <a:defRPr sz="907">
                <a:latin typeface="Proxima Nova Rg" panose="02000506030000020004" pitchFamily="2" charset="0"/>
              </a:defRPr>
            </a:lvl4pPr>
            <a:lvl5pPr marL="1659047" indent="0" algn="ctr">
              <a:buFontTx/>
              <a:buNone/>
              <a:defRPr sz="907">
                <a:latin typeface="Proxima Nova Rg" panose="02000506030000020004" pitchFamily="2" charset="0"/>
              </a:defRPr>
            </a:lvl5pPr>
          </a:lstStyle>
          <a:p>
            <a:pPr lvl="0"/>
            <a:r>
              <a:rPr lang="nl-NL"/>
              <a:t>Nummer</a:t>
            </a:r>
          </a:p>
        </p:txBody>
      </p:sp>
      <p:sp>
        <p:nvSpPr>
          <p:cNvPr id="29" name="Tijdelijke aanduiding voor inhoud 29">
            <a:extLst>
              <a:ext uri="{FF2B5EF4-FFF2-40B4-BE49-F238E27FC236}">
                <a16:creationId xmlns:a16="http://schemas.microsoft.com/office/drawing/2014/main" id="{E60C57A1-B43E-4721-8CB9-21D7CA6817F7}"/>
              </a:ext>
            </a:extLst>
          </p:cNvPr>
          <p:cNvSpPr>
            <a:spLocks noGrp="1"/>
          </p:cNvSpPr>
          <p:nvPr>
            <p:ph sz="quarter" idx="34" hasCustomPrompt="1"/>
          </p:nvPr>
        </p:nvSpPr>
        <p:spPr>
          <a:xfrm>
            <a:off x="6956987" y="2173345"/>
            <a:ext cx="4515635" cy="326585"/>
          </a:xfrm>
          <a:prstGeom prst="rect">
            <a:avLst/>
          </a:prstGeom>
        </p:spPr>
        <p:txBody>
          <a:bodyPr/>
          <a:lstStyle>
            <a:lvl1pPr marL="0" indent="0" algn="l">
              <a:lnSpc>
                <a:spcPct val="100000"/>
              </a:lnSpc>
              <a:buFontTx/>
              <a:buNone/>
              <a:defRPr sz="1200" b="0">
                <a:solidFill>
                  <a:srgbClr val="5A5A5A"/>
                </a:solidFill>
                <a:latin typeface="Proxima Nova Rg" panose="02000506030000020004" pitchFamily="2" charset="0"/>
              </a:defRPr>
            </a:lvl1pPr>
            <a:lvl2pPr marL="414762" indent="0" algn="ctr">
              <a:buFontTx/>
              <a:buNone/>
              <a:defRPr sz="907">
                <a:latin typeface="Proxima Nova Rg" panose="02000506030000020004" pitchFamily="2" charset="0"/>
              </a:defRPr>
            </a:lvl2pPr>
            <a:lvl3pPr marL="829523" indent="0" algn="ctr">
              <a:buFontTx/>
              <a:buNone/>
              <a:defRPr sz="907">
                <a:latin typeface="Proxima Nova Rg" panose="02000506030000020004" pitchFamily="2" charset="0"/>
              </a:defRPr>
            </a:lvl3pPr>
            <a:lvl4pPr marL="1244285" indent="0" algn="ctr">
              <a:buFontTx/>
              <a:buNone/>
              <a:defRPr sz="907">
                <a:latin typeface="Proxima Nova Rg" panose="02000506030000020004" pitchFamily="2" charset="0"/>
              </a:defRPr>
            </a:lvl4pPr>
            <a:lvl5pPr marL="1659047" indent="0" algn="ctr">
              <a:buFontTx/>
              <a:buNone/>
              <a:defRPr sz="907">
                <a:latin typeface="Proxima Nova Rg" panose="02000506030000020004" pitchFamily="2" charset="0"/>
              </a:defRPr>
            </a:lvl5pPr>
          </a:lstStyle>
          <a:p>
            <a:pPr lvl="0"/>
            <a:r>
              <a:rPr lang="nl-NL"/>
              <a:t>Omschrijving</a:t>
            </a:r>
          </a:p>
        </p:txBody>
      </p:sp>
      <p:sp>
        <p:nvSpPr>
          <p:cNvPr id="30" name="Tijdelijke aanduiding voor inhoud 29">
            <a:extLst>
              <a:ext uri="{FF2B5EF4-FFF2-40B4-BE49-F238E27FC236}">
                <a16:creationId xmlns:a16="http://schemas.microsoft.com/office/drawing/2014/main" id="{ADCE4999-CD76-4001-B765-8ACDA78B6282}"/>
              </a:ext>
            </a:extLst>
          </p:cNvPr>
          <p:cNvSpPr>
            <a:spLocks noGrp="1"/>
          </p:cNvSpPr>
          <p:nvPr>
            <p:ph sz="quarter" idx="35" hasCustomPrompt="1"/>
          </p:nvPr>
        </p:nvSpPr>
        <p:spPr>
          <a:xfrm>
            <a:off x="6956987" y="1388060"/>
            <a:ext cx="4515635" cy="326585"/>
          </a:xfrm>
          <a:prstGeom prst="rect">
            <a:avLst/>
          </a:prstGeom>
        </p:spPr>
        <p:txBody>
          <a:bodyPr/>
          <a:lstStyle>
            <a:lvl1pPr marL="0" indent="0" algn="l">
              <a:lnSpc>
                <a:spcPct val="100000"/>
              </a:lnSpc>
              <a:buFontTx/>
              <a:buNone/>
              <a:defRPr sz="1200" b="0">
                <a:solidFill>
                  <a:srgbClr val="5A5A5A"/>
                </a:solidFill>
                <a:latin typeface="Proxima Nova Rg" panose="02000506030000020004" pitchFamily="2" charset="0"/>
              </a:defRPr>
            </a:lvl1pPr>
            <a:lvl2pPr marL="414762" indent="0" algn="ctr">
              <a:buFontTx/>
              <a:buNone/>
              <a:defRPr sz="907">
                <a:latin typeface="Proxima Nova Rg" panose="02000506030000020004" pitchFamily="2" charset="0"/>
              </a:defRPr>
            </a:lvl2pPr>
            <a:lvl3pPr marL="829523" indent="0" algn="ctr">
              <a:buFontTx/>
              <a:buNone/>
              <a:defRPr sz="907">
                <a:latin typeface="Proxima Nova Rg" panose="02000506030000020004" pitchFamily="2" charset="0"/>
              </a:defRPr>
            </a:lvl3pPr>
            <a:lvl4pPr marL="1244285" indent="0" algn="ctr">
              <a:buFontTx/>
              <a:buNone/>
              <a:defRPr sz="907">
                <a:latin typeface="Proxima Nova Rg" panose="02000506030000020004" pitchFamily="2" charset="0"/>
              </a:defRPr>
            </a:lvl4pPr>
            <a:lvl5pPr marL="1659047" indent="0" algn="ctr">
              <a:buFontTx/>
              <a:buNone/>
              <a:defRPr sz="907">
                <a:latin typeface="Proxima Nova Rg" panose="02000506030000020004" pitchFamily="2" charset="0"/>
              </a:defRPr>
            </a:lvl5pPr>
          </a:lstStyle>
          <a:p>
            <a:pPr lvl="0"/>
            <a:r>
              <a:rPr lang="nl-NL"/>
              <a:t>Naam-en Achternaam</a:t>
            </a:r>
          </a:p>
        </p:txBody>
      </p:sp>
    </p:spTree>
    <p:extLst>
      <p:ext uri="{BB962C8B-B14F-4D97-AF65-F5344CB8AC3E}">
        <p14:creationId xmlns:p14="http://schemas.microsoft.com/office/powerpoint/2010/main" val="11712341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4.xml><?xml version="1.0" encoding="utf-8"?>
<p:sldLayout xmlns:a="http://schemas.openxmlformats.org/drawingml/2006/main" xmlns:r="http://schemas.openxmlformats.org/officeDocument/2006/relationships" xmlns:p="http://schemas.openxmlformats.org/presentationml/2006/main" preserve="1" userDrawn="1">
  <p:cSld name="Informatie #2">
    <p:spTree>
      <p:nvGrpSpPr>
        <p:cNvPr id="1" name=""/>
        <p:cNvGrpSpPr/>
        <p:nvPr/>
      </p:nvGrpSpPr>
      <p:grpSpPr>
        <a:xfrm>
          <a:off x="0" y="0"/>
          <a:ext cx="0" cy="0"/>
          <a:chOff x="0" y="0"/>
          <a:chExt cx="0" cy="0"/>
        </a:xfrm>
      </p:grpSpPr>
      <p:sp>
        <p:nvSpPr>
          <p:cNvPr id="46" name="Vrije vorm: vorm 45">
            <a:extLst>
              <a:ext uri="{FF2B5EF4-FFF2-40B4-BE49-F238E27FC236}">
                <a16:creationId xmlns:a16="http://schemas.microsoft.com/office/drawing/2014/main" id="{65C24ABD-8B9F-484C-AFC7-63BDE638BBF8}"/>
              </a:ext>
            </a:extLst>
          </p:cNvPr>
          <p:cNvSpPr/>
          <p:nvPr userDrawn="1"/>
        </p:nvSpPr>
        <p:spPr>
          <a:xfrm>
            <a:off x="6533147" y="0"/>
            <a:ext cx="5658853" cy="6858000"/>
          </a:xfrm>
          <a:custGeom>
            <a:avLst/>
            <a:gdLst>
              <a:gd name="connsiteX0" fmla="*/ 0 w 5658853"/>
              <a:gd name="connsiteY0" fmla="*/ 0 h 6858000"/>
              <a:gd name="connsiteX1" fmla="*/ 5658853 w 5658853"/>
              <a:gd name="connsiteY1" fmla="*/ 0 h 6858000"/>
              <a:gd name="connsiteX2" fmla="*/ 5658853 w 5658853"/>
              <a:gd name="connsiteY2" fmla="*/ 6858000 h 6858000"/>
              <a:gd name="connsiteX3" fmla="*/ 1495294 w 5658853"/>
              <a:gd name="connsiteY3" fmla="*/ 6858000 h 6858000"/>
              <a:gd name="connsiteX4" fmla="*/ 1474866 w 5658853"/>
              <a:gd name="connsiteY4" fmla="*/ 6646172 h 6858000"/>
              <a:gd name="connsiteX5" fmla="*/ 1437716 w 5658853"/>
              <a:gd name="connsiteY5" fmla="*/ 6436638 h 6858000"/>
              <a:gd name="connsiteX6" fmla="*/ 158610 w 5658853"/>
              <a:gd name="connsiteY6" fmla="*/ 3273043 h 6858000"/>
              <a:gd name="connsiteX7" fmla="*/ 184795 w 5658853"/>
              <a:gd name="connsiteY7" fmla="*/ 1 h 6858000"/>
              <a:gd name="connsiteX8" fmla="*/ 0 w 5658853"/>
              <a:gd name="connsiteY8" fmla="*/ 1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658853" h="6858000">
                <a:moveTo>
                  <a:pt x="0" y="0"/>
                </a:moveTo>
                <a:lnTo>
                  <a:pt x="5658853" y="0"/>
                </a:lnTo>
                <a:lnTo>
                  <a:pt x="5658853" y="6858000"/>
                </a:lnTo>
                <a:lnTo>
                  <a:pt x="1495294" y="6858000"/>
                </a:lnTo>
                <a:lnTo>
                  <a:pt x="1474866" y="6646172"/>
                </a:lnTo>
                <a:cubicBezTo>
                  <a:pt x="1465210" y="6575751"/>
                  <a:pt x="1452773" y="6505763"/>
                  <a:pt x="1437716" y="6436638"/>
                </a:cubicBezTo>
                <a:cubicBezTo>
                  <a:pt x="1208604" y="5370970"/>
                  <a:pt x="337973" y="4468896"/>
                  <a:pt x="158610" y="3273043"/>
                </a:cubicBezTo>
                <a:cubicBezTo>
                  <a:pt x="6741" y="2246545"/>
                  <a:pt x="360231" y="1000002"/>
                  <a:pt x="184795" y="1"/>
                </a:cubicBezTo>
                <a:lnTo>
                  <a:pt x="0" y="1"/>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nl-NL"/>
          </a:p>
        </p:txBody>
      </p:sp>
      <p:sp>
        <p:nvSpPr>
          <p:cNvPr id="3" name="Titel 2">
            <a:extLst>
              <a:ext uri="{FF2B5EF4-FFF2-40B4-BE49-F238E27FC236}">
                <a16:creationId xmlns:a16="http://schemas.microsoft.com/office/drawing/2014/main" id="{9C75EC70-7F42-4BDA-A7A4-1B42B53FCE8E}"/>
              </a:ext>
            </a:extLst>
          </p:cNvPr>
          <p:cNvSpPr>
            <a:spLocks noGrp="1"/>
          </p:cNvSpPr>
          <p:nvPr>
            <p:ph type="title" hasCustomPrompt="1"/>
          </p:nvPr>
        </p:nvSpPr>
        <p:spPr>
          <a:xfrm>
            <a:off x="7214069" y="1045188"/>
            <a:ext cx="4338606" cy="507793"/>
          </a:xfrm>
        </p:spPr>
        <p:txBody>
          <a:bodyPr anchor="b"/>
          <a:lstStyle>
            <a:lvl1pPr>
              <a:defRPr sz="2000" b="1">
                <a:solidFill>
                  <a:schemeClr val="bg2"/>
                </a:solidFill>
              </a:defRPr>
            </a:lvl1pPr>
          </a:lstStyle>
          <a:p>
            <a:r>
              <a:rPr lang="nl-NL"/>
              <a:t>Plaats hier een titel</a:t>
            </a:r>
          </a:p>
        </p:txBody>
      </p:sp>
      <p:sp>
        <p:nvSpPr>
          <p:cNvPr id="9" name="Tijdelijke aanduiding voor inhoud 29">
            <a:extLst>
              <a:ext uri="{FF2B5EF4-FFF2-40B4-BE49-F238E27FC236}">
                <a16:creationId xmlns:a16="http://schemas.microsoft.com/office/drawing/2014/main" id="{20DD939D-7287-4A19-89F7-6795CC79442B}"/>
              </a:ext>
            </a:extLst>
          </p:cNvPr>
          <p:cNvSpPr>
            <a:spLocks noGrp="1"/>
          </p:cNvSpPr>
          <p:nvPr>
            <p:ph sz="quarter" idx="21" hasCustomPrompt="1"/>
          </p:nvPr>
        </p:nvSpPr>
        <p:spPr>
          <a:xfrm>
            <a:off x="7214069" y="1881687"/>
            <a:ext cx="4338606" cy="326585"/>
          </a:xfrm>
          <a:prstGeom prst="rect">
            <a:avLst/>
          </a:prstGeom>
        </p:spPr>
        <p:txBody>
          <a:bodyPr/>
          <a:lstStyle>
            <a:lvl1pPr marL="0" indent="0" algn="l">
              <a:lnSpc>
                <a:spcPct val="100000"/>
              </a:lnSpc>
              <a:buFontTx/>
              <a:buNone/>
              <a:defRPr sz="1200" b="1" i="0">
                <a:solidFill>
                  <a:schemeClr val="bg1"/>
                </a:solidFill>
                <a:latin typeface="Proxima Nova Semibold" panose="02000506030000020004" pitchFamily="2" charset="0"/>
              </a:defRPr>
            </a:lvl1pPr>
            <a:lvl2pPr marL="414762" indent="0" algn="ctr">
              <a:buFontTx/>
              <a:buNone/>
              <a:defRPr sz="907">
                <a:latin typeface="Proxima Nova Rg" panose="02000506030000020004" pitchFamily="2" charset="0"/>
              </a:defRPr>
            </a:lvl2pPr>
            <a:lvl3pPr marL="829523" indent="0" algn="ctr">
              <a:buFontTx/>
              <a:buNone/>
              <a:defRPr sz="907">
                <a:latin typeface="Proxima Nova Rg" panose="02000506030000020004" pitchFamily="2" charset="0"/>
              </a:defRPr>
            </a:lvl3pPr>
            <a:lvl4pPr marL="1244285" indent="0" algn="ctr">
              <a:buFontTx/>
              <a:buNone/>
              <a:defRPr sz="907">
                <a:latin typeface="Proxima Nova Rg" panose="02000506030000020004" pitchFamily="2" charset="0"/>
              </a:defRPr>
            </a:lvl4pPr>
            <a:lvl5pPr marL="1659047" indent="0" algn="ctr">
              <a:buFontTx/>
              <a:buNone/>
              <a:defRPr sz="907">
                <a:latin typeface="Proxima Nova Rg" panose="02000506030000020004" pitchFamily="2" charset="0"/>
              </a:defRPr>
            </a:lvl5pPr>
          </a:lstStyle>
          <a:p>
            <a:pPr lvl="0"/>
            <a:r>
              <a:rPr lang="nl-NL"/>
              <a:t>Subtitel</a:t>
            </a:r>
          </a:p>
        </p:txBody>
      </p:sp>
      <p:sp>
        <p:nvSpPr>
          <p:cNvPr id="13" name="Tijdelijke aanduiding voor verticale tekst 2">
            <a:extLst>
              <a:ext uri="{FF2B5EF4-FFF2-40B4-BE49-F238E27FC236}">
                <a16:creationId xmlns:a16="http://schemas.microsoft.com/office/drawing/2014/main" id="{96174F23-F5AF-409D-8B3C-C21614A5F7CD}"/>
              </a:ext>
            </a:extLst>
          </p:cNvPr>
          <p:cNvSpPr>
            <a:spLocks noGrp="1"/>
          </p:cNvSpPr>
          <p:nvPr>
            <p:ph type="body" orient="vert" idx="1" hasCustomPrompt="1"/>
          </p:nvPr>
        </p:nvSpPr>
        <p:spPr>
          <a:xfrm>
            <a:off x="7211711" y="2230511"/>
            <a:ext cx="4338606" cy="1739909"/>
          </a:xfrm>
        </p:spPr>
        <p:txBody>
          <a:bodyPr vert="horz" lIns="0" tIns="0" rIns="0" bIns="0"/>
          <a:lstStyle>
            <a:lvl1pPr marL="0" indent="0">
              <a:buNone/>
              <a:defRPr sz="1200">
                <a:solidFill>
                  <a:schemeClr val="bg1"/>
                </a:solidFill>
              </a:defRPr>
            </a:lvl1pPr>
            <a:lvl2pPr>
              <a:defRPr/>
            </a:lvl2pPr>
            <a:lvl3pPr>
              <a:defRPr/>
            </a:lvl3pPr>
            <a:lvl4pPr>
              <a:defRPr/>
            </a:lvl4pPr>
            <a:lvl5pPr marL="0" indent="0">
              <a:buNone/>
              <a:defRPr/>
            </a:lvl5pPr>
            <a:lvl6pPr>
              <a:defRPr/>
            </a:lvl6pPr>
            <a:lvl7pPr>
              <a:defRPr/>
            </a:lvl7pPr>
            <a:lvl8pPr>
              <a:defRPr/>
            </a:lvl8pPr>
            <a:lvl9pPr>
              <a:defRPr/>
            </a:lvl9pPr>
          </a:lstStyle>
          <a:p>
            <a:pPr lvl="0"/>
            <a:r>
              <a:rPr lang="nl-NL"/>
              <a:t>Informatie</a:t>
            </a:r>
          </a:p>
        </p:txBody>
      </p:sp>
      <p:sp>
        <p:nvSpPr>
          <p:cNvPr id="44" name="Graphic 34">
            <a:extLst>
              <a:ext uri="{FF2B5EF4-FFF2-40B4-BE49-F238E27FC236}">
                <a16:creationId xmlns:a16="http://schemas.microsoft.com/office/drawing/2014/main" id="{F332CA5E-055F-4292-8041-CE3AD98C7CA7}"/>
              </a:ext>
            </a:extLst>
          </p:cNvPr>
          <p:cNvSpPr>
            <a:spLocks noChangeAspect="1"/>
          </p:cNvSpPr>
          <p:nvPr userDrawn="1"/>
        </p:nvSpPr>
        <p:spPr>
          <a:xfrm>
            <a:off x="5706982" y="1"/>
            <a:ext cx="2509264" cy="6858295"/>
          </a:xfrm>
          <a:custGeom>
            <a:avLst/>
            <a:gdLst>
              <a:gd name="connsiteX0" fmla="*/ 5860 w 2434661"/>
              <a:gd name="connsiteY0" fmla="*/ 3586871 h 7563811"/>
              <a:gd name="connsiteX1" fmla="*/ 750252 w 2434661"/>
              <a:gd name="connsiteY1" fmla="*/ 7563812 h 7563811"/>
              <a:gd name="connsiteX2" fmla="*/ 2434662 w 2434661"/>
              <a:gd name="connsiteY2" fmla="*/ 7563812 h 7563811"/>
              <a:gd name="connsiteX3" fmla="*/ 2378769 w 2434661"/>
              <a:gd name="connsiteY3" fmla="*/ 7098777 h 7563811"/>
              <a:gd name="connsiteX4" fmla="*/ 1137692 w 2434661"/>
              <a:gd name="connsiteY4" fmla="*/ 3609741 h 7563811"/>
              <a:gd name="connsiteX5" fmla="*/ 1163098 w 2434661"/>
              <a:gd name="connsiteY5" fmla="*/ 0 h 7563811"/>
              <a:gd name="connsiteX6" fmla="*/ 893795 w 2434661"/>
              <a:gd name="connsiteY6" fmla="*/ 0 h 7563811"/>
              <a:gd name="connsiteX7" fmla="*/ 5860 w 2434661"/>
              <a:gd name="connsiteY7" fmla="*/ 3586871 h 756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4661" h="7563811">
                <a:moveTo>
                  <a:pt x="5860" y="3586871"/>
                </a:moveTo>
                <a:cubicBezTo>
                  <a:pt x="-81790" y="5059483"/>
                  <a:pt x="844254" y="6156000"/>
                  <a:pt x="750252" y="7563812"/>
                </a:cubicBezTo>
                <a:lnTo>
                  <a:pt x="2434662" y="7563812"/>
                </a:lnTo>
                <a:cubicBezTo>
                  <a:pt x="2427040" y="7407530"/>
                  <a:pt x="2407986" y="7251247"/>
                  <a:pt x="2378769" y="7098777"/>
                </a:cubicBezTo>
                <a:cubicBezTo>
                  <a:pt x="2156468" y="5923483"/>
                  <a:pt x="1311722" y="4928612"/>
                  <a:pt x="1137692" y="3609741"/>
                </a:cubicBezTo>
                <a:cubicBezTo>
                  <a:pt x="990338" y="2477647"/>
                  <a:pt x="1333318" y="1102871"/>
                  <a:pt x="1163098" y="0"/>
                </a:cubicBezTo>
                <a:lnTo>
                  <a:pt x="893795" y="0"/>
                </a:lnTo>
                <a:cubicBezTo>
                  <a:pt x="1117367" y="1877930"/>
                  <a:pt x="89700" y="2181600"/>
                  <a:pt x="5860" y="3586871"/>
                </a:cubicBezTo>
                <a:close/>
              </a:path>
            </a:pathLst>
          </a:custGeom>
          <a:solidFill>
            <a:schemeClr val="accent4"/>
          </a:solidFill>
          <a:ln w="12692" cap="flat">
            <a:noFill/>
            <a:prstDash val="solid"/>
            <a:miter/>
          </a:ln>
        </p:spPr>
        <p:txBody>
          <a:bodyPr rtlCol="0" anchor="ctr"/>
          <a:lstStyle/>
          <a:p>
            <a:endParaRPr lang="nl-NL" sz="1633"/>
          </a:p>
        </p:txBody>
      </p:sp>
      <p:sp>
        <p:nvSpPr>
          <p:cNvPr id="47" name="Tijdelijke aanduiding voor inhoud 29">
            <a:extLst>
              <a:ext uri="{FF2B5EF4-FFF2-40B4-BE49-F238E27FC236}">
                <a16:creationId xmlns:a16="http://schemas.microsoft.com/office/drawing/2014/main" id="{32161CCF-FEE6-46A4-A406-0B351E4C5C72}"/>
              </a:ext>
            </a:extLst>
          </p:cNvPr>
          <p:cNvSpPr>
            <a:spLocks noGrp="1"/>
          </p:cNvSpPr>
          <p:nvPr>
            <p:ph sz="quarter" idx="25" hasCustomPrompt="1"/>
          </p:nvPr>
        </p:nvSpPr>
        <p:spPr>
          <a:xfrm>
            <a:off x="806115" y="1045188"/>
            <a:ext cx="4515635" cy="326585"/>
          </a:xfrm>
          <a:prstGeom prst="rect">
            <a:avLst/>
          </a:prstGeom>
        </p:spPr>
        <p:txBody>
          <a:bodyPr/>
          <a:lstStyle>
            <a:lvl1pPr marL="0" indent="0" algn="l">
              <a:lnSpc>
                <a:spcPct val="100000"/>
              </a:lnSpc>
              <a:buFontTx/>
              <a:buNone/>
              <a:defRPr sz="1200" b="1" i="0">
                <a:solidFill>
                  <a:srgbClr val="5A5A5A"/>
                </a:solidFill>
                <a:latin typeface="Proxima Nova Semibold" panose="02000506030000020004" pitchFamily="2" charset="0"/>
              </a:defRPr>
            </a:lvl1pPr>
            <a:lvl2pPr marL="414762" indent="0" algn="ctr">
              <a:buFontTx/>
              <a:buNone/>
              <a:defRPr sz="907">
                <a:latin typeface="Proxima Nova Rg" panose="02000506030000020004" pitchFamily="2" charset="0"/>
              </a:defRPr>
            </a:lvl2pPr>
            <a:lvl3pPr marL="829523" indent="0" algn="ctr">
              <a:buFontTx/>
              <a:buNone/>
              <a:defRPr sz="907">
                <a:latin typeface="Proxima Nova Rg" panose="02000506030000020004" pitchFamily="2" charset="0"/>
              </a:defRPr>
            </a:lvl3pPr>
            <a:lvl4pPr marL="1244285" indent="0" algn="ctr">
              <a:buFontTx/>
              <a:buNone/>
              <a:defRPr sz="907">
                <a:latin typeface="Proxima Nova Rg" panose="02000506030000020004" pitchFamily="2" charset="0"/>
              </a:defRPr>
            </a:lvl4pPr>
            <a:lvl5pPr marL="1659047" indent="0" algn="ctr">
              <a:buFontTx/>
              <a:buNone/>
              <a:defRPr sz="907">
                <a:latin typeface="Proxima Nova Rg" panose="02000506030000020004" pitchFamily="2" charset="0"/>
              </a:defRPr>
            </a:lvl5pPr>
          </a:lstStyle>
          <a:p>
            <a:pPr lvl="0"/>
            <a:r>
              <a:rPr lang="nl-NL"/>
              <a:t>Goedgekeurd door</a:t>
            </a:r>
          </a:p>
        </p:txBody>
      </p:sp>
      <p:cxnSp>
        <p:nvCxnSpPr>
          <p:cNvPr id="48" name="Rechte verbindingslijn 47">
            <a:extLst>
              <a:ext uri="{FF2B5EF4-FFF2-40B4-BE49-F238E27FC236}">
                <a16:creationId xmlns:a16="http://schemas.microsoft.com/office/drawing/2014/main" id="{6352E0D9-1342-476A-8421-0BCC1EC3432F}"/>
              </a:ext>
            </a:extLst>
          </p:cNvPr>
          <p:cNvCxnSpPr>
            <a:cxnSpLocks/>
          </p:cNvCxnSpPr>
          <p:nvPr userDrawn="1"/>
        </p:nvCxnSpPr>
        <p:spPr>
          <a:xfrm>
            <a:off x="945141" y="1718964"/>
            <a:ext cx="4376608" cy="0"/>
          </a:xfrm>
          <a:prstGeom prst="line">
            <a:avLst/>
          </a:prstGeom>
          <a:ln>
            <a:solidFill>
              <a:srgbClr val="6A1D58"/>
            </a:solidFill>
          </a:ln>
        </p:spPr>
        <p:style>
          <a:lnRef idx="1">
            <a:schemeClr val="accent1"/>
          </a:lnRef>
          <a:fillRef idx="0">
            <a:schemeClr val="accent1"/>
          </a:fillRef>
          <a:effectRef idx="0">
            <a:schemeClr val="accent1"/>
          </a:effectRef>
          <a:fontRef idx="minor">
            <a:schemeClr val="tx1"/>
          </a:fontRef>
        </p:style>
      </p:cxnSp>
      <p:sp>
        <p:nvSpPr>
          <p:cNvPr id="49" name="Tijdelijke aanduiding voor inhoud 29">
            <a:extLst>
              <a:ext uri="{FF2B5EF4-FFF2-40B4-BE49-F238E27FC236}">
                <a16:creationId xmlns:a16="http://schemas.microsoft.com/office/drawing/2014/main" id="{8E244365-6196-49A9-90F2-6EE26FF11F02}"/>
              </a:ext>
            </a:extLst>
          </p:cNvPr>
          <p:cNvSpPr>
            <a:spLocks noGrp="1"/>
          </p:cNvSpPr>
          <p:nvPr>
            <p:ph sz="quarter" idx="26" hasCustomPrompt="1"/>
          </p:nvPr>
        </p:nvSpPr>
        <p:spPr>
          <a:xfrm>
            <a:off x="806115" y="1830473"/>
            <a:ext cx="4515635" cy="326585"/>
          </a:xfrm>
          <a:prstGeom prst="rect">
            <a:avLst/>
          </a:prstGeom>
        </p:spPr>
        <p:txBody>
          <a:bodyPr/>
          <a:lstStyle>
            <a:lvl1pPr marL="0" indent="0" algn="l">
              <a:lnSpc>
                <a:spcPct val="100000"/>
              </a:lnSpc>
              <a:buFontTx/>
              <a:buNone/>
              <a:defRPr sz="1200" b="1" i="0">
                <a:solidFill>
                  <a:srgbClr val="5A5A5A"/>
                </a:solidFill>
                <a:latin typeface="Proxima Nova Semibold" panose="02000506030000020004" pitchFamily="2" charset="0"/>
              </a:defRPr>
            </a:lvl1pPr>
            <a:lvl2pPr marL="414762" indent="0" algn="ctr">
              <a:buFontTx/>
              <a:buNone/>
              <a:defRPr sz="907">
                <a:latin typeface="Proxima Nova Rg" panose="02000506030000020004" pitchFamily="2" charset="0"/>
              </a:defRPr>
            </a:lvl2pPr>
            <a:lvl3pPr marL="829523" indent="0" algn="ctr">
              <a:buFontTx/>
              <a:buNone/>
              <a:defRPr sz="907">
                <a:latin typeface="Proxima Nova Rg" panose="02000506030000020004" pitchFamily="2" charset="0"/>
              </a:defRPr>
            </a:lvl3pPr>
            <a:lvl4pPr marL="1244285" indent="0" algn="ctr">
              <a:buFontTx/>
              <a:buNone/>
              <a:defRPr sz="907">
                <a:latin typeface="Proxima Nova Rg" panose="02000506030000020004" pitchFamily="2" charset="0"/>
              </a:defRPr>
            </a:lvl4pPr>
            <a:lvl5pPr marL="1659047" indent="0" algn="ctr">
              <a:buFontTx/>
              <a:buNone/>
              <a:defRPr sz="907">
                <a:latin typeface="Proxima Nova Rg" panose="02000506030000020004" pitchFamily="2" charset="0"/>
              </a:defRPr>
            </a:lvl5pPr>
          </a:lstStyle>
          <a:p>
            <a:pPr lvl="0"/>
            <a:r>
              <a:rPr lang="nl-NL"/>
              <a:t>Rol</a:t>
            </a:r>
          </a:p>
        </p:txBody>
      </p:sp>
      <p:cxnSp>
        <p:nvCxnSpPr>
          <p:cNvPr id="50" name="Rechte verbindingslijn 49">
            <a:extLst>
              <a:ext uri="{FF2B5EF4-FFF2-40B4-BE49-F238E27FC236}">
                <a16:creationId xmlns:a16="http://schemas.microsoft.com/office/drawing/2014/main" id="{87E30287-FFF6-40A1-95D1-1B2D8AF44136}"/>
              </a:ext>
            </a:extLst>
          </p:cNvPr>
          <p:cNvCxnSpPr>
            <a:cxnSpLocks/>
          </p:cNvCxnSpPr>
          <p:nvPr userDrawn="1"/>
        </p:nvCxnSpPr>
        <p:spPr>
          <a:xfrm>
            <a:off x="945141" y="2504249"/>
            <a:ext cx="4376608" cy="0"/>
          </a:xfrm>
          <a:prstGeom prst="line">
            <a:avLst/>
          </a:prstGeom>
          <a:ln>
            <a:solidFill>
              <a:srgbClr val="6A1D58"/>
            </a:solidFill>
          </a:ln>
        </p:spPr>
        <p:style>
          <a:lnRef idx="1">
            <a:schemeClr val="accent1"/>
          </a:lnRef>
          <a:fillRef idx="0">
            <a:schemeClr val="accent1"/>
          </a:fillRef>
          <a:effectRef idx="0">
            <a:schemeClr val="accent1"/>
          </a:effectRef>
          <a:fontRef idx="minor">
            <a:schemeClr val="tx1"/>
          </a:fontRef>
        </p:style>
      </p:cxnSp>
      <p:sp>
        <p:nvSpPr>
          <p:cNvPr id="51" name="Tijdelijke aanduiding voor inhoud 29">
            <a:extLst>
              <a:ext uri="{FF2B5EF4-FFF2-40B4-BE49-F238E27FC236}">
                <a16:creationId xmlns:a16="http://schemas.microsoft.com/office/drawing/2014/main" id="{5C03364B-DC6B-4C64-B06F-3CC6366FD4E8}"/>
              </a:ext>
            </a:extLst>
          </p:cNvPr>
          <p:cNvSpPr>
            <a:spLocks noGrp="1"/>
          </p:cNvSpPr>
          <p:nvPr>
            <p:ph sz="quarter" idx="27" hasCustomPrompt="1"/>
          </p:nvPr>
        </p:nvSpPr>
        <p:spPr>
          <a:xfrm>
            <a:off x="806115" y="2615760"/>
            <a:ext cx="4515635" cy="326585"/>
          </a:xfrm>
          <a:prstGeom prst="rect">
            <a:avLst/>
          </a:prstGeom>
        </p:spPr>
        <p:txBody>
          <a:bodyPr/>
          <a:lstStyle>
            <a:lvl1pPr marL="0" indent="0" algn="l">
              <a:lnSpc>
                <a:spcPct val="100000"/>
              </a:lnSpc>
              <a:buFontTx/>
              <a:buNone/>
              <a:defRPr sz="1200" b="1" i="0">
                <a:solidFill>
                  <a:srgbClr val="5A5A5A"/>
                </a:solidFill>
                <a:latin typeface="Proxima Nova Semibold" panose="02000506030000020004" pitchFamily="2" charset="0"/>
              </a:defRPr>
            </a:lvl1pPr>
            <a:lvl2pPr marL="414762" indent="0" algn="ctr">
              <a:buFontTx/>
              <a:buNone/>
              <a:defRPr sz="907">
                <a:latin typeface="Proxima Nova Rg" panose="02000506030000020004" pitchFamily="2" charset="0"/>
              </a:defRPr>
            </a:lvl2pPr>
            <a:lvl3pPr marL="829523" indent="0" algn="ctr">
              <a:buFontTx/>
              <a:buNone/>
              <a:defRPr sz="907">
                <a:latin typeface="Proxima Nova Rg" panose="02000506030000020004" pitchFamily="2" charset="0"/>
              </a:defRPr>
            </a:lvl3pPr>
            <a:lvl4pPr marL="1244285" indent="0" algn="ctr">
              <a:buFontTx/>
              <a:buNone/>
              <a:defRPr sz="907">
                <a:latin typeface="Proxima Nova Rg" panose="02000506030000020004" pitchFamily="2" charset="0"/>
              </a:defRPr>
            </a:lvl4pPr>
            <a:lvl5pPr marL="1659047" indent="0" algn="ctr">
              <a:buFontTx/>
              <a:buNone/>
              <a:defRPr sz="907">
                <a:latin typeface="Proxima Nova Rg" panose="02000506030000020004" pitchFamily="2" charset="0"/>
              </a:defRPr>
            </a:lvl5pPr>
          </a:lstStyle>
          <a:p>
            <a:pPr lvl="0"/>
            <a:r>
              <a:rPr lang="nl-NL"/>
              <a:t>Bestelling nummer</a:t>
            </a:r>
          </a:p>
        </p:txBody>
      </p:sp>
      <p:cxnSp>
        <p:nvCxnSpPr>
          <p:cNvPr id="52" name="Rechte verbindingslijn 51">
            <a:extLst>
              <a:ext uri="{FF2B5EF4-FFF2-40B4-BE49-F238E27FC236}">
                <a16:creationId xmlns:a16="http://schemas.microsoft.com/office/drawing/2014/main" id="{0EE27C12-0B8E-46B0-B1A3-8546730D8256}"/>
              </a:ext>
            </a:extLst>
          </p:cNvPr>
          <p:cNvCxnSpPr>
            <a:cxnSpLocks/>
          </p:cNvCxnSpPr>
          <p:nvPr userDrawn="1"/>
        </p:nvCxnSpPr>
        <p:spPr>
          <a:xfrm>
            <a:off x="945141" y="3289535"/>
            <a:ext cx="4376608" cy="0"/>
          </a:xfrm>
          <a:prstGeom prst="line">
            <a:avLst/>
          </a:prstGeom>
          <a:ln>
            <a:solidFill>
              <a:srgbClr val="6A1D58"/>
            </a:solidFill>
          </a:ln>
        </p:spPr>
        <p:style>
          <a:lnRef idx="1">
            <a:schemeClr val="accent1"/>
          </a:lnRef>
          <a:fillRef idx="0">
            <a:schemeClr val="accent1"/>
          </a:fillRef>
          <a:effectRef idx="0">
            <a:schemeClr val="accent1"/>
          </a:effectRef>
          <a:fontRef idx="minor">
            <a:schemeClr val="tx1"/>
          </a:fontRef>
        </p:style>
      </p:cxnSp>
      <p:sp>
        <p:nvSpPr>
          <p:cNvPr id="53" name="Tijdelijke aanduiding voor inhoud 29">
            <a:extLst>
              <a:ext uri="{FF2B5EF4-FFF2-40B4-BE49-F238E27FC236}">
                <a16:creationId xmlns:a16="http://schemas.microsoft.com/office/drawing/2014/main" id="{9EE3D948-1711-4A46-B25E-765A1091A6F6}"/>
              </a:ext>
            </a:extLst>
          </p:cNvPr>
          <p:cNvSpPr>
            <a:spLocks noGrp="1"/>
          </p:cNvSpPr>
          <p:nvPr>
            <p:ph sz="quarter" idx="28" hasCustomPrompt="1"/>
          </p:nvPr>
        </p:nvSpPr>
        <p:spPr>
          <a:xfrm>
            <a:off x="806115" y="4981133"/>
            <a:ext cx="4515635" cy="326585"/>
          </a:xfrm>
          <a:prstGeom prst="rect">
            <a:avLst/>
          </a:prstGeom>
        </p:spPr>
        <p:txBody>
          <a:bodyPr/>
          <a:lstStyle>
            <a:lvl1pPr marL="0" indent="0" algn="l">
              <a:lnSpc>
                <a:spcPct val="100000"/>
              </a:lnSpc>
              <a:buFontTx/>
              <a:buNone/>
              <a:defRPr sz="1200" b="1" i="0">
                <a:solidFill>
                  <a:srgbClr val="5A5A5A"/>
                </a:solidFill>
                <a:latin typeface="Proxima Nova Semibold" panose="02000506030000020004" pitchFamily="2" charset="0"/>
              </a:defRPr>
            </a:lvl1pPr>
            <a:lvl2pPr marL="414762" indent="0" algn="ctr">
              <a:buFontTx/>
              <a:buNone/>
              <a:defRPr sz="907">
                <a:latin typeface="Proxima Nova Rg" panose="02000506030000020004" pitchFamily="2" charset="0"/>
              </a:defRPr>
            </a:lvl2pPr>
            <a:lvl3pPr marL="829523" indent="0" algn="ctr">
              <a:buFontTx/>
              <a:buNone/>
              <a:defRPr sz="907">
                <a:latin typeface="Proxima Nova Rg" panose="02000506030000020004" pitchFamily="2" charset="0"/>
              </a:defRPr>
            </a:lvl3pPr>
            <a:lvl4pPr marL="1244285" indent="0" algn="ctr">
              <a:buFontTx/>
              <a:buNone/>
              <a:defRPr sz="907">
                <a:latin typeface="Proxima Nova Rg" panose="02000506030000020004" pitchFamily="2" charset="0"/>
              </a:defRPr>
            </a:lvl4pPr>
            <a:lvl5pPr marL="1659047" indent="0" algn="ctr">
              <a:buFontTx/>
              <a:buNone/>
              <a:defRPr sz="907">
                <a:latin typeface="Proxima Nova Rg" panose="02000506030000020004" pitchFamily="2" charset="0"/>
              </a:defRPr>
            </a:lvl5pPr>
          </a:lstStyle>
          <a:p>
            <a:pPr lvl="0"/>
            <a:r>
              <a:rPr lang="nl-NL"/>
              <a:t>Handtekening</a:t>
            </a:r>
          </a:p>
        </p:txBody>
      </p:sp>
      <p:cxnSp>
        <p:nvCxnSpPr>
          <p:cNvPr id="54" name="Rechte verbindingslijn 53">
            <a:extLst>
              <a:ext uri="{FF2B5EF4-FFF2-40B4-BE49-F238E27FC236}">
                <a16:creationId xmlns:a16="http://schemas.microsoft.com/office/drawing/2014/main" id="{07CFEADB-C855-4441-BED1-0D53CE4978D6}"/>
              </a:ext>
            </a:extLst>
          </p:cNvPr>
          <p:cNvCxnSpPr>
            <a:cxnSpLocks/>
          </p:cNvCxnSpPr>
          <p:nvPr userDrawn="1"/>
        </p:nvCxnSpPr>
        <p:spPr>
          <a:xfrm>
            <a:off x="945141" y="5748191"/>
            <a:ext cx="4376608" cy="0"/>
          </a:xfrm>
          <a:prstGeom prst="line">
            <a:avLst/>
          </a:prstGeom>
          <a:ln>
            <a:solidFill>
              <a:srgbClr val="6A1D58"/>
            </a:solidFill>
          </a:ln>
        </p:spPr>
        <p:style>
          <a:lnRef idx="1">
            <a:schemeClr val="accent1"/>
          </a:lnRef>
          <a:fillRef idx="0">
            <a:schemeClr val="accent1"/>
          </a:fillRef>
          <a:effectRef idx="0">
            <a:schemeClr val="accent1"/>
          </a:effectRef>
          <a:fontRef idx="minor">
            <a:schemeClr val="tx1"/>
          </a:fontRef>
        </p:style>
      </p:cxnSp>
      <p:sp>
        <p:nvSpPr>
          <p:cNvPr id="55" name="Tijdelijke aanduiding voor inhoud 29">
            <a:extLst>
              <a:ext uri="{FF2B5EF4-FFF2-40B4-BE49-F238E27FC236}">
                <a16:creationId xmlns:a16="http://schemas.microsoft.com/office/drawing/2014/main" id="{CDB6077F-1F6F-44B6-B79A-1F87A8C2300D}"/>
              </a:ext>
            </a:extLst>
          </p:cNvPr>
          <p:cNvSpPr>
            <a:spLocks noGrp="1"/>
          </p:cNvSpPr>
          <p:nvPr>
            <p:ph sz="quarter" idx="29" hasCustomPrompt="1"/>
          </p:nvPr>
        </p:nvSpPr>
        <p:spPr>
          <a:xfrm>
            <a:off x="806115" y="3399502"/>
            <a:ext cx="4515635" cy="326585"/>
          </a:xfrm>
          <a:prstGeom prst="rect">
            <a:avLst/>
          </a:prstGeom>
        </p:spPr>
        <p:txBody>
          <a:bodyPr/>
          <a:lstStyle>
            <a:lvl1pPr marL="0" indent="0" algn="l">
              <a:lnSpc>
                <a:spcPct val="100000"/>
              </a:lnSpc>
              <a:buFontTx/>
              <a:buNone/>
              <a:defRPr sz="1200" b="1" i="0">
                <a:solidFill>
                  <a:srgbClr val="5A5A5A"/>
                </a:solidFill>
                <a:latin typeface="Proxima Nova Semibold" panose="02000506030000020004" pitchFamily="2" charset="0"/>
              </a:defRPr>
            </a:lvl1pPr>
            <a:lvl2pPr marL="414762" indent="0" algn="ctr">
              <a:buFontTx/>
              <a:buNone/>
              <a:defRPr sz="907">
                <a:latin typeface="Proxima Nova Rg" panose="02000506030000020004" pitchFamily="2" charset="0"/>
              </a:defRPr>
            </a:lvl2pPr>
            <a:lvl3pPr marL="829523" indent="0" algn="ctr">
              <a:buFontTx/>
              <a:buNone/>
              <a:defRPr sz="907">
                <a:latin typeface="Proxima Nova Rg" panose="02000506030000020004" pitchFamily="2" charset="0"/>
              </a:defRPr>
            </a:lvl3pPr>
            <a:lvl4pPr marL="1244285" indent="0" algn="ctr">
              <a:buFontTx/>
              <a:buNone/>
              <a:defRPr sz="907">
                <a:latin typeface="Proxima Nova Rg" panose="02000506030000020004" pitchFamily="2" charset="0"/>
              </a:defRPr>
            </a:lvl4pPr>
            <a:lvl5pPr marL="1659047" indent="0" algn="ctr">
              <a:buFontTx/>
              <a:buNone/>
              <a:defRPr sz="907">
                <a:latin typeface="Proxima Nova Rg" panose="02000506030000020004" pitchFamily="2" charset="0"/>
              </a:defRPr>
            </a:lvl5pPr>
          </a:lstStyle>
          <a:p>
            <a:pPr lvl="0"/>
            <a:r>
              <a:rPr lang="nl-NL"/>
              <a:t>Datum</a:t>
            </a:r>
          </a:p>
        </p:txBody>
      </p:sp>
      <p:cxnSp>
        <p:nvCxnSpPr>
          <p:cNvPr id="56" name="Rechte verbindingslijn 55">
            <a:extLst>
              <a:ext uri="{FF2B5EF4-FFF2-40B4-BE49-F238E27FC236}">
                <a16:creationId xmlns:a16="http://schemas.microsoft.com/office/drawing/2014/main" id="{03F07046-CB05-4916-80D1-EEC5460082D0}"/>
              </a:ext>
            </a:extLst>
          </p:cNvPr>
          <p:cNvCxnSpPr>
            <a:cxnSpLocks/>
          </p:cNvCxnSpPr>
          <p:nvPr userDrawn="1"/>
        </p:nvCxnSpPr>
        <p:spPr>
          <a:xfrm>
            <a:off x="945141" y="4073277"/>
            <a:ext cx="4376608" cy="0"/>
          </a:xfrm>
          <a:prstGeom prst="line">
            <a:avLst/>
          </a:prstGeom>
          <a:ln>
            <a:solidFill>
              <a:srgbClr val="6A1D58"/>
            </a:solidFill>
          </a:ln>
        </p:spPr>
        <p:style>
          <a:lnRef idx="1">
            <a:schemeClr val="accent1"/>
          </a:lnRef>
          <a:fillRef idx="0">
            <a:schemeClr val="accent1"/>
          </a:fillRef>
          <a:effectRef idx="0">
            <a:schemeClr val="accent1"/>
          </a:effectRef>
          <a:fontRef idx="minor">
            <a:schemeClr val="tx1"/>
          </a:fontRef>
        </p:style>
      </p:cxnSp>
      <p:sp>
        <p:nvSpPr>
          <p:cNvPr id="57" name="Tijdelijke aanduiding voor inhoud 29">
            <a:extLst>
              <a:ext uri="{FF2B5EF4-FFF2-40B4-BE49-F238E27FC236}">
                <a16:creationId xmlns:a16="http://schemas.microsoft.com/office/drawing/2014/main" id="{63D3201A-5F73-4A42-8FC5-630467E2CEB7}"/>
              </a:ext>
            </a:extLst>
          </p:cNvPr>
          <p:cNvSpPr>
            <a:spLocks noGrp="1"/>
          </p:cNvSpPr>
          <p:nvPr>
            <p:ph sz="quarter" idx="30" hasCustomPrompt="1"/>
          </p:nvPr>
        </p:nvSpPr>
        <p:spPr>
          <a:xfrm>
            <a:off x="806115" y="4173728"/>
            <a:ext cx="4515635" cy="326585"/>
          </a:xfrm>
          <a:prstGeom prst="rect">
            <a:avLst/>
          </a:prstGeom>
        </p:spPr>
        <p:txBody>
          <a:bodyPr/>
          <a:lstStyle>
            <a:lvl1pPr marL="0" indent="0" algn="l">
              <a:lnSpc>
                <a:spcPct val="100000"/>
              </a:lnSpc>
              <a:buFontTx/>
              <a:buNone/>
              <a:defRPr sz="1200" b="1" i="0">
                <a:solidFill>
                  <a:srgbClr val="5A5A5A"/>
                </a:solidFill>
                <a:latin typeface="Proxima Nova Semibold" panose="02000506030000020004" pitchFamily="2" charset="0"/>
              </a:defRPr>
            </a:lvl1pPr>
            <a:lvl2pPr marL="414762" indent="0" algn="ctr">
              <a:buFontTx/>
              <a:buNone/>
              <a:defRPr sz="907">
                <a:latin typeface="Proxima Nova Rg" panose="02000506030000020004" pitchFamily="2" charset="0"/>
              </a:defRPr>
            </a:lvl2pPr>
            <a:lvl3pPr marL="829523" indent="0" algn="ctr">
              <a:buFontTx/>
              <a:buNone/>
              <a:defRPr sz="907">
                <a:latin typeface="Proxima Nova Rg" panose="02000506030000020004" pitchFamily="2" charset="0"/>
              </a:defRPr>
            </a:lvl3pPr>
            <a:lvl4pPr marL="1244285" indent="0" algn="ctr">
              <a:buFontTx/>
              <a:buNone/>
              <a:defRPr sz="907">
                <a:latin typeface="Proxima Nova Rg" panose="02000506030000020004" pitchFamily="2" charset="0"/>
              </a:defRPr>
            </a:lvl4pPr>
            <a:lvl5pPr marL="1659047" indent="0" algn="ctr">
              <a:buFontTx/>
              <a:buNone/>
              <a:defRPr sz="907">
                <a:latin typeface="Proxima Nova Rg" panose="02000506030000020004" pitchFamily="2" charset="0"/>
              </a:defRPr>
            </a:lvl5pPr>
          </a:lstStyle>
          <a:p>
            <a:pPr lvl="0"/>
            <a:r>
              <a:rPr lang="nl-NL"/>
              <a:t>Locatie</a:t>
            </a:r>
          </a:p>
        </p:txBody>
      </p:sp>
      <p:cxnSp>
        <p:nvCxnSpPr>
          <p:cNvPr id="58" name="Rechte verbindingslijn 57">
            <a:extLst>
              <a:ext uri="{FF2B5EF4-FFF2-40B4-BE49-F238E27FC236}">
                <a16:creationId xmlns:a16="http://schemas.microsoft.com/office/drawing/2014/main" id="{7CB237E7-FDC6-4445-AA68-0E1AA838C3B8}"/>
              </a:ext>
            </a:extLst>
          </p:cNvPr>
          <p:cNvCxnSpPr>
            <a:cxnSpLocks/>
          </p:cNvCxnSpPr>
          <p:nvPr userDrawn="1"/>
        </p:nvCxnSpPr>
        <p:spPr>
          <a:xfrm>
            <a:off x="945141" y="4847503"/>
            <a:ext cx="4376608" cy="0"/>
          </a:xfrm>
          <a:prstGeom prst="line">
            <a:avLst/>
          </a:prstGeom>
          <a:ln>
            <a:solidFill>
              <a:srgbClr val="6A1D58"/>
            </a:solidFill>
          </a:ln>
        </p:spPr>
        <p:style>
          <a:lnRef idx="1">
            <a:schemeClr val="accent1"/>
          </a:lnRef>
          <a:fillRef idx="0">
            <a:schemeClr val="accent1"/>
          </a:fillRef>
          <a:effectRef idx="0">
            <a:schemeClr val="accent1"/>
          </a:effectRef>
          <a:fontRef idx="minor">
            <a:schemeClr val="tx1"/>
          </a:fontRef>
        </p:style>
      </p:cxnSp>
      <p:sp>
        <p:nvSpPr>
          <p:cNvPr id="59" name="Tijdelijke aanduiding voor inhoud 29">
            <a:extLst>
              <a:ext uri="{FF2B5EF4-FFF2-40B4-BE49-F238E27FC236}">
                <a16:creationId xmlns:a16="http://schemas.microsoft.com/office/drawing/2014/main" id="{2926FABD-A5E4-4ADC-97EE-3413B7AB4AB6}"/>
              </a:ext>
            </a:extLst>
          </p:cNvPr>
          <p:cNvSpPr>
            <a:spLocks noGrp="1"/>
          </p:cNvSpPr>
          <p:nvPr>
            <p:ph sz="quarter" idx="31" hasCustomPrompt="1"/>
          </p:nvPr>
        </p:nvSpPr>
        <p:spPr>
          <a:xfrm>
            <a:off x="806115" y="3753433"/>
            <a:ext cx="4515635" cy="326585"/>
          </a:xfrm>
          <a:prstGeom prst="rect">
            <a:avLst/>
          </a:prstGeom>
        </p:spPr>
        <p:txBody>
          <a:bodyPr/>
          <a:lstStyle>
            <a:lvl1pPr marL="0" indent="0" algn="l">
              <a:lnSpc>
                <a:spcPct val="100000"/>
              </a:lnSpc>
              <a:buFontTx/>
              <a:buNone/>
              <a:defRPr sz="1200" b="0">
                <a:solidFill>
                  <a:srgbClr val="5A5A5A"/>
                </a:solidFill>
                <a:latin typeface="Proxima Nova Rg" panose="02000506030000020004" pitchFamily="2" charset="0"/>
              </a:defRPr>
            </a:lvl1pPr>
            <a:lvl2pPr marL="414762" indent="0" algn="ctr">
              <a:buFontTx/>
              <a:buNone/>
              <a:defRPr sz="907">
                <a:latin typeface="Proxima Nova Rg" panose="02000506030000020004" pitchFamily="2" charset="0"/>
              </a:defRPr>
            </a:lvl2pPr>
            <a:lvl3pPr marL="829523" indent="0" algn="ctr">
              <a:buFontTx/>
              <a:buNone/>
              <a:defRPr sz="907">
                <a:latin typeface="Proxima Nova Rg" panose="02000506030000020004" pitchFamily="2" charset="0"/>
              </a:defRPr>
            </a:lvl3pPr>
            <a:lvl4pPr marL="1244285" indent="0" algn="ctr">
              <a:buFontTx/>
              <a:buNone/>
              <a:defRPr sz="907">
                <a:latin typeface="Proxima Nova Rg" panose="02000506030000020004" pitchFamily="2" charset="0"/>
              </a:defRPr>
            </a:lvl4pPr>
            <a:lvl5pPr marL="1659047" indent="0" algn="ctr">
              <a:buFontTx/>
              <a:buNone/>
              <a:defRPr sz="907">
                <a:latin typeface="Proxima Nova Rg" panose="02000506030000020004" pitchFamily="2" charset="0"/>
              </a:defRPr>
            </a:lvl5pPr>
          </a:lstStyle>
          <a:p>
            <a:pPr lvl="0"/>
            <a:r>
              <a:rPr lang="nl-NL"/>
              <a:t>00-00-00</a:t>
            </a:r>
          </a:p>
        </p:txBody>
      </p:sp>
      <p:sp>
        <p:nvSpPr>
          <p:cNvPr id="60" name="Tijdelijke aanduiding voor inhoud 29">
            <a:extLst>
              <a:ext uri="{FF2B5EF4-FFF2-40B4-BE49-F238E27FC236}">
                <a16:creationId xmlns:a16="http://schemas.microsoft.com/office/drawing/2014/main" id="{FB2ABF6B-3512-42EA-8246-62009993BCD1}"/>
              </a:ext>
            </a:extLst>
          </p:cNvPr>
          <p:cNvSpPr>
            <a:spLocks noGrp="1"/>
          </p:cNvSpPr>
          <p:nvPr>
            <p:ph sz="quarter" idx="32" hasCustomPrompt="1"/>
          </p:nvPr>
        </p:nvSpPr>
        <p:spPr>
          <a:xfrm>
            <a:off x="806115" y="4527658"/>
            <a:ext cx="4515635" cy="326585"/>
          </a:xfrm>
          <a:prstGeom prst="rect">
            <a:avLst/>
          </a:prstGeom>
        </p:spPr>
        <p:txBody>
          <a:bodyPr/>
          <a:lstStyle>
            <a:lvl1pPr marL="0" indent="0" algn="l">
              <a:lnSpc>
                <a:spcPct val="100000"/>
              </a:lnSpc>
              <a:buFontTx/>
              <a:buNone/>
              <a:defRPr sz="1200" b="0">
                <a:solidFill>
                  <a:srgbClr val="5A5A5A"/>
                </a:solidFill>
                <a:latin typeface="Proxima Nova Rg" panose="02000506030000020004" pitchFamily="2" charset="0"/>
              </a:defRPr>
            </a:lvl1pPr>
            <a:lvl2pPr marL="414762" indent="0" algn="ctr">
              <a:buFontTx/>
              <a:buNone/>
              <a:defRPr sz="907">
                <a:latin typeface="Proxima Nova Rg" panose="02000506030000020004" pitchFamily="2" charset="0"/>
              </a:defRPr>
            </a:lvl2pPr>
            <a:lvl3pPr marL="829523" indent="0" algn="ctr">
              <a:buFontTx/>
              <a:buNone/>
              <a:defRPr sz="907">
                <a:latin typeface="Proxima Nova Rg" panose="02000506030000020004" pitchFamily="2" charset="0"/>
              </a:defRPr>
            </a:lvl3pPr>
            <a:lvl4pPr marL="1244285" indent="0" algn="ctr">
              <a:buFontTx/>
              <a:buNone/>
              <a:defRPr sz="907">
                <a:latin typeface="Proxima Nova Rg" panose="02000506030000020004" pitchFamily="2" charset="0"/>
              </a:defRPr>
            </a:lvl4pPr>
            <a:lvl5pPr marL="1659047" indent="0" algn="ctr">
              <a:buFontTx/>
              <a:buNone/>
              <a:defRPr sz="907">
                <a:latin typeface="Proxima Nova Rg" panose="02000506030000020004" pitchFamily="2" charset="0"/>
              </a:defRPr>
            </a:lvl5pPr>
          </a:lstStyle>
          <a:p>
            <a:pPr lvl="0"/>
            <a:r>
              <a:rPr lang="nl-NL"/>
              <a:t>Plaats</a:t>
            </a:r>
          </a:p>
        </p:txBody>
      </p:sp>
      <p:sp>
        <p:nvSpPr>
          <p:cNvPr id="61" name="Tijdelijke aanduiding voor inhoud 29">
            <a:extLst>
              <a:ext uri="{FF2B5EF4-FFF2-40B4-BE49-F238E27FC236}">
                <a16:creationId xmlns:a16="http://schemas.microsoft.com/office/drawing/2014/main" id="{42FFB068-99D8-45FF-8E2F-0683B9EFDA63}"/>
              </a:ext>
            </a:extLst>
          </p:cNvPr>
          <p:cNvSpPr>
            <a:spLocks noGrp="1"/>
          </p:cNvSpPr>
          <p:nvPr>
            <p:ph sz="quarter" idx="33" hasCustomPrompt="1"/>
          </p:nvPr>
        </p:nvSpPr>
        <p:spPr>
          <a:xfrm>
            <a:off x="806115" y="2969690"/>
            <a:ext cx="4515635" cy="326585"/>
          </a:xfrm>
          <a:prstGeom prst="rect">
            <a:avLst/>
          </a:prstGeom>
        </p:spPr>
        <p:txBody>
          <a:bodyPr/>
          <a:lstStyle>
            <a:lvl1pPr marL="0" indent="0" algn="l">
              <a:lnSpc>
                <a:spcPct val="100000"/>
              </a:lnSpc>
              <a:buFontTx/>
              <a:buNone/>
              <a:defRPr sz="1200" b="0">
                <a:solidFill>
                  <a:srgbClr val="5A5A5A"/>
                </a:solidFill>
                <a:latin typeface="Proxima Nova Rg" panose="02000506030000020004" pitchFamily="2" charset="0"/>
              </a:defRPr>
            </a:lvl1pPr>
            <a:lvl2pPr marL="414762" indent="0" algn="ctr">
              <a:buFontTx/>
              <a:buNone/>
              <a:defRPr sz="907">
                <a:latin typeface="Proxima Nova Rg" panose="02000506030000020004" pitchFamily="2" charset="0"/>
              </a:defRPr>
            </a:lvl2pPr>
            <a:lvl3pPr marL="829523" indent="0" algn="ctr">
              <a:buFontTx/>
              <a:buNone/>
              <a:defRPr sz="907">
                <a:latin typeface="Proxima Nova Rg" panose="02000506030000020004" pitchFamily="2" charset="0"/>
              </a:defRPr>
            </a:lvl3pPr>
            <a:lvl4pPr marL="1244285" indent="0" algn="ctr">
              <a:buFontTx/>
              <a:buNone/>
              <a:defRPr sz="907">
                <a:latin typeface="Proxima Nova Rg" panose="02000506030000020004" pitchFamily="2" charset="0"/>
              </a:defRPr>
            </a:lvl4pPr>
            <a:lvl5pPr marL="1659047" indent="0" algn="ctr">
              <a:buFontTx/>
              <a:buNone/>
              <a:defRPr sz="907">
                <a:latin typeface="Proxima Nova Rg" panose="02000506030000020004" pitchFamily="2" charset="0"/>
              </a:defRPr>
            </a:lvl5pPr>
          </a:lstStyle>
          <a:p>
            <a:pPr lvl="0"/>
            <a:r>
              <a:rPr lang="nl-NL"/>
              <a:t>Nummer</a:t>
            </a:r>
          </a:p>
        </p:txBody>
      </p:sp>
      <p:sp>
        <p:nvSpPr>
          <p:cNvPr id="62" name="Tijdelijke aanduiding voor inhoud 29">
            <a:extLst>
              <a:ext uri="{FF2B5EF4-FFF2-40B4-BE49-F238E27FC236}">
                <a16:creationId xmlns:a16="http://schemas.microsoft.com/office/drawing/2014/main" id="{78408413-8270-4FF3-9CB7-ACECB7047C56}"/>
              </a:ext>
            </a:extLst>
          </p:cNvPr>
          <p:cNvSpPr>
            <a:spLocks noGrp="1"/>
          </p:cNvSpPr>
          <p:nvPr>
            <p:ph sz="quarter" idx="34" hasCustomPrompt="1"/>
          </p:nvPr>
        </p:nvSpPr>
        <p:spPr>
          <a:xfrm>
            <a:off x="806115" y="2173345"/>
            <a:ext cx="4515635" cy="326585"/>
          </a:xfrm>
          <a:prstGeom prst="rect">
            <a:avLst/>
          </a:prstGeom>
        </p:spPr>
        <p:txBody>
          <a:bodyPr/>
          <a:lstStyle>
            <a:lvl1pPr marL="0" indent="0" algn="l">
              <a:lnSpc>
                <a:spcPct val="100000"/>
              </a:lnSpc>
              <a:buFontTx/>
              <a:buNone/>
              <a:defRPr sz="1200" b="0">
                <a:solidFill>
                  <a:srgbClr val="5A5A5A"/>
                </a:solidFill>
                <a:latin typeface="Proxima Nova Rg" panose="02000506030000020004" pitchFamily="2" charset="0"/>
              </a:defRPr>
            </a:lvl1pPr>
            <a:lvl2pPr marL="414762" indent="0" algn="ctr">
              <a:buFontTx/>
              <a:buNone/>
              <a:defRPr sz="907">
                <a:latin typeface="Proxima Nova Rg" panose="02000506030000020004" pitchFamily="2" charset="0"/>
              </a:defRPr>
            </a:lvl2pPr>
            <a:lvl3pPr marL="829523" indent="0" algn="ctr">
              <a:buFontTx/>
              <a:buNone/>
              <a:defRPr sz="907">
                <a:latin typeface="Proxima Nova Rg" panose="02000506030000020004" pitchFamily="2" charset="0"/>
              </a:defRPr>
            </a:lvl3pPr>
            <a:lvl4pPr marL="1244285" indent="0" algn="ctr">
              <a:buFontTx/>
              <a:buNone/>
              <a:defRPr sz="907">
                <a:latin typeface="Proxima Nova Rg" panose="02000506030000020004" pitchFamily="2" charset="0"/>
              </a:defRPr>
            </a:lvl4pPr>
            <a:lvl5pPr marL="1659047" indent="0" algn="ctr">
              <a:buFontTx/>
              <a:buNone/>
              <a:defRPr sz="907">
                <a:latin typeface="Proxima Nova Rg" panose="02000506030000020004" pitchFamily="2" charset="0"/>
              </a:defRPr>
            </a:lvl5pPr>
          </a:lstStyle>
          <a:p>
            <a:pPr lvl="0"/>
            <a:r>
              <a:rPr lang="nl-NL"/>
              <a:t>Omschrijving</a:t>
            </a:r>
          </a:p>
        </p:txBody>
      </p:sp>
      <p:sp>
        <p:nvSpPr>
          <p:cNvPr id="63" name="Tijdelijke aanduiding voor inhoud 29">
            <a:extLst>
              <a:ext uri="{FF2B5EF4-FFF2-40B4-BE49-F238E27FC236}">
                <a16:creationId xmlns:a16="http://schemas.microsoft.com/office/drawing/2014/main" id="{12E4283D-3871-4EBD-85F1-7AB44363113B}"/>
              </a:ext>
            </a:extLst>
          </p:cNvPr>
          <p:cNvSpPr>
            <a:spLocks noGrp="1"/>
          </p:cNvSpPr>
          <p:nvPr>
            <p:ph sz="quarter" idx="35" hasCustomPrompt="1"/>
          </p:nvPr>
        </p:nvSpPr>
        <p:spPr>
          <a:xfrm>
            <a:off x="806115" y="1388060"/>
            <a:ext cx="4515635" cy="326585"/>
          </a:xfrm>
          <a:prstGeom prst="rect">
            <a:avLst/>
          </a:prstGeom>
        </p:spPr>
        <p:txBody>
          <a:bodyPr/>
          <a:lstStyle>
            <a:lvl1pPr marL="0" indent="0" algn="l">
              <a:lnSpc>
                <a:spcPct val="100000"/>
              </a:lnSpc>
              <a:buFontTx/>
              <a:buNone/>
              <a:defRPr sz="1200" b="0">
                <a:solidFill>
                  <a:srgbClr val="5A5A5A"/>
                </a:solidFill>
                <a:latin typeface="Proxima Nova Rg" panose="02000506030000020004" pitchFamily="2" charset="0"/>
              </a:defRPr>
            </a:lvl1pPr>
            <a:lvl2pPr marL="414762" indent="0" algn="ctr">
              <a:buFontTx/>
              <a:buNone/>
              <a:defRPr sz="907">
                <a:latin typeface="Proxima Nova Rg" panose="02000506030000020004" pitchFamily="2" charset="0"/>
              </a:defRPr>
            </a:lvl2pPr>
            <a:lvl3pPr marL="829523" indent="0" algn="ctr">
              <a:buFontTx/>
              <a:buNone/>
              <a:defRPr sz="907">
                <a:latin typeface="Proxima Nova Rg" panose="02000506030000020004" pitchFamily="2" charset="0"/>
              </a:defRPr>
            </a:lvl3pPr>
            <a:lvl4pPr marL="1244285" indent="0" algn="ctr">
              <a:buFontTx/>
              <a:buNone/>
              <a:defRPr sz="907">
                <a:latin typeface="Proxima Nova Rg" panose="02000506030000020004" pitchFamily="2" charset="0"/>
              </a:defRPr>
            </a:lvl4pPr>
            <a:lvl5pPr marL="1659047" indent="0" algn="ctr">
              <a:buFontTx/>
              <a:buNone/>
              <a:defRPr sz="907">
                <a:latin typeface="Proxima Nova Rg" panose="02000506030000020004" pitchFamily="2" charset="0"/>
              </a:defRPr>
            </a:lvl5pPr>
          </a:lstStyle>
          <a:p>
            <a:pPr lvl="0"/>
            <a:r>
              <a:rPr lang="nl-NL"/>
              <a:t>Naam-en Achternaam</a:t>
            </a:r>
          </a:p>
        </p:txBody>
      </p:sp>
    </p:spTree>
    <p:extLst>
      <p:ext uri="{BB962C8B-B14F-4D97-AF65-F5344CB8AC3E}">
        <p14:creationId xmlns:p14="http://schemas.microsoft.com/office/powerpoint/2010/main" val="27046781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5.xml><?xml version="1.0" encoding="utf-8"?>
<p:sldLayout xmlns:a="http://schemas.openxmlformats.org/drawingml/2006/main" xmlns:r="http://schemas.openxmlformats.org/officeDocument/2006/relationships" xmlns:p="http://schemas.openxmlformats.org/presentationml/2006/main" preserve="1" userDrawn="1">
  <p:cSld name="Afsluiting">
    <p:spTree>
      <p:nvGrpSpPr>
        <p:cNvPr id="1" name=""/>
        <p:cNvGrpSpPr/>
        <p:nvPr/>
      </p:nvGrpSpPr>
      <p:grpSpPr>
        <a:xfrm>
          <a:off x="0" y="0"/>
          <a:ext cx="0" cy="0"/>
          <a:chOff x="0" y="0"/>
          <a:chExt cx="0" cy="0"/>
        </a:xfrm>
      </p:grpSpPr>
      <p:sp>
        <p:nvSpPr>
          <p:cNvPr id="167" name="Vrije vorm: vorm 166">
            <a:extLst>
              <a:ext uri="{FF2B5EF4-FFF2-40B4-BE49-F238E27FC236}">
                <a16:creationId xmlns:a16="http://schemas.microsoft.com/office/drawing/2014/main" id="{1329F575-4822-4FC0-AB4E-0F9CA6D8CE74}"/>
              </a:ext>
            </a:extLst>
          </p:cNvPr>
          <p:cNvSpPr/>
          <p:nvPr userDrawn="1"/>
        </p:nvSpPr>
        <p:spPr>
          <a:xfrm>
            <a:off x="4598084" y="-2"/>
            <a:ext cx="7593916" cy="6857760"/>
          </a:xfrm>
          <a:custGeom>
            <a:avLst/>
            <a:gdLst>
              <a:gd name="connsiteX0" fmla="*/ 43190 w 7593916"/>
              <a:gd name="connsiteY0" fmla="*/ 0 h 6857760"/>
              <a:gd name="connsiteX1" fmla="*/ 7593916 w 7593916"/>
              <a:gd name="connsiteY1" fmla="*/ 0 h 6857760"/>
              <a:gd name="connsiteX2" fmla="*/ 7593916 w 7593916"/>
              <a:gd name="connsiteY2" fmla="*/ 6857760 h 6857760"/>
              <a:gd name="connsiteX3" fmla="*/ 3248469 w 7593916"/>
              <a:gd name="connsiteY3" fmla="*/ 6857760 h 6857760"/>
              <a:gd name="connsiteX4" fmla="*/ 3240640 w 7593916"/>
              <a:gd name="connsiteY4" fmla="*/ 6833919 h 6857760"/>
              <a:gd name="connsiteX5" fmla="*/ 2994208 w 7593916"/>
              <a:gd name="connsiteY5" fmla="*/ 6068293 h 6857760"/>
              <a:gd name="connsiteX6" fmla="*/ 2717116 w 7593916"/>
              <a:gd name="connsiteY6" fmla="*/ 5486402 h 6857760"/>
              <a:gd name="connsiteX7" fmla="*/ 2259916 w 7593916"/>
              <a:gd name="connsiteY7" fmla="*/ 4807529 h 6857760"/>
              <a:gd name="connsiteX8" fmla="*/ 1691881 w 7593916"/>
              <a:gd name="connsiteY8" fmla="*/ 4142511 h 6857760"/>
              <a:gd name="connsiteX9" fmla="*/ 999152 w 7593916"/>
              <a:gd name="connsiteY9" fmla="*/ 3338947 h 6857760"/>
              <a:gd name="connsiteX10" fmla="*/ 417261 w 7593916"/>
              <a:gd name="connsiteY10" fmla="*/ 2535384 h 6857760"/>
              <a:gd name="connsiteX11" fmla="*/ 98608 w 7593916"/>
              <a:gd name="connsiteY11" fmla="*/ 1634838 h 6857760"/>
              <a:gd name="connsiteX12" fmla="*/ 1626 w 7593916"/>
              <a:gd name="connsiteY12" fmla="*/ 706584 h 6857760"/>
              <a:gd name="connsiteX13" fmla="*/ 43189 w 7593916"/>
              <a:gd name="connsiteY13" fmla="*/ 2 h 68577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7593916" h="6857760">
                <a:moveTo>
                  <a:pt x="43190" y="0"/>
                </a:moveTo>
                <a:lnTo>
                  <a:pt x="7593916" y="0"/>
                </a:lnTo>
                <a:lnTo>
                  <a:pt x="7593916" y="6857760"/>
                </a:lnTo>
                <a:lnTo>
                  <a:pt x="3248469" y="6857760"/>
                </a:lnTo>
                <a:lnTo>
                  <a:pt x="3240640" y="6833919"/>
                </a:lnTo>
                <a:cubicBezTo>
                  <a:pt x="3166451" y="6601693"/>
                  <a:pt x="3075026" y="6278421"/>
                  <a:pt x="2994208" y="6068293"/>
                </a:cubicBezTo>
                <a:cubicBezTo>
                  <a:pt x="2901843" y="5828148"/>
                  <a:pt x="2839498" y="5696529"/>
                  <a:pt x="2717116" y="5486402"/>
                </a:cubicBezTo>
                <a:cubicBezTo>
                  <a:pt x="2594734" y="5276275"/>
                  <a:pt x="2430789" y="5031511"/>
                  <a:pt x="2259916" y="4807529"/>
                </a:cubicBezTo>
                <a:cubicBezTo>
                  <a:pt x="2089043" y="4583547"/>
                  <a:pt x="1902007" y="4387275"/>
                  <a:pt x="1691881" y="4142511"/>
                </a:cubicBezTo>
                <a:cubicBezTo>
                  <a:pt x="1691881" y="4142511"/>
                  <a:pt x="1211588" y="3606801"/>
                  <a:pt x="999152" y="3338947"/>
                </a:cubicBezTo>
                <a:cubicBezTo>
                  <a:pt x="786716" y="3071093"/>
                  <a:pt x="567352" y="2819402"/>
                  <a:pt x="417261" y="2535384"/>
                </a:cubicBezTo>
                <a:cubicBezTo>
                  <a:pt x="267170" y="2251366"/>
                  <a:pt x="167880" y="1939638"/>
                  <a:pt x="98608" y="1634838"/>
                </a:cubicBezTo>
                <a:cubicBezTo>
                  <a:pt x="29334" y="1330038"/>
                  <a:pt x="10861" y="979057"/>
                  <a:pt x="1626" y="706584"/>
                </a:cubicBezTo>
                <a:cubicBezTo>
                  <a:pt x="-7611" y="434111"/>
                  <a:pt x="24717" y="154711"/>
                  <a:pt x="43189" y="2"/>
                </a:cubicBezTo>
                <a:close/>
              </a:path>
            </a:pathLst>
          </a:custGeom>
          <a:solidFill>
            <a:srgbClr val="4A1E47"/>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nl-NL"/>
          </a:p>
        </p:txBody>
      </p:sp>
      <p:sp>
        <p:nvSpPr>
          <p:cNvPr id="175" name="Tijdelijke aanduiding voor afbeelding 174">
            <a:extLst>
              <a:ext uri="{FF2B5EF4-FFF2-40B4-BE49-F238E27FC236}">
                <a16:creationId xmlns:a16="http://schemas.microsoft.com/office/drawing/2014/main" id="{7E41EE53-135B-4F84-B04C-EABF933FC081}"/>
              </a:ext>
            </a:extLst>
          </p:cNvPr>
          <p:cNvSpPr>
            <a:spLocks noGrp="1"/>
          </p:cNvSpPr>
          <p:nvPr>
            <p:ph type="pic" sz="quarter" idx="14" hasCustomPrompt="1"/>
          </p:nvPr>
        </p:nvSpPr>
        <p:spPr>
          <a:xfrm>
            <a:off x="5389525" y="-15834"/>
            <a:ext cx="6809882" cy="6885784"/>
          </a:xfrm>
          <a:custGeom>
            <a:avLst/>
            <a:gdLst>
              <a:gd name="connsiteX0" fmla="*/ 0 w 6782167"/>
              <a:gd name="connsiteY0" fmla="*/ 0 h 6857760"/>
              <a:gd name="connsiteX1" fmla="*/ 6782167 w 6782167"/>
              <a:gd name="connsiteY1" fmla="*/ 0 h 6857760"/>
              <a:gd name="connsiteX2" fmla="*/ 6782167 w 6782167"/>
              <a:gd name="connsiteY2" fmla="*/ 6857760 h 6857760"/>
              <a:gd name="connsiteX3" fmla="*/ 3692962 w 6782167"/>
              <a:gd name="connsiteY3" fmla="*/ 6857760 h 6857760"/>
              <a:gd name="connsiteX4" fmla="*/ 3630411 w 6782167"/>
              <a:gd name="connsiteY4" fmla="*/ 6785738 h 6857760"/>
              <a:gd name="connsiteX5" fmla="*/ 3214021 w 6782167"/>
              <a:gd name="connsiteY5" fmla="*/ 6180668 h 6857760"/>
              <a:gd name="connsiteX6" fmla="*/ 2976954 w 6782167"/>
              <a:gd name="connsiteY6" fmla="*/ 5350934 h 6857760"/>
              <a:gd name="connsiteX7" fmla="*/ 2960021 w 6782167"/>
              <a:gd name="connsiteY7" fmla="*/ 4605868 h 6857760"/>
              <a:gd name="connsiteX8" fmla="*/ 2676240 w 6782167"/>
              <a:gd name="connsiteY8" fmla="*/ 3490603 h 6857760"/>
              <a:gd name="connsiteX9" fmla="*/ 2123281 w 6782167"/>
              <a:gd name="connsiteY9" fmla="*/ 2687730 h 6857760"/>
              <a:gd name="connsiteX10" fmla="*/ 1306393 w 6782167"/>
              <a:gd name="connsiteY10" fmla="*/ 1928065 h 6857760"/>
              <a:gd name="connsiteX11" fmla="*/ 403087 w 6782167"/>
              <a:gd name="connsiteY11" fmla="*/ 965201 h 6857760"/>
              <a:gd name="connsiteX12" fmla="*/ 66172 w 6782167"/>
              <a:gd name="connsiteY12" fmla="*/ 287868 h 6857760"/>
              <a:gd name="connsiteX13" fmla="*/ 11960 w 6782167"/>
              <a:gd name="connsiteY13" fmla="*/ 81420 h 68577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782167" h="6857760">
                <a:moveTo>
                  <a:pt x="0" y="0"/>
                </a:moveTo>
                <a:lnTo>
                  <a:pt x="6782167" y="0"/>
                </a:lnTo>
                <a:lnTo>
                  <a:pt x="6782167" y="6857760"/>
                </a:lnTo>
                <a:lnTo>
                  <a:pt x="3692962" y="6857760"/>
                </a:lnTo>
                <a:lnTo>
                  <a:pt x="3630411" y="6785738"/>
                </a:lnTo>
                <a:cubicBezTo>
                  <a:pt x="3471689" y="6595516"/>
                  <a:pt x="3315402" y="6382700"/>
                  <a:pt x="3214021" y="6180668"/>
                </a:cubicBezTo>
                <a:cubicBezTo>
                  <a:pt x="3078846" y="5911292"/>
                  <a:pt x="3019287" y="5644932"/>
                  <a:pt x="2976954" y="5350934"/>
                </a:cubicBezTo>
                <a:cubicBezTo>
                  <a:pt x="2934621" y="5056936"/>
                  <a:pt x="2978609" y="4936944"/>
                  <a:pt x="2960021" y="4605868"/>
                </a:cubicBezTo>
                <a:cubicBezTo>
                  <a:pt x="2941434" y="4274792"/>
                  <a:pt x="2847228" y="3820803"/>
                  <a:pt x="2676240" y="3490603"/>
                </a:cubicBezTo>
                <a:cubicBezTo>
                  <a:pt x="2505252" y="3160403"/>
                  <a:pt x="2351588" y="2948153"/>
                  <a:pt x="2123281" y="2687730"/>
                </a:cubicBezTo>
                <a:cubicBezTo>
                  <a:pt x="1894973" y="2427307"/>
                  <a:pt x="1614113" y="2183622"/>
                  <a:pt x="1306393" y="1928065"/>
                </a:cubicBezTo>
                <a:cubicBezTo>
                  <a:pt x="998675" y="1672508"/>
                  <a:pt x="609791" y="1238567"/>
                  <a:pt x="403087" y="965201"/>
                </a:cubicBezTo>
                <a:cubicBezTo>
                  <a:pt x="196385" y="691835"/>
                  <a:pt x="152883" y="555979"/>
                  <a:pt x="66172" y="287868"/>
                </a:cubicBezTo>
                <a:cubicBezTo>
                  <a:pt x="44495" y="220841"/>
                  <a:pt x="26217" y="150997"/>
                  <a:pt x="11960" y="81420"/>
                </a:cubicBezTo>
                <a:close/>
              </a:path>
            </a:pathLst>
          </a:custGeom>
          <a:solidFill>
            <a:schemeClr val="bg1">
              <a:lumMod val="95000"/>
            </a:schemeClr>
          </a:solidFill>
          <a:ln>
            <a:noFill/>
          </a:ln>
        </p:spPr>
        <p:txBody>
          <a:bodyPr wrap="square" bIns="1620000" anchor="ctr">
            <a:noAutofit/>
          </a:bodyPr>
          <a:lstStyle>
            <a:lvl1pPr marL="0" indent="0" algn="ctr">
              <a:lnSpc>
                <a:spcPct val="90000"/>
              </a:lnSpc>
              <a:spcBef>
                <a:spcPts val="0"/>
              </a:spcBef>
              <a:spcAft>
                <a:spcPts val="0"/>
              </a:spcAft>
              <a:buNone/>
              <a:defRPr sz="1500" i="1">
                <a:solidFill>
                  <a:schemeClr val="tx1">
                    <a:lumMod val="50000"/>
                    <a:lumOff val="50000"/>
                  </a:schemeClr>
                </a:solidFill>
              </a:defRPr>
            </a:lvl1pPr>
          </a:lstStyle>
          <a:p>
            <a:r>
              <a:rPr lang="nl-NL"/>
              <a:t>Klik op het onderstaand icoon </a:t>
            </a:r>
            <a:br>
              <a:rPr lang="nl-NL"/>
            </a:br>
            <a:r>
              <a:rPr lang="nl-NL"/>
              <a:t>om een foto in te voegen.</a:t>
            </a:r>
            <a:br>
              <a:rPr lang="nl-NL"/>
            </a:br>
            <a:br>
              <a:rPr lang="nl-NL"/>
            </a:br>
            <a:r>
              <a:rPr lang="nl-NL"/>
              <a:t>Meer hulp nodig? </a:t>
            </a:r>
            <a:br>
              <a:rPr lang="nl-NL"/>
            </a:br>
            <a:r>
              <a:rPr lang="nl-NL"/>
              <a:t>Aan de zijkanten van de dia's zijn instructies </a:t>
            </a:r>
            <a:br>
              <a:rPr lang="nl-NL"/>
            </a:br>
            <a:r>
              <a:rPr lang="nl-NL"/>
              <a:t>geplaatst voor verdere informatie.</a:t>
            </a:r>
          </a:p>
        </p:txBody>
      </p:sp>
      <p:sp>
        <p:nvSpPr>
          <p:cNvPr id="178" name="Titel 2">
            <a:extLst>
              <a:ext uri="{FF2B5EF4-FFF2-40B4-BE49-F238E27FC236}">
                <a16:creationId xmlns:a16="http://schemas.microsoft.com/office/drawing/2014/main" id="{7274E53B-4D3A-4DF4-866C-782458741DF8}"/>
              </a:ext>
            </a:extLst>
          </p:cNvPr>
          <p:cNvSpPr>
            <a:spLocks noGrp="1"/>
          </p:cNvSpPr>
          <p:nvPr>
            <p:ph type="title" hasCustomPrompt="1"/>
          </p:nvPr>
        </p:nvSpPr>
        <p:spPr>
          <a:xfrm>
            <a:off x="803243" y="4312959"/>
            <a:ext cx="4430770" cy="705611"/>
          </a:xfrm>
        </p:spPr>
        <p:txBody>
          <a:bodyPr anchor="t"/>
          <a:lstStyle>
            <a:lvl1pPr>
              <a:defRPr sz="1600" b="1"/>
            </a:lvl1pPr>
          </a:lstStyle>
          <a:p>
            <a:r>
              <a:rPr lang="nl-NL"/>
              <a:t>Plaats hier je afsluiting</a:t>
            </a:r>
          </a:p>
        </p:txBody>
      </p:sp>
      <p:sp>
        <p:nvSpPr>
          <p:cNvPr id="165" name="Tijdelijke aanduiding voor verticale tekst 2">
            <a:extLst>
              <a:ext uri="{FF2B5EF4-FFF2-40B4-BE49-F238E27FC236}">
                <a16:creationId xmlns:a16="http://schemas.microsoft.com/office/drawing/2014/main" id="{0CFFE142-DCE8-4DE0-A064-A805434D830F}"/>
              </a:ext>
            </a:extLst>
          </p:cNvPr>
          <p:cNvSpPr>
            <a:spLocks noGrp="1"/>
          </p:cNvSpPr>
          <p:nvPr>
            <p:ph type="body" orient="vert" idx="1" hasCustomPrompt="1"/>
          </p:nvPr>
        </p:nvSpPr>
        <p:spPr>
          <a:xfrm>
            <a:off x="804843" y="5134940"/>
            <a:ext cx="4427303" cy="1427063"/>
          </a:xfrm>
        </p:spPr>
        <p:txBody>
          <a:bodyPr vert="horz" lIns="0" tIns="0" rIns="0" bIns="0"/>
          <a:lstStyle>
            <a:lvl1pPr marL="0" indent="0">
              <a:spcAft>
                <a:spcPts val="0"/>
              </a:spcAft>
              <a:buNone/>
              <a:defRPr sz="1400" b="0">
                <a:solidFill>
                  <a:schemeClr val="accent2"/>
                </a:solidFill>
                <a:latin typeface="+mn-lt"/>
              </a:defRPr>
            </a:lvl1pPr>
            <a:lvl2pPr>
              <a:defRPr/>
            </a:lvl2pPr>
            <a:lvl3pPr>
              <a:defRPr/>
            </a:lvl3pPr>
            <a:lvl4pPr>
              <a:defRPr/>
            </a:lvl4pPr>
            <a:lvl5pPr>
              <a:defRPr/>
            </a:lvl5pPr>
            <a:lvl6pPr>
              <a:defRPr/>
            </a:lvl6pPr>
            <a:lvl7pPr>
              <a:defRPr/>
            </a:lvl7pPr>
            <a:lvl8pPr>
              <a:defRPr/>
            </a:lvl8pPr>
            <a:lvl9pPr>
              <a:defRPr/>
            </a:lvl9pPr>
          </a:lstStyle>
          <a:p>
            <a:pPr lvl="0"/>
            <a:r>
              <a:rPr lang="nl-NL"/>
              <a:t>Plaats hier eventuele extra informatie.</a:t>
            </a:r>
          </a:p>
        </p:txBody>
      </p:sp>
      <p:pic>
        <p:nvPicPr>
          <p:cNvPr id="168" name="Xebia_Logo_Purple_RGB copy.pdf" descr="Xebia_Logo_Purple_RGB copy.pdf">
            <a:extLst>
              <a:ext uri="{FF2B5EF4-FFF2-40B4-BE49-F238E27FC236}">
                <a16:creationId xmlns:a16="http://schemas.microsoft.com/office/drawing/2014/main" id="{64F4789B-97B4-478C-BCA7-D0C0F344BDA7}"/>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5983" y="3839313"/>
            <a:ext cx="1022725" cy="360000"/>
          </a:xfrm>
          <a:prstGeom prst="rect">
            <a:avLst/>
          </a:prstGeom>
          <a:ln w="12700">
            <a:miter lim="400000"/>
          </a:ln>
        </p:spPr>
      </p:pic>
    </p:spTree>
    <p:extLst>
      <p:ext uri="{BB962C8B-B14F-4D97-AF65-F5344CB8AC3E}">
        <p14:creationId xmlns:p14="http://schemas.microsoft.com/office/powerpoint/2010/main" val="38592759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6.xml><?xml version="1.0" encoding="utf-8"?>
<p:sldLayout xmlns:a="http://schemas.openxmlformats.org/drawingml/2006/main" xmlns:r="http://schemas.openxmlformats.org/officeDocument/2006/relationships" xmlns:p="http://schemas.openxmlformats.org/presentationml/2006/main" preserve="1" userDrawn="1">
  <p:cSld name="Disclaimer">
    <p:spTree>
      <p:nvGrpSpPr>
        <p:cNvPr id="1" name=""/>
        <p:cNvGrpSpPr/>
        <p:nvPr/>
      </p:nvGrpSpPr>
      <p:grpSpPr>
        <a:xfrm>
          <a:off x="0" y="0"/>
          <a:ext cx="0" cy="0"/>
          <a:chOff x="0" y="0"/>
          <a:chExt cx="0" cy="0"/>
        </a:xfrm>
      </p:grpSpPr>
      <p:sp>
        <p:nvSpPr>
          <p:cNvPr id="6" name="Graphic 31">
            <a:extLst>
              <a:ext uri="{FF2B5EF4-FFF2-40B4-BE49-F238E27FC236}">
                <a16:creationId xmlns:a16="http://schemas.microsoft.com/office/drawing/2014/main" id="{6F8C2140-0E3B-4526-AC26-07A2A3640BC3}"/>
              </a:ext>
            </a:extLst>
          </p:cNvPr>
          <p:cNvSpPr>
            <a:spLocks noChangeAspect="1"/>
          </p:cNvSpPr>
          <p:nvPr userDrawn="1"/>
        </p:nvSpPr>
        <p:spPr>
          <a:xfrm rot="5400000" flipH="1">
            <a:off x="2656213" y="-2656226"/>
            <a:ext cx="6900415" cy="12212857"/>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 name="connsiteX0" fmla="*/ 892481 w 5315644"/>
              <a:gd name="connsiteY0" fmla="*/ 0 h 7563813"/>
              <a:gd name="connsiteX1" fmla="*/ 5816 w 5315644"/>
              <a:gd name="connsiteY1" fmla="*/ 3571624 h 7563813"/>
              <a:gd name="connsiteX2" fmla="*/ 747667 w 5315644"/>
              <a:gd name="connsiteY2" fmla="*/ 7563812 h 7563813"/>
              <a:gd name="connsiteX3" fmla="*/ 4552322 w 5315644"/>
              <a:gd name="connsiteY3" fmla="*/ 7563813 h 7563813"/>
              <a:gd name="connsiteX4" fmla="*/ 5315644 w 5315644"/>
              <a:gd name="connsiteY4" fmla="*/ 0 h 7563813"/>
              <a:gd name="connsiteX5" fmla="*/ 892481 w 5315644"/>
              <a:gd name="connsiteY5" fmla="*/ 0 h 7563813"/>
              <a:gd name="connsiteX0" fmla="*/ 892481 w 5315644"/>
              <a:gd name="connsiteY0" fmla="*/ 0 h 7563813"/>
              <a:gd name="connsiteX1" fmla="*/ 5816 w 5315644"/>
              <a:gd name="connsiteY1" fmla="*/ 3571624 h 7563813"/>
              <a:gd name="connsiteX2" fmla="*/ 747667 w 5315644"/>
              <a:gd name="connsiteY2" fmla="*/ 7563812 h 7563813"/>
              <a:gd name="connsiteX3" fmla="*/ 4901639 w 5315644"/>
              <a:gd name="connsiteY3" fmla="*/ 7563813 h 7563813"/>
              <a:gd name="connsiteX4" fmla="*/ 5315644 w 5315644"/>
              <a:gd name="connsiteY4" fmla="*/ 0 h 7563813"/>
              <a:gd name="connsiteX5" fmla="*/ 892481 w 5315644"/>
              <a:gd name="connsiteY5" fmla="*/ 0 h 7563813"/>
              <a:gd name="connsiteX0" fmla="*/ 892481 w 4901639"/>
              <a:gd name="connsiteY0" fmla="*/ 0 h 7563813"/>
              <a:gd name="connsiteX1" fmla="*/ 5816 w 4901639"/>
              <a:gd name="connsiteY1" fmla="*/ 3571624 h 7563813"/>
              <a:gd name="connsiteX2" fmla="*/ 747667 w 4901639"/>
              <a:gd name="connsiteY2" fmla="*/ 7563812 h 7563813"/>
              <a:gd name="connsiteX3" fmla="*/ 4901639 w 4901639"/>
              <a:gd name="connsiteY3" fmla="*/ 7563813 h 7563813"/>
              <a:gd name="connsiteX4" fmla="*/ 4565260 w 4901639"/>
              <a:gd name="connsiteY4" fmla="*/ 0 h 7563813"/>
              <a:gd name="connsiteX5" fmla="*/ 892481 w 4901639"/>
              <a:gd name="connsiteY5" fmla="*/ 0 h 7563813"/>
              <a:gd name="connsiteX0" fmla="*/ 892481 w 4901639"/>
              <a:gd name="connsiteY0" fmla="*/ 12938 h 7576751"/>
              <a:gd name="connsiteX1" fmla="*/ 5816 w 4901639"/>
              <a:gd name="connsiteY1" fmla="*/ 3584562 h 7576751"/>
              <a:gd name="connsiteX2" fmla="*/ 747667 w 4901639"/>
              <a:gd name="connsiteY2" fmla="*/ 7576750 h 7576751"/>
              <a:gd name="connsiteX3" fmla="*/ 4901639 w 4901639"/>
              <a:gd name="connsiteY3" fmla="*/ 7576751 h 7576751"/>
              <a:gd name="connsiteX4" fmla="*/ 4901639 w 4901639"/>
              <a:gd name="connsiteY4" fmla="*/ 0 h 7576751"/>
              <a:gd name="connsiteX5" fmla="*/ 892481 w 4901639"/>
              <a:gd name="connsiteY5" fmla="*/ 12938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823283 h 8379532"/>
              <a:gd name="connsiteX1" fmla="*/ 10879 w 4906702"/>
              <a:gd name="connsiteY1" fmla="*/ 4387343 h 8379532"/>
              <a:gd name="connsiteX2" fmla="*/ 752730 w 4906702"/>
              <a:gd name="connsiteY2" fmla="*/ 8379531 h 8379532"/>
              <a:gd name="connsiteX3" fmla="*/ 4906702 w 4906702"/>
              <a:gd name="connsiteY3" fmla="*/ 8379532 h 8379532"/>
              <a:gd name="connsiteX4" fmla="*/ 4906702 w 4906702"/>
              <a:gd name="connsiteY4" fmla="*/ 802781 h 8379532"/>
              <a:gd name="connsiteX5" fmla="*/ 0 w 4906702"/>
              <a:gd name="connsiteY5" fmla="*/ 823283 h 8379532"/>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147214 w 4923206"/>
              <a:gd name="connsiteY0" fmla="*/ 179342 h 7576751"/>
              <a:gd name="connsiteX1" fmla="*/ 27383 w 4923206"/>
              <a:gd name="connsiteY1" fmla="*/ 3584562 h 7576751"/>
              <a:gd name="connsiteX2" fmla="*/ 769234 w 4923206"/>
              <a:gd name="connsiteY2" fmla="*/ 7576750 h 7576751"/>
              <a:gd name="connsiteX3" fmla="*/ 4923206 w 4923206"/>
              <a:gd name="connsiteY3" fmla="*/ 7576751 h 7576751"/>
              <a:gd name="connsiteX4" fmla="*/ 4923206 w 4923206"/>
              <a:gd name="connsiteY4" fmla="*/ 0 h 7576751"/>
              <a:gd name="connsiteX5" fmla="*/ 147214 w 4923206"/>
              <a:gd name="connsiteY5" fmla="*/ 179342 h 7576751"/>
              <a:gd name="connsiteX0" fmla="*/ 42213 w 4957629"/>
              <a:gd name="connsiteY0" fmla="*/ 5373 h 7576751"/>
              <a:gd name="connsiteX1" fmla="*/ 61806 w 4957629"/>
              <a:gd name="connsiteY1" fmla="*/ 3584562 h 7576751"/>
              <a:gd name="connsiteX2" fmla="*/ 803657 w 4957629"/>
              <a:gd name="connsiteY2" fmla="*/ 7576750 h 7576751"/>
              <a:gd name="connsiteX3" fmla="*/ 4957629 w 4957629"/>
              <a:gd name="connsiteY3" fmla="*/ 7576751 h 7576751"/>
              <a:gd name="connsiteX4" fmla="*/ 4957629 w 4957629"/>
              <a:gd name="connsiteY4" fmla="*/ 0 h 7576751"/>
              <a:gd name="connsiteX5" fmla="*/ 42213 w 4957629"/>
              <a:gd name="connsiteY5" fmla="*/ 5373 h 7576751"/>
              <a:gd name="connsiteX0" fmla="*/ 19358 w 4934774"/>
              <a:gd name="connsiteY0" fmla="*/ 5373 h 7576751"/>
              <a:gd name="connsiteX1" fmla="*/ 38951 w 4934774"/>
              <a:gd name="connsiteY1" fmla="*/ 3584562 h 7576751"/>
              <a:gd name="connsiteX2" fmla="*/ 780802 w 4934774"/>
              <a:gd name="connsiteY2" fmla="*/ 7576750 h 7576751"/>
              <a:gd name="connsiteX3" fmla="*/ 4934774 w 4934774"/>
              <a:gd name="connsiteY3" fmla="*/ 7576751 h 7576751"/>
              <a:gd name="connsiteX4" fmla="*/ 4934774 w 4934774"/>
              <a:gd name="connsiteY4" fmla="*/ 0 h 7576751"/>
              <a:gd name="connsiteX5" fmla="*/ 19358 w 4934774"/>
              <a:gd name="connsiteY5" fmla="*/ 5373 h 7576751"/>
              <a:gd name="connsiteX0" fmla="*/ 0 w 4915416"/>
              <a:gd name="connsiteY0" fmla="*/ 5373 h 7576751"/>
              <a:gd name="connsiteX1" fmla="*/ 19593 w 4915416"/>
              <a:gd name="connsiteY1" fmla="*/ 3584562 h 7576751"/>
              <a:gd name="connsiteX2" fmla="*/ 761444 w 4915416"/>
              <a:gd name="connsiteY2" fmla="*/ 7576750 h 7576751"/>
              <a:gd name="connsiteX3" fmla="*/ 4915416 w 4915416"/>
              <a:gd name="connsiteY3" fmla="*/ 7576751 h 7576751"/>
              <a:gd name="connsiteX4" fmla="*/ 4915416 w 4915416"/>
              <a:gd name="connsiteY4" fmla="*/ 0 h 7576751"/>
              <a:gd name="connsiteX5" fmla="*/ 0 w 4915416"/>
              <a:gd name="connsiteY5" fmla="*/ 5373 h 7576751"/>
              <a:gd name="connsiteX0" fmla="*/ 0 w 4915416"/>
              <a:gd name="connsiteY0" fmla="*/ 5373 h 7576751"/>
              <a:gd name="connsiteX1" fmla="*/ 19593 w 4915416"/>
              <a:gd name="connsiteY1" fmla="*/ 3584562 h 7576751"/>
              <a:gd name="connsiteX2" fmla="*/ 761444 w 4915416"/>
              <a:gd name="connsiteY2" fmla="*/ 7576750 h 7576751"/>
              <a:gd name="connsiteX3" fmla="*/ 4915416 w 4915416"/>
              <a:gd name="connsiteY3" fmla="*/ 7576751 h 7576751"/>
              <a:gd name="connsiteX4" fmla="*/ 4915416 w 4915416"/>
              <a:gd name="connsiteY4" fmla="*/ 0 h 7576751"/>
              <a:gd name="connsiteX5" fmla="*/ 0 w 4915416"/>
              <a:gd name="connsiteY5" fmla="*/ 5373 h 7576751"/>
              <a:gd name="connsiteX0" fmla="*/ 369366 w 5284782"/>
              <a:gd name="connsiteY0" fmla="*/ 266522 h 7837900"/>
              <a:gd name="connsiteX1" fmla="*/ 362817 w 5284782"/>
              <a:gd name="connsiteY1" fmla="*/ 3845711 h 7837900"/>
              <a:gd name="connsiteX2" fmla="*/ 1130810 w 5284782"/>
              <a:gd name="connsiteY2" fmla="*/ 7837899 h 7837900"/>
              <a:gd name="connsiteX3" fmla="*/ 5284782 w 5284782"/>
              <a:gd name="connsiteY3" fmla="*/ 7837900 h 7837900"/>
              <a:gd name="connsiteX4" fmla="*/ 5284782 w 5284782"/>
              <a:gd name="connsiteY4" fmla="*/ 261149 h 7837900"/>
              <a:gd name="connsiteX5" fmla="*/ 369366 w 5284782"/>
              <a:gd name="connsiteY5" fmla="*/ 266522 h 7837900"/>
              <a:gd name="connsiteX0" fmla="*/ 16535 w 4931951"/>
              <a:gd name="connsiteY0" fmla="*/ 5373 h 7576751"/>
              <a:gd name="connsiteX1" fmla="*/ 9986 w 4931951"/>
              <a:gd name="connsiteY1" fmla="*/ 3584562 h 7576751"/>
              <a:gd name="connsiteX2" fmla="*/ 777979 w 4931951"/>
              <a:gd name="connsiteY2" fmla="*/ 7576750 h 7576751"/>
              <a:gd name="connsiteX3" fmla="*/ 4931951 w 4931951"/>
              <a:gd name="connsiteY3" fmla="*/ 7576751 h 7576751"/>
              <a:gd name="connsiteX4" fmla="*/ 4931951 w 4931951"/>
              <a:gd name="connsiteY4" fmla="*/ 0 h 7576751"/>
              <a:gd name="connsiteX5" fmla="*/ 16535 w 4931951"/>
              <a:gd name="connsiteY5" fmla="*/ 5373 h 7576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31951" h="7576751">
                <a:moveTo>
                  <a:pt x="16535" y="5373"/>
                </a:moveTo>
                <a:cubicBezTo>
                  <a:pt x="-5007" y="4000"/>
                  <a:pt x="-3639" y="2292410"/>
                  <a:pt x="9986" y="3584562"/>
                </a:cubicBezTo>
                <a:cubicBezTo>
                  <a:pt x="23611" y="4876714"/>
                  <a:pt x="882144" y="6160044"/>
                  <a:pt x="777979" y="7576750"/>
                </a:cubicBezTo>
                <a:lnTo>
                  <a:pt x="4931951" y="7576751"/>
                </a:lnTo>
                <a:lnTo>
                  <a:pt x="4931951" y="0"/>
                </a:lnTo>
                <a:lnTo>
                  <a:pt x="16535" y="5373"/>
                </a:lnTo>
                <a:close/>
              </a:path>
            </a:pathLst>
          </a:custGeom>
          <a:solidFill>
            <a:schemeClr val="accent1"/>
          </a:solidFill>
          <a:ln w="12692" cap="flat">
            <a:noFill/>
            <a:prstDash val="solid"/>
            <a:miter/>
          </a:ln>
        </p:spPr>
        <p:txBody>
          <a:bodyPr rtlCol="0" anchor="ctr"/>
          <a:lstStyle/>
          <a:p>
            <a:endParaRPr lang="nl-NL" sz="1633"/>
          </a:p>
        </p:txBody>
      </p:sp>
      <p:sp>
        <p:nvSpPr>
          <p:cNvPr id="4" name="Titel 2">
            <a:extLst>
              <a:ext uri="{FF2B5EF4-FFF2-40B4-BE49-F238E27FC236}">
                <a16:creationId xmlns:a16="http://schemas.microsoft.com/office/drawing/2014/main" id="{812AA0BB-7BC1-4C4E-B723-3C90DBCAA935}"/>
              </a:ext>
            </a:extLst>
          </p:cNvPr>
          <p:cNvSpPr>
            <a:spLocks noGrp="1"/>
          </p:cNvSpPr>
          <p:nvPr>
            <p:ph type="title" hasCustomPrompt="1"/>
          </p:nvPr>
        </p:nvSpPr>
        <p:spPr>
          <a:xfrm>
            <a:off x="804451" y="728743"/>
            <a:ext cx="10376419" cy="895483"/>
          </a:xfrm>
        </p:spPr>
        <p:txBody>
          <a:bodyPr/>
          <a:lstStyle>
            <a:lvl1pPr>
              <a:defRPr>
                <a:solidFill>
                  <a:schemeClr val="bg1"/>
                </a:solidFill>
              </a:defRPr>
            </a:lvl1pPr>
          </a:lstStyle>
          <a:p>
            <a:r>
              <a:rPr lang="nl-NL"/>
              <a:t>Plaats hier een titel</a:t>
            </a:r>
            <a:br>
              <a:rPr lang="nl-NL"/>
            </a:br>
            <a:r>
              <a:rPr lang="nl-NL"/>
              <a:t>max. 2 regels</a:t>
            </a:r>
          </a:p>
        </p:txBody>
      </p:sp>
      <p:sp>
        <p:nvSpPr>
          <p:cNvPr id="78" name="Tijdelijke aanduiding voor verticale tekst 2">
            <a:extLst>
              <a:ext uri="{FF2B5EF4-FFF2-40B4-BE49-F238E27FC236}">
                <a16:creationId xmlns:a16="http://schemas.microsoft.com/office/drawing/2014/main" id="{FF0619A7-9B37-4802-A68E-CF0A7680A5AA}"/>
              </a:ext>
            </a:extLst>
          </p:cNvPr>
          <p:cNvSpPr>
            <a:spLocks noGrp="1"/>
          </p:cNvSpPr>
          <p:nvPr>
            <p:ph type="body" orient="vert" idx="1" hasCustomPrompt="1"/>
          </p:nvPr>
        </p:nvSpPr>
        <p:spPr>
          <a:xfrm>
            <a:off x="807910" y="1837485"/>
            <a:ext cx="10372714" cy="2404998"/>
          </a:xfrm>
        </p:spPr>
        <p:txBody>
          <a:bodyPr vert="horz" lIns="0" tIns="0" rIns="0" bIns="0"/>
          <a:lstStyle>
            <a:lvl1pPr marL="0" indent="0">
              <a:buNone/>
              <a:defRPr>
                <a:solidFill>
                  <a:schemeClr val="bg1"/>
                </a:solidFill>
              </a:defRPr>
            </a:lvl1pPr>
            <a:lvl2pPr marL="260350" indent="0">
              <a:buNone/>
              <a:defRPr>
                <a:solidFill>
                  <a:schemeClr val="bg1"/>
                </a:solidFill>
              </a:defRPr>
            </a:lvl2pPr>
            <a:lvl3pPr>
              <a:defRPr>
                <a:solidFill>
                  <a:schemeClr val="bg1"/>
                </a:solidFill>
              </a:defRPr>
            </a:lvl3pPr>
            <a:lvl4pPr>
              <a:spcBef>
                <a:spcPts val="600"/>
              </a:spcBef>
              <a:spcAft>
                <a:spcPts val="300"/>
              </a:spcAft>
              <a:defRPr>
                <a:solidFill>
                  <a:schemeClr val="bg1"/>
                </a:solidFill>
              </a:defRPr>
            </a:lvl4pPr>
            <a:lvl5pPr>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en-US"/>
              <a:t>Whilst every care has been taken by </a:t>
            </a:r>
            <a:r>
              <a:rPr lang="en-US" err="1"/>
              <a:t>Xebia</a:t>
            </a:r>
            <a:r>
              <a:rPr lang="en-US"/>
              <a:t> to ensure that the information contained in this document is correct </a:t>
            </a:r>
            <a:br>
              <a:rPr lang="en-US"/>
            </a:br>
            <a:r>
              <a:rPr lang="en-US"/>
              <a:t>and complete, it is possible that this is not the case. </a:t>
            </a:r>
            <a:r>
              <a:rPr lang="en-US" err="1"/>
              <a:t>Xebia</a:t>
            </a:r>
            <a:r>
              <a:rPr lang="en-US"/>
              <a:t> provides the information "as is", without any warranty </a:t>
            </a:r>
            <a:br>
              <a:rPr lang="en-US"/>
            </a:br>
            <a:r>
              <a:rPr lang="en-US"/>
              <a:t>for its soundness, suitability for a different purpose or otherwise. </a:t>
            </a:r>
            <a:r>
              <a:rPr lang="en-US" err="1"/>
              <a:t>Xebia</a:t>
            </a:r>
            <a:r>
              <a:rPr lang="en-US"/>
              <a:t> is not liable for any damage which has </a:t>
            </a:r>
            <a:br>
              <a:rPr lang="en-US"/>
            </a:br>
            <a:r>
              <a:rPr lang="en-US"/>
              <a:t>occurred or may occur as a result of or in any respect related to the use of this information. </a:t>
            </a:r>
            <a:r>
              <a:rPr lang="en-US" err="1"/>
              <a:t>Xebia</a:t>
            </a:r>
            <a:r>
              <a:rPr lang="en-US"/>
              <a:t> may change </a:t>
            </a:r>
            <a:br>
              <a:rPr lang="en-US"/>
            </a:br>
            <a:r>
              <a:rPr lang="en-US"/>
              <a:t>or terminate this document at any time without further notice and shall not be responsible for any consequence(s) </a:t>
            </a:r>
            <a:br>
              <a:rPr lang="en-US"/>
            </a:br>
            <a:r>
              <a:rPr lang="en-US"/>
              <a:t>arising there from. Subject to this disclaimer, </a:t>
            </a:r>
            <a:r>
              <a:rPr lang="en-US" err="1"/>
              <a:t>Xebia</a:t>
            </a:r>
            <a:r>
              <a:rPr lang="en-US"/>
              <a:t> is not responsible for any contributions by </a:t>
            </a:r>
            <a:br>
              <a:rPr lang="en-US"/>
            </a:br>
            <a:r>
              <a:rPr lang="en-US"/>
              <a:t>third parties to this information.</a:t>
            </a:r>
          </a:p>
        </p:txBody>
      </p:sp>
      <p:sp>
        <p:nvSpPr>
          <p:cNvPr id="79" name="Tijdelijke aanduiding voor verticale tekst 2">
            <a:extLst>
              <a:ext uri="{FF2B5EF4-FFF2-40B4-BE49-F238E27FC236}">
                <a16:creationId xmlns:a16="http://schemas.microsoft.com/office/drawing/2014/main" id="{73CA7065-7B47-4E4F-89DE-80AB8DD43ABA}"/>
              </a:ext>
            </a:extLst>
          </p:cNvPr>
          <p:cNvSpPr>
            <a:spLocks noGrp="1"/>
          </p:cNvSpPr>
          <p:nvPr>
            <p:ph type="body" orient="vert" idx="10" hasCustomPrompt="1"/>
          </p:nvPr>
        </p:nvSpPr>
        <p:spPr>
          <a:xfrm>
            <a:off x="807909" y="4706796"/>
            <a:ext cx="10376419" cy="705318"/>
          </a:xfrm>
        </p:spPr>
        <p:txBody>
          <a:bodyPr vert="horz" lIns="0" tIns="0" rIns="0" bIns="0"/>
          <a:lstStyle>
            <a:lvl1pPr marL="0" indent="0">
              <a:buNone/>
              <a:defRPr sz="1200" b="1">
                <a:solidFill>
                  <a:schemeClr val="bg1"/>
                </a:solidFill>
              </a:defRPr>
            </a:lvl1pPr>
            <a:lvl2pPr marL="0" indent="0">
              <a:buFont typeface="Arial" panose="020B0604020202020204" pitchFamily="34" charset="0"/>
              <a:buNone/>
              <a:defRPr sz="1200">
                <a:solidFill>
                  <a:schemeClr val="bg1"/>
                </a:solidFill>
              </a:defRPr>
            </a:lvl2pPr>
            <a:lvl3pPr>
              <a:defRPr>
                <a:solidFill>
                  <a:schemeClr val="bg1"/>
                </a:solidFill>
              </a:defRPr>
            </a:lvl3pPr>
            <a:lvl4pPr>
              <a:spcBef>
                <a:spcPts val="600"/>
              </a:spcBef>
              <a:spcAft>
                <a:spcPts val="300"/>
              </a:spcAft>
              <a:defRPr>
                <a:solidFill>
                  <a:schemeClr val="bg1"/>
                </a:solidFill>
              </a:defRPr>
            </a:lvl4pPr>
            <a:lvl5pPr>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en-US"/>
              <a:t>Copyright Notice</a:t>
            </a:r>
          </a:p>
          <a:p>
            <a:pPr lvl="1"/>
            <a:r>
              <a:rPr lang="en-US"/>
              <a:t>Copyright © </a:t>
            </a:r>
            <a:r>
              <a:rPr lang="en-US" err="1"/>
              <a:t>Xebia</a:t>
            </a:r>
            <a:r>
              <a:rPr lang="en-US"/>
              <a:t> Nederland B.V., </a:t>
            </a:r>
            <a:r>
              <a:rPr lang="en-US" err="1"/>
              <a:t>Laapersveld</a:t>
            </a:r>
            <a:r>
              <a:rPr lang="en-US"/>
              <a:t> 27, 1213 VB, Hilversum, The Netherlands. All rights reserved. </a:t>
            </a:r>
            <a:br>
              <a:rPr lang="en-US"/>
            </a:br>
            <a:r>
              <a:rPr lang="en-US" err="1"/>
              <a:t>Xebia</a:t>
            </a:r>
            <a:r>
              <a:rPr lang="en-US"/>
              <a:t>® is a registered trademark of </a:t>
            </a:r>
            <a:r>
              <a:rPr lang="en-US" err="1"/>
              <a:t>Xebia</a:t>
            </a:r>
            <a:r>
              <a:rPr lang="en-US"/>
              <a:t> Holding B.V. internationally. All other company </a:t>
            </a:r>
            <a:br>
              <a:rPr lang="en-US"/>
            </a:br>
            <a:r>
              <a:rPr lang="en-US"/>
              <a:t>references may be trademarks and/or service marks of their respective owners.</a:t>
            </a:r>
          </a:p>
        </p:txBody>
      </p:sp>
      <p:pic>
        <p:nvPicPr>
          <p:cNvPr id="80" name="Xebia_Logo_Purple_RGB copy.pdf" descr="Xebia_Logo_Purple_RGB copy.pdf">
            <a:extLst>
              <a:ext uri="{FF2B5EF4-FFF2-40B4-BE49-F238E27FC236}">
                <a16:creationId xmlns:a16="http://schemas.microsoft.com/office/drawing/2014/main" id="{17E222AC-4E3A-4D80-A5D3-8D4FEAE91579}"/>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brightnessContrast bright="100000" contrast="100000"/>
                    </a14:imgEffect>
                  </a14:imgLayer>
                </a14:imgProps>
              </a:ext>
              <a:ext uri="{28A0092B-C50C-407E-A947-70E740481C1C}">
                <a14:useLocalDpi xmlns:a14="http://schemas.microsoft.com/office/drawing/2010/main"/>
              </a:ext>
            </a:extLst>
          </a:blip>
          <a:stretch>
            <a:fillRect/>
          </a:stretch>
        </p:blipFill>
        <p:spPr>
          <a:xfrm>
            <a:off x="10085294" y="5991871"/>
            <a:ext cx="1488890" cy="524091"/>
          </a:xfrm>
          <a:prstGeom prst="rect">
            <a:avLst/>
          </a:prstGeom>
          <a:ln w="12700">
            <a:miter lim="400000"/>
          </a:ln>
        </p:spPr>
      </p:pic>
    </p:spTree>
    <p:extLst>
      <p:ext uri="{BB962C8B-B14F-4D97-AF65-F5344CB8AC3E}">
        <p14:creationId xmlns:p14="http://schemas.microsoft.com/office/powerpoint/2010/main" val="12868381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7.xml><?xml version="1.0" encoding="utf-8"?>
<p:sldLayout xmlns:a="http://schemas.openxmlformats.org/drawingml/2006/main" xmlns:r="http://schemas.openxmlformats.org/officeDocument/2006/relationships" xmlns:p="http://schemas.openxmlformats.org/presentationml/2006/main" preserve="1" userDrawn="1">
  <p:cSld name="Copyright">
    <p:spTree>
      <p:nvGrpSpPr>
        <p:cNvPr id="1" name=""/>
        <p:cNvGrpSpPr/>
        <p:nvPr/>
      </p:nvGrpSpPr>
      <p:grpSpPr>
        <a:xfrm>
          <a:off x="0" y="0"/>
          <a:ext cx="0" cy="0"/>
          <a:chOff x="0" y="0"/>
          <a:chExt cx="0" cy="0"/>
        </a:xfrm>
      </p:grpSpPr>
      <p:sp>
        <p:nvSpPr>
          <p:cNvPr id="6" name="Graphic 31">
            <a:extLst>
              <a:ext uri="{FF2B5EF4-FFF2-40B4-BE49-F238E27FC236}">
                <a16:creationId xmlns:a16="http://schemas.microsoft.com/office/drawing/2014/main" id="{6F8C2140-0E3B-4526-AC26-07A2A3640BC3}"/>
              </a:ext>
            </a:extLst>
          </p:cNvPr>
          <p:cNvSpPr>
            <a:spLocks noChangeAspect="1"/>
          </p:cNvSpPr>
          <p:nvPr userDrawn="1"/>
        </p:nvSpPr>
        <p:spPr>
          <a:xfrm rot="5400000" flipH="1">
            <a:off x="2656213" y="-2656226"/>
            <a:ext cx="6900415" cy="12212857"/>
          </a:xfrm>
          <a:custGeom>
            <a:avLst/>
            <a:gdLst>
              <a:gd name="connsiteX0" fmla="*/ 892481 w 5315644"/>
              <a:gd name="connsiteY0" fmla="*/ 0 h 7563811"/>
              <a:gd name="connsiteX1" fmla="*/ 5816 w 5315644"/>
              <a:gd name="connsiteY1" fmla="*/ 3571624 h 7563811"/>
              <a:gd name="connsiteX2" fmla="*/ 747667 w 5315644"/>
              <a:gd name="connsiteY2" fmla="*/ 7563812 h 7563811"/>
              <a:gd name="connsiteX3" fmla="*/ 5315644 w 5315644"/>
              <a:gd name="connsiteY3" fmla="*/ 7563812 h 7563811"/>
              <a:gd name="connsiteX4" fmla="*/ 5315644 w 5315644"/>
              <a:gd name="connsiteY4" fmla="*/ 0 h 7563811"/>
              <a:gd name="connsiteX5" fmla="*/ 892481 w 5315644"/>
              <a:gd name="connsiteY5" fmla="*/ 0 h 7563811"/>
              <a:gd name="connsiteX0" fmla="*/ 892481 w 5315644"/>
              <a:gd name="connsiteY0" fmla="*/ 0 h 7563813"/>
              <a:gd name="connsiteX1" fmla="*/ 5816 w 5315644"/>
              <a:gd name="connsiteY1" fmla="*/ 3571624 h 7563813"/>
              <a:gd name="connsiteX2" fmla="*/ 747667 w 5315644"/>
              <a:gd name="connsiteY2" fmla="*/ 7563812 h 7563813"/>
              <a:gd name="connsiteX3" fmla="*/ 4552322 w 5315644"/>
              <a:gd name="connsiteY3" fmla="*/ 7563813 h 7563813"/>
              <a:gd name="connsiteX4" fmla="*/ 5315644 w 5315644"/>
              <a:gd name="connsiteY4" fmla="*/ 0 h 7563813"/>
              <a:gd name="connsiteX5" fmla="*/ 892481 w 5315644"/>
              <a:gd name="connsiteY5" fmla="*/ 0 h 7563813"/>
              <a:gd name="connsiteX0" fmla="*/ 892481 w 5315644"/>
              <a:gd name="connsiteY0" fmla="*/ 0 h 7563813"/>
              <a:gd name="connsiteX1" fmla="*/ 5816 w 5315644"/>
              <a:gd name="connsiteY1" fmla="*/ 3571624 h 7563813"/>
              <a:gd name="connsiteX2" fmla="*/ 747667 w 5315644"/>
              <a:gd name="connsiteY2" fmla="*/ 7563812 h 7563813"/>
              <a:gd name="connsiteX3" fmla="*/ 4901639 w 5315644"/>
              <a:gd name="connsiteY3" fmla="*/ 7563813 h 7563813"/>
              <a:gd name="connsiteX4" fmla="*/ 5315644 w 5315644"/>
              <a:gd name="connsiteY4" fmla="*/ 0 h 7563813"/>
              <a:gd name="connsiteX5" fmla="*/ 892481 w 5315644"/>
              <a:gd name="connsiteY5" fmla="*/ 0 h 7563813"/>
              <a:gd name="connsiteX0" fmla="*/ 892481 w 4901639"/>
              <a:gd name="connsiteY0" fmla="*/ 0 h 7563813"/>
              <a:gd name="connsiteX1" fmla="*/ 5816 w 4901639"/>
              <a:gd name="connsiteY1" fmla="*/ 3571624 h 7563813"/>
              <a:gd name="connsiteX2" fmla="*/ 747667 w 4901639"/>
              <a:gd name="connsiteY2" fmla="*/ 7563812 h 7563813"/>
              <a:gd name="connsiteX3" fmla="*/ 4901639 w 4901639"/>
              <a:gd name="connsiteY3" fmla="*/ 7563813 h 7563813"/>
              <a:gd name="connsiteX4" fmla="*/ 4565260 w 4901639"/>
              <a:gd name="connsiteY4" fmla="*/ 0 h 7563813"/>
              <a:gd name="connsiteX5" fmla="*/ 892481 w 4901639"/>
              <a:gd name="connsiteY5" fmla="*/ 0 h 7563813"/>
              <a:gd name="connsiteX0" fmla="*/ 892481 w 4901639"/>
              <a:gd name="connsiteY0" fmla="*/ 12938 h 7576751"/>
              <a:gd name="connsiteX1" fmla="*/ 5816 w 4901639"/>
              <a:gd name="connsiteY1" fmla="*/ 3584562 h 7576751"/>
              <a:gd name="connsiteX2" fmla="*/ 747667 w 4901639"/>
              <a:gd name="connsiteY2" fmla="*/ 7576750 h 7576751"/>
              <a:gd name="connsiteX3" fmla="*/ 4901639 w 4901639"/>
              <a:gd name="connsiteY3" fmla="*/ 7576751 h 7576751"/>
              <a:gd name="connsiteX4" fmla="*/ 4901639 w 4901639"/>
              <a:gd name="connsiteY4" fmla="*/ 0 h 7576751"/>
              <a:gd name="connsiteX5" fmla="*/ 892481 w 4901639"/>
              <a:gd name="connsiteY5" fmla="*/ 12938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823283 h 8379532"/>
              <a:gd name="connsiteX1" fmla="*/ 10879 w 4906702"/>
              <a:gd name="connsiteY1" fmla="*/ 4387343 h 8379532"/>
              <a:gd name="connsiteX2" fmla="*/ 752730 w 4906702"/>
              <a:gd name="connsiteY2" fmla="*/ 8379531 h 8379532"/>
              <a:gd name="connsiteX3" fmla="*/ 4906702 w 4906702"/>
              <a:gd name="connsiteY3" fmla="*/ 8379532 h 8379532"/>
              <a:gd name="connsiteX4" fmla="*/ 4906702 w 4906702"/>
              <a:gd name="connsiteY4" fmla="*/ 802781 h 8379532"/>
              <a:gd name="connsiteX5" fmla="*/ 0 w 4906702"/>
              <a:gd name="connsiteY5" fmla="*/ 823283 h 8379532"/>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0 w 4906702"/>
              <a:gd name="connsiteY0" fmla="*/ 20502 h 7576751"/>
              <a:gd name="connsiteX1" fmla="*/ 10879 w 4906702"/>
              <a:gd name="connsiteY1" fmla="*/ 3584562 h 7576751"/>
              <a:gd name="connsiteX2" fmla="*/ 752730 w 4906702"/>
              <a:gd name="connsiteY2" fmla="*/ 7576750 h 7576751"/>
              <a:gd name="connsiteX3" fmla="*/ 4906702 w 4906702"/>
              <a:gd name="connsiteY3" fmla="*/ 7576751 h 7576751"/>
              <a:gd name="connsiteX4" fmla="*/ 4906702 w 4906702"/>
              <a:gd name="connsiteY4" fmla="*/ 0 h 7576751"/>
              <a:gd name="connsiteX5" fmla="*/ 0 w 4906702"/>
              <a:gd name="connsiteY5" fmla="*/ 20502 h 7576751"/>
              <a:gd name="connsiteX0" fmla="*/ 147214 w 4923206"/>
              <a:gd name="connsiteY0" fmla="*/ 179342 h 7576751"/>
              <a:gd name="connsiteX1" fmla="*/ 27383 w 4923206"/>
              <a:gd name="connsiteY1" fmla="*/ 3584562 h 7576751"/>
              <a:gd name="connsiteX2" fmla="*/ 769234 w 4923206"/>
              <a:gd name="connsiteY2" fmla="*/ 7576750 h 7576751"/>
              <a:gd name="connsiteX3" fmla="*/ 4923206 w 4923206"/>
              <a:gd name="connsiteY3" fmla="*/ 7576751 h 7576751"/>
              <a:gd name="connsiteX4" fmla="*/ 4923206 w 4923206"/>
              <a:gd name="connsiteY4" fmla="*/ 0 h 7576751"/>
              <a:gd name="connsiteX5" fmla="*/ 147214 w 4923206"/>
              <a:gd name="connsiteY5" fmla="*/ 179342 h 7576751"/>
              <a:gd name="connsiteX0" fmla="*/ 42213 w 4957629"/>
              <a:gd name="connsiteY0" fmla="*/ 5373 h 7576751"/>
              <a:gd name="connsiteX1" fmla="*/ 61806 w 4957629"/>
              <a:gd name="connsiteY1" fmla="*/ 3584562 h 7576751"/>
              <a:gd name="connsiteX2" fmla="*/ 803657 w 4957629"/>
              <a:gd name="connsiteY2" fmla="*/ 7576750 h 7576751"/>
              <a:gd name="connsiteX3" fmla="*/ 4957629 w 4957629"/>
              <a:gd name="connsiteY3" fmla="*/ 7576751 h 7576751"/>
              <a:gd name="connsiteX4" fmla="*/ 4957629 w 4957629"/>
              <a:gd name="connsiteY4" fmla="*/ 0 h 7576751"/>
              <a:gd name="connsiteX5" fmla="*/ 42213 w 4957629"/>
              <a:gd name="connsiteY5" fmla="*/ 5373 h 7576751"/>
              <a:gd name="connsiteX0" fmla="*/ 19358 w 4934774"/>
              <a:gd name="connsiteY0" fmla="*/ 5373 h 7576751"/>
              <a:gd name="connsiteX1" fmla="*/ 38951 w 4934774"/>
              <a:gd name="connsiteY1" fmla="*/ 3584562 h 7576751"/>
              <a:gd name="connsiteX2" fmla="*/ 780802 w 4934774"/>
              <a:gd name="connsiteY2" fmla="*/ 7576750 h 7576751"/>
              <a:gd name="connsiteX3" fmla="*/ 4934774 w 4934774"/>
              <a:gd name="connsiteY3" fmla="*/ 7576751 h 7576751"/>
              <a:gd name="connsiteX4" fmla="*/ 4934774 w 4934774"/>
              <a:gd name="connsiteY4" fmla="*/ 0 h 7576751"/>
              <a:gd name="connsiteX5" fmla="*/ 19358 w 4934774"/>
              <a:gd name="connsiteY5" fmla="*/ 5373 h 7576751"/>
              <a:gd name="connsiteX0" fmla="*/ 0 w 4915416"/>
              <a:gd name="connsiteY0" fmla="*/ 5373 h 7576751"/>
              <a:gd name="connsiteX1" fmla="*/ 19593 w 4915416"/>
              <a:gd name="connsiteY1" fmla="*/ 3584562 h 7576751"/>
              <a:gd name="connsiteX2" fmla="*/ 761444 w 4915416"/>
              <a:gd name="connsiteY2" fmla="*/ 7576750 h 7576751"/>
              <a:gd name="connsiteX3" fmla="*/ 4915416 w 4915416"/>
              <a:gd name="connsiteY3" fmla="*/ 7576751 h 7576751"/>
              <a:gd name="connsiteX4" fmla="*/ 4915416 w 4915416"/>
              <a:gd name="connsiteY4" fmla="*/ 0 h 7576751"/>
              <a:gd name="connsiteX5" fmla="*/ 0 w 4915416"/>
              <a:gd name="connsiteY5" fmla="*/ 5373 h 7576751"/>
              <a:gd name="connsiteX0" fmla="*/ 0 w 4915416"/>
              <a:gd name="connsiteY0" fmla="*/ 5373 h 7576751"/>
              <a:gd name="connsiteX1" fmla="*/ 19593 w 4915416"/>
              <a:gd name="connsiteY1" fmla="*/ 3584562 h 7576751"/>
              <a:gd name="connsiteX2" fmla="*/ 761444 w 4915416"/>
              <a:gd name="connsiteY2" fmla="*/ 7576750 h 7576751"/>
              <a:gd name="connsiteX3" fmla="*/ 4915416 w 4915416"/>
              <a:gd name="connsiteY3" fmla="*/ 7576751 h 7576751"/>
              <a:gd name="connsiteX4" fmla="*/ 4915416 w 4915416"/>
              <a:gd name="connsiteY4" fmla="*/ 0 h 7576751"/>
              <a:gd name="connsiteX5" fmla="*/ 0 w 4915416"/>
              <a:gd name="connsiteY5" fmla="*/ 5373 h 7576751"/>
              <a:gd name="connsiteX0" fmla="*/ 369366 w 5284782"/>
              <a:gd name="connsiteY0" fmla="*/ 266522 h 7837900"/>
              <a:gd name="connsiteX1" fmla="*/ 362817 w 5284782"/>
              <a:gd name="connsiteY1" fmla="*/ 3845711 h 7837900"/>
              <a:gd name="connsiteX2" fmla="*/ 1130810 w 5284782"/>
              <a:gd name="connsiteY2" fmla="*/ 7837899 h 7837900"/>
              <a:gd name="connsiteX3" fmla="*/ 5284782 w 5284782"/>
              <a:gd name="connsiteY3" fmla="*/ 7837900 h 7837900"/>
              <a:gd name="connsiteX4" fmla="*/ 5284782 w 5284782"/>
              <a:gd name="connsiteY4" fmla="*/ 261149 h 7837900"/>
              <a:gd name="connsiteX5" fmla="*/ 369366 w 5284782"/>
              <a:gd name="connsiteY5" fmla="*/ 266522 h 7837900"/>
              <a:gd name="connsiteX0" fmla="*/ 16535 w 4931951"/>
              <a:gd name="connsiteY0" fmla="*/ 5373 h 7576751"/>
              <a:gd name="connsiteX1" fmla="*/ 9986 w 4931951"/>
              <a:gd name="connsiteY1" fmla="*/ 3584562 h 7576751"/>
              <a:gd name="connsiteX2" fmla="*/ 777979 w 4931951"/>
              <a:gd name="connsiteY2" fmla="*/ 7576750 h 7576751"/>
              <a:gd name="connsiteX3" fmla="*/ 4931951 w 4931951"/>
              <a:gd name="connsiteY3" fmla="*/ 7576751 h 7576751"/>
              <a:gd name="connsiteX4" fmla="*/ 4931951 w 4931951"/>
              <a:gd name="connsiteY4" fmla="*/ 0 h 7576751"/>
              <a:gd name="connsiteX5" fmla="*/ 16535 w 4931951"/>
              <a:gd name="connsiteY5" fmla="*/ 5373 h 7576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31951" h="7576751">
                <a:moveTo>
                  <a:pt x="16535" y="5373"/>
                </a:moveTo>
                <a:cubicBezTo>
                  <a:pt x="-5007" y="4000"/>
                  <a:pt x="-3639" y="2292410"/>
                  <a:pt x="9986" y="3584562"/>
                </a:cubicBezTo>
                <a:cubicBezTo>
                  <a:pt x="23611" y="4876714"/>
                  <a:pt x="882144" y="6160044"/>
                  <a:pt x="777979" y="7576750"/>
                </a:cubicBezTo>
                <a:lnTo>
                  <a:pt x="4931951" y="7576751"/>
                </a:lnTo>
                <a:lnTo>
                  <a:pt x="4931951" y="0"/>
                </a:lnTo>
                <a:lnTo>
                  <a:pt x="16535" y="5373"/>
                </a:lnTo>
                <a:close/>
              </a:path>
            </a:pathLst>
          </a:custGeom>
          <a:solidFill>
            <a:srgbClr val="E5DDE8"/>
          </a:solidFill>
          <a:ln w="12692" cap="flat">
            <a:noFill/>
            <a:prstDash val="solid"/>
            <a:miter/>
          </a:ln>
        </p:spPr>
        <p:txBody>
          <a:bodyPr rtlCol="0" anchor="ctr"/>
          <a:lstStyle/>
          <a:p>
            <a:endParaRPr lang="nl-NL" sz="1633"/>
          </a:p>
        </p:txBody>
      </p:sp>
      <p:sp>
        <p:nvSpPr>
          <p:cNvPr id="4" name="Titel 2">
            <a:extLst>
              <a:ext uri="{FF2B5EF4-FFF2-40B4-BE49-F238E27FC236}">
                <a16:creationId xmlns:a16="http://schemas.microsoft.com/office/drawing/2014/main" id="{4D20EE6F-9DB1-43E9-9DF4-936AC3035312}"/>
              </a:ext>
            </a:extLst>
          </p:cNvPr>
          <p:cNvSpPr>
            <a:spLocks noGrp="1"/>
          </p:cNvSpPr>
          <p:nvPr>
            <p:ph type="title" hasCustomPrompt="1"/>
          </p:nvPr>
        </p:nvSpPr>
        <p:spPr>
          <a:xfrm>
            <a:off x="803820" y="728743"/>
            <a:ext cx="10770364" cy="895483"/>
          </a:xfrm>
        </p:spPr>
        <p:txBody>
          <a:bodyPr/>
          <a:lstStyle>
            <a:lvl1pPr>
              <a:defRPr/>
            </a:lvl1pPr>
          </a:lstStyle>
          <a:p>
            <a:r>
              <a:rPr lang="nl-NL"/>
              <a:t>Plaats hier een titel</a:t>
            </a:r>
            <a:br>
              <a:rPr lang="nl-NL"/>
            </a:br>
            <a:r>
              <a:rPr lang="nl-NL"/>
              <a:t>max. 2 regels</a:t>
            </a:r>
          </a:p>
        </p:txBody>
      </p:sp>
      <p:sp>
        <p:nvSpPr>
          <p:cNvPr id="11" name="Tijdelijke aanduiding voor verticale tekst 2">
            <a:extLst>
              <a:ext uri="{FF2B5EF4-FFF2-40B4-BE49-F238E27FC236}">
                <a16:creationId xmlns:a16="http://schemas.microsoft.com/office/drawing/2014/main" id="{5249CB95-719A-4BFE-BB21-6FB251BB66CA}"/>
              </a:ext>
            </a:extLst>
          </p:cNvPr>
          <p:cNvSpPr>
            <a:spLocks noGrp="1"/>
          </p:cNvSpPr>
          <p:nvPr>
            <p:ph type="body" orient="vert" idx="1" hasCustomPrompt="1"/>
          </p:nvPr>
        </p:nvSpPr>
        <p:spPr>
          <a:xfrm>
            <a:off x="807909" y="1837484"/>
            <a:ext cx="10765815" cy="3769939"/>
          </a:xfrm>
        </p:spPr>
        <p:txBody>
          <a:bodyPr vert="horz" lIns="0" tIns="0" rIns="0" bIns="0"/>
          <a:lstStyle>
            <a:lvl1pPr marL="0" indent="0">
              <a:buNone/>
              <a:defRPr sz="1800">
                <a:solidFill>
                  <a:schemeClr val="accent2"/>
                </a:solidFill>
              </a:defRPr>
            </a:lvl1pPr>
            <a:lvl2pPr marL="260350" indent="0">
              <a:buNone/>
              <a:defRPr>
                <a:solidFill>
                  <a:schemeClr val="bg1"/>
                </a:solidFill>
              </a:defRPr>
            </a:lvl2pPr>
            <a:lvl3pPr>
              <a:defRPr>
                <a:solidFill>
                  <a:schemeClr val="bg1"/>
                </a:solidFill>
              </a:defRPr>
            </a:lvl3pPr>
            <a:lvl4pPr>
              <a:spcBef>
                <a:spcPts val="600"/>
              </a:spcBef>
              <a:spcAft>
                <a:spcPts val="300"/>
              </a:spcAft>
              <a:defRPr>
                <a:solidFill>
                  <a:schemeClr val="bg1"/>
                </a:solidFill>
              </a:defRPr>
            </a:lvl4pPr>
            <a:lvl5pPr>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en-US"/>
              <a:t>© Copyright 2020 </a:t>
            </a:r>
            <a:r>
              <a:rPr lang="en-US" err="1"/>
              <a:t>Xebia</a:t>
            </a:r>
            <a:r>
              <a:rPr lang="en-US"/>
              <a:t> Nederland BV</a:t>
            </a:r>
            <a:br>
              <a:rPr lang="en-US"/>
            </a:br>
            <a:endParaRPr lang="en-US"/>
          </a:p>
          <a:p>
            <a:pPr lvl="0"/>
            <a:r>
              <a:rPr lang="en-US"/>
              <a:t>Every </a:t>
            </a:r>
            <a:r>
              <a:rPr lang="en-US" err="1"/>
              <a:t>Xebia</a:t>
            </a:r>
            <a:r>
              <a:rPr lang="en-US"/>
              <a:t> proposal is prepared for the sole and exclusive use of the party or organization to which it is addressed. Therefore, </a:t>
            </a:r>
            <a:r>
              <a:rPr lang="en-US" err="1"/>
              <a:t>Xebia</a:t>
            </a:r>
            <a:r>
              <a:rPr lang="en-US"/>
              <a:t> considers its proposals to be proprietary, and they may  not be made available to anyone other than the addressee or persons within the addressee’s organizations who are designated to evaluate or consider the proposal. The proposals may be made available to other persons or organizations only with the permission of the company office issuing the proposal. Other than for the purposes of evaluating this proposal, no part of this work may be reproduced or transmitted in any form or by any means, electronic or mechanical, including photocopying and recording, or by any information storage or retrieval system, except as may be permitted in writing by </a:t>
            </a:r>
            <a:r>
              <a:rPr lang="en-US" err="1"/>
              <a:t>Xebia</a:t>
            </a:r>
            <a:r>
              <a:rPr lang="en-US"/>
              <a:t>. All other product or company names mentioned are used for identification purposes only, and may be trademarks of their respective owners.</a:t>
            </a:r>
          </a:p>
        </p:txBody>
      </p:sp>
      <p:pic>
        <p:nvPicPr>
          <p:cNvPr id="12" name="Xebia_Logo_Purple_RGB copy.pdf" descr="Xebia_Logo_Purple_RGB copy.pdf">
            <a:extLst>
              <a:ext uri="{FF2B5EF4-FFF2-40B4-BE49-F238E27FC236}">
                <a16:creationId xmlns:a16="http://schemas.microsoft.com/office/drawing/2014/main" id="{93C80AA5-7448-4872-A6A8-DE4291FBC25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085294" y="5991871"/>
            <a:ext cx="1488890" cy="524091"/>
          </a:xfrm>
          <a:prstGeom prst="rect">
            <a:avLst/>
          </a:prstGeom>
          <a:ln w="12700">
            <a:miter lim="400000"/>
          </a:ln>
        </p:spPr>
      </p:pic>
    </p:spTree>
    <p:extLst>
      <p:ext uri="{BB962C8B-B14F-4D97-AF65-F5344CB8AC3E}">
        <p14:creationId xmlns:p14="http://schemas.microsoft.com/office/powerpoint/2010/main" val="1467431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8.xml><?xml version="1.0" encoding="utf-8"?>
<p:sldLayout xmlns:a="http://schemas.openxmlformats.org/drawingml/2006/main" xmlns:r="http://schemas.openxmlformats.org/officeDocument/2006/relationships" xmlns:p="http://schemas.openxmlformats.org/presentationml/2006/main" matchingName="Photo" userDrawn="1">
  <p:cSld name="Photo">
    <p:spTree>
      <p:nvGrpSpPr>
        <p:cNvPr id="1" name="Shape 11266"/>
        <p:cNvGrpSpPr/>
        <p:nvPr/>
      </p:nvGrpSpPr>
      <p:grpSpPr>
        <a:xfrm>
          <a:off x="0" y="0"/>
          <a:ext cx="0" cy="0"/>
          <a:chOff x="0" y="0"/>
          <a:chExt cx="0" cy="0"/>
        </a:xfrm>
      </p:grpSpPr>
      <p:sp>
        <p:nvSpPr>
          <p:cNvPr id="11267" name="Google Shape;11267;p39"/>
          <p:cNvSpPr>
            <a:spLocks noGrp="1"/>
          </p:cNvSpPr>
          <p:nvPr>
            <p:ph type="pic" idx="2"/>
          </p:nvPr>
        </p:nvSpPr>
        <p:spPr>
          <a:xfrm>
            <a:off x="-666750" y="-2762250"/>
            <a:ext cx="13525500" cy="10820400"/>
          </a:xfrm>
          <a:prstGeom prst="rect">
            <a:avLst/>
          </a:prstGeom>
          <a:noFill/>
          <a:ln>
            <a:noFill/>
          </a:ln>
        </p:spPr>
      </p:sp>
      <p:sp>
        <p:nvSpPr>
          <p:cNvPr id="11268" name="Google Shape;11268;p39"/>
          <p:cNvSpPr txBox="1">
            <a:spLocks noGrp="1"/>
          </p:cNvSpPr>
          <p:nvPr>
            <p:ph type="sldNum" idx="12"/>
          </p:nvPr>
        </p:nvSpPr>
        <p:spPr>
          <a:xfrm>
            <a:off x="6000750" y="6486708"/>
            <a:ext cx="314189" cy="241092"/>
          </a:xfrm>
          <a:prstGeom prst="rect">
            <a:avLst/>
          </a:prstGeom>
          <a:noFill/>
          <a:ln>
            <a:noFill/>
          </a:ln>
        </p:spPr>
        <p:txBody>
          <a:bodyPr spcFirstLastPara="1" wrap="square" lIns="50800" tIns="50800" rIns="50800" bIns="50800" anchor="b" anchorCtr="0">
            <a:spAutoFit/>
          </a:bodyPr>
          <a:lstStyle>
            <a:lvl1pPr marL="0" lvl="0" indent="0" algn="l">
              <a:spcBef>
                <a:spcPts val="0"/>
              </a:spcBef>
              <a:buNone/>
              <a:defRPr>
                <a:solidFill>
                  <a:srgbClr val="FFFFFF"/>
                </a:solidFill>
              </a:defRPr>
            </a:lvl1pPr>
            <a:lvl2pPr marL="0" lvl="1" indent="0" algn="l">
              <a:spcBef>
                <a:spcPts val="0"/>
              </a:spcBef>
              <a:buNone/>
              <a:defRPr>
                <a:solidFill>
                  <a:srgbClr val="FFFFFF"/>
                </a:solidFill>
              </a:defRPr>
            </a:lvl2pPr>
            <a:lvl3pPr marL="0" lvl="2" indent="0" algn="l">
              <a:spcBef>
                <a:spcPts val="0"/>
              </a:spcBef>
              <a:buNone/>
              <a:defRPr>
                <a:solidFill>
                  <a:srgbClr val="FFFFFF"/>
                </a:solidFill>
              </a:defRPr>
            </a:lvl3pPr>
            <a:lvl4pPr marL="0" lvl="3" indent="0" algn="l">
              <a:spcBef>
                <a:spcPts val="0"/>
              </a:spcBef>
              <a:buNone/>
              <a:defRPr>
                <a:solidFill>
                  <a:srgbClr val="FFFFFF"/>
                </a:solidFill>
              </a:defRPr>
            </a:lvl4pPr>
            <a:lvl5pPr marL="0" lvl="4" indent="0" algn="l">
              <a:spcBef>
                <a:spcPts val="0"/>
              </a:spcBef>
              <a:buNone/>
              <a:defRPr>
                <a:solidFill>
                  <a:srgbClr val="FFFFFF"/>
                </a:solidFill>
              </a:defRPr>
            </a:lvl5pPr>
            <a:lvl6pPr marL="0" lvl="5" indent="0" algn="l">
              <a:spcBef>
                <a:spcPts val="0"/>
              </a:spcBef>
              <a:buNone/>
              <a:defRPr>
                <a:solidFill>
                  <a:srgbClr val="FFFFFF"/>
                </a:solidFill>
              </a:defRPr>
            </a:lvl6pPr>
            <a:lvl7pPr marL="0" lvl="6" indent="0" algn="l">
              <a:spcBef>
                <a:spcPts val="0"/>
              </a:spcBef>
              <a:buNone/>
              <a:defRPr>
                <a:solidFill>
                  <a:srgbClr val="FFFFFF"/>
                </a:solidFill>
              </a:defRPr>
            </a:lvl7pPr>
            <a:lvl8pPr marL="0" lvl="7" indent="0" algn="l">
              <a:spcBef>
                <a:spcPts val="0"/>
              </a:spcBef>
              <a:buNone/>
              <a:defRPr>
                <a:solidFill>
                  <a:srgbClr val="FFFFFF"/>
                </a:solidFill>
              </a:defRPr>
            </a:lvl8pPr>
            <a:lvl9pPr marL="0" lvl="8" indent="0" algn="l">
              <a:spcBef>
                <a:spcPts val="0"/>
              </a:spcBef>
              <a:buNone/>
              <a:defRPr>
                <a:solidFill>
                  <a:srgbClr val="FFFFFF"/>
                </a:solidFill>
              </a:defRPr>
            </a:lvl9pPr>
          </a:lstStyle>
          <a:p>
            <a:pPr marL="0" lvl="0" indent="0" algn="l" rtl="0">
              <a:spcBef>
                <a:spcPts val="0"/>
              </a:spcBef>
              <a:spcAft>
                <a:spcPts val="0"/>
              </a:spcAft>
              <a:buNone/>
            </a:pPr>
            <a:fld id="{00000000-1234-1234-1234-123412341234}" type="slidenum">
              <a:rPr lang="en-GB"/>
              <a:t>‹#›</a:t>
            </a:fld>
            <a:endParaRPr sz="900">
              <a:latin typeface="Helvetica Neue"/>
              <a:ea typeface="Helvetica Neue"/>
              <a:cs typeface="Helvetica Neue"/>
              <a:sym typeface="Helvetica Neue"/>
            </a:endParaRPr>
          </a:p>
        </p:txBody>
      </p:sp>
    </p:spTree>
    <p:extLst>
      <p:ext uri="{BB962C8B-B14F-4D97-AF65-F5344CB8AC3E}">
        <p14:creationId xmlns:p14="http://schemas.microsoft.com/office/powerpoint/2010/main" val="1119409841"/>
      </p:ext>
    </p:extLst>
  </p:cSld>
  <p:clrMapOvr>
    <a:masterClrMapping/>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matchingName="Layout -6-">
  <p:cSld name="Layout -6-">
    <p:spTree>
      <p:nvGrpSpPr>
        <p:cNvPr id="1" name="Shape 11271"/>
        <p:cNvGrpSpPr/>
        <p:nvPr/>
      </p:nvGrpSpPr>
      <p:grpSpPr>
        <a:xfrm>
          <a:off x="0" y="0"/>
          <a:ext cx="0" cy="0"/>
          <a:chOff x="0" y="0"/>
          <a:chExt cx="0" cy="0"/>
        </a:xfrm>
      </p:grpSpPr>
    </p:spTree>
    <p:extLst>
      <p:ext uri="{BB962C8B-B14F-4D97-AF65-F5344CB8AC3E}">
        <p14:creationId xmlns:p14="http://schemas.microsoft.com/office/powerpoint/2010/main" val="1643528420"/>
      </p:ext>
    </p:extLst>
  </p:cSld>
  <p:clrMapOvr>
    <a:masterClrMapping/>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matchingName="Disclaimer">
  <p:cSld name="1_Disclaimer">
    <p:spTree>
      <p:nvGrpSpPr>
        <p:cNvPr id="1" name="Shape 389"/>
        <p:cNvGrpSpPr/>
        <p:nvPr/>
      </p:nvGrpSpPr>
      <p:grpSpPr>
        <a:xfrm>
          <a:off x="0" y="0"/>
          <a:ext cx="0" cy="0"/>
          <a:chOff x="0" y="0"/>
          <a:chExt cx="0" cy="0"/>
        </a:xfrm>
      </p:grpSpPr>
      <p:sp>
        <p:nvSpPr>
          <p:cNvPr id="390" name="Google Shape;390;p42"/>
          <p:cNvSpPr/>
          <p:nvPr/>
        </p:nvSpPr>
        <p:spPr>
          <a:xfrm rot="5400000" flipH="1">
            <a:off x="2656213" y="-2656226"/>
            <a:ext cx="6900415" cy="12212857"/>
          </a:xfrm>
          <a:custGeom>
            <a:avLst/>
            <a:gdLst/>
            <a:ahLst/>
            <a:cxnLst/>
            <a:rect l="l" t="t" r="r" b="b"/>
            <a:pathLst>
              <a:path w="4931951" h="7576751" extrusionOk="0">
                <a:moveTo>
                  <a:pt x="16535" y="5373"/>
                </a:moveTo>
                <a:cubicBezTo>
                  <a:pt x="-5007" y="4000"/>
                  <a:pt x="-3639" y="2292410"/>
                  <a:pt x="9986" y="3584562"/>
                </a:cubicBezTo>
                <a:cubicBezTo>
                  <a:pt x="23611" y="4876714"/>
                  <a:pt x="882144" y="6160044"/>
                  <a:pt x="777979" y="7576750"/>
                </a:cubicBezTo>
                <a:lnTo>
                  <a:pt x="4931951" y="7576751"/>
                </a:lnTo>
                <a:lnTo>
                  <a:pt x="4931951" y="0"/>
                </a:lnTo>
                <a:lnTo>
                  <a:pt x="16535" y="5373"/>
                </a:ln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633">
              <a:solidFill>
                <a:schemeClr val="dk1"/>
              </a:solidFill>
              <a:latin typeface="Proxima Nova"/>
              <a:ea typeface="Proxima Nova"/>
              <a:cs typeface="Proxima Nova"/>
              <a:sym typeface="Proxima Nova"/>
            </a:endParaRPr>
          </a:p>
        </p:txBody>
      </p:sp>
      <p:sp>
        <p:nvSpPr>
          <p:cNvPr id="392" name="Google Shape;392;p42"/>
          <p:cNvSpPr txBox="1">
            <a:spLocks noGrp="1"/>
          </p:cNvSpPr>
          <p:nvPr>
            <p:ph type="title"/>
          </p:nvPr>
        </p:nvSpPr>
        <p:spPr>
          <a:xfrm>
            <a:off x="804451" y="728743"/>
            <a:ext cx="10376419" cy="895483"/>
          </a:xfrm>
          <a:prstGeom prst="rect">
            <a:avLst/>
          </a:prstGeom>
          <a:noFill/>
          <a:ln>
            <a:noFill/>
          </a:ln>
        </p:spPr>
        <p:txBody>
          <a:bodyPr spcFirstLastPara="1" wrap="square" lIns="0" tIns="108000" rIns="108000" bIns="36000" anchor="ctr" anchorCtr="0">
            <a:noAutofit/>
          </a:bodyPr>
          <a:lstStyle>
            <a:lvl1pPr lvl="0" algn="l">
              <a:lnSpc>
                <a:spcPct val="80000"/>
              </a:lnSpc>
              <a:spcBef>
                <a:spcPts val="0"/>
              </a:spcBef>
              <a:spcAft>
                <a:spcPts val="0"/>
              </a:spcAft>
              <a:buClr>
                <a:schemeClr val="lt1"/>
              </a:buClr>
              <a:buSzPts val="2600"/>
              <a:buFont typeface="Proxima Nova"/>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3" name="Google Shape;393;p42"/>
          <p:cNvSpPr txBox="1">
            <a:spLocks noGrp="1"/>
          </p:cNvSpPr>
          <p:nvPr>
            <p:ph type="body" idx="1"/>
          </p:nvPr>
        </p:nvSpPr>
        <p:spPr>
          <a:xfrm>
            <a:off x="807910" y="1837485"/>
            <a:ext cx="10372714" cy="2404998"/>
          </a:xfrm>
          <a:prstGeom prst="rect">
            <a:avLst/>
          </a:prstGeom>
          <a:noFill/>
          <a:ln>
            <a:noFill/>
          </a:ln>
        </p:spPr>
        <p:txBody>
          <a:bodyPr spcFirstLastPara="1" wrap="square" lIns="0" tIns="0" rIns="0" bIns="0" anchor="t" anchorCtr="0">
            <a:noAutofit/>
          </a:bodyPr>
          <a:lstStyle>
            <a:lvl1pPr marL="457200" lvl="0" indent="-228600" algn="l">
              <a:lnSpc>
                <a:spcPct val="90000"/>
              </a:lnSpc>
              <a:spcBef>
                <a:spcPts val="0"/>
              </a:spcBef>
              <a:spcAft>
                <a:spcPts val="0"/>
              </a:spcAft>
              <a:buSzPts val="1400"/>
              <a:buNone/>
              <a:defRPr>
                <a:solidFill>
                  <a:schemeClr val="lt1"/>
                </a:solidFill>
              </a:defRPr>
            </a:lvl1pPr>
            <a:lvl2pPr marL="914400" lvl="1" indent="-228600" algn="l">
              <a:lnSpc>
                <a:spcPct val="90000"/>
              </a:lnSpc>
              <a:spcBef>
                <a:spcPts val="600"/>
              </a:spcBef>
              <a:spcAft>
                <a:spcPts val="0"/>
              </a:spcAft>
              <a:buSzPts val="1400"/>
              <a:buNone/>
              <a:defRPr>
                <a:solidFill>
                  <a:schemeClr val="lt1"/>
                </a:solidFill>
              </a:defRPr>
            </a:lvl2pPr>
            <a:lvl3pPr marL="1371600" lvl="2" indent="-228600" algn="l">
              <a:lnSpc>
                <a:spcPct val="90000"/>
              </a:lnSpc>
              <a:spcBef>
                <a:spcPts val="1200"/>
              </a:spcBef>
              <a:spcAft>
                <a:spcPts val="0"/>
              </a:spcAft>
              <a:buSzPts val="1190"/>
              <a:buNone/>
              <a:defRPr>
                <a:solidFill>
                  <a:schemeClr val="lt1"/>
                </a:solidFill>
              </a:defRPr>
            </a:lvl3pPr>
            <a:lvl4pPr marL="1828800" lvl="3" indent="-228600" algn="l">
              <a:lnSpc>
                <a:spcPct val="90000"/>
              </a:lnSpc>
              <a:spcBef>
                <a:spcPts val="1200"/>
              </a:spcBef>
              <a:spcAft>
                <a:spcPts val="0"/>
              </a:spcAft>
              <a:buClr>
                <a:schemeClr val="lt1"/>
              </a:buClr>
              <a:buSzPts val="1800"/>
              <a:buNone/>
              <a:defRPr>
                <a:solidFill>
                  <a:schemeClr val="lt1"/>
                </a:solidFill>
              </a:defRPr>
            </a:lvl4pPr>
            <a:lvl5pPr marL="2286000" lvl="4" indent="-304800" algn="l">
              <a:lnSpc>
                <a:spcPct val="90000"/>
              </a:lnSpc>
              <a:spcBef>
                <a:spcPts val="300"/>
              </a:spcBef>
              <a:spcAft>
                <a:spcPts val="0"/>
              </a:spcAft>
              <a:buSzPts val="1200"/>
              <a:buAutoNum type="arabicPeriod"/>
              <a:defRPr>
                <a:solidFill>
                  <a:schemeClr val="lt1"/>
                </a:solidFill>
              </a:defRPr>
            </a:lvl5pPr>
            <a:lvl6pPr marL="2743200" lvl="5" indent="-304800" algn="l">
              <a:lnSpc>
                <a:spcPct val="90000"/>
              </a:lnSpc>
              <a:spcBef>
                <a:spcPts val="1200"/>
              </a:spcBef>
              <a:spcAft>
                <a:spcPts val="0"/>
              </a:spcAft>
              <a:buSzPts val="1200"/>
              <a:buAutoNum type="alphaLcPeriod"/>
              <a:defRPr>
                <a:solidFill>
                  <a:schemeClr val="lt1"/>
                </a:solidFill>
              </a:defRPr>
            </a:lvl6pPr>
            <a:lvl7pPr marL="3200400" lvl="6" indent="-304800" algn="l">
              <a:lnSpc>
                <a:spcPct val="90000"/>
              </a:lnSpc>
              <a:spcBef>
                <a:spcPts val="1200"/>
              </a:spcBef>
              <a:spcAft>
                <a:spcPts val="0"/>
              </a:spcAft>
              <a:buSzPts val="1200"/>
              <a:buChar char="•"/>
              <a:defRPr>
                <a:solidFill>
                  <a:schemeClr val="lt1"/>
                </a:solidFill>
              </a:defRPr>
            </a:lvl7pPr>
            <a:lvl8pPr marL="3657600" lvl="7" indent="-228600" algn="l">
              <a:lnSpc>
                <a:spcPct val="90000"/>
              </a:lnSpc>
              <a:spcBef>
                <a:spcPts val="1200"/>
              </a:spcBef>
              <a:spcAft>
                <a:spcPts val="0"/>
              </a:spcAft>
              <a:buClr>
                <a:schemeClr val="lt1"/>
              </a:buClr>
              <a:buSzPts val="1400"/>
              <a:buNone/>
              <a:defRPr>
                <a:solidFill>
                  <a:schemeClr val="lt1"/>
                </a:solidFill>
              </a:defRPr>
            </a:lvl8pPr>
            <a:lvl9pPr marL="4114800" lvl="8" indent="-228600" algn="l">
              <a:lnSpc>
                <a:spcPct val="90000"/>
              </a:lnSpc>
              <a:spcBef>
                <a:spcPts val="1200"/>
              </a:spcBef>
              <a:spcAft>
                <a:spcPts val="1200"/>
              </a:spcAft>
              <a:buClr>
                <a:schemeClr val="lt1"/>
              </a:buClr>
              <a:buSzPts val="1600"/>
              <a:buNone/>
              <a:defRPr>
                <a:solidFill>
                  <a:schemeClr val="lt1"/>
                </a:solidFill>
              </a:defRPr>
            </a:lvl9pPr>
          </a:lstStyle>
          <a:p>
            <a:endParaRPr/>
          </a:p>
        </p:txBody>
      </p:sp>
      <p:sp>
        <p:nvSpPr>
          <p:cNvPr id="394" name="Google Shape;394;p42"/>
          <p:cNvSpPr txBox="1">
            <a:spLocks noGrp="1"/>
          </p:cNvSpPr>
          <p:nvPr>
            <p:ph type="body" idx="2"/>
          </p:nvPr>
        </p:nvSpPr>
        <p:spPr>
          <a:xfrm>
            <a:off x="807909" y="4706796"/>
            <a:ext cx="10376419" cy="705318"/>
          </a:xfrm>
          <a:prstGeom prst="rect">
            <a:avLst/>
          </a:prstGeom>
          <a:noFill/>
          <a:ln>
            <a:noFill/>
          </a:ln>
        </p:spPr>
        <p:txBody>
          <a:bodyPr spcFirstLastPara="1" wrap="square" lIns="0" tIns="0" rIns="0" bIns="0" anchor="t" anchorCtr="0">
            <a:noAutofit/>
          </a:bodyPr>
          <a:lstStyle>
            <a:lvl1pPr marL="457200" lvl="0" indent="-228600" algn="l">
              <a:lnSpc>
                <a:spcPct val="90000"/>
              </a:lnSpc>
              <a:spcBef>
                <a:spcPts val="0"/>
              </a:spcBef>
              <a:spcAft>
                <a:spcPts val="0"/>
              </a:spcAft>
              <a:buSzPts val="1200"/>
              <a:buNone/>
              <a:defRPr sz="1200" b="1">
                <a:solidFill>
                  <a:schemeClr val="lt1"/>
                </a:solidFill>
              </a:defRPr>
            </a:lvl1pPr>
            <a:lvl2pPr marL="914400" lvl="1" indent="-228600" algn="l">
              <a:lnSpc>
                <a:spcPct val="90000"/>
              </a:lnSpc>
              <a:spcBef>
                <a:spcPts val="600"/>
              </a:spcBef>
              <a:spcAft>
                <a:spcPts val="0"/>
              </a:spcAft>
              <a:buSzPts val="1200"/>
              <a:buFont typeface="Arial"/>
              <a:buNone/>
              <a:defRPr sz="1200">
                <a:solidFill>
                  <a:schemeClr val="lt1"/>
                </a:solidFill>
              </a:defRPr>
            </a:lvl2pPr>
            <a:lvl3pPr marL="1371600" lvl="2" indent="-228600" algn="l">
              <a:lnSpc>
                <a:spcPct val="90000"/>
              </a:lnSpc>
              <a:spcBef>
                <a:spcPts val="1200"/>
              </a:spcBef>
              <a:spcAft>
                <a:spcPts val="0"/>
              </a:spcAft>
              <a:buSzPts val="1190"/>
              <a:buNone/>
              <a:defRPr>
                <a:solidFill>
                  <a:schemeClr val="lt1"/>
                </a:solidFill>
              </a:defRPr>
            </a:lvl3pPr>
            <a:lvl4pPr marL="1828800" lvl="3" indent="-228600" algn="l">
              <a:lnSpc>
                <a:spcPct val="90000"/>
              </a:lnSpc>
              <a:spcBef>
                <a:spcPts val="1200"/>
              </a:spcBef>
              <a:spcAft>
                <a:spcPts val="0"/>
              </a:spcAft>
              <a:buClr>
                <a:schemeClr val="lt1"/>
              </a:buClr>
              <a:buSzPts val="1800"/>
              <a:buNone/>
              <a:defRPr>
                <a:solidFill>
                  <a:schemeClr val="lt1"/>
                </a:solidFill>
              </a:defRPr>
            </a:lvl4pPr>
            <a:lvl5pPr marL="2286000" lvl="4" indent="-304800" algn="l">
              <a:lnSpc>
                <a:spcPct val="90000"/>
              </a:lnSpc>
              <a:spcBef>
                <a:spcPts val="300"/>
              </a:spcBef>
              <a:spcAft>
                <a:spcPts val="0"/>
              </a:spcAft>
              <a:buSzPts val="1200"/>
              <a:buAutoNum type="arabicPeriod"/>
              <a:defRPr>
                <a:solidFill>
                  <a:schemeClr val="lt1"/>
                </a:solidFill>
              </a:defRPr>
            </a:lvl5pPr>
            <a:lvl6pPr marL="2743200" lvl="5" indent="-304800" algn="l">
              <a:lnSpc>
                <a:spcPct val="90000"/>
              </a:lnSpc>
              <a:spcBef>
                <a:spcPts val="1200"/>
              </a:spcBef>
              <a:spcAft>
                <a:spcPts val="0"/>
              </a:spcAft>
              <a:buSzPts val="1200"/>
              <a:buAutoNum type="alphaLcPeriod"/>
              <a:defRPr>
                <a:solidFill>
                  <a:schemeClr val="lt1"/>
                </a:solidFill>
              </a:defRPr>
            </a:lvl6pPr>
            <a:lvl7pPr marL="3200400" lvl="6" indent="-304800" algn="l">
              <a:lnSpc>
                <a:spcPct val="90000"/>
              </a:lnSpc>
              <a:spcBef>
                <a:spcPts val="1200"/>
              </a:spcBef>
              <a:spcAft>
                <a:spcPts val="0"/>
              </a:spcAft>
              <a:buSzPts val="1200"/>
              <a:buChar char="•"/>
              <a:defRPr>
                <a:solidFill>
                  <a:schemeClr val="lt1"/>
                </a:solidFill>
              </a:defRPr>
            </a:lvl7pPr>
            <a:lvl8pPr marL="3657600" lvl="7" indent="-228600" algn="l">
              <a:lnSpc>
                <a:spcPct val="90000"/>
              </a:lnSpc>
              <a:spcBef>
                <a:spcPts val="1200"/>
              </a:spcBef>
              <a:spcAft>
                <a:spcPts val="0"/>
              </a:spcAft>
              <a:buClr>
                <a:schemeClr val="lt1"/>
              </a:buClr>
              <a:buSzPts val="1400"/>
              <a:buNone/>
              <a:defRPr>
                <a:solidFill>
                  <a:schemeClr val="lt1"/>
                </a:solidFill>
              </a:defRPr>
            </a:lvl8pPr>
            <a:lvl9pPr marL="4114800" lvl="8" indent="-228600" algn="l">
              <a:lnSpc>
                <a:spcPct val="90000"/>
              </a:lnSpc>
              <a:spcBef>
                <a:spcPts val="1200"/>
              </a:spcBef>
              <a:spcAft>
                <a:spcPts val="1200"/>
              </a:spcAft>
              <a:buClr>
                <a:schemeClr val="lt1"/>
              </a:buClr>
              <a:buSzPts val="1600"/>
              <a:buNone/>
              <a:defRPr>
                <a:solidFill>
                  <a:schemeClr val="lt1"/>
                </a:solidFill>
              </a:defRPr>
            </a:lvl9pPr>
          </a:lstStyle>
          <a:p>
            <a:endParaRPr/>
          </a:p>
        </p:txBody>
      </p:sp>
      <p:pic>
        <p:nvPicPr>
          <p:cNvPr id="395" name="Google Shape;395;p42" descr="Xebia_Logo_Purple_RGB copy.pdf"/>
          <p:cNvPicPr preferRelativeResize="0"/>
          <p:nvPr/>
        </p:nvPicPr>
        <p:blipFill rotWithShape="1">
          <a:blip r:embed="rId2">
            <a:alphaModFix/>
          </a:blip>
          <a:srcRect/>
          <a:stretch/>
        </p:blipFill>
        <p:spPr>
          <a:xfrm>
            <a:off x="10085294" y="5991871"/>
            <a:ext cx="1488890" cy="524091"/>
          </a:xfrm>
          <a:prstGeom prst="rect">
            <a:avLst/>
          </a:prstGeom>
          <a:noFill/>
          <a:ln>
            <a:noFill/>
          </a:ln>
        </p:spPr>
      </p:pic>
    </p:spTree>
    <p:extLst>
      <p:ext uri="{BB962C8B-B14F-4D97-AF65-F5344CB8AC3E}">
        <p14:creationId xmlns:p14="http://schemas.microsoft.com/office/powerpoint/2010/main" val="3710147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1.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631773-0CBA-D750-B8DA-724A193489D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8DC5719-EE2D-E966-659F-AB9FF91951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2B4F50-005B-F4A0-353F-E1FC5A41C9F8}"/>
              </a:ext>
            </a:extLst>
          </p:cNvPr>
          <p:cNvSpPr>
            <a:spLocks noGrp="1"/>
          </p:cNvSpPr>
          <p:nvPr>
            <p:ph type="dt" sz="half" idx="10"/>
          </p:nvPr>
        </p:nvSpPr>
        <p:spPr/>
        <p:txBody>
          <a:bodyPr/>
          <a:lstStyle/>
          <a:p>
            <a:fld id="{D5CD177B-8725-45BC-8B88-1BA3E2045F05}" type="datetimeFigureOut">
              <a:rPr lang="en-US" smtClean="0"/>
              <a:t>8/18/2026</a:t>
            </a:fld>
            <a:endParaRPr lang="en-US"/>
          </a:p>
        </p:txBody>
      </p:sp>
      <p:sp>
        <p:nvSpPr>
          <p:cNvPr id="5" name="Footer Placeholder 4">
            <a:extLst>
              <a:ext uri="{FF2B5EF4-FFF2-40B4-BE49-F238E27FC236}">
                <a16:creationId xmlns:a16="http://schemas.microsoft.com/office/drawing/2014/main" id="{70D3AE83-A952-1232-7CBE-5ECB2534833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86BA869-8FFD-8161-B32C-9D22C267E58E}"/>
              </a:ext>
            </a:extLst>
          </p:cNvPr>
          <p:cNvSpPr>
            <a:spLocks noGrp="1"/>
          </p:cNvSpPr>
          <p:nvPr>
            <p:ph type="sldNum" sz="quarter" idx="12"/>
          </p:nvPr>
        </p:nvSpPr>
        <p:spPr/>
        <p:txBody>
          <a:bodyPr/>
          <a:lstStyle/>
          <a:p>
            <a:fld id="{10B87559-819D-4F0C-9E1E-06F3A197EE4B}" type="slidenum">
              <a:rPr lang="en-US" smtClean="0"/>
              <a:t>‹#›</a:t>
            </a:fld>
            <a:endParaRPr lang="en-US"/>
          </a:p>
        </p:txBody>
      </p:sp>
    </p:spTree>
    <p:extLst>
      <p:ext uri="{BB962C8B-B14F-4D97-AF65-F5344CB8AC3E}">
        <p14:creationId xmlns:p14="http://schemas.microsoft.com/office/powerpoint/2010/main" val="3629087753"/>
      </p:ext>
    </p:extLst>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matchingName="1_Title Slide">
  <p:cSld name="1_Title Slide">
    <p:spTree>
      <p:nvGrpSpPr>
        <p:cNvPr id="1" name="Shape 11"/>
        <p:cNvGrpSpPr/>
        <p:nvPr/>
      </p:nvGrpSpPr>
      <p:grpSpPr>
        <a:xfrm>
          <a:off x="0" y="0"/>
          <a:ext cx="0" cy="0"/>
          <a:chOff x="0" y="0"/>
          <a:chExt cx="0" cy="0"/>
        </a:xfrm>
      </p:grpSpPr>
      <p:sp>
        <p:nvSpPr>
          <p:cNvPr id="14" name="Google Shape;14;p3"/>
          <p:cNvSpPr txBox="1">
            <a:spLocks noGrp="1"/>
          </p:cNvSpPr>
          <p:nvPr>
            <p:ph type="title"/>
          </p:nvPr>
        </p:nvSpPr>
        <p:spPr>
          <a:xfrm>
            <a:off x="336529" y="222765"/>
            <a:ext cx="9906355" cy="568180"/>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rgbClr val="222222"/>
              </a:buClr>
              <a:buSzPts val="3000"/>
              <a:buFont typeface="Open Sans"/>
              <a:buNone/>
              <a:defRPr sz="3000" b="1" i="0" u="none" strike="noStrike" cap="none">
                <a:solidFill>
                  <a:srgbClr val="222222"/>
                </a:solidFill>
                <a:latin typeface="Open Sans"/>
                <a:ea typeface="Open Sans"/>
                <a:cs typeface="Open Sans"/>
                <a:sym typeface="Open Sans"/>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Rectangle 6">
            <a:extLst>
              <a:ext uri="{FF2B5EF4-FFF2-40B4-BE49-F238E27FC236}">
                <a16:creationId xmlns:a16="http://schemas.microsoft.com/office/drawing/2014/main" id="{47901565-E942-44E8-9DCA-0B5EF83B18A6}"/>
              </a:ext>
            </a:extLst>
          </p:cNvPr>
          <p:cNvSpPr/>
          <p:nvPr userDrawn="1"/>
        </p:nvSpPr>
        <p:spPr>
          <a:xfrm>
            <a:off x="355149" y="6497394"/>
            <a:ext cx="901209" cy="246221"/>
          </a:xfrm>
          <a:prstGeom prst="rect">
            <a:avLst/>
          </a:prstGeom>
        </p:spPr>
        <p:txBody>
          <a:bodyPr wrap="none">
            <a:spAutoFit/>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000" b="0" i="0">
                <a:solidFill>
                  <a:schemeClr val="bg1">
                    <a:lumMod val="65000"/>
                  </a:schemeClr>
                </a:solidFill>
                <a:latin typeface="Avenir Light" panose="020B0402020203020204" pitchFamily="34" charset="77"/>
              </a:rPr>
              <a:t>© 2021 Xebia</a:t>
            </a:r>
          </a:p>
        </p:txBody>
      </p:sp>
      <p:pic>
        <p:nvPicPr>
          <p:cNvPr id="2" name="Picture 1" descr="A close up of a sign&#10;&#10;Description automatically generated">
            <a:extLst>
              <a:ext uri="{FF2B5EF4-FFF2-40B4-BE49-F238E27FC236}">
                <a16:creationId xmlns:a16="http://schemas.microsoft.com/office/drawing/2014/main" id="{D9959D4E-1A70-9DFE-4AE4-A45A54101EC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0990971" y="423337"/>
            <a:ext cx="833165" cy="275137"/>
          </a:xfrm>
          <a:prstGeom prst="rect">
            <a:avLst/>
          </a:prstGeom>
        </p:spPr>
      </p:pic>
    </p:spTree>
    <p:extLst>
      <p:ext uri="{BB962C8B-B14F-4D97-AF65-F5344CB8AC3E}">
        <p14:creationId xmlns:p14="http://schemas.microsoft.com/office/powerpoint/2010/main" val="786327130"/>
      </p:ext>
    </p:extLst>
  </p:cSld>
  <p:clrMapOvr>
    <a:masterClrMapping/>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userDrawn="1">
  <p:cSld name="Blank with Title">
    <p:spTree>
      <p:nvGrpSpPr>
        <p:cNvPr id="1" name=""/>
        <p:cNvGrpSpPr/>
        <p:nvPr/>
      </p:nvGrpSpPr>
      <p:grpSpPr>
        <a:xfrm>
          <a:off x="0" y="0"/>
          <a:ext cx="0" cy="0"/>
          <a:chOff x="0" y="0"/>
          <a:chExt cx="0" cy="0"/>
        </a:xfrm>
      </p:grpSpPr>
      <p:pic>
        <p:nvPicPr>
          <p:cNvPr id="2" name="Picture 1" descr="A close up of a sign&#10;&#10;Description automatically generated">
            <a:extLst>
              <a:ext uri="{FF2B5EF4-FFF2-40B4-BE49-F238E27FC236}">
                <a16:creationId xmlns:a16="http://schemas.microsoft.com/office/drawing/2014/main" id="{22971960-D58F-B343-9383-9D1A2C633CE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0990971" y="423337"/>
            <a:ext cx="833165" cy="275137"/>
          </a:xfrm>
          <a:prstGeom prst="rect">
            <a:avLst/>
          </a:prstGeom>
        </p:spPr>
      </p:pic>
      <p:sp>
        <p:nvSpPr>
          <p:cNvPr id="7" name="Title 1">
            <a:extLst>
              <a:ext uri="{FF2B5EF4-FFF2-40B4-BE49-F238E27FC236}">
                <a16:creationId xmlns:a16="http://schemas.microsoft.com/office/drawing/2014/main" id="{08FAB7C8-011A-1042-90CC-49F98D949951}"/>
              </a:ext>
            </a:extLst>
          </p:cNvPr>
          <p:cNvSpPr>
            <a:spLocks noGrp="1"/>
          </p:cNvSpPr>
          <p:nvPr>
            <p:ph type="title"/>
          </p:nvPr>
        </p:nvSpPr>
        <p:spPr>
          <a:xfrm>
            <a:off x="330545" y="326905"/>
            <a:ext cx="10515600" cy="468000"/>
          </a:xfrm>
          <a:prstGeom prst="rect">
            <a:avLst/>
          </a:prstGeom>
        </p:spPr>
        <p:txBody>
          <a:bodyPr anchor="t"/>
          <a:lstStyle>
            <a:lvl1pPr>
              <a:defRPr sz="2800" b="0" i="0">
                <a:solidFill>
                  <a:srgbClr val="6A205F"/>
                </a:solidFill>
                <a:latin typeface="Avenir Medium" panose="02000503020000020003" pitchFamily="2" charset="0"/>
              </a:defRPr>
            </a:lvl1pPr>
          </a:lstStyle>
          <a:p>
            <a:r>
              <a:rPr lang="en-US"/>
              <a:t>Click to edit Master title style</a:t>
            </a:r>
          </a:p>
        </p:txBody>
      </p:sp>
      <p:sp>
        <p:nvSpPr>
          <p:cNvPr id="9" name="Rectangle 8">
            <a:extLst>
              <a:ext uri="{FF2B5EF4-FFF2-40B4-BE49-F238E27FC236}">
                <a16:creationId xmlns:a16="http://schemas.microsoft.com/office/drawing/2014/main" id="{EA251E3B-EAED-1145-B455-990CA86067B5}"/>
              </a:ext>
            </a:extLst>
          </p:cNvPr>
          <p:cNvSpPr/>
          <p:nvPr userDrawn="1"/>
        </p:nvSpPr>
        <p:spPr>
          <a:xfrm>
            <a:off x="0" y="6821956"/>
            <a:ext cx="12192000" cy="45719"/>
          </a:xfrm>
          <a:prstGeom prst="rect">
            <a:avLst/>
          </a:prstGeom>
          <a:gradFill flip="none" rotWithShape="1">
            <a:gsLst>
              <a:gs pos="25000">
                <a:srgbClr val="FFB0A6"/>
              </a:gs>
              <a:gs pos="100000">
                <a:srgbClr val="E44F0E"/>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IN" sz="2200" b="0" i="0" u="none" strike="noStrike" kern="1200" cap="none" spc="0" normalizeH="0" baseline="0" noProof="0">
              <a:ln>
                <a:noFill/>
              </a:ln>
              <a:solidFill>
                <a:prstClr val="white"/>
              </a:solidFill>
              <a:effectLst/>
              <a:uLnTx/>
              <a:uFillTx/>
              <a:latin typeface="Avenir LT Std 65 Medium" panose="020B0803020203020204"/>
              <a:ea typeface="+mn-ea"/>
              <a:cs typeface="+mn-cs"/>
            </a:endParaRPr>
          </a:p>
        </p:txBody>
      </p:sp>
      <p:sp>
        <p:nvSpPr>
          <p:cNvPr id="5" name="Text Placeholder 11">
            <a:extLst>
              <a:ext uri="{FF2B5EF4-FFF2-40B4-BE49-F238E27FC236}">
                <a16:creationId xmlns:a16="http://schemas.microsoft.com/office/drawing/2014/main" id="{D53580D3-2B88-7995-246F-5A3ED1A00CDA}"/>
              </a:ext>
            </a:extLst>
          </p:cNvPr>
          <p:cNvSpPr>
            <a:spLocks noGrp="1"/>
          </p:cNvSpPr>
          <p:nvPr>
            <p:ph type="body" sz="quarter" idx="34" hasCustomPrompt="1"/>
          </p:nvPr>
        </p:nvSpPr>
        <p:spPr>
          <a:xfrm>
            <a:off x="330544" y="1382995"/>
            <a:ext cx="11493591" cy="4574460"/>
          </a:xfrm>
        </p:spPr>
        <p:txBody>
          <a:bodyPr lIns="36000" tIns="0" rIns="0" bIns="0">
            <a:noAutofit/>
          </a:bodyPr>
          <a:lstStyle>
            <a:lvl1pPr marL="263525" indent="-263525">
              <a:spcBef>
                <a:spcPts val="600"/>
              </a:spcBef>
              <a:buClr>
                <a:schemeClr val="tx1">
                  <a:lumMod val="75000"/>
                </a:schemeClr>
              </a:buClr>
              <a:buSzPct val="75000"/>
              <a:buFont typeface="Wingdings" panose="05000000000000000000" pitchFamily="2" charset="2"/>
              <a:buChar char="§"/>
              <a:defRPr sz="1800">
                <a:solidFill>
                  <a:schemeClr val="tx1"/>
                </a:solidFill>
                <a:latin typeface="+mj-lt"/>
              </a:defRPr>
            </a:lvl1pPr>
            <a:lvl2pPr marL="442913" indent="-282575">
              <a:spcBef>
                <a:spcPts val="600"/>
              </a:spcBef>
              <a:buClr>
                <a:schemeClr val="tx1">
                  <a:lumMod val="75000"/>
                </a:schemeClr>
              </a:buClr>
              <a:buSzPct val="75000"/>
              <a:buFont typeface="Wingdings" panose="05000000000000000000" pitchFamily="2" charset="2"/>
              <a:buChar char="§"/>
              <a:defRPr sz="1600">
                <a:solidFill>
                  <a:schemeClr val="tx1"/>
                </a:solidFill>
                <a:latin typeface="+mj-lt"/>
              </a:defRPr>
            </a:lvl2pPr>
          </a:lstStyle>
          <a:p>
            <a:pPr lvl="0"/>
            <a:r>
              <a:rPr lang="en-US" noProof="0"/>
              <a:t>Edit Master text styles</a:t>
            </a:r>
          </a:p>
          <a:p>
            <a:pPr lvl="1"/>
            <a:r>
              <a:rPr lang="en-US" noProof="0"/>
              <a:t>Second level</a:t>
            </a:r>
          </a:p>
        </p:txBody>
      </p:sp>
    </p:spTree>
    <p:extLst>
      <p:ext uri="{BB962C8B-B14F-4D97-AF65-F5344CB8AC3E}">
        <p14:creationId xmlns:p14="http://schemas.microsoft.com/office/powerpoint/2010/main" val="1515805175"/>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userDrawn="1">
  <p:cSld name="1_Blank with Title">
    <p:spTree>
      <p:nvGrpSpPr>
        <p:cNvPr id="1" name=""/>
        <p:cNvGrpSpPr/>
        <p:nvPr/>
      </p:nvGrpSpPr>
      <p:grpSpPr>
        <a:xfrm>
          <a:off x="0" y="0"/>
          <a:ext cx="0" cy="0"/>
          <a:chOff x="0" y="0"/>
          <a:chExt cx="0" cy="0"/>
        </a:xfrm>
      </p:grpSpPr>
      <p:pic>
        <p:nvPicPr>
          <p:cNvPr id="2" name="Picture 1" descr="A close up of a sign&#10;&#10;Description automatically generated">
            <a:extLst>
              <a:ext uri="{FF2B5EF4-FFF2-40B4-BE49-F238E27FC236}">
                <a16:creationId xmlns:a16="http://schemas.microsoft.com/office/drawing/2014/main" id="{22971960-D58F-B343-9383-9D1A2C633CE0}"/>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0971" y="423337"/>
            <a:ext cx="833165" cy="275137"/>
          </a:xfrm>
          <a:prstGeom prst="rect">
            <a:avLst/>
          </a:prstGeom>
        </p:spPr>
      </p:pic>
      <p:sp>
        <p:nvSpPr>
          <p:cNvPr id="7" name="Title 1">
            <a:extLst>
              <a:ext uri="{FF2B5EF4-FFF2-40B4-BE49-F238E27FC236}">
                <a16:creationId xmlns:a16="http://schemas.microsoft.com/office/drawing/2014/main" id="{08FAB7C8-011A-1042-90CC-49F98D949951}"/>
              </a:ext>
            </a:extLst>
          </p:cNvPr>
          <p:cNvSpPr>
            <a:spLocks noGrp="1"/>
          </p:cNvSpPr>
          <p:nvPr>
            <p:ph type="title"/>
          </p:nvPr>
        </p:nvSpPr>
        <p:spPr>
          <a:xfrm>
            <a:off x="330545" y="326905"/>
            <a:ext cx="10515600" cy="468000"/>
          </a:xfrm>
          <a:prstGeom prst="rect">
            <a:avLst/>
          </a:prstGeom>
        </p:spPr>
        <p:txBody>
          <a:bodyPr anchor="t"/>
          <a:lstStyle>
            <a:lvl1pPr>
              <a:defRPr sz="2800" b="0" i="0">
                <a:solidFill>
                  <a:srgbClr val="6A205F"/>
                </a:solidFill>
                <a:latin typeface="Avenir Medium" panose="02000503020000020003" pitchFamily="2" charset="0"/>
              </a:defRPr>
            </a:lvl1pPr>
          </a:lstStyle>
          <a:p>
            <a:r>
              <a:rPr lang="en-US"/>
              <a:t>Click to edit Master title style</a:t>
            </a:r>
          </a:p>
        </p:txBody>
      </p:sp>
      <p:sp>
        <p:nvSpPr>
          <p:cNvPr id="9" name="Rectangle 8">
            <a:extLst>
              <a:ext uri="{FF2B5EF4-FFF2-40B4-BE49-F238E27FC236}">
                <a16:creationId xmlns:a16="http://schemas.microsoft.com/office/drawing/2014/main" id="{EA251E3B-EAED-1145-B455-990CA86067B5}"/>
              </a:ext>
            </a:extLst>
          </p:cNvPr>
          <p:cNvSpPr/>
          <p:nvPr userDrawn="1"/>
        </p:nvSpPr>
        <p:spPr>
          <a:xfrm>
            <a:off x="0" y="6821956"/>
            <a:ext cx="12192000" cy="45719"/>
          </a:xfrm>
          <a:prstGeom prst="rect">
            <a:avLst/>
          </a:prstGeom>
          <a:gradFill flip="none" rotWithShape="1">
            <a:gsLst>
              <a:gs pos="25000">
                <a:srgbClr val="FFB0A6"/>
              </a:gs>
              <a:gs pos="100000">
                <a:srgbClr val="E44F0E"/>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IN" sz="2200" b="0" i="0" u="none" strike="noStrike" kern="1200" cap="none" spc="0" normalizeH="0" baseline="0" noProof="0">
              <a:ln>
                <a:noFill/>
              </a:ln>
              <a:solidFill>
                <a:prstClr val="white"/>
              </a:solidFill>
              <a:effectLst/>
              <a:uLnTx/>
              <a:uFillTx/>
              <a:latin typeface="Avenir LT Std 65 Medium" panose="020B0803020203020204"/>
              <a:ea typeface="+mn-ea"/>
              <a:cs typeface="+mn-cs"/>
            </a:endParaRPr>
          </a:p>
        </p:txBody>
      </p:sp>
    </p:spTree>
    <p:extLst>
      <p:ext uri="{BB962C8B-B14F-4D97-AF65-F5344CB8AC3E}">
        <p14:creationId xmlns:p14="http://schemas.microsoft.com/office/powerpoint/2010/main" val="2831093922"/>
      </p:ext>
    </p:extLst>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preserve="1" userDrawn="1">
  <p:cSld name="Main-cover_light">
    <p:bg>
      <p:bgPr>
        <a:solidFill>
          <a:schemeClr val="bg1"/>
        </a:solidFill>
        <a:effectLst/>
      </p:bgPr>
    </p:bg>
    <p:spTree>
      <p:nvGrpSpPr>
        <p:cNvPr id="1" name=""/>
        <p:cNvGrpSpPr/>
        <p:nvPr/>
      </p:nvGrpSpPr>
      <p:grpSpPr>
        <a:xfrm>
          <a:off x="0" y="0"/>
          <a:ext cx="0" cy="0"/>
          <a:chOff x="0" y="0"/>
          <a:chExt cx="0" cy="0"/>
        </a:xfrm>
      </p:grpSpPr>
      <p:sp>
        <p:nvSpPr>
          <p:cNvPr id="46" name="Rectangle 45">
            <a:extLst>
              <a:ext uri="{FF2B5EF4-FFF2-40B4-BE49-F238E27FC236}">
                <a16:creationId xmlns:a16="http://schemas.microsoft.com/office/drawing/2014/main" id="{0D52A9A4-97F2-7F53-0D44-94858DC3118F}"/>
              </a:ext>
            </a:extLst>
          </p:cNvPr>
          <p:cNvSpPr/>
          <p:nvPr userDrawn="1"/>
        </p:nvSpPr>
        <p:spPr>
          <a:xfrm>
            <a:off x="2575367" y="-1"/>
            <a:ext cx="6967960" cy="6867819"/>
          </a:xfrm>
          <a:custGeom>
            <a:avLst/>
            <a:gdLst>
              <a:gd name="connsiteX0" fmla="*/ 0 w 7089494"/>
              <a:gd name="connsiteY0" fmla="*/ 0 h 6858001"/>
              <a:gd name="connsiteX1" fmla="*/ 7089494 w 7089494"/>
              <a:gd name="connsiteY1" fmla="*/ 0 h 6858001"/>
              <a:gd name="connsiteX2" fmla="*/ 7089494 w 7089494"/>
              <a:gd name="connsiteY2" fmla="*/ 6858001 h 6858001"/>
              <a:gd name="connsiteX3" fmla="*/ 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6013048 w 7089494"/>
              <a:gd name="connsiteY3" fmla="*/ 668438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131951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131951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6967960"/>
              <a:gd name="connsiteY0" fmla="*/ 0 h 6863789"/>
              <a:gd name="connsiteX1" fmla="*/ 1319514 w 6967960"/>
              <a:gd name="connsiteY1" fmla="*/ 0 h 6863789"/>
              <a:gd name="connsiteX2" fmla="*/ 6967960 w 6967960"/>
              <a:gd name="connsiteY2" fmla="*/ 6863789 h 6863789"/>
              <a:gd name="connsiteX3" fmla="*/ 5202820 w 6967960"/>
              <a:gd name="connsiteY3" fmla="*/ 6858001 h 6863789"/>
              <a:gd name="connsiteX4" fmla="*/ 0 w 6967960"/>
              <a:gd name="connsiteY4" fmla="*/ 0 h 68637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67960" h="6863789">
                <a:moveTo>
                  <a:pt x="0" y="0"/>
                </a:moveTo>
                <a:lnTo>
                  <a:pt x="1319514" y="0"/>
                </a:lnTo>
                <a:cubicBezTo>
                  <a:pt x="2322654" y="4375230"/>
                  <a:pt x="5044633" y="4577789"/>
                  <a:pt x="6967960" y="6863789"/>
                </a:cubicBezTo>
                <a:lnTo>
                  <a:pt x="5202820" y="6858001"/>
                </a:lnTo>
                <a:cubicBezTo>
                  <a:pt x="3624805" y="4299996"/>
                  <a:pt x="1196049" y="2708476"/>
                  <a:pt x="0" y="0"/>
                </a:cubicBez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
        <p:nvSpPr>
          <p:cNvPr id="7" name="Text Placeholder 6">
            <a:extLst>
              <a:ext uri="{FF2B5EF4-FFF2-40B4-BE49-F238E27FC236}">
                <a16:creationId xmlns:a16="http://schemas.microsoft.com/office/drawing/2014/main" id="{E826FE26-AFDB-F07C-663E-7C33DA765794}"/>
              </a:ext>
            </a:extLst>
          </p:cNvPr>
          <p:cNvSpPr>
            <a:spLocks noGrp="1"/>
          </p:cNvSpPr>
          <p:nvPr>
            <p:ph idx="1" hasCustomPrompt="1"/>
          </p:nvPr>
        </p:nvSpPr>
        <p:spPr>
          <a:xfrm>
            <a:off x="550862" y="5542224"/>
            <a:ext cx="5545138" cy="766300"/>
          </a:xfrm>
          <a:prstGeom prst="rect">
            <a:avLst/>
          </a:prstGeom>
        </p:spPr>
        <p:txBody>
          <a:bodyPr vert="horz" lIns="0" tIns="0" rIns="0" bIns="0" rtlCol="0">
            <a:normAutofit/>
          </a:bodyPr>
          <a:lstStyle>
            <a:lvl1pPr marL="0" indent="0">
              <a:buNone/>
              <a:defRPr/>
            </a:lvl1pPr>
            <a:lvl2pPr marL="457200" indent="0">
              <a:buNone/>
              <a:defRPr/>
            </a:lvl2pPr>
            <a:lvl3pPr marL="914400" indent="0">
              <a:buNone/>
              <a:defRPr/>
            </a:lvl3pPr>
          </a:lstStyle>
          <a:p>
            <a:pPr lvl="0"/>
            <a:r>
              <a:rPr lang="en-GB"/>
              <a:t>Click to edit Master text styles</a:t>
            </a:r>
          </a:p>
        </p:txBody>
      </p:sp>
      <p:sp>
        <p:nvSpPr>
          <p:cNvPr id="8" name="Title Placeholder 10">
            <a:extLst>
              <a:ext uri="{FF2B5EF4-FFF2-40B4-BE49-F238E27FC236}">
                <a16:creationId xmlns:a16="http://schemas.microsoft.com/office/drawing/2014/main" id="{D0396193-2776-6A62-7DE8-4E7F9141097E}"/>
              </a:ext>
            </a:extLst>
          </p:cNvPr>
          <p:cNvSpPr>
            <a:spLocks noGrp="1"/>
          </p:cNvSpPr>
          <p:nvPr>
            <p:ph type="title" hasCustomPrompt="1"/>
          </p:nvPr>
        </p:nvSpPr>
        <p:spPr>
          <a:xfrm>
            <a:off x="550863" y="4298206"/>
            <a:ext cx="5545138" cy="1244018"/>
          </a:xfrm>
          <a:prstGeom prst="rect">
            <a:avLst/>
          </a:prstGeom>
        </p:spPr>
        <p:txBody>
          <a:bodyPr vert="horz" lIns="0" tIns="0" rIns="0" bIns="0" rtlCol="0" anchor="t">
            <a:normAutofit/>
          </a:bodyPr>
          <a:lstStyle>
            <a:lvl1pPr>
              <a:defRPr>
                <a:solidFill>
                  <a:schemeClr val="tx2"/>
                </a:solidFill>
              </a:defRPr>
            </a:lvl1pPr>
          </a:lstStyle>
          <a:p>
            <a:r>
              <a:rPr lang="en-GB"/>
              <a:t>Title of the</a:t>
            </a:r>
            <a:br>
              <a:rPr lang="en-GB"/>
            </a:br>
            <a:r>
              <a:rPr lang="en-GB"/>
              <a:t>presentation</a:t>
            </a:r>
            <a:endParaRPr lang="en-PL"/>
          </a:p>
        </p:txBody>
      </p:sp>
      <p:sp>
        <p:nvSpPr>
          <p:cNvPr id="24" name="Picture Placeholder 23">
            <a:extLst>
              <a:ext uri="{FF2B5EF4-FFF2-40B4-BE49-F238E27FC236}">
                <a16:creationId xmlns:a16="http://schemas.microsoft.com/office/drawing/2014/main" id="{EE48DFFF-E338-09B9-2477-E5D55A4DD2B9}"/>
              </a:ext>
            </a:extLst>
          </p:cNvPr>
          <p:cNvSpPr>
            <a:spLocks noGrp="1"/>
          </p:cNvSpPr>
          <p:nvPr>
            <p:ph type="pic" sz="quarter" idx="10" hasCustomPrompt="1"/>
          </p:nvPr>
        </p:nvSpPr>
        <p:spPr>
          <a:xfrm>
            <a:off x="3958542" y="1"/>
            <a:ext cx="8233458" cy="6858000"/>
          </a:xfrm>
          <a:custGeom>
            <a:avLst/>
            <a:gdLst>
              <a:gd name="connsiteX0" fmla="*/ 0 w 8233458"/>
              <a:gd name="connsiteY0" fmla="*/ 0 h 6858000"/>
              <a:gd name="connsiteX1" fmla="*/ 8233458 w 8233458"/>
              <a:gd name="connsiteY1" fmla="*/ 0 h 6858000"/>
              <a:gd name="connsiteX2" fmla="*/ 8233458 w 8233458"/>
              <a:gd name="connsiteY2" fmla="*/ 6858000 h 6858000"/>
              <a:gd name="connsiteX3" fmla="*/ 5776855 w 8233458"/>
              <a:gd name="connsiteY3" fmla="*/ 6858000 h 6858000"/>
              <a:gd name="connsiteX4" fmla="*/ 2226297 w 8233458"/>
              <a:gd name="connsiteY4" fmla="*/ 3819525 h 6858000"/>
              <a:gd name="connsiteX5" fmla="*/ 0 w 8233458"/>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233458" h="6858000">
                <a:moveTo>
                  <a:pt x="0" y="0"/>
                </a:moveTo>
                <a:lnTo>
                  <a:pt x="8233458" y="0"/>
                </a:lnTo>
                <a:lnTo>
                  <a:pt x="8233458" y="6858000"/>
                </a:lnTo>
                <a:lnTo>
                  <a:pt x="5776855" y="6858000"/>
                </a:lnTo>
                <a:cubicBezTo>
                  <a:pt x="5776855" y="6858000"/>
                  <a:pt x="3771270" y="5153026"/>
                  <a:pt x="2226297" y="3819525"/>
                </a:cubicBezTo>
                <a:cubicBezTo>
                  <a:pt x="681323" y="2486025"/>
                  <a:pt x="0" y="0"/>
                  <a:pt x="0" y="0"/>
                </a:cubicBezTo>
                <a:close/>
              </a:path>
            </a:pathLst>
          </a:custGeom>
          <a:solidFill>
            <a:schemeClr val="bg2"/>
          </a:solidFill>
        </p:spPr>
        <p:txBody>
          <a:bodyPr wrap="square" lIns="2520000" rIns="2520000" anchor="ctr">
            <a:noAutofit/>
          </a:bodyPr>
          <a:lstStyle>
            <a:lvl1pPr marL="0" indent="0" algn="ctr">
              <a:buNone/>
              <a:defRPr sz="1600"/>
            </a:lvl1pPr>
          </a:lstStyle>
          <a:p>
            <a:r>
              <a:rPr lang="en-GB"/>
              <a:t>You can add a photo</a:t>
            </a:r>
          </a:p>
        </p:txBody>
      </p:sp>
      <p:sp>
        <p:nvSpPr>
          <p:cNvPr id="36" name="Freeform 35">
            <a:extLst>
              <a:ext uri="{FF2B5EF4-FFF2-40B4-BE49-F238E27FC236}">
                <a16:creationId xmlns:a16="http://schemas.microsoft.com/office/drawing/2014/main" id="{65547924-9C4A-ECA1-A5C7-F0DEF0CA22FA}"/>
              </a:ext>
            </a:extLst>
          </p:cNvPr>
          <p:cNvSpPr/>
          <p:nvPr userDrawn="1"/>
        </p:nvSpPr>
        <p:spPr>
          <a:xfrm>
            <a:off x="3003630" y="-1"/>
            <a:ext cx="6769849" cy="6867819"/>
          </a:xfrm>
          <a:custGeom>
            <a:avLst/>
            <a:gdLst>
              <a:gd name="connsiteX0" fmla="*/ 0 w 6765403"/>
              <a:gd name="connsiteY0" fmla="*/ 0 h 6858000"/>
              <a:gd name="connsiteX1" fmla="*/ 1030147 w 6765403"/>
              <a:gd name="connsiteY1" fmla="*/ 0 h 6858000"/>
              <a:gd name="connsiteX2" fmla="*/ 3237665 w 6765403"/>
              <a:gd name="connsiteY2" fmla="*/ 3818547 h 6858000"/>
              <a:gd name="connsiteX3" fmla="*/ 6758275 w 6765403"/>
              <a:gd name="connsiteY3" fmla="*/ 6856244 h 6858000"/>
              <a:gd name="connsiteX4" fmla="*/ 6765403 w 6765403"/>
              <a:gd name="connsiteY4" fmla="*/ 6856244 h 6858000"/>
              <a:gd name="connsiteX5" fmla="*/ 6765403 w 6765403"/>
              <a:gd name="connsiteY5" fmla="*/ 6858000 h 6858000"/>
              <a:gd name="connsiteX6" fmla="*/ 0 w 6765403"/>
              <a:gd name="connsiteY6" fmla="*/ 6858000 h 6858000"/>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5972537 w 6765403"/>
              <a:gd name="connsiteY6" fmla="*/ 6869574 h 6869574"/>
              <a:gd name="connsiteX7" fmla="*/ 0 w 6765403"/>
              <a:gd name="connsiteY7" fmla="*/ 0 h 6869574"/>
              <a:gd name="connsiteX0" fmla="*/ 0 w 6765403"/>
              <a:gd name="connsiteY0" fmla="*/ 0 h 6858000"/>
              <a:gd name="connsiteX1" fmla="*/ 1030147 w 6765403"/>
              <a:gd name="connsiteY1" fmla="*/ 0 h 6858000"/>
              <a:gd name="connsiteX2" fmla="*/ 3237665 w 6765403"/>
              <a:gd name="connsiteY2" fmla="*/ 3818547 h 6858000"/>
              <a:gd name="connsiteX3" fmla="*/ 6758275 w 6765403"/>
              <a:gd name="connsiteY3" fmla="*/ 6856244 h 6858000"/>
              <a:gd name="connsiteX4" fmla="*/ 6765403 w 6765403"/>
              <a:gd name="connsiteY4" fmla="*/ 6856244 h 6858000"/>
              <a:gd name="connsiteX5" fmla="*/ 6765403 w 6765403"/>
              <a:gd name="connsiteY5" fmla="*/ 6858000 h 6858000"/>
              <a:gd name="connsiteX6" fmla="*/ 6400800 w 6765403"/>
              <a:gd name="connsiteY6" fmla="*/ 6834850 h 6858000"/>
              <a:gd name="connsiteX7" fmla="*/ 0 w 6765403"/>
              <a:gd name="connsiteY7" fmla="*/ 0 h 6858000"/>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6423950 w 6765403"/>
              <a:gd name="connsiteY6" fmla="*/ 6869574 h 6869574"/>
              <a:gd name="connsiteX7" fmla="*/ 0 w 6765403"/>
              <a:gd name="connsiteY7" fmla="*/ 0 h 6869574"/>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6423950 w 6765403"/>
              <a:gd name="connsiteY6" fmla="*/ 6869574 h 6869574"/>
              <a:gd name="connsiteX7" fmla="*/ 0 w 6765403"/>
              <a:gd name="connsiteY7" fmla="*/ 0 h 6869574"/>
              <a:gd name="connsiteX0" fmla="*/ 0 w 6117221"/>
              <a:gd name="connsiteY0" fmla="*/ 0 h 6875361"/>
              <a:gd name="connsiteX1" fmla="*/ 381965 w 6117221"/>
              <a:gd name="connsiteY1" fmla="*/ 5787 h 6875361"/>
              <a:gd name="connsiteX2" fmla="*/ 2589483 w 6117221"/>
              <a:gd name="connsiteY2" fmla="*/ 3824334 h 6875361"/>
              <a:gd name="connsiteX3" fmla="*/ 6110093 w 6117221"/>
              <a:gd name="connsiteY3" fmla="*/ 6862031 h 6875361"/>
              <a:gd name="connsiteX4" fmla="*/ 6117221 w 6117221"/>
              <a:gd name="connsiteY4" fmla="*/ 6862031 h 6875361"/>
              <a:gd name="connsiteX5" fmla="*/ 6117221 w 6117221"/>
              <a:gd name="connsiteY5" fmla="*/ 6863787 h 6875361"/>
              <a:gd name="connsiteX6" fmla="*/ 5775768 w 6117221"/>
              <a:gd name="connsiteY6" fmla="*/ 6875361 h 6875361"/>
              <a:gd name="connsiteX7" fmla="*/ 0 w 6117221"/>
              <a:gd name="connsiteY7" fmla="*/ 0 h 6875361"/>
              <a:gd name="connsiteX0" fmla="*/ 0 w 6701742"/>
              <a:gd name="connsiteY0" fmla="*/ 1 h 6869574"/>
              <a:gd name="connsiteX1" fmla="*/ 966486 w 6701742"/>
              <a:gd name="connsiteY1" fmla="*/ 0 h 6869574"/>
              <a:gd name="connsiteX2" fmla="*/ 3174004 w 6701742"/>
              <a:gd name="connsiteY2" fmla="*/ 3818547 h 6869574"/>
              <a:gd name="connsiteX3" fmla="*/ 6694614 w 6701742"/>
              <a:gd name="connsiteY3" fmla="*/ 6856244 h 6869574"/>
              <a:gd name="connsiteX4" fmla="*/ 6701742 w 6701742"/>
              <a:gd name="connsiteY4" fmla="*/ 6856244 h 6869574"/>
              <a:gd name="connsiteX5" fmla="*/ 6701742 w 6701742"/>
              <a:gd name="connsiteY5" fmla="*/ 6858000 h 6869574"/>
              <a:gd name="connsiteX6" fmla="*/ 6360289 w 6701742"/>
              <a:gd name="connsiteY6" fmla="*/ 6869574 h 6869574"/>
              <a:gd name="connsiteX7" fmla="*/ 0 w 6701742"/>
              <a:gd name="connsiteY7" fmla="*/ 1 h 6869574"/>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939023"/>
              <a:gd name="connsiteX1" fmla="*/ 966486 w 6701742"/>
              <a:gd name="connsiteY1" fmla="*/ 0 h 6939023"/>
              <a:gd name="connsiteX2" fmla="*/ 3174004 w 6701742"/>
              <a:gd name="connsiteY2" fmla="*/ 3818547 h 6939023"/>
              <a:gd name="connsiteX3" fmla="*/ 6694614 w 6701742"/>
              <a:gd name="connsiteY3" fmla="*/ 6856244 h 6939023"/>
              <a:gd name="connsiteX4" fmla="*/ 6701742 w 6701742"/>
              <a:gd name="connsiteY4" fmla="*/ 6856244 h 6939023"/>
              <a:gd name="connsiteX5" fmla="*/ 6643869 w 6701742"/>
              <a:gd name="connsiteY5" fmla="*/ 6939023 h 6939023"/>
              <a:gd name="connsiteX6" fmla="*/ 6354502 w 6701742"/>
              <a:gd name="connsiteY6" fmla="*/ 6863787 h 6939023"/>
              <a:gd name="connsiteX7" fmla="*/ 0 w 6701742"/>
              <a:gd name="connsiteY7" fmla="*/ 1 h 6939023"/>
              <a:gd name="connsiteX0" fmla="*/ 0 w 6776977"/>
              <a:gd name="connsiteY0" fmla="*/ 1 h 7070376"/>
              <a:gd name="connsiteX1" fmla="*/ 966486 w 6776977"/>
              <a:gd name="connsiteY1" fmla="*/ 0 h 7070376"/>
              <a:gd name="connsiteX2" fmla="*/ 3174004 w 6776977"/>
              <a:gd name="connsiteY2" fmla="*/ 3818547 h 7070376"/>
              <a:gd name="connsiteX3" fmla="*/ 6694614 w 6776977"/>
              <a:gd name="connsiteY3" fmla="*/ 6856244 h 7070376"/>
              <a:gd name="connsiteX4" fmla="*/ 6776977 w 6776977"/>
              <a:gd name="connsiteY4" fmla="*/ 7070376 h 7070376"/>
              <a:gd name="connsiteX5" fmla="*/ 6643869 w 6776977"/>
              <a:gd name="connsiteY5" fmla="*/ 6939023 h 7070376"/>
              <a:gd name="connsiteX6" fmla="*/ 6354502 w 6776977"/>
              <a:gd name="connsiteY6" fmla="*/ 6863787 h 7070376"/>
              <a:gd name="connsiteX7" fmla="*/ 0 w 6776977"/>
              <a:gd name="connsiteY7" fmla="*/ 1 h 7070376"/>
              <a:gd name="connsiteX0" fmla="*/ 0 w 6776977"/>
              <a:gd name="connsiteY0" fmla="*/ 1 h 7070376"/>
              <a:gd name="connsiteX1" fmla="*/ 966486 w 6776977"/>
              <a:gd name="connsiteY1" fmla="*/ 0 h 7070376"/>
              <a:gd name="connsiteX2" fmla="*/ 3174004 w 6776977"/>
              <a:gd name="connsiteY2" fmla="*/ 3818547 h 7070376"/>
              <a:gd name="connsiteX3" fmla="*/ 6769849 w 6776977"/>
              <a:gd name="connsiteY3" fmla="*/ 6867819 h 7070376"/>
              <a:gd name="connsiteX4" fmla="*/ 6776977 w 6776977"/>
              <a:gd name="connsiteY4" fmla="*/ 7070376 h 7070376"/>
              <a:gd name="connsiteX5" fmla="*/ 6643869 w 6776977"/>
              <a:gd name="connsiteY5" fmla="*/ 6939023 h 7070376"/>
              <a:gd name="connsiteX6" fmla="*/ 6354502 w 6776977"/>
              <a:gd name="connsiteY6" fmla="*/ 6863787 h 7070376"/>
              <a:gd name="connsiteX7" fmla="*/ 0 w 6776977"/>
              <a:gd name="connsiteY7" fmla="*/ 1 h 7070376"/>
              <a:gd name="connsiteX0" fmla="*/ 0 w 6769849"/>
              <a:gd name="connsiteY0" fmla="*/ 1 h 6939023"/>
              <a:gd name="connsiteX1" fmla="*/ 966486 w 6769849"/>
              <a:gd name="connsiteY1" fmla="*/ 0 h 6939023"/>
              <a:gd name="connsiteX2" fmla="*/ 3174004 w 6769849"/>
              <a:gd name="connsiteY2" fmla="*/ 3818547 h 6939023"/>
              <a:gd name="connsiteX3" fmla="*/ 6769849 w 6769849"/>
              <a:gd name="connsiteY3" fmla="*/ 6867819 h 6939023"/>
              <a:gd name="connsiteX4" fmla="*/ 6643869 w 6769849"/>
              <a:gd name="connsiteY4" fmla="*/ 6939023 h 6939023"/>
              <a:gd name="connsiteX5" fmla="*/ 6354502 w 6769849"/>
              <a:gd name="connsiteY5" fmla="*/ 6863787 h 6939023"/>
              <a:gd name="connsiteX6" fmla="*/ 0 w 6769849"/>
              <a:gd name="connsiteY6" fmla="*/ 1 h 6939023"/>
              <a:gd name="connsiteX0" fmla="*/ 0 w 6769849"/>
              <a:gd name="connsiteY0" fmla="*/ 1 h 6867819"/>
              <a:gd name="connsiteX1" fmla="*/ 966486 w 6769849"/>
              <a:gd name="connsiteY1" fmla="*/ 0 h 6867819"/>
              <a:gd name="connsiteX2" fmla="*/ 3174004 w 6769849"/>
              <a:gd name="connsiteY2" fmla="*/ 3818547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104557 w 6769849"/>
              <a:gd name="connsiteY2" fmla="*/ 3859058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127706 w 6769849"/>
              <a:gd name="connsiteY2" fmla="*/ 3754885 h 6867819"/>
              <a:gd name="connsiteX3" fmla="*/ 6769849 w 6769849"/>
              <a:gd name="connsiteY3" fmla="*/ 6867819 h 6867819"/>
              <a:gd name="connsiteX4" fmla="*/ 6354502 w 6769849"/>
              <a:gd name="connsiteY4" fmla="*/ 6863787 h 6867819"/>
              <a:gd name="connsiteX5" fmla="*/ 0 w 6769849"/>
              <a:gd name="connsiteY5" fmla="*/ 1 h 6867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769849" h="6867819">
                <a:moveTo>
                  <a:pt x="0" y="1"/>
                </a:moveTo>
                <a:lnTo>
                  <a:pt x="966486" y="0"/>
                </a:lnTo>
                <a:cubicBezTo>
                  <a:pt x="1135707" y="386604"/>
                  <a:pt x="1763052" y="2599757"/>
                  <a:pt x="3127706" y="3754885"/>
                </a:cubicBezTo>
                <a:cubicBezTo>
                  <a:pt x="4467217" y="4888731"/>
                  <a:pt x="6074732" y="6204424"/>
                  <a:pt x="6769849" y="6867819"/>
                </a:cubicBezTo>
                <a:lnTo>
                  <a:pt x="6354502" y="6863787"/>
                </a:lnTo>
                <a:cubicBezTo>
                  <a:pt x="3923818" y="4398380"/>
                  <a:pt x="1533646" y="3946967"/>
                  <a:pt x="0" y="1"/>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pic>
        <p:nvPicPr>
          <p:cNvPr id="2" name="Graphic 1">
            <a:extLst>
              <a:ext uri="{FF2B5EF4-FFF2-40B4-BE49-F238E27FC236}">
                <a16:creationId xmlns:a16="http://schemas.microsoft.com/office/drawing/2014/main" id="{8D4A6AB5-6FB6-1B9F-5FF3-BD1A22BCC6B7}"/>
              </a:ext>
            </a:extLst>
          </p:cNvPr>
          <p:cNvPicPr>
            <a:picLocks noChangeAspect="1"/>
          </p:cNvPicPr>
          <p:nvPr userDrawn="1"/>
        </p:nvPicPr>
        <p:blipFill>
          <a:blip cstate="email">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47125" y="533282"/>
            <a:ext cx="1255744" cy="442730"/>
          </a:xfrm>
          <a:prstGeom prst="rect">
            <a:avLst/>
          </a:prstGeom>
        </p:spPr>
      </p:pic>
    </p:spTree>
    <p:extLst>
      <p:ext uri="{BB962C8B-B14F-4D97-AF65-F5344CB8AC3E}">
        <p14:creationId xmlns:p14="http://schemas.microsoft.com/office/powerpoint/2010/main" val="2828008242"/>
      </p:ext>
    </p:extLst>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preserve="1" userDrawn="1">
  <p:cSld name="Main-cover_dark">
    <p:bg>
      <p:bgPr>
        <a:solidFill>
          <a:schemeClr val="tx2"/>
        </a:solidFill>
        <a:effectLst/>
      </p:bgPr>
    </p:bg>
    <p:spTree>
      <p:nvGrpSpPr>
        <p:cNvPr id="1" name=""/>
        <p:cNvGrpSpPr/>
        <p:nvPr/>
      </p:nvGrpSpPr>
      <p:grpSpPr>
        <a:xfrm>
          <a:off x="0" y="0"/>
          <a:ext cx="0" cy="0"/>
          <a:chOff x="0" y="0"/>
          <a:chExt cx="0" cy="0"/>
        </a:xfrm>
      </p:grpSpPr>
      <p:sp>
        <p:nvSpPr>
          <p:cNvPr id="46" name="Rectangle 45">
            <a:extLst>
              <a:ext uri="{FF2B5EF4-FFF2-40B4-BE49-F238E27FC236}">
                <a16:creationId xmlns:a16="http://schemas.microsoft.com/office/drawing/2014/main" id="{0D52A9A4-97F2-7F53-0D44-94858DC3118F}"/>
              </a:ext>
            </a:extLst>
          </p:cNvPr>
          <p:cNvSpPr/>
          <p:nvPr userDrawn="1"/>
        </p:nvSpPr>
        <p:spPr>
          <a:xfrm>
            <a:off x="2575367" y="-1"/>
            <a:ext cx="6967960" cy="6867819"/>
          </a:xfrm>
          <a:custGeom>
            <a:avLst/>
            <a:gdLst>
              <a:gd name="connsiteX0" fmla="*/ 0 w 7089494"/>
              <a:gd name="connsiteY0" fmla="*/ 0 h 6858001"/>
              <a:gd name="connsiteX1" fmla="*/ 7089494 w 7089494"/>
              <a:gd name="connsiteY1" fmla="*/ 0 h 6858001"/>
              <a:gd name="connsiteX2" fmla="*/ 7089494 w 7089494"/>
              <a:gd name="connsiteY2" fmla="*/ 6858001 h 6858001"/>
              <a:gd name="connsiteX3" fmla="*/ 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6013048 w 7089494"/>
              <a:gd name="connsiteY3" fmla="*/ 668438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708949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131951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7089494"/>
              <a:gd name="connsiteY0" fmla="*/ 0 h 6858001"/>
              <a:gd name="connsiteX1" fmla="*/ 1319514 w 7089494"/>
              <a:gd name="connsiteY1" fmla="*/ 0 h 6858001"/>
              <a:gd name="connsiteX2" fmla="*/ 7089494 w 7089494"/>
              <a:gd name="connsiteY2" fmla="*/ 6858001 h 6858001"/>
              <a:gd name="connsiteX3" fmla="*/ 5202820 w 7089494"/>
              <a:gd name="connsiteY3" fmla="*/ 6858001 h 6858001"/>
              <a:gd name="connsiteX4" fmla="*/ 0 w 7089494"/>
              <a:gd name="connsiteY4" fmla="*/ 0 h 6858001"/>
              <a:gd name="connsiteX0" fmla="*/ 0 w 6967960"/>
              <a:gd name="connsiteY0" fmla="*/ 0 h 6863789"/>
              <a:gd name="connsiteX1" fmla="*/ 1319514 w 6967960"/>
              <a:gd name="connsiteY1" fmla="*/ 0 h 6863789"/>
              <a:gd name="connsiteX2" fmla="*/ 6967960 w 6967960"/>
              <a:gd name="connsiteY2" fmla="*/ 6863789 h 6863789"/>
              <a:gd name="connsiteX3" fmla="*/ 5202820 w 6967960"/>
              <a:gd name="connsiteY3" fmla="*/ 6858001 h 6863789"/>
              <a:gd name="connsiteX4" fmla="*/ 0 w 6967960"/>
              <a:gd name="connsiteY4" fmla="*/ 0 h 68637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67960" h="6863789">
                <a:moveTo>
                  <a:pt x="0" y="0"/>
                </a:moveTo>
                <a:lnTo>
                  <a:pt x="1319514" y="0"/>
                </a:lnTo>
                <a:cubicBezTo>
                  <a:pt x="2322654" y="4375230"/>
                  <a:pt x="5044633" y="4577789"/>
                  <a:pt x="6967960" y="6863789"/>
                </a:cubicBezTo>
                <a:lnTo>
                  <a:pt x="5202820" y="6858001"/>
                </a:lnTo>
                <a:cubicBezTo>
                  <a:pt x="3624805" y="4299996"/>
                  <a:pt x="1196049" y="2708476"/>
                  <a:pt x="0" y="0"/>
                </a:cubicBezTo>
                <a:close/>
              </a:path>
            </a:pathLst>
          </a:custGeom>
          <a:solidFill>
            <a:srgbClr val="5B1E5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
        <p:nvSpPr>
          <p:cNvPr id="7" name="Text Placeholder 6">
            <a:extLst>
              <a:ext uri="{FF2B5EF4-FFF2-40B4-BE49-F238E27FC236}">
                <a16:creationId xmlns:a16="http://schemas.microsoft.com/office/drawing/2014/main" id="{E826FE26-AFDB-F07C-663E-7C33DA765794}"/>
              </a:ext>
            </a:extLst>
          </p:cNvPr>
          <p:cNvSpPr>
            <a:spLocks noGrp="1"/>
          </p:cNvSpPr>
          <p:nvPr>
            <p:ph idx="1" hasCustomPrompt="1"/>
          </p:nvPr>
        </p:nvSpPr>
        <p:spPr>
          <a:xfrm>
            <a:off x="550862" y="5542224"/>
            <a:ext cx="5545138" cy="766300"/>
          </a:xfrm>
          <a:prstGeom prst="rect">
            <a:avLst/>
          </a:prstGeom>
        </p:spPr>
        <p:txBody>
          <a:bodyPr vert="horz" lIns="0" tIns="0" rIns="0" bIns="0" rtlCol="0">
            <a:normAutofit/>
          </a:bodyPr>
          <a:lstStyle>
            <a:lvl1pPr marL="0" indent="0">
              <a:buNone/>
              <a:defRPr>
                <a:solidFill>
                  <a:schemeClr val="bg1"/>
                </a:solidFill>
              </a:defRPr>
            </a:lvl1pPr>
            <a:lvl2pPr marL="457200" indent="0">
              <a:buNone/>
              <a:defRPr/>
            </a:lvl2pPr>
            <a:lvl3pPr marL="914400" indent="0">
              <a:buNone/>
              <a:defRPr/>
            </a:lvl3pPr>
          </a:lstStyle>
          <a:p>
            <a:pPr lvl="0"/>
            <a:r>
              <a:rPr lang="en-GB"/>
              <a:t>Click to edit Master text styles</a:t>
            </a:r>
          </a:p>
        </p:txBody>
      </p:sp>
      <p:sp>
        <p:nvSpPr>
          <p:cNvPr id="8" name="Title Placeholder 10">
            <a:extLst>
              <a:ext uri="{FF2B5EF4-FFF2-40B4-BE49-F238E27FC236}">
                <a16:creationId xmlns:a16="http://schemas.microsoft.com/office/drawing/2014/main" id="{D0396193-2776-6A62-7DE8-4E7F9141097E}"/>
              </a:ext>
            </a:extLst>
          </p:cNvPr>
          <p:cNvSpPr>
            <a:spLocks noGrp="1"/>
          </p:cNvSpPr>
          <p:nvPr>
            <p:ph type="title" hasCustomPrompt="1"/>
          </p:nvPr>
        </p:nvSpPr>
        <p:spPr>
          <a:xfrm>
            <a:off x="550863" y="4298206"/>
            <a:ext cx="5545138" cy="1244018"/>
          </a:xfrm>
          <a:prstGeom prst="rect">
            <a:avLst/>
          </a:prstGeom>
        </p:spPr>
        <p:txBody>
          <a:bodyPr vert="horz" lIns="0" tIns="0" rIns="0" bIns="0" rtlCol="0" anchor="t">
            <a:normAutofit/>
          </a:bodyPr>
          <a:lstStyle>
            <a:lvl1pPr>
              <a:defRPr>
                <a:solidFill>
                  <a:schemeClr val="bg1"/>
                </a:solidFill>
              </a:defRPr>
            </a:lvl1pPr>
          </a:lstStyle>
          <a:p>
            <a:r>
              <a:rPr lang="en-GB"/>
              <a:t>Title of the</a:t>
            </a:r>
            <a:br>
              <a:rPr lang="en-GB"/>
            </a:br>
            <a:r>
              <a:rPr lang="en-GB"/>
              <a:t>presentation</a:t>
            </a:r>
            <a:endParaRPr lang="en-PL"/>
          </a:p>
        </p:txBody>
      </p:sp>
      <p:pic>
        <p:nvPicPr>
          <p:cNvPr id="10" name="Graphic 9">
            <a:extLst>
              <a:ext uri="{FF2B5EF4-FFF2-40B4-BE49-F238E27FC236}">
                <a16:creationId xmlns:a16="http://schemas.microsoft.com/office/drawing/2014/main" id="{D0F5D002-CB2A-CDB8-B066-EF9C29CF2982}"/>
              </a:ext>
            </a:extLst>
          </p:cNvPr>
          <p:cNvPicPr>
            <a:picLocks noChangeAspect="1"/>
          </p:cNvPicPr>
          <p:nvPr userDrawn="1"/>
        </p:nvPicPr>
        <p:blipFill>
          <a:blip cstate="email">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47125" y="533282"/>
            <a:ext cx="1255744" cy="442730"/>
          </a:xfrm>
          <a:prstGeom prst="rect">
            <a:avLst/>
          </a:prstGeom>
        </p:spPr>
      </p:pic>
      <p:sp>
        <p:nvSpPr>
          <p:cNvPr id="24" name="Picture Placeholder 23">
            <a:extLst>
              <a:ext uri="{FF2B5EF4-FFF2-40B4-BE49-F238E27FC236}">
                <a16:creationId xmlns:a16="http://schemas.microsoft.com/office/drawing/2014/main" id="{EE48DFFF-E338-09B9-2477-E5D55A4DD2B9}"/>
              </a:ext>
            </a:extLst>
          </p:cNvPr>
          <p:cNvSpPr>
            <a:spLocks noGrp="1"/>
          </p:cNvSpPr>
          <p:nvPr>
            <p:ph type="pic" sz="quarter" idx="10" hasCustomPrompt="1"/>
          </p:nvPr>
        </p:nvSpPr>
        <p:spPr>
          <a:xfrm>
            <a:off x="3958542" y="1"/>
            <a:ext cx="8233458" cy="6858000"/>
          </a:xfrm>
          <a:custGeom>
            <a:avLst/>
            <a:gdLst>
              <a:gd name="connsiteX0" fmla="*/ 0 w 8233458"/>
              <a:gd name="connsiteY0" fmla="*/ 0 h 6858000"/>
              <a:gd name="connsiteX1" fmla="*/ 8233458 w 8233458"/>
              <a:gd name="connsiteY1" fmla="*/ 0 h 6858000"/>
              <a:gd name="connsiteX2" fmla="*/ 8233458 w 8233458"/>
              <a:gd name="connsiteY2" fmla="*/ 6858000 h 6858000"/>
              <a:gd name="connsiteX3" fmla="*/ 5776855 w 8233458"/>
              <a:gd name="connsiteY3" fmla="*/ 6858000 h 6858000"/>
              <a:gd name="connsiteX4" fmla="*/ 2226297 w 8233458"/>
              <a:gd name="connsiteY4" fmla="*/ 3819525 h 6858000"/>
              <a:gd name="connsiteX5" fmla="*/ 0 w 8233458"/>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233458" h="6858000">
                <a:moveTo>
                  <a:pt x="0" y="0"/>
                </a:moveTo>
                <a:lnTo>
                  <a:pt x="8233458" y="0"/>
                </a:lnTo>
                <a:lnTo>
                  <a:pt x="8233458" y="6858000"/>
                </a:lnTo>
                <a:lnTo>
                  <a:pt x="5776855" y="6858000"/>
                </a:lnTo>
                <a:cubicBezTo>
                  <a:pt x="5776855" y="6858000"/>
                  <a:pt x="3771270" y="5153026"/>
                  <a:pt x="2226297" y="3819525"/>
                </a:cubicBezTo>
                <a:cubicBezTo>
                  <a:pt x="681323" y="2486025"/>
                  <a:pt x="0" y="0"/>
                  <a:pt x="0" y="0"/>
                </a:cubicBezTo>
                <a:close/>
              </a:path>
            </a:pathLst>
          </a:custGeom>
          <a:solidFill>
            <a:schemeClr val="bg2"/>
          </a:solidFill>
        </p:spPr>
        <p:txBody>
          <a:bodyPr wrap="square" lIns="2520000" rIns="2520000" anchor="ctr">
            <a:noAutofit/>
          </a:bodyPr>
          <a:lstStyle>
            <a:lvl1pPr marL="0" indent="0" algn="ctr">
              <a:buNone/>
              <a:defRPr sz="1600"/>
            </a:lvl1pPr>
          </a:lstStyle>
          <a:p>
            <a:r>
              <a:rPr lang="en-GB"/>
              <a:t>You can add a photo</a:t>
            </a:r>
          </a:p>
        </p:txBody>
      </p:sp>
      <p:sp>
        <p:nvSpPr>
          <p:cNvPr id="36" name="Freeform 35">
            <a:extLst>
              <a:ext uri="{FF2B5EF4-FFF2-40B4-BE49-F238E27FC236}">
                <a16:creationId xmlns:a16="http://schemas.microsoft.com/office/drawing/2014/main" id="{65547924-9C4A-ECA1-A5C7-F0DEF0CA22FA}"/>
              </a:ext>
            </a:extLst>
          </p:cNvPr>
          <p:cNvSpPr/>
          <p:nvPr userDrawn="1"/>
        </p:nvSpPr>
        <p:spPr>
          <a:xfrm>
            <a:off x="3003630" y="-1"/>
            <a:ext cx="6769849" cy="6867819"/>
          </a:xfrm>
          <a:custGeom>
            <a:avLst/>
            <a:gdLst>
              <a:gd name="connsiteX0" fmla="*/ 0 w 6765403"/>
              <a:gd name="connsiteY0" fmla="*/ 0 h 6858000"/>
              <a:gd name="connsiteX1" fmla="*/ 1030147 w 6765403"/>
              <a:gd name="connsiteY1" fmla="*/ 0 h 6858000"/>
              <a:gd name="connsiteX2" fmla="*/ 3237665 w 6765403"/>
              <a:gd name="connsiteY2" fmla="*/ 3818547 h 6858000"/>
              <a:gd name="connsiteX3" fmla="*/ 6758275 w 6765403"/>
              <a:gd name="connsiteY3" fmla="*/ 6856244 h 6858000"/>
              <a:gd name="connsiteX4" fmla="*/ 6765403 w 6765403"/>
              <a:gd name="connsiteY4" fmla="*/ 6856244 h 6858000"/>
              <a:gd name="connsiteX5" fmla="*/ 6765403 w 6765403"/>
              <a:gd name="connsiteY5" fmla="*/ 6858000 h 6858000"/>
              <a:gd name="connsiteX6" fmla="*/ 0 w 6765403"/>
              <a:gd name="connsiteY6" fmla="*/ 6858000 h 6858000"/>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5972537 w 6765403"/>
              <a:gd name="connsiteY6" fmla="*/ 6869574 h 6869574"/>
              <a:gd name="connsiteX7" fmla="*/ 0 w 6765403"/>
              <a:gd name="connsiteY7" fmla="*/ 0 h 6869574"/>
              <a:gd name="connsiteX0" fmla="*/ 0 w 6765403"/>
              <a:gd name="connsiteY0" fmla="*/ 0 h 6858000"/>
              <a:gd name="connsiteX1" fmla="*/ 1030147 w 6765403"/>
              <a:gd name="connsiteY1" fmla="*/ 0 h 6858000"/>
              <a:gd name="connsiteX2" fmla="*/ 3237665 w 6765403"/>
              <a:gd name="connsiteY2" fmla="*/ 3818547 h 6858000"/>
              <a:gd name="connsiteX3" fmla="*/ 6758275 w 6765403"/>
              <a:gd name="connsiteY3" fmla="*/ 6856244 h 6858000"/>
              <a:gd name="connsiteX4" fmla="*/ 6765403 w 6765403"/>
              <a:gd name="connsiteY4" fmla="*/ 6856244 h 6858000"/>
              <a:gd name="connsiteX5" fmla="*/ 6765403 w 6765403"/>
              <a:gd name="connsiteY5" fmla="*/ 6858000 h 6858000"/>
              <a:gd name="connsiteX6" fmla="*/ 6400800 w 6765403"/>
              <a:gd name="connsiteY6" fmla="*/ 6834850 h 6858000"/>
              <a:gd name="connsiteX7" fmla="*/ 0 w 6765403"/>
              <a:gd name="connsiteY7" fmla="*/ 0 h 6858000"/>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6423950 w 6765403"/>
              <a:gd name="connsiteY6" fmla="*/ 6869574 h 6869574"/>
              <a:gd name="connsiteX7" fmla="*/ 0 w 6765403"/>
              <a:gd name="connsiteY7" fmla="*/ 0 h 6869574"/>
              <a:gd name="connsiteX0" fmla="*/ 0 w 6765403"/>
              <a:gd name="connsiteY0" fmla="*/ 0 h 6869574"/>
              <a:gd name="connsiteX1" fmla="*/ 1030147 w 6765403"/>
              <a:gd name="connsiteY1" fmla="*/ 0 h 6869574"/>
              <a:gd name="connsiteX2" fmla="*/ 3237665 w 6765403"/>
              <a:gd name="connsiteY2" fmla="*/ 3818547 h 6869574"/>
              <a:gd name="connsiteX3" fmla="*/ 6758275 w 6765403"/>
              <a:gd name="connsiteY3" fmla="*/ 6856244 h 6869574"/>
              <a:gd name="connsiteX4" fmla="*/ 6765403 w 6765403"/>
              <a:gd name="connsiteY4" fmla="*/ 6856244 h 6869574"/>
              <a:gd name="connsiteX5" fmla="*/ 6765403 w 6765403"/>
              <a:gd name="connsiteY5" fmla="*/ 6858000 h 6869574"/>
              <a:gd name="connsiteX6" fmla="*/ 6423950 w 6765403"/>
              <a:gd name="connsiteY6" fmla="*/ 6869574 h 6869574"/>
              <a:gd name="connsiteX7" fmla="*/ 0 w 6765403"/>
              <a:gd name="connsiteY7" fmla="*/ 0 h 6869574"/>
              <a:gd name="connsiteX0" fmla="*/ 0 w 6117221"/>
              <a:gd name="connsiteY0" fmla="*/ 0 h 6875361"/>
              <a:gd name="connsiteX1" fmla="*/ 381965 w 6117221"/>
              <a:gd name="connsiteY1" fmla="*/ 5787 h 6875361"/>
              <a:gd name="connsiteX2" fmla="*/ 2589483 w 6117221"/>
              <a:gd name="connsiteY2" fmla="*/ 3824334 h 6875361"/>
              <a:gd name="connsiteX3" fmla="*/ 6110093 w 6117221"/>
              <a:gd name="connsiteY3" fmla="*/ 6862031 h 6875361"/>
              <a:gd name="connsiteX4" fmla="*/ 6117221 w 6117221"/>
              <a:gd name="connsiteY4" fmla="*/ 6862031 h 6875361"/>
              <a:gd name="connsiteX5" fmla="*/ 6117221 w 6117221"/>
              <a:gd name="connsiteY5" fmla="*/ 6863787 h 6875361"/>
              <a:gd name="connsiteX6" fmla="*/ 5775768 w 6117221"/>
              <a:gd name="connsiteY6" fmla="*/ 6875361 h 6875361"/>
              <a:gd name="connsiteX7" fmla="*/ 0 w 6117221"/>
              <a:gd name="connsiteY7" fmla="*/ 0 h 6875361"/>
              <a:gd name="connsiteX0" fmla="*/ 0 w 6701742"/>
              <a:gd name="connsiteY0" fmla="*/ 1 h 6869574"/>
              <a:gd name="connsiteX1" fmla="*/ 966486 w 6701742"/>
              <a:gd name="connsiteY1" fmla="*/ 0 h 6869574"/>
              <a:gd name="connsiteX2" fmla="*/ 3174004 w 6701742"/>
              <a:gd name="connsiteY2" fmla="*/ 3818547 h 6869574"/>
              <a:gd name="connsiteX3" fmla="*/ 6694614 w 6701742"/>
              <a:gd name="connsiteY3" fmla="*/ 6856244 h 6869574"/>
              <a:gd name="connsiteX4" fmla="*/ 6701742 w 6701742"/>
              <a:gd name="connsiteY4" fmla="*/ 6856244 h 6869574"/>
              <a:gd name="connsiteX5" fmla="*/ 6701742 w 6701742"/>
              <a:gd name="connsiteY5" fmla="*/ 6858000 h 6869574"/>
              <a:gd name="connsiteX6" fmla="*/ 6360289 w 6701742"/>
              <a:gd name="connsiteY6" fmla="*/ 6869574 h 6869574"/>
              <a:gd name="connsiteX7" fmla="*/ 0 w 6701742"/>
              <a:gd name="connsiteY7" fmla="*/ 1 h 6869574"/>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863787"/>
              <a:gd name="connsiteX1" fmla="*/ 966486 w 6701742"/>
              <a:gd name="connsiteY1" fmla="*/ 0 h 6863787"/>
              <a:gd name="connsiteX2" fmla="*/ 3174004 w 6701742"/>
              <a:gd name="connsiteY2" fmla="*/ 3818547 h 6863787"/>
              <a:gd name="connsiteX3" fmla="*/ 6694614 w 6701742"/>
              <a:gd name="connsiteY3" fmla="*/ 6856244 h 6863787"/>
              <a:gd name="connsiteX4" fmla="*/ 6701742 w 6701742"/>
              <a:gd name="connsiteY4" fmla="*/ 6856244 h 6863787"/>
              <a:gd name="connsiteX5" fmla="*/ 6701742 w 6701742"/>
              <a:gd name="connsiteY5" fmla="*/ 6858000 h 6863787"/>
              <a:gd name="connsiteX6" fmla="*/ 6354502 w 6701742"/>
              <a:gd name="connsiteY6" fmla="*/ 6863787 h 6863787"/>
              <a:gd name="connsiteX7" fmla="*/ 0 w 6701742"/>
              <a:gd name="connsiteY7" fmla="*/ 1 h 6863787"/>
              <a:gd name="connsiteX0" fmla="*/ 0 w 6701742"/>
              <a:gd name="connsiteY0" fmla="*/ 1 h 6939023"/>
              <a:gd name="connsiteX1" fmla="*/ 966486 w 6701742"/>
              <a:gd name="connsiteY1" fmla="*/ 0 h 6939023"/>
              <a:gd name="connsiteX2" fmla="*/ 3174004 w 6701742"/>
              <a:gd name="connsiteY2" fmla="*/ 3818547 h 6939023"/>
              <a:gd name="connsiteX3" fmla="*/ 6694614 w 6701742"/>
              <a:gd name="connsiteY3" fmla="*/ 6856244 h 6939023"/>
              <a:gd name="connsiteX4" fmla="*/ 6701742 w 6701742"/>
              <a:gd name="connsiteY4" fmla="*/ 6856244 h 6939023"/>
              <a:gd name="connsiteX5" fmla="*/ 6643869 w 6701742"/>
              <a:gd name="connsiteY5" fmla="*/ 6939023 h 6939023"/>
              <a:gd name="connsiteX6" fmla="*/ 6354502 w 6701742"/>
              <a:gd name="connsiteY6" fmla="*/ 6863787 h 6939023"/>
              <a:gd name="connsiteX7" fmla="*/ 0 w 6701742"/>
              <a:gd name="connsiteY7" fmla="*/ 1 h 6939023"/>
              <a:gd name="connsiteX0" fmla="*/ 0 w 6776977"/>
              <a:gd name="connsiteY0" fmla="*/ 1 h 7070376"/>
              <a:gd name="connsiteX1" fmla="*/ 966486 w 6776977"/>
              <a:gd name="connsiteY1" fmla="*/ 0 h 7070376"/>
              <a:gd name="connsiteX2" fmla="*/ 3174004 w 6776977"/>
              <a:gd name="connsiteY2" fmla="*/ 3818547 h 7070376"/>
              <a:gd name="connsiteX3" fmla="*/ 6694614 w 6776977"/>
              <a:gd name="connsiteY3" fmla="*/ 6856244 h 7070376"/>
              <a:gd name="connsiteX4" fmla="*/ 6776977 w 6776977"/>
              <a:gd name="connsiteY4" fmla="*/ 7070376 h 7070376"/>
              <a:gd name="connsiteX5" fmla="*/ 6643869 w 6776977"/>
              <a:gd name="connsiteY5" fmla="*/ 6939023 h 7070376"/>
              <a:gd name="connsiteX6" fmla="*/ 6354502 w 6776977"/>
              <a:gd name="connsiteY6" fmla="*/ 6863787 h 7070376"/>
              <a:gd name="connsiteX7" fmla="*/ 0 w 6776977"/>
              <a:gd name="connsiteY7" fmla="*/ 1 h 7070376"/>
              <a:gd name="connsiteX0" fmla="*/ 0 w 6776977"/>
              <a:gd name="connsiteY0" fmla="*/ 1 h 7070376"/>
              <a:gd name="connsiteX1" fmla="*/ 966486 w 6776977"/>
              <a:gd name="connsiteY1" fmla="*/ 0 h 7070376"/>
              <a:gd name="connsiteX2" fmla="*/ 3174004 w 6776977"/>
              <a:gd name="connsiteY2" fmla="*/ 3818547 h 7070376"/>
              <a:gd name="connsiteX3" fmla="*/ 6769849 w 6776977"/>
              <a:gd name="connsiteY3" fmla="*/ 6867819 h 7070376"/>
              <a:gd name="connsiteX4" fmla="*/ 6776977 w 6776977"/>
              <a:gd name="connsiteY4" fmla="*/ 7070376 h 7070376"/>
              <a:gd name="connsiteX5" fmla="*/ 6643869 w 6776977"/>
              <a:gd name="connsiteY5" fmla="*/ 6939023 h 7070376"/>
              <a:gd name="connsiteX6" fmla="*/ 6354502 w 6776977"/>
              <a:gd name="connsiteY6" fmla="*/ 6863787 h 7070376"/>
              <a:gd name="connsiteX7" fmla="*/ 0 w 6776977"/>
              <a:gd name="connsiteY7" fmla="*/ 1 h 7070376"/>
              <a:gd name="connsiteX0" fmla="*/ 0 w 6769849"/>
              <a:gd name="connsiteY0" fmla="*/ 1 h 6939023"/>
              <a:gd name="connsiteX1" fmla="*/ 966486 w 6769849"/>
              <a:gd name="connsiteY1" fmla="*/ 0 h 6939023"/>
              <a:gd name="connsiteX2" fmla="*/ 3174004 w 6769849"/>
              <a:gd name="connsiteY2" fmla="*/ 3818547 h 6939023"/>
              <a:gd name="connsiteX3" fmla="*/ 6769849 w 6769849"/>
              <a:gd name="connsiteY3" fmla="*/ 6867819 h 6939023"/>
              <a:gd name="connsiteX4" fmla="*/ 6643869 w 6769849"/>
              <a:gd name="connsiteY4" fmla="*/ 6939023 h 6939023"/>
              <a:gd name="connsiteX5" fmla="*/ 6354502 w 6769849"/>
              <a:gd name="connsiteY5" fmla="*/ 6863787 h 6939023"/>
              <a:gd name="connsiteX6" fmla="*/ 0 w 6769849"/>
              <a:gd name="connsiteY6" fmla="*/ 1 h 6939023"/>
              <a:gd name="connsiteX0" fmla="*/ 0 w 6769849"/>
              <a:gd name="connsiteY0" fmla="*/ 1 h 6867819"/>
              <a:gd name="connsiteX1" fmla="*/ 966486 w 6769849"/>
              <a:gd name="connsiteY1" fmla="*/ 0 h 6867819"/>
              <a:gd name="connsiteX2" fmla="*/ 3174004 w 6769849"/>
              <a:gd name="connsiteY2" fmla="*/ 3818547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266602 w 6769849"/>
              <a:gd name="connsiteY2" fmla="*/ 3679650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104557 w 6769849"/>
              <a:gd name="connsiteY2" fmla="*/ 3859058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029321 w 6769849"/>
              <a:gd name="connsiteY2" fmla="*/ 3673863 h 6867819"/>
              <a:gd name="connsiteX3" fmla="*/ 6769849 w 6769849"/>
              <a:gd name="connsiteY3" fmla="*/ 6867819 h 6867819"/>
              <a:gd name="connsiteX4" fmla="*/ 6354502 w 6769849"/>
              <a:gd name="connsiteY4" fmla="*/ 6863787 h 6867819"/>
              <a:gd name="connsiteX5" fmla="*/ 0 w 6769849"/>
              <a:gd name="connsiteY5" fmla="*/ 1 h 6867819"/>
              <a:gd name="connsiteX0" fmla="*/ 0 w 6769849"/>
              <a:gd name="connsiteY0" fmla="*/ 1 h 6867819"/>
              <a:gd name="connsiteX1" fmla="*/ 966486 w 6769849"/>
              <a:gd name="connsiteY1" fmla="*/ 0 h 6867819"/>
              <a:gd name="connsiteX2" fmla="*/ 3127706 w 6769849"/>
              <a:gd name="connsiteY2" fmla="*/ 3754885 h 6867819"/>
              <a:gd name="connsiteX3" fmla="*/ 6769849 w 6769849"/>
              <a:gd name="connsiteY3" fmla="*/ 6867819 h 6867819"/>
              <a:gd name="connsiteX4" fmla="*/ 6354502 w 6769849"/>
              <a:gd name="connsiteY4" fmla="*/ 6863787 h 6867819"/>
              <a:gd name="connsiteX5" fmla="*/ 0 w 6769849"/>
              <a:gd name="connsiteY5" fmla="*/ 1 h 6867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769849" h="6867819">
                <a:moveTo>
                  <a:pt x="0" y="1"/>
                </a:moveTo>
                <a:lnTo>
                  <a:pt x="966486" y="0"/>
                </a:lnTo>
                <a:cubicBezTo>
                  <a:pt x="1135707" y="386604"/>
                  <a:pt x="1763052" y="2599757"/>
                  <a:pt x="3127706" y="3754885"/>
                </a:cubicBezTo>
                <a:cubicBezTo>
                  <a:pt x="4467217" y="4888731"/>
                  <a:pt x="6074732" y="6204424"/>
                  <a:pt x="6769849" y="6867819"/>
                </a:cubicBezTo>
                <a:lnTo>
                  <a:pt x="6354502" y="6863787"/>
                </a:lnTo>
                <a:cubicBezTo>
                  <a:pt x="3923818" y="4398380"/>
                  <a:pt x="1533646" y="3946967"/>
                  <a:pt x="0" y="1"/>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Tree>
    <p:extLst>
      <p:ext uri="{BB962C8B-B14F-4D97-AF65-F5344CB8AC3E}">
        <p14:creationId xmlns:p14="http://schemas.microsoft.com/office/powerpoint/2010/main" val="800539780"/>
      </p:ext>
    </p:extLst>
  </p:cSld>
  <p:clrMapOvr>
    <a:masterClrMapping/>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preserve="1" userDrawn="1">
  <p:cSld name="Table of contents_photo">
    <p:bg>
      <p:bgPr>
        <a:solidFill>
          <a:schemeClr val="accent4"/>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07E160A-0514-EFDC-B468-65BCB476F62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5" name="Text Placeholder 6">
            <a:extLst>
              <a:ext uri="{FF2B5EF4-FFF2-40B4-BE49-F238E27FC236}">
                <a16:creationId xmlns:a16="http://schemas.microsoft.com/office/drawing/2014/main" id="{73090C62-63EE-C783-3628-6FD1DFD6EB91}"/>
              </a:ext>
            </a:extLst>
          </p:cNvPr>
          <p:cNvSpPr>
            <a:spLocks noGrp="1"/>
          </p:cNvSpPr>
          <p:nvPr>
            <p:ph idx="1" hasCustomPrompt="1"/>
          </p:nvPr>
        </p:nvSpPr>
        <p:spPr>
          <a:xfrm>
            <a:off x="554037" y="1436914"/>
            <a:ext cx="5545138" cy="4862085"/>
          </a:xfrm>
          <a:prstGeom prst="rect">
            <a:avLst/>
          </a:prstGeom>
        </p:spPr>
        <p:txBody>
          <a:bodyPr vert="horz" lIns="0" tIns="0" rIns="0" bIns="0" rtlCol="0">
            <a:normAutofit/>
          </a:bodyPr>
          <a:lstStyle>
            <a:lvl1pPr marL="7938" indent="-7938">
              <a:buNone/>
              <a:tabLst/>
              <a:defRPr b="1">
                <a:solidFill>
                  <a:schemeClr val="tx2"/>
                </a:solidFill>
              </a:defRPr>
            </a:lvl1pPr>
            <a:lvl2pPr marL="171450" indent="-171450">
              <a:buFont typeface="Arial" panose="020B0604020202020204" pitchFamily="34" charset="0"/>
              <a:buChar char="•"/>
              <a:tabLst/>
              <a:defRPr/>
            </a:lvl2pPr>
            <a:lvl3pPr marL="914400" indent="0">
              <a:buNone/>
              <a:defRPr/>
            </a:lvl3pPr>
          </a:lstStyle>
          <a:p>
            <a:pPr lvl="0"/>
            <a:r>
              <a:rPr lang="en-GB"/>
              <a:t>Table of contents</a:t>
            </a:r>
          </a:p>
          <a:p>
            <a:pPr lvl="1"/>
            <a:r>
              <a:rPr lang="en-GB"/>
              <a:t>Description</a:t>
            </a:r>
          </a:p>
        </p:txBody>
      </p:sp>
      <p:sp>
        <p:nvSpPr>
          <p:cNvPr id="6" name="TextBox 5">
            <a:extLst>
              <a:ext uri="{FF2B5EF4-FFF2-40B4-BE49-F238E27FC236}">
                <a16:creationId xmlns:a16="http://schemas.microsoft.com/office/drawing/2014/main" id="{B25F9747-9017-231A-73B0-F1E43265F031}"/>
              </a:ext>
            </a:extLst>
          </p:cNvPr>
          <p:cNvSpPr txBox="1"/>
          <p:nvPr userDrawn="1"/>
        </p:nvSpPr>
        <p:spPr>
          <a:xfrm>
            <a:off x="554038" y="453513"/>
            <a:ext cx="3342903" cy="553998"/>
          </a:xfrm>
          <a:prstGeom prst="rect">
            <a:avLst/>
          </a:prstGeom>
          <a:noFill/>
        </p:spPr>
        <p:txBody>
          <a:bodyPr wrap="none" lIns="0" rtlCol="0">
            <a:spAutoFit/>
          </a:bodyPr>
          <a:lstStyle/>
          <a:p>
            <a:r>
              <a:rPr lang="en-GB" sz="3000" b="1">
                <a:solidFill>
                  <a:schemeClr val="tx2"/>
                </a:solidFill>
              </a:rPr>
              <a:t>Table of contents</a:t>
            </a:r>
            <a:endParaRPr lang="en-PL" sz="3000" b="1">
              <a:solidFill>
                <a:schemeClr val="tx2"/>
              </a:solidFill>
            </a:endParaRPr>
          </a:p>
        </p:txBody>
      </p:sp>
      <p:sp>
        <p:nvSpPr>
          <p:cNvPr id="10" name="Graphic 8">
            <a:extLst>
              <a:ext uri="{FF2B5EF4-FFF2-40B4-BE49-F238E27FC236}">
                <a16:creationId xmlns:a16="http://schemas.microsoft.com/office/drawing/2014/main" id="{F8E301CF-DA29-892F-5D25-A40CFC0DBDE9}"/>
              </a:ext>
            </a:extLst>
          </p:cNvPr>
          <p:cNvSpPr/>
          <p:nvPr/>
        </p:nvSpPr>
        <p:spPr>
          <a:xfrm rot="1079142">
            <a:off x="7060401" y="1532904"/>
            <a:ext cx="4341607" cy="4670103"/>
          </a:xfrm>
          <a:custGeom>
            <a:avLst/>
            <a:gdLst>
              <a:gd name="connsiteX0" fmla="*/ 1401949 w 1616853"/>
              <a:gd name="connsiteY0" fmla="*/ 422108 h 1739188"/>
              <a:gd name="connsiteX1" fmla="*/ 1615215 w 1616853"/>
              <a:gd name="connsiteY1" fmla="*/ 994174 h 1739188"/>
              <a:gd name="connsiteX2" fmla="*/ 1251001 w 1616853"/>
              <a:gd name="connsiteY2" fmla="*/ 1543821 h 1739188"/>
              <a:gd name="connsiteX3" fmla="*/ 480868 w 1616853"/>
              <a:gd name="connsiteY3" fmla="*/ 1705884 h 1739188"/>
              <a:gd name="connsiteX4" fmla="*/ 2563 w 1616853"/>
              <a:gd name="connsiteY4" fmla="*/ 1071596 h 1739188"/>
              <a:gd name="connsiteX5" fmla="*/ 319850 w 1616853"/>
              <a:gd name="connsiteY5" fmla="*/ 332242 h 1739188"/>
              <a:gd name="connsiteX6" fmla="*/ 922695 w 1616853"/>
              <a:gd name="connsiteY6" fmla="*/ 2891 h 1739188"/>
              <a:gd name="connsiteX7" fmla="*/ 1401949 w 1616853"/>
              <a:gd name="connsiteY7" fmla="*/ 422013 h 1739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6853" h="1739188">
                <a:moveTo>
                  <a:pt x="1401949" y="422108"/>
                </a:moveTo>
                <a:cubicBezTo>
                  <a:pt x="1530859" y="614760"/>
                  <a:pt x="1630985" y="799718"/>
                  <a:pt x="1615215" y="994174"/>
                </a:cubicBezTo>
                <a:cubicBezTo>
                  <a:pt x="1599446" y="1188726"/>
                  <a:pt x="1467592" y="1392303"/>
                  <a:pt x="1251001" y="1543821"/>
                </a:cubicBezTo>
                <a:cubicBezTo>
                  <a:pt x="1034410" y="1695340"/>
                  <a:pt x="732988" y="1794231"/>
                  <a:pt x="480868" y="1705884"/>
                </a:cubicBezTo>
                <a:cubicBezTo>
                  <a:pt x="229319" y="1617443"/>
                  <a:pt x="27072" y="1341670"/>
                  <a:pt x="2563" y="1071596"/>
                </a:cubicBezTo>
                <a:cubicBezTo>
                  <a:pt x="-21851" y="801997"/>
                  <a:pt x="131473" y="538194"/>
                  <a:pt x="319850" y="332242"/>
                </a:cubicBezTo>
                <a:cubicBezTo>
                  <a:pt x="508227" y="126291"/>
                  <a:pt x="732038" y="-22853"/>
                  <a:pt x="922695" y="2891"/>
                </a:cubicBezTo>
                <a:cubicBezTo>
                  <a:pt x="1113922" y="28730"/>
                  <a:pt x="1272565" y="229457"/>
                  <a:pt x="1401949" y="422013"/>
                </a:cubicBezTo>
                <a:close/>
              </a:path>
            </a:pathLst>
          </a:custGeom>
          <a:solidFill>
            <a:schemeClr val="bg1"/>
          </a:solidFill>
          <a:ln w="9487" cap="flat">
            <a:noFill/>
            <a:prstDash val="solid"/>
            <a:miter/>
          </a:ln>
        </p:spPr>
        <p:txBody>
          <a:bodyPr rtlCol="0" anchor="ctr"/>
          <a:lstStyle/>
          <a:p>
            <a:endParaRPr lang="en-PL"/>
          </a:p>
        </p:txBody>
      </p:sp>
      <p:sp>
        <p:nvSpPr>
          <p:cNvPr id="13" name="Freeform 12">
            <a:extLst>
              <a:ext uri="{FF2B5EF4-FFF2-40B4-BE49-F238E27FC236}">
                <a16:creationId xmlns:a16="http://schemas.microsoft.com/office/drawing/2014/main" id="{AE509DF0-4947-3F77-001C-EE500A459484}"/>
              </a:ext>
            </a:extLst>
          </p:cNvPr>
          <p:cNvSpPr/>
          <p:nvPr userDrawn="1"/>
        </p:nvSpPr>
        <p:spPr>
          <a:xfrm>
            <a:off x="5411972" y="3867956"/>
            <a:ext cx="6780029" cy="2990045"/>
          </a:xfrm>
          <a:custGeom>
            <a:avLst/>
            <a:gdLst>
              <a:gd name="connsiteX0" fmla="*/ 4839944 w 6780029"/>
              <a:gd name="connsiteY0" fmla="*/ 81 h 2990045"/>
              <a:gd name="connsiteX1" fmla="*/ 5025291 w 6780029"/>
              <a:gd name="connsiteY1" fmla="*/ 7366 h 2990045"/>
              <a:gd name="connsiteX2" fmla="*/ 6687407 w 6780029"/>
              <a:gd name="connsiteY2" fmla="*/ 597420 h 2990045"/>
              <a:gd name="connsiteX3" fmla="*/ 6780029 w 6780029"/>
              <a:gd name="connsiteY3" fmla="*/ 660808 h 2990045"/>
              <a:gd name="connsiteX4" fmla="*/ 6780029 w 6780029"/>
              <a:gd name="connsiteY4" fmla="*/ 2990045 h 2990045"/>
              <a:gd name="connsiteX5" fmla="*/ 0 w 6780029"/>
              <a:gd name="connsiteY5" fmla="*/ 2990045 h 2990045"/>
              <a:gd name="connsiteX6" fmla="*/ 6170 w 6780029"/>
              <a:gd name="connsiteY6" fmla="*/ 2961867 h 2990045"/>
              <a:gd name="connsiteX7" fmla="*/ 2108136 w 6780029"/>
              <a:gd name="connsiteY7" fmla="*/ 966347 h 2990045"/>
              <a:gd name="connsiteX8" fmla="*/ 2108620 w 6780029"/>
              <a:gd name="connsiteY8" fmla="*/ 966347 h 2990045"/>
              <a:gd name="connsiteX9" fmla="*/ 4839944 w 6780029"/>
              <a:gd name="connsiteY9" fmla="*/ 81 h 2990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780029" h="2990045">
                <a:moveTo>
                  <a:pt x="4839944" y="81"/>
                </a:moveTo>
                <a:cubicBezTo>
                  <a:pt x="4901551" y="537"/>
                  <a:pt x="4963327" y="2934"/>
                  <a:pt x="5025291" y="7366"/>
                </a:cubicBezTo>
                <a:cubicBezTo>
                  <a:pt x="5583247" y="47251"/>
                  <a:pt x="6155762" y="252299"/>
                  <a:pt x="6687407" y="597420"/>
                </a:cubicBezTo>
                <a:lnTo>
                  <a:pt x="6780029" y="660808"/>
                </a:lnTo>
                <a:lnTo>
                  <a:pt x="6780029" y="2990045"/>
                </a:lnTo>
                <a:lnTo>
                  <a:pt x="0" y="2990045"/>
                </a:lnTo>
                <a:lnTo>
                  <a:pt x="6170" y="2961867"/>
                </a:lnTo>
                <a:cubicBezTo>
                  <a:pt x="230750" y="2172845"/>
                  <a:pt x="1187750" y="1511778"/>
                  <a:pt x="2108136" y="966347"/>
                </a:cubicBezTo>
                <a:lnTo>
                  <a:pt x="2108620" y="966347"/>
                </a:lnTo>
                <a:cubicBezTo>
                  <a:pt x="3029465" y="422914"/>
                  <a:pt x="3915831" y="-6762"/>
                  <a:pt x="4839944" y="81"/>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17" name="Picture Placeholder 16">
            <a:extLst>
              <a:ext uri="{FF2B5EF4-FFF2-40B4-BE49-F238E27FC236}">
                <a16:creationId xmlns:a16="http://schemas.microsoft.com/office/drawing/2014/main" id="{98E84970-83D2-5FCC-63A9-27783FE6E4C4}"/>
              </a:ext>
            </a:extLst>
          </p:cNvPr>
          <p:cNvSpPr>
            <a:spLocks noGrp="1"/>
          </p:cNvSpPr>
          <p:nvPr>
            <p:ph type="pic" sz="quarter" idx="11"/>
          </p:nvPr>
        </p:nvSpPr>
        <p:spPr>
          <a:xfrm>
            <a:off x="6390007" y="1344770"/>
            <a:ext cx="4643466" cy="4757283"/>
          </a:xfrm>
          <a:custGeom>
            <a:avLst/>
            <a:gdLst>
              <a:gd name="connsiteX0" fmla="*/ 2172219 w 4643466"/>
              <a:gd name="connsiteY0" fmla="*/ 4 h 4757283"/>
              <a:gd name="connsiteX1" fmla="*/ 3682662 w 4643466"/>
              <a:gd name="connsiteY1" fmla="*/ 791177 h 4757283"/>
              <a:gd name="connsiteX2" fmla="*/ 3682719 w 4643466"/>
              <a:gd name="connsiteY2" fmla="*/ 791425 h 4757283"/>
              <a:gd name="connsiteX3" fmla="*/ 4631723 w 4643466"/>
              <a:gd name="connsiteY3" fmla="*/ 2150645 h 4757283"/>
              <a:gd name="connsiteX4" fmla="*/ 3921972 w 4643466"/>
              <a:gd name="connsiteY4" fmla="*/ 3826185 h 4757283"/>
              <a:gd name="connsiteX5" fmla="*/ 1824385 w 4643466"/>
              <a:gd name="connsiteY5" fmla="*/ 4750602 h 4757283"/>
              <a:gd name="connsiteX6" fmla="*/ 83093 w 4643466"/>
              <a:gd name="connsiteY6" fmla="*/ 3400595 h 4757283"/>
              <a:gd name="connsiteX7" fmla="*/ 545938 w 4643466"/>
              <a:gd name="connsiteY7" fmla="*/ 1258862 h 4757283"/>
              <a:gd name="connsiteX8" fmla="*/ 2067058 w 4643466"/>
              <a:gd name="connsiteY8" fmla="*/ 5108 h 4757283"/>
              <a:gd name="connsiteX9" fmla="*/ 2172219 w 4643466"/>
              <a:gd name="connsiteY9" fmla="*/ 4 h 47572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643466" h="4757283">
                <a:moveTo>
                  <a:pt x="2172219" y="4"/>
                </a:moveTo>
                <a:cubicBezTo>
                  <a:pt x="2698457" y="1377"/>
                  <a:pt x="3229338" y="397328"/>
                  <a:pt x="3682662" y="791177"/>
                </a:cubicBezTo>
                <a:lnTo>
                  <a:pt x="3682719" y="791425"/>
                </a:lnTo>
                <a:cubicBezTo>
                  <a:pt x="4164971" y="1212090"/>
                  <a:pt x="4560621" y="1631303"/>
                  <a:pt x="4631723" y="2150645"/>
                </a:cubicBezTo>
                <a:cubicBezTo>
                  <a:pt x="4702885" y="2670238"/>
                  <a:pt x="4448678" y="3288845"/>
                  <a:pt x="3921972" y="3826185"/>
                </a:cubicBezTo>
                <a:cubicBezTo>
                  <a:pt x="3395266" y="4363528"/>
                  <a:pt x="2595453" y="4818175"/>
                  <a:pt x="1824385" y="4750602"/>
                </a:cubicBezTo>
                <a:cubicBezTo>
                  <a:pt x="1054889" y="4682411"/>
                  <a:pt x="314082" y="4091754"/>
                  <a:pt x="83093" y="3400595"/>
                </a:cubicBezTo>
                <a:cubicBezTo>
                  <a:pt x="-147341" y="2710618"/>
                  <a:pt x="132101" y="1920392"/>
                  <a:pt x="545938" y="1258862"/>
                </a:cubicBezTo>
                <a:cubicBezTo>
                  <a:pt x="959775" y="597334"/>
                  <a:pt x="1508470" y="61520"/>
                  <a:pt x="2067058" y="5108"/>
                </a:cubicBezTo>
                <a:cubicBezTo>
                  <a:pt x="2102075" y="1575"/>
                  <a:pt x="2137137" y="-87"/>
                  <a:pt x="2172219" y="4"/>
                </a:cubicBezTo>
                <a:close/>
              </a:path>
            </a:pathLst>
          </a:custGeom>
          <a:solidFill>
            <a:schemeClr val="bg2"/>
          </a:solidFill>
        </p:spPr>
        <p:txBody>
          <a:bodyPr wrap="square" anchor="ctr">
            <a:noAutofit/>
          </a:bodyPr>
          <a:lstStyle>
            <a:lvl1pPr marL="0" indent="0" algn="ctr">
              <a:buNone/>
              <a:defRPr/>
            </a:lvl1pPr>
          </a:lstStyle>
          <a:p>
            <a:r>
              <a:rPr lang="es-ES"/>
              <a:t>Haga clic en el icono para agregar una imagen</a:t>
            </a:r>
            <a:endParaRPr lang="en-PL"/>
          </a:p>
        </p:txBody>
      </p:sp>
      <p:sp>
        <p:nvSpPr>
          <p:cNvPr id="20" name="Freeform 19">
            <a:extLst>
              <a:ext uri="{FF2B5EF4-FFF2-40B4-BE49-F238E27FC236}">
                <a16:creationId xmlns:a16="http://schemas.microsoft.com/office/drawing/2014/main" id="{4FAA4253-6F70-282F-5C25-505FF0B604CB}"/>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
        <p:nvSpPr>
          <p:cNvPr id="2" name="Rectangle 6">
            <a:extLst>
              <a:ext uri="{FF2B5EF4-FFF2-40B4-BE49-F238E27FC236}">
                <a16:creationId xmlns:a16="http://schemas.microsoft.com/office/drawing/2014/main" id="{1A3E24A8-E36B-9C31-D93A-C91331AD16ED}"/>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1850254833"/>
      </p:ext>
    </p:extLst>
  </p:cSld>
  <p:clrMapOvr>
    <a:masterClrMapping/>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preserve="1" userDrawn="1">
  <p:cSld name="Table of contents">
    <p:bg>
      <p:bgPr>
        <a:solidFill>
          <a:schemeClr val="accent4"/>
        </a:solidFill>
        <a:effectLst/>
      </p:bgPr>
    </p:bg>
    <p:spTree>
      <p:nvGrpSpPr>
        <p:cNvPr id="1" name=""/>
        <p:cNvGrpSpPr/>
        <p:nvPr/>
      </p:nvGrpSpPr>
      <p:grpSpPr>
        <a:xfrm>
          <a:off x="0" y="0"/>
          <a:ext cx="0" cy="0"/>
          <a:chOff x="0" y="0"/>
          <a:chExt cx="0" cy="0"/>
        </a:xfrm>
      </p:grpSpPr>
      <p:sp>
        <p:nvSpPr>
          <p:cNvPr id="16" name="Freeform 15">
            <a:extLst>
              <a:ext uri="{FF2B5EF4-FFF2-40B4-BE49-F238E27FC236}">
                <a16:creationId xmlns:a16="http://schemas.microsoft.com/office/drawing/2014/main" id="{50EC95FD-18E8-BB45-C1C0-A724E9A31721}"/>
              </a:ext>
            </a:extLst>
          </p:cNvPr>
          <p:cNvSpPr/>
          <p:nvPr userDrawn="1"/>
        </p:nvSpPr>
        <p:spPr>
          <a:xfrm>
            <a:off x="1" y="-9331"/>
            <a:ext cx="5475247" cy="6867331"/>
          </a:xfrm>
          <a:custGeom>
            <a:avLst/>
            <a:gdLst>
              <a:gd name="connsiteX0" fmla="*/ 0 w 5475247"/>
              <a:gd name="connsiteY0" fmla="*/ 0 h 6981631"/>
              <a:gd name="connsiteX1" fmla="*/ 4473087 w 5475247"/>
              <a:gd name="connsiteY1" fmla="*/ 0 h 6981631"/>
              <a:gd name="connsiteX2" fmla="*/ 4500927 w 5475247"/>
              <a:gd name="connsiteY2" fmla="*/ 33268 h 6981631"/>
              <a:gd name="connsiteX3" fmla="*/ 4923611 w 5475247"/>
              <a:gd name="connsiteY3" fmla="*/ 705713 h 6981631"/>
              <a:gd name="connsiteX4" fmla="*/ 4687098 w 5475247"/>
              <a:gd name="connsiteY4" fmla="*/ 6631117 h 6981631"/>
              <a:gd name="connsiteX5" fmla="*/ 4505245 w 5475247"/>
              <a:gd name="connsiteY5" fmla="*/ 6981631 h 6981631"/>
              <a:gd name="connsiteX6" fmla="*/ 0 w 5475247"/>
              <a:gd name="connsiteY6" fmla="*/ 6981631 h 698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475247" h="6981631">
                <a:moveTo>
                  <a:pt x="0" y="0"/>
                </a:moveTo>
                <a:lnTo>
                  <a:pt x="4473087" y="0"/>
                </a:lnTo>
                <a:lnTo>
                  <a:pt x="4500927" y="33268"/>
                </a:lnTo>
                <a:cubicBezTo>
                  <a:pt x="4664238" y="241731"/>
                  <a:pt x="4806622" y="465765"/>
                  <a:pt x="4923611" y="705713"/>
                </a:cubicBezTo>
                <a:cubicBezTo>
                  <a:pt x="5781537" y="2465332"/>
                  <a:pt x="5589698" y="4732700"/>
                  <a:pt x="4687098" y="6631117"/>
                </a:cubicBezTo>
                <a:lnTo>
                  <a:pt x="4505245" y="6981631"/>
                </a:lnTo>
                <a:lnTo>
                  <a:pt x="0" y="6981631"/>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3" name="Slide Number Placeholder 2">
            <a:extLst>
              <a:ext uri="{FF2B5EF4-FFF2-40B4-BE49-F238E27FC236}">
                <a16:creationId xmlns:a16="http://schemas.microsoft.com/office/drawing/2014/main" id="{007E160A-0514-EFDC-B468-65BCB476F62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5" name="Text Placeholder 6">
            <a:extLst>
              <a:ext uri="{FF2B5EF4-FFF2-40B4-BE49-F238E27FC236}">
                <a16:creationId xmlns:a16="http://schemas.microsoft.com/office/drawing/2014/main" id="{73090C62-63EE-C783-3628-6FD1DFD6EB91}"/>
              </a:ext>
            </a:extLst>
          </p:cNvPr>
          <p:cNvSpPr>
            <a:spLocks noGrp="1"/>
          </p:cNvSpPr>
          <p:nvPr>
            <p:ph idx="1" hasCustomPrompt="1"/>
          </p:nvPr>
        </p:nvSpPr>
        <p:spPr>
          <a:xfrm>
            <a:off x="554037" y="1436914"/>
            <a:ext cx="4177535" cy="4782485"/>
          </a:xfrm>
          <a:prstGeom prst="rect">
            <a:avLst/>
          </a:prstGeom>
        </p:spPr>
        <p:txBody>
          <a:bodyPr vert="horz" lIns="0" tIns="0" rIns="0" bIns="0" rtlCol="0">
            <a:normAutofit/>
          </a:bodyPr>
          <a:lstStyle>
            <a:lvl1pPr marL="7938" indent="-7938">
              <a:buNone/>
              <a:tabLst/>
              <a:defRPr b="1">
                <a:solidFill>
                  <a:schemeClr val="tx2"/>
                </a:solidFill>
              </a:defRPr>
            </a:lvl1pPr>
            <a:lvl2pPr marL="171450" indent="-171450">
              <a:buFont typeface="Arial" panose="020B0604020202020204" pitchFamily="34" charset="0"/>
              <a:buChar char="•"/>
              <a:tabLst/>
              <a:defRPr/>
            </a:lvl2pPr>
            <a:lvl3pPr marL="914400" indent="0">
              <a:buNone/>
              <a:defRPr/>
            </a:lvl3pPr>
          </a:lstStyle>
          <a:p>
            <a:pPr lvl="0"/>
            <a:r>
              <a:rPr lang="en-GB"/>
              <a:t>Table of contents</a:t>
            </a:r>
          </a:p>
          <a:p>
            <a:pPr lvl="1"/>
            <a:r>
              <a:rPr lang="en-GB"/>
              <a:t>Description</a:t>
            </a:r>
          </a:p>
        </p:txBody>
      </p:sp>
      <p:sp>
        <p:nvSpPr>
          <p:cNvPr id="6" name="TextBox 5">
            <a:extLst>
              <a:ext uri="{FF2B5EF4-FFF2-40B4-BE49-F238E27FC236}">
                <a16:creationId xmlns:a16="http://schemas.microsoft.com/office/drawing/2014/main" id="{B25F9747-9017-231A-73B0-F1E43265F031}"/>
              </a:ext>
            </a:extLst>
          </p:cNvPr>
          <p:cNvSpPr txBox="1"/>
          <p:nvPr userDrawn="1"/>
        </p:nvSpPr>
        <p:spPr>
          <a:xfrm>
            <a:off x="554038" y="453513"/>
            <a:ext cx="3342903" cy="553998"/>
          </a:xfrm>
          <a:prstGeom prst="rect">
            <a:avLst/>
          </a:prstGeom>
          <a:noFill/>
        </p:spPr>
        <p:txBody>
          <a:bodyPr wrap="none" lIns="0" rtlCol="0">
            <a:spAutoFit/>
          </a:bodyPr>
          <a:lstStyle/>
          <a:p>
            <a:r>
              <a:rPr lang="en-GB" sz="3000" b="1">
                <a:solidFill>
                  <a:schemeClr val="tx2"/>
                </a:solidFill>
              </a:rPr>
              <a:t>Table of contents</a:t>
            </a:r>
            <a:endParaRPr lang="en-PL" sz="3000" b="1">
              <a:solidFill>
                <a:schemeClr val="tx2"/>
              </a:solidFill>
            </a:endParaRPr>
          </a:p>
        </p:txBody>
      </p:sp>
      <p:sp>
        <p:nvSpPr>
          <p:cNvPr id="20" name="Freeform 19">
            <a:extLst>
              <a:ext uri="{FF2B5EF4-FFF2-40B4-BE49-F238E27FC236}">
                <a16:creationId xmlns:a16="http://schemas.microsoft.com/office/drawing/2014/main" id="{4FAA4253-6F70-282F-5C25-505FF0B604CB}"/>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
        <p:nvSpPr>
          <p:cNvPr id="2" name="Text Placeholder 6">
            <a:extLst>
              <a:ext uri="{FF2B5EF4-FFF2-40B4-BE49-F238E27FC236}">
                <a16:creationId xmlns:a16="http://schemas.microsoft.com/office/drawing/2014/main" id="{9F25721F-2D83-66F1-DEBC-A499BC9A0B81}"/>
              </a:ext>
            </a:extLst>
          </p:cNvPr>
          <p:cNvSpPr>
            <a:spLocks noGrp="1"/>
          </p:cNvSpPr>
          <p:nvPr>
            <p:ph idx="11" hasCustomPrompt="1"/>
          </p:nvPr>
        </p:nvSpPr>
        <p:spPr>
          <a:xfrm>
            <a:off x="5628938" y="1436913"/>
            <a:ext cx="4177535" cy="4862085"/>
          </a:xfrm>
          <a:prstGeom prst="rect">
            <a:avLst/>
          </a:prstGeom>
        </p:spPr>
        <p:txBody>
          <a:bodyPr vert="horz" lIns="0" tIns="0" rIns="0" bIns="0" rtlCol="0">
            <a:normAutofit/>
          </a:bodyPr>
          <a:lstStyle>
            <a:lvl1pPr marL="7938" indent="-7938">
              <a:buNone/>
              <a:tabLst/>
              <a:defRPr b="1">
                <a:solidFill>
                  <a:schemeClr val="tx2"/>
                </a:solidFill>
              </a:defRPr>
            </a:lvl1pPr>
            <a:lvl2pPr marL="171450" indent="-171450">
              <a:buFont typeface="Arial" panose="020B0604020202020204" pitchFamily="34" charset="0"/>
              <a:buChar char="•"/>
              <a:tabLst/>
              <a:defRPr/>
            </a:lvl2pPr>
            <a:lvl3pPr marL="914400" indent="0">
              <a:buNone/>
              <a:defRPr/>
            </a:lvl3pPr>
          </a:lstStyle>
          <a:p>
            <a:pPr lvl="0"/>
            <a:r>
              <a:rPr lang="en-GB"/>
              <a:t>Table of contents</a:t>
            </a:r>
          </a:p>
          <a:p>
            <a:pPr lvl="1"/>
            <a:r>
              <a:rPr lang="en-GB"/>
              <a:t>Description</a:t>
            </a:r>
          </a:p>
        </p:txBody>
      </p:sp>
      <p:sp>
        <p:nvSpPr>
          <p:cNvPr id="4" name="Rectangle 6">
            <a:extLst>
              <a:ext uri="{FF2B5EF4-FFF2-40B4-BE49-F238E27FC236}">
                <a16:creationId xmlns:a16="http://schemas.microsoft.com/office/drawing/2014/main" id="{1577687A-A4B6-805A-65DE-865982C331E2}"/>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391120795"/>
      </p:ext>
    </p:extLst>
  </p:cSld>
  <p:clrMapOvr>
    <a:masterClrMapping/>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preserve="1" userDrawn="1">
  <p:cSld name="Speaker">
    <p:spTree>
      <p:nvGrpSpPr>
        <p:cNvPr id="1" name=""/>
        <p:cNvGrpSpPr/>
        <p:nvPr/>
      </p:nvGrpSpPr>
      <p:grpSpPr>
        <a:xfrm>
          <a:off x="0" y="0"/>
          <a:ext cx="0" cy="0"/>
          <a:chOff x="0" y="0"/>
          <a:chExt cx="0" cy="0"/>
        </a:xfrm>
      </p:grpSpPr>
      <p:sp>
        <p:nvSpPr>
          <p:cNvPr id="9" name="Freeform 8">
            <a:extLst>
              <a:ext uri="{FF2B5EF4-FFF2-40B4-BE49-F238E27FC236}">
                <a16:creationId xmlns:a16="http://schemas.microsoft.com/office/drawing/2014/main" id="{34920531-3829-D901-CA90-A67538F5550E}"/>
              </a:ext>
            </a:extLst>
          </p:cNvPr>
          <p:cNvSpPr/>
          <p:nvPr userDrawn="1"/>
        </p:nvSpPr>
        <p:spPr>
          <a:xfrm>
            <a:off x="0" y="3626883"/>
            <a:ext cx="6250418" cy="3231117"/>
          </a:xfrm>
          <a:custGeom>
            <a:avLst/>
            <a:gdLst>
              <a:gd name="connsiteX0" fmla="*/ 429623 w 6250418"/>
              <a:gd name="connsiteY0" fmla="*/ 137 h 3231117"/>
              <a:gd name="connsiteX1" fmla="*/ 6107386 w 6250418"/>
              <a:gd name="connsiteY1" fmla="*/ 2905611 h 3231117"/>
              <a:gd name="connsiteX2" fmla="*/ 6218830 w 6250418"/>
              <a:gd name="connsiteY2" fmla="*/ 3150666 h 3231117"/>
              <a:gd name="connsiteX3" fmla="*/ 6250418 w 6250418"/>
              <a:gd name="connsiteY3" fmla="*/ 3231117 h 3231117"/>
              <a:gd name="connsiteX4" fmla="*/ 0 w 6250418"/>
              <a:gd name="connsiteY4" fmla="*/ 3231117 h 3231117"/>
              <a:gd name="connsiteX5" fmla="*/ 0 w 6250418"/>
              <a:gd name="connsiteY5" fmla="*/ 19551 h 3231117"/>
              <a:gd name="connsiteX6" fmla="*/ 201773 w 6250418"/>
              <a:gd name="connsiteY6" fmla="*/ 6063 h 3231117"/>
              <a:gd name="connsiteX7" fmla="*/ 429623 w 6250418"/>
              <a:gd name="connsiteY7" fmla="*/ 137 h 32311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250418" h="3231117">
                <a:moveTo>
                  <a:pt x="429623" y="137"/>
                </a:moveTo>
                <a:cubicBezTo>
                  <a:pt x="2362891" y="-12755"/>
                  <a:pt x="5124279" y="889243"/>
                  <a:pt x="6107386" y="2905611"/>
                </a:cubicBezTo>
                <a:cubicBezTo>
                  <a:pt x="6146710" y="2986266"/>
                  <a:pt x="6183848" y="3067979"/>
                  <a:pt x="6218830" y="3150666"/>
                </a:cubicBezTo>
                <a:lnTo>
                  <a:pt x="6250418" y="3231117"/>
                </a:lnTo>
                <a:lnTo>
                  <a:pt x="0" y="3231117"/>
                </a:lnTo>
                <a:lnTo>
                  <a:pt x="0" y="19551"/>
                </a:lnTo>
                <a:lnTo>
                  <a:pt x="201773" y="6063"/>
                </a:lnTo>
                <a:cubicBezTo>
                  <a:pt x="276287" y="2633"/>
                  <a:pt x="352292" y="653"/>
                  <a:pt x="429623" y="137"/>
                </a:cubicBez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F91F5749-03FC-F7CA-23FC-018BB6393070}"/>
              </a:ext>
            </a:extLst>
          </p:cNvPr>
          <p:cNvSpPr>
            <a:spLocks noGrp="1"/>
          </p:cNvSpPr>
          <p:nvPr>
            <p:ph type="title" hasCustomPrompt="1"/>
          </p:nvPr>
        </p:nvSpPr>
        <p:spPr>
          <a:xfrm>
            <a:off x="554038" y="549476"/>
            <a:ext cx="11090275"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CD743144-2B84-ED9F-7A6C-026226116B57}"/>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4" name="Text Placeholder 6">
            <a:extLst>
              <a:ext uri="{FF2B5EF4-FFF2-40B4-BE49-F238E27FC236}">
                <a16:creationId xmlns:a16="http://schemas.microsoft.com/office/drawing/2014/main" id="{DDA1212E-D354-313E-E545-50E8DAD0E2C1}"/>
              </a:ext>
            </a:extLst>
          </p:cNvPr>
          <p:cNvSpPr>
            <a:spLocks noGrp="1"/>
          </p:cNvSpPr>
          <p:nvPr>
            <p:ph idx="1" hasCustomPrompt="1"/>
          </p:nvPr>
        </p:nvSpPr>
        <p:spPr>
          <a:xfrm>
            <a:off x="4086225" y="3429000"/>
            <a:ext cx="3426938" cy="567965"/>
          </a:xfrm>
          <a:prstGeom prst="rect">
            <a:avLst/>
          </a:prstGeom>
        </p:spPr>
        <p:txBody>
          <a:bodyPr vert="horz" lIns="0" tIns="0" rIns="0" bIns="0" rtlCol="0">
            <a:normAutofit/>
          </a:bodyPr>
          <a:lstStyle>
            <a:lvl1pPr marL="12700" indent="0">
              <a:buNone/>
              <a:tabLst/>
              <a:defRPr b="1">
                <a:solidFill>
                  <a:schemeClr val="tx2"/>
                </a:solidFill>
              </a:defRPr>
            </a:lvl1pPr>
            <a:lvl2pPr marL="184150" indent="-171450">
              <a:buFont typeface="Arial" panose="020B0604020202020204" pitchFamily="34" charset="0"/>
              <a:buChar char="•"/>
              <a:tabLst/>
              <a:defRPr>
                <a:solidFill>
                  <a:schemeClr val="accent3"/>
                </a:solidFill>
              </a:defRPr>
            </a:lvl2pPr>
            <a:lvl3pPr marL="12700" indent="0">
              <a:buNone/>
              <a:tabLst/>
              <a:defRPr/>
            </a:lvl3pPr>
          </a:lstStyle>
          <a:p>
            <a:pPr lvl="0"/>
            <a:r>
              <a:rPr lang="en-GB"/>
              <a:t>Name and Surname</a:t>
            </a:r>
          </a:p>
          <a:p>
            <a:pPr lvl="1"/>
            <a:r>
              <a:rPr lang="en-GB"/>
              <a:t>Position</a:t>
            </a:r>
          </a:p>
        </p:txBody>
      </p:sp>
      <p:sp>
        <p:nvSpPr>
          <p:cNvPr id="11" name="Text Placeholder 10">
            <a:extLst>
              <a:ext uri="{FF2B5EF4-FFF2-40B4-BE49-F238E27FC236}">
                <a16:creationId xmlns:a16="http://schemas.microsoft.com/office/drawing/2014/main" id="{10B09ED9-4286-62EE-6EA2-069EA339FDCB}"/>
              </a:ext>
            </a:extLst>
          </p:cNvPr>
          <p:cNvSpPr>
            <a:spLocks noGrp="1"/>
          </p:cNvSpPr>
          <p:nvPr>
            <p:ph type="body" sz="quarter" idx="11" hasCustomPrompt="1"/>
          </p:nvPr>
        </p:nvSpPr>
        <p:spPr>
          <a:xfrm>
            <a:off x="4086225" y="4260850"/>
            <a:ext cx="7554913" cy="1292225"/>
          </a:xfrm>
        </p:spPr>
        <p:txBody>
          <a:bodyPr>
            <a:normAutofit/>
          </a:bodyPr>
          <a:lstStyle>
            <a:lvl1pPr>
              <a:defRPr sz="1200"/>
            </a:lvl1pPr>
            <a:lvl2pPr marL="179388" indent="-171450">
              <a:buFont typeface="Arial" panose="020B0604020202020204" pitchFamily="34" charset="0"/>
              <a:buChar char="•"/>
              <a:tabLst/>
              <a:defRPr/>
            </a:lvl2pPr>
          </a:lstStyle>
          <a:p>
            <a:pPr lvl="0"/>
            <a:r>
              <a:rPr lang="es-ES"/>
              <a:t>Haga clic para modificar los estilos de texto del patrón</a:t>
            </a:r>
          </a:p>
        </p:txBody>
      </p:sp>
      <p:sp>
        <p:nvSpPr>
          <p:cNvPr id="17" name="Picture Placeholder 16">
            <a:extLst>
              <a:ext uri="{FF2B5EF4-FFF2-40B4-BE49-F238E27FC236}">
                <a16:creationId xmlns:a16="http://schemas.microsoft.com/office/drawing/2014/main" id="{68E59D0F-5073-70D2-7DED-0B771ABD1788}"/>
              </a:ext>
            </a:extLst>
          </p:cNvPr>
          <p:cNvSpPr>
            <a:spLocks noGrp="1"/>
          </p:cNvSpPr>
          <p:nvPr>
            <p:ph type="pic" sz="quarter" idx="12"/>
          </p:nvPr>
        </p:nvSpPr>
        <p:spPr>
          <a:xfrm>
            <a:off x="2296308" y="2970936"/>
            <a:ext cx="1407298" cy="1484092"/>
          </a:xfrm>
          <a:custGeom>
            <a:avLst/>
            <a:gdLst>
              <a:gd name="connsiteX0" fmla="*/ 577388 w 1407298"/>
              <a:gd name="connsiteY0" fmla="*/ 294 h 1484092"/>
              <a:gd name="connsiteX1" fmla="*/ 1228905 w 1407298"/>
              <a:gd name="connsiteY1" fmla="*/ 346913 h 1484092"/>
              <a:gd name="connsiteX2" fmla="*/ 1228836 w 1407298"/>
              <a:gd name="connsiteY2" fmla="*/ 346983 h 1484092"/>
              <a:gd name="connsiteX3" fmla="*/ 1372072 w 1407298"/>
              <a:gd name="connsiteY3" fmla="*/ 1018872 h 1484092"/>
              <a:gd name="connsiteX4" fmla="*/ 845991 w 1407298"/>
              <a:gd name="connsiteY4" fmla="*/ 1395599 h 1484092"/>
              <a:gd name="connsiteX5" fmla="*/ 317059 w 1407298"/>
              <a:gd name="connsiteY5" fmla="*/ 1447400 h 1484092"/>
              <a:gd name="connsiteX6" fmla="*/ 98867 w 1407298"/>
              <a:gd name="connsiteY6" fmla="*/ 973329 h 1484092"/>
              <a:gd name="connsiteX7" fmla="*/ 29544 w 1407298"/>
              <a:gd name="connsiteY7" fmla="*/ 358108 h 1484092"/>
              <a:gd name="connsiteX8" fmla="*/ 577388 w 1407298"/>
              <a:gd name="connsiteY8" fmla="*/ 294 h 1484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07298" h="1484092">
                <a:moveTo>
                  <a:pt x="577388" y="294"/>
                </a:moveTo>
                <a:cubicBezTo>
                  <a:pt x="819082" y="-7424"/>
                  <a:pt x="1069885" y="137898"/>
                  <a:pt x="1228905" y="346913"/>
                </a:cubicBezTo>
                <a:lnTo>
                  <a:pt x="1228836" y="346983"/>
                </a:lnTo>
                <a:cubicBezTo>
                  <a:pt x="1387508" y="555996"/>
                  <a:pt x="1454051" y="828424"/>
                  <a:pt x="1372072" y="1018872"/>
                </a:cubicBezTo>
                <a:cubicBezTo>
                  <a:pt x="1290094" y="1209321"/>
                  <a:pt x="1059664" y="1317931"/>
                  <a:pt x="845991" y="1395599"/>
                </a:cubicBezTo>
                <a:cubicBezTo>
                  <a:pt x="632319" y="1473683"/>
                  <a:pt x="435125" y="1520965"/>
                  <a:pt x="317059" y="1447400"/>
                </a:cubicBezTo>
                <a:cubicBezTo>
                  <a:pt x="198993" y="1374183"/>
                  <a:pt x="159777" y="1179910"/>
                  <a:pt x="98867" y="973329"/>
                </a:cubicBezTo>
                <a:cubicBezTo>
                  <a:pt x="37957" y="766748"/>
                  <a:pt x="-45065" y="547931"/>
                  <a:pt x="29544" y="358108"/>
                </a:cubicBezTo>
                <a:cubicBezTo>
                  <a:pt x="104152" y="168702"/>
                  <a:pt x="336042" y="7944"/>
                  <a:pt x="577388" y="294"/>
                </a:cubicBezTo>
                <a:close/>
              </a:path>
            </a:pathLst>
          </a:custGeom>
          <a:solidFill>
            <a:schemeClr val="bg2"/>
          </a:solidFill>
        </p:spPr>
        <p:txBody>
          <a:bodyPr wrap="square" anchor="ctr">
            <a:noAutofit/>
          </a:bodyPr>
          <a:lstStyle>
            <a:lvl1pPr marL="0" indent="0" algn="ctr">
              <a:buNone/>
              <a:defRPr/>
            </a:lvl1pPr>
          </a:lstStyle>
          <a:p>
            <a:r>
              <a:rPr lang="es-ES"/>
              <a:t>Haga clic en el icono para agregar una imagen</a:t>
            </a:r>
            <a:endParaRPr lang="en-PL"/>
          </a:p>
        </p:txBody>
      </p:sp>
      <p:sp>
        <p:nvSpPr>
          <p:cNvPr id="19" name="Freeform 18">
            <a:extLst>
              <a:ext uri="{FF2B5EF4-FFF2-40B4-BE49-F238E27FC236}">
                <a16:creationId xmlns:a16="http://schemas.microsoft.com/office/drawing/2014/main" id="{AD687D95-E425-C5D6-479D-8E2139CF8679}"/>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
        <p:nvSpPr>
          <p:cNvPr id="5" name="Rectangle 6">
            <a:extLst>
              <a:ext uri="{FF2B5EF4-FFF2-40B4-BE49-F238E27FC236}">
                <a16:creationId xmlns:a16="http://schemas.microsoft.com/office/drawing/2014/main" id="{113DEA68-016A-1EB5-5744-78AC8C731E7D}"/>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3627671935"/>
      </p:ext>
    </p:extLst>
  </p:cSld>
  <p:clrMapOvr>
    <a:masterClrMapping/>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preserve="1" userDrawn="1">
  <p:cSld name="Speaker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1F5749-03FC-F7CA-23FC-018BB6393070}"/>
              </a:ext>
            </a:extLst>
          </p:cNvPr>
          <p:cNvSpPr>
            <a:spLocks noGrp="1"/>
          </p:cNvSpPr>
          <p:nvPr>
            <p:ph type="title" hasCustomPrompt="1"/>
          </p:nvPr>
        </p:nvSpPr>
        <p:spPr>
          <a:xfrm>
            <a:off x="554038" y="549476"/>
            <a:ext cx="11090275"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CD743144-2B84-ED9F-7A6C-026226116B57}"/>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4" name="Text Placeholder 6">
            <a:extLst>
              <a:ext uri="{FF2B5EF4-FFF2-40B4-BE49-F238E27FC236}">
                <a16:creationId xmlns:a16="http://schemas.microsoft.com/office/drawing/2014/main" id="{DDA1212E-D354-313E-E545-50E8DAD0E2C1}"/>
              </a:ext>
            </a:extLst>
          </p:cNvPr>
          <p:cNvSpPr>
            <a:spLocks noGrp="1"/>
          </p:cNvSpPr>
          <p:nvPr>
            <p:ph idx="1" hasCustomPrompt="1"/>
          </p:nvPr>
        </p:nvSpPr>
        <p:spPr>
          <a:xfrm>
            <a:off x="1224485" y="4307293"/>
            <a:ext cx="4209362" cy="567965"/>
          </a:xfrm>
          <a:prstGeom prst="rect">
            <a:avLst/>
          </a:prstGeom>
        </p:spPr>
        <p:txBody>
          <a:bodyPr vert="horz" lIns="0" tIns="0" rIns="0" bIns="0" rtlCol="0">
            <a:normAutofit/>
          </a:bodyPr>
          <a:lstStyle>
            <a:lvl1pPr marL="12700" indent="0" algn="ctr">
              <a:buNone/>
              <a:tabLst/>
              <a:defRPr b="1">
                <a:solidFill>
                  <a:schemeClr val="tx2"/>
                </a:solidFill>
              </a:defRPr>
            </a:lvl1pPr>
            <a:lvl2pPr marL="184150" indent="-171450" algn="ctr">
              <a:buFont typeface="Arial" panose="020B0604020202020204" pitchFamily="34" charset="0"/>
              <a:buChar char="•"/>
              <a:tabLst/>
              <a:defRPr>
                <a:solidFill>
                  <a:schemeClr val="accent3"/>
                </a:solidFill>
              </a:defRPr>
            </a:lvl2pPr>
            <a:lvl3pPr marL="12700" indent="0">
              <a:buNone/>
              <a:tabLst/>
              <a:defRPr/>
            </a:lvl3pPr>
          </a:lstStyle>
          <a:p>
            <a:pPr lvl="0"/>
            <a:r>
              <a:rPr lang="en-GB"/>
              <a:t>Name and Surname</a:t>
            </a:r>
          </a:p>
          <a:p>
            <a:pPr lvl="1"/>
            <a:r>
              <a:rPr lang="en-GB"/>
              <a:t>Position</a:t>
            </a:r>
          </a:p>
        </p:txBody>
      </p:sp>
      <p:sp>
        <p:nvSpPr>
          <p:cNvPr id="11" name="Text Placeholder 10">
            <a:extLst>
              <a:ext uri="{FF2B5EF4-FFF2-40B4-BE49-F238E27FC236}">
                <a16:creationId xmlns:a16="http://schemas.microsoft.com/office/drawing/2014/main" id="{10B09ED9-4286-62EE-6EA2-069EA339FDCB}"/>
              </a:ext>
            </a:extLst>
          </p:cNvPr>
          <p:cNvSpPr>
            <a:spLocks noGrp="1"/>
          </p:cNvSpPr>
          <p:nvPr>
            <p:ph type="body" sz="quarter" idx="11"/>
          </p:nvPr>
        </p:nvSpPr>
        <p:spPr>
          <a:xfrm>
            <a:off x="1224485" y="5031064"/>
            <a:ext cx="4209363" cy="1076177"/>
          </a:xfrm>
        </p:spPr>
        <p:txBody>
          <a:bodyPr>
            <a:normAutofit/>
          </a:bodyPr>
          <a:lstStyle>
            <a:lvl1pPr algn="ctr">
              <a:defRPr sz="1200"/>
            </a:lvl1pPr>
            <a:lvl2pPr marL="179388" indent="-171450" algn="ctr">
              <a:buFont typeface="Arial" panose="020B0604020202020204" pitchFamily="34" charset="0"/>
              <a:buChar char="•"/>
              <a:tabLst/>
              <a:defRPr/>
            </a:lvl2pPr>
          </a:lstStyle>
          <a:p>
            <a:pPr lvl="0"/>
            <a:r>
              <a:rPr lang="es-ES"/>
              <a:t>Haga clic para modificar los estilos de texto del patrón</a:t>
            </a:r>
          </a:p>
        </p:txBody>
      </p:sp>
      <p:sp>
        <p:nvSpPr>
          <p:cNvPr id="17" name="Picture Placeholder 16">
            <a:extLst>
              <a:ext uri="{FF2B5EF4-FFF2-40B4-BE49-F238E27FC236}">
                <a16:creationId xmlns:a16="http://schemas.microsoft.com/office/drawing/2014/main" id="{68E59D0F-5073-70D2-7DED-0B771ABD1788}"/>
              </a:ext>
            </a:extLst>
          </p:cNvPr>
          <p:cNvSpPr>
            <a:spLocks noGrp="1"/>
          </p:cNvSpPr>
          <p:nvPr>
            <p:ph type="pic" sz="quarter" idx="12"/>
          </p:nvPr>
        </p:nvSpPr>
        <p:spPr>
          <a:xfrm>
            <a:off x="2478049" y="2686954"/>
            <a:ext cx="1407298" cy="1484092"/>
          </a:xfrm>
          <a:custGeom>
            <a:avLst/>
            <a:gdLst>
              <a:gd name="connsiteX0" fmla="*/ 577388 w 1407298"/>
              <a:gd name="connsiteY0" fmla="*/ 294 h 1484092"/>
              <a:gd name="connsiteX1" fmla="*/ 1228905 w 1407298"/>
              <a:gd name="connsiteY1" fmla="*/ 346913 h 1484092"/>
              <a:gd name="connsiteX2" fmla="*/ 1228836 w 1407298"/>
              <a:gd name="connsiteY2" fmla="*/ 346983 h 1484092"/>
              <a:gd name="connsiteX3" fmla="*/ 1372072 w 1407298"/>
              <a:gd name="connsiteY3" fmla="*/ 1018872 h 1484092"/>
              <a:gd name="connsiteX4" fmla="*/ 845991 w 1407298"/>
              <a:gd name="connsiteY4" fmla="*/ 1395599 h 1484092"/>
              <a:gd name="connsiteX5" fmla="*/ 317059 w 1407298"/>
              <a:gd name="connsiteY5" fmla="*/ 1447400 h 1484092"/>
              <a:gd name="connsiteX6" fmla="*/ 98867 w 1407298"/>
              <a:gd name="connsiteY6" fmla="*/ 973329 h 1484092"/>
              <a:gd name="connsiteX7" fmla="*/ 29544 w 1407298"/>
              <a:gd name="connsiteY7" fmla="*/ 358108 h 1484092"/>
              <a:gd name="connsiteX8" fmla="*/ 577388 w 1407298"/>
              <a:gd name="connsiteY8" fmla="*/ 294 h 1484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07298" h="1484092">
                <a:moveTo>
                  <a:pt x="577388" y="294"/>
                </a:moveTo>
                <a:cubicBezTo>
                  <a:pt x="819082" y="-7424"/>
                  <a:pt x="1069885" y="137898"/>
                  <a:pt x="1228905" y="346913"/>
                </a:cubicBezTo>
                <a:lnTo>
                  <a:pt x="1228836" y="346983"/>
                </a:lnTo>
                <a:cubicBezTo>
                  <a:pt x="1387508" y="555996"/>
                  <a:pt x="1454051" y="828424"/>
                  <a:pt x="1372072" y="1018872"/>
                </a:cubicBezTo>
                <a:cubicBezTo>
                  <a:pt x="1290094" y="1209321"/>
                  <a:pt x="1059664" y="1317931"/>
                  <a:pt x="845991" y="1395599"/>
                </a:cubicBezTo>
                <a:cubicBezTo>
                  <a:pt x="632319" y="1473683"/>
                  <a:pt x="435125" y="1520965"/>
                  <a:pt x="317059" y="1447400"/>
                </a:cubicBezTo>
                <a:cubicBezTo>
                  <a:pt x="198993" y="1374183"/>
                  <a:pt x="159777" y="1179910"/>
                  <a:pt x="98867" y="973329"/>
                </a:cubicBezTo>
                <a:cubicBezTo>
                  <a:pt x="37957" y="766748"/>
                  <a:pt x="-45065" y="547931"/>
                  <a:pt x="29544" y="358108"/>
                </a:cubicBezTo>
                <a:cubicBezTo>
                  <a:pt x="104152" y="168702"/>
                  <a:pt x="336042" y="7944"/>
                  <a:pt x="577388" y="294"/>
                </a:cubicBezTo>
                <a:close/>
              </a:path>
            </a:pathLst>
          </a:custGeom>
          <a:solidFill>
            <a:schemeClr val="bg2"/>
          </a:solidFill>
        </p:spPr>
        <p:txBody>
          <a:bodyPr wrap="square" anchor="ctr">
            <a:noAutofit/>
          </a:bodyPr>
          <a:lstStyle>
            <a:lvl1pPr marL="0" indent="0" algn="ctr">
              <a:buNone/>
              <a:defRPr/>
            </a:lvl1pPr>
          </a:lstStyle>
          <a:p>
            <a:r>
              <a:rPr lang="es-ES"/>
              <a:t>Haga clic en el icono para agregar una imagen</a:t>
            </a:r>
            <a:endParaRPr lang="en-PL"/>
          </a:p>
        </p:txBody>
      </p:sp>
      <p:sp>
        <p:nvSpPr>
          <p:cNvPr id="5" name="Text Placeholder 6">
            <a:extLst>
              <a:ext uri="{FF2B5EF4-FFF2-40B4-BE49-F238E27FC236}">
                <a16:creationId xmlns:a16="http://schemas.microsoft.com/office/drawing/2014/main" id="{D3BEFE12-0524-0985-AA7F-1671AB15602E}"/>
              </a:ext>
            </a:extLst>
          </p:cNvPr>
          <p:cNvSpPr>
            <a:spLocks noGrp="1"/>
          </p:cNvSpPr>
          <p:nvPr>
            <p:ph idx="13" hasCustomPrompt="1"/>
          </p:nvPr>
        </p:nvSpPr>
        <p:spPr>
          <a:xfrm>
            <a:off x="6807825" y="4307293"/>
            <a:ext cx="4209362" cy="567965"/>
          </a:xfrm>
          <a:prstGeom prst="rect">
            <a:avLst/>
          </a:prstGeom>
        </p:spPr>
        <p:txBody>
          <a:bodyPr vert="horz" lIns="0" tIns="0" rIns="0" bIns="0" rtlCol="0">
            <a:normAutofit/>
          </a:bodyPr>
          <a:lstStyle>
            <a:lvl1pPr marL="12700" indent="0" algn="ctr">
              <a:buNone/>
              <a:tabLst/>
              <a:defRPr b="1">
                <a:solidFill>
                  <a:schemeClr val="tx2"/>
                </a:solidFill>
              </a:defRPr>
            </a:lvl1pPr>
            <a:lvl2pPr marL="184150" indent="-171450" algn="ctr">
              <a:buFont typeface="Arial" panose="020B0604020202020204" pitchFamily="34" charset="0"/>
              <a:buChar char="•"/>
              <a:tabLst/>
              <a:defRPr>
                <a:solidFill>
                  <a:schemeClr val="accent3"/>
                </a:solidFill>
              </a:defRPr>
            </a:lvl2pPr>
            <a:lvl3pPr marL="12700" indent="0">
              <a:buNone/>
              <a:tabLst/>
              <a:defRPr/>
            </a:lvl3pPr>
          </a:lstStyle>
          <a:p>
            <a:pPr lvl="0"/>
            <a:r>
              <a:rPr lang="en-GB"/>
              <a:t>Name and Surname</a:t>
            </a:r>
          </a:p>
          <a:p>
            <a:pPr lvl="1"/>
            <a:r>
              <a:rPr lang="en-GB"/>
              <a:t>Position</a:t>
            </a:r>
          </a:p>
        </p:txBody>
      </p:sp>
      <p:sp>
        <p:nvSpPr>
          <p:cNvPr id="6" name="Text Placeholder 10">
            <a:extLst>
              <a:ext uri="{FF2B5EF4-FFF2-40B4-BE49-F238E27FC236}">
                <a16:creationId xmlns:a16="http://schemas.microsoft.com/office/drawing/2014/main" id="{51A4C240-E285-77C0-A17E-0BDA96C73013}"/>
              </a:ext>
            </a:extLst>
          </p:cNvPr>
          <p:cNvSpPr>
            <a:spLocks noGrp="1"/>
          </p:cNvSpPr>
          <p:nvPr>
            <p:ph type="body" sz="quarter" idx="14"/>
          </p:nvPr>
        </p:nvSpPr>
        <p:spPr>
          <a:xfrm>
            <a:off x="6807825" y="5031064"/>
            <a:ext cx="4209363" cy="1076177"/>
          </a:xfrm>
        </p:spPr>
        <p:txBody>
          <a:bodyPr>
            <a:normAutofit/>
          </a:bodyPr>
          <a:lstStyle>
            <a:lvl1pPr algn="ctr">
              <a:defRPr sz="1200"/>
            </a:lvl1pPr>
            <a:lvl2pPr marL="7938" indent="0" algn="ctr">
              <a:buNone/>
              <a:tabLst/>
              <a:defRPr/>
            </a:lvl2pPr>
          </a:lstStyle>
          <a:p>
            <a:pPr lvl="0"/>
            <a:r>
              <a:rPr lang="es-ES"/>
              <a:t>Haga clic para modificar los estilos de texto del patrón</a:t>
            </a:r>
          </a:p>
        </p:txBody>
      </p:sp>
      <p:sp>
        <p:nvSpPr>
          <p:cNvPr id="7" name="Picture Placeholder 16">
            <a:extLst>
              <a:ext uri="{FF2B5EF4-FFF2-40B4-BE49-F238E27FC236}">
                <a16:creationId xmlns:a16="http://schemas.microsoft.com/office/drawing/2014/main" id="{342F1595-54C1-521B-CB5D-F4CABA31B696}"/>
              </a:ext>
            </a:extLst>
          </p:cNvPr>
          <p:cNvSpPr>
            <a:spLocks noGrp="1"/>
          </p:cNvSpPr>
          <p:nvPr>
            <p:ph type="pic" sz="quarter" idx="15"/>
          </p:nvPr>
        </p:nvSpPr>
        <p:spPr>
          <a:xfrm>
            <a:off x="8061389" y="2686954"/>
            <a:ext cx="1407298" cy="1484092"/>
          </a:xfrm>
          <a:custGeom>
            <a:avLst/>
            <a:gdLst>
              <a:gd name="connsiteX0" fmla="*/ 577388 w 1407298"/>
              <a:gd name="connsiteY0" fmla="*/ 294 h 1484092"/>
              <a:gd name="connsiteX1" fmla="*/ 1228905 w 1407298"/>
              <a:gd name="connsiteY1" fmla="*/ 346913 h 1484092"/>
              <a:gd name="connsiteX2" fmla="*/ 1228836 w 1407298"/>
              <a:gd name="connsiteY2" fmla="*/ 346983 h 1484092"/>
              <a:gd name="connsiteX3" fmla="*/ 1372072 w 1407298"/>
              <a:gd name="connsiteY3" fmla="*/ 1018872 h 1484092"/>
              <a:gd name="connsiteX4" fmla="*/ 845991 w 1407298"/>
              <a:gd name="connsiteY4" fmla="*/ 1395599 h 1484092"/>
              <a:gd name="connsiteX5" fmla="*/ 317059 w 1407298"/>
              <a:gd name="connsiteY5" fmla="*/ 1447400 h 1484092"/>
              <a:gd name="connsiteX6" fmla="*/ 98867 w 1407298"/>
              <a:gd name="connsiteY6" fmla="*/ 973329 h 1484092"/>
              <a:gd name="connsiteX7" fmla="*/ 29544 w 1407298"/>
              <a:gd name="connsiteY7" fmla="*/ 358108 h 1484092"/>
              <a:gd name="connsiteX8" fmla="*/ 577388 w 1407298"/>
              <a:gd name="connsiteY8" fmla="*/ 294 h 1484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07298" h="1484092">
                <a:moveTo>
                  <a:pt x="577388" y="294"/>
                </a:moveTo>
                <a:cubicBezTo>
                  <a:pt x="819082" y="-7424"/>
                  <a:pt x="1069885" y="137898"/>
                  <a:pt x="1228905" y="346913"/>
                </a:cubicBezTo>
                <a:lnTo>
                  <a:pt x="1228836" y="346983"/>
                </a:lnTo>
                <a:cubicBezTo>
                  <a:pt x="1387508" y="555996"/>
                  <a:pt x="1454051" y="828424"/>
                  <a:pt x="1372072" y="1018872"/>
                </a:cubicBezTo>
                <a:cubicBezTo>
                  <a:pt x="1290094" y="1209321"/>
                  <a:pt x="1059664" y="1317931"/>
                  <a:pt x="845991" y="1395599"/>
                </a:cubicBezTo>
                <a:cubicBezTo>
                  <a:pt x="632319" y="1473683"/>
                  <a:pt x="435125" y="1520965"/>
                  <a:pt x="317059" y="1447400"/>
                </a:cubicBezTo>
                <a:cubicBezTo>
                  <a:pt x="198993" y="1374183"/>
                  <a:pt x="159777" y="1179910"/>
                  <a:pt x="98867" y="973329"/>
                </a:cubicBezTo>
                <a:cubicBezTo>
                  <a:pt x="37957" y="766748"/>
                  <a:pt x="-45065" y="547931"/>
                  <a:pt x="29544" y="358108"/>
                </a:cubicBezTo>
                <a:cubicBezTo>
                  <a:pt x="104152" y="168702"/>
                  <a:pt x="336042" y="7944"/>
                  <a:pt x="577388" y="294"/>
                </a:cubicBezTo>
                <a:close/>
              </a:path>
            </a:pathLst>
          </a:custGeom>
          <a:solidFill>
            <a:schemeClr val="bg2"/>
          </a:solidFill>
        </p:spPr>
        <p:txBody>
          <a:bodyPr wrap="square" anchor="ctr">
            <a:noAutofit/>
          </a:bodyPr>
          <a:lstStyle>
            <a:lvl1pPr marL="0" indent="0" algn="ctr">
              <a:buNone/>
              <a:defRPr/>
            </a:lvl1pPr>
          </a:lstStyle>
          <a:p>
            <a:r>
              <a:rPr lang="es-ES"/>
              <a:t>Haga clic en el icono para agregar una imagen</a:t>
            </a:r>
            <a:endParaRPr lang="en-PL"/>
          </a:p>
        </p:txBody>
      </p:sp>
      <p:sp>
        <p:nvSpPr>
          <p:cNvPr id="8" name="Rectangle 6">
            <a:extLst>
              <a:ext uri="{FF2B5EF4-FFF2-40B4-BE49-F238E27FC236}">
                <a16:creationId xmlns:a16="http://schemas.microsoft.com/office/drawing/2014/main" id="{B4BF3A08-8728-370B-1C60-034EF297EC6C}"/>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
        <p:nvSpPr>
          <p:cNvPr id="10" name="Freeform 9">
            <a:extLst>
              <a:ext uri="{FF2B5EF4-FFF2-40B4-BE49-F238E27FC236}">
                <a16:creationId xmlns:a16="http://schemas.microsoft.com/office/drawing/2014/main" id="{7C02B5AC-C5E7-E0AB-AE41-51FBBA471C16}"/>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4091988132"/>
      </p:ext>
    </p:extLst>
  </p:cSld>
  <p:clrMapOvr>
    <a:masterClrMapping/>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preserve="1" userDrawn="1">
  <p:cSld name="Content_Basic">
    <p:spTree>
      <p:nvGrpSpPr>
        <p:cNvPr id="1" name=""/>
        <p:cNvGrpSpPr/>
        <p:nvPr/>
      </p:nvGrpSpPr>
      <p:grpSpPr>
        <a:xfrm>
          <a:off x="0" y="0"/>
          <a:ext cx="0" cy="0"/>
          <a:chOff x="0" y="0"/>
          <a:chExt cx="0" cy="0"/>
        </a:xfrm>
      </p:grpSpPr>
      <p:sp>
        <p:nvSpPr>
          <p:cNvPr id="13" name="Freeform 12">
            <a:extLst>
              <a:ext uri="{FF2B5EF4-FFF2-40B4-BE49-F238E27FC236}">
                <a16:creationId xmlns:a16="http://schemas.microsoft.com/office/drawing/2014/main" id="{FF4C1F15-4D7F-A4C2-9E63-6E4C1835AE5D}"/>
              </a:ext>
            </a:extLst>
          </p:cNvPr>
          <p:cNvSpPr/>
          <p:nvPr userDrawn="1"/>
        </p:nvSpPr>
        <p:spPr>
          <a:xfrm>
            <a:off x="0" y="2362961"/>
            <a:ext cx="12192000" cy="4483603"/>
          </a:xfrm>
          <a:custGeom>
            <a:avLst/>
            <a:gdLst>
              <a:gd name="connsiteX0" fmla="*/ 7094336 w 12223102"/>
              <a:gd name="connsiteY0" fmla="*/ 973 h 4495041"/>
              <a:gd name="connsiteX1" fmla="*/ 7658561 w 12223102"/>
              <a:gd name="connsiteY1" fmla="*/ 19161 h 4495041"/>
              <a:gd name="connsiteX2" fmla="*/ 12132909 w 12223102"/>
              <a:gd name="connsiteY2" fmla="*/ 2524033 h 4495041"/>
              <a:gd name="connsiteX3" fmla="*/ 12223102 w 12223102"/>
              <a:gd name="connsiteY3" fmla="*/ 2696368 h 4495041"/>
              <a:gd name="connsiteX4" fmla="*/ 12223102 w 12223102"/>
              <a:gd name="connsiteY4" fmla="*/ 4495041 h 4495041"/>
              <a:gd name="connsiteX5" fmla="*/ 0 w 12223102"/>
              <a:gd name="connsiteY5" fmla="*/ 4495041 h 4495041"/>
              <a:gd name="connsiteX6" fmla="*/ 0 w 12223102"/>
              <a:gd name="connsiteY6" fmla="*/ 1679964 h 4495041"/>
              <a:gd name="connsiteX7" fmla="*/ 203273 w 12223102"/>
              <a:gd name="connsiteY7" fmla="*/ 1557797 h 4495041"/>
              <a:gd name="connsiteX8" fmla="*/ 3532858 w 12223102"/>
              <a:gd name="connsiteY8" fmla="*/ 749399 h 4495041"/>
              <a:gd name="connsiteX9" fmla="*/ 7094336 w 12223102"/>
              <a:gd name="connsiteY9" fmla="*/ 973 h 4495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223102" h="4495041">
                <a:moveTo>
                  <a:pt x="7094336" y="973"/>
                </a:moveTo>
                <a:cubicBezTo>
                  <a:pt x="7276515" y="-2440"/>
                  <a:pt x="7464078" y="3013"/>
                  <a:pt x="7658561" y="19161"/>
                </a:cubicBezTo>
                <a:cubicBezTo>
                  <a:pt x="9210601" y="139180"/>
                  <a:pt x="11209251" y="954376"/>
                  <a:pt x="12132909" y="2524033"/>
                </a:cubicBezTo>
                <a:lnTo>
                  <a:pt x="12223102" y="2696368"/>
                </a:lnTo>
                <a:lnTo>
                  <a:pt x="12223102" y="4495041"/>
                </a:lnTo>
                <a:lnTo>
                  <a:pt x="0" y="4495041"/>
                </a:lnTo>
                <a:lnTo>
                  <a:pt x="0" y="1679964"/>
                </a:lnTo>
                <a:lnTo>
                  <a:pt x="203273" y="1557797"/>
                </a:lnTo>
                <a:cubicBezTo>
                  <a:pt x="1130500" y="1056162"/>
                  <a:pt x="2430761" y="972836"/>
                  <a:pt x="3532858" y="749399"/>
                </a:cubicBezTo>
                <a:cubicBezTo>
                  <a:pt x="4807615" y="483242"/>
                  <a:pt x="5819080" y="24865"/>
                  <a:pt x="7094336" y="973"/>
                </a:cubicBez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038" y="549476"/>
            <a:ext cx="11090275"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4" name="Text Placeholder 6">
            <a:extLst>
              <a:ext uri="{FF2B5EF4-FFF2-40B4-BE49-F238E27FC236}">
                <a16:creationId xmlns:a16="http://schemas.microsoft.com/office/drawing/2014/main" id="{39AA7B67-6693-B256-903C-FCF873DB345C}"/>
              </a:ext>
            </a:extLst>
          </p:cNvPr>
          <p:cNvSpPr>
            <a:spLocks noGrp="1"/>
          </p:cNvSpPr>
          <p:nvPr>
            <p:ph idx="1"/>
          </p:nvPr>
        </p:nvSpPr>
        <p:spPr>
          <a:xfrm>
            <a:off x="554037" y="1825625"/>
            <a:ext cx="11090275" cy="4483100"/>
          </a:xfrm>
          <a:prstGeom prst="rect">
            <a:avLst/>
          </a:prstGeom>
        </p:spPr>
        <p:txBody>
          <a:bodyPr vert="horz" lIns="0" tIns="0" rIns="0" bIns="0" rtlCol="0">
            <a:normAutofit/>
          </a:bodyPr>
          <a:lstStyle/>
          <a:p>
            <a:pPr lvl="0"/>
            <a:r>
              <a:rPr lang="es-ES"/>
              <a:t>Haga clic para modificar los estilos de texto del patrón</a:t>
            </a:r>
          </a:p>
          <a:p>
            <a:pPr lvl="1"/>
            <a:r>
              <a:rPr lang="es-ES"/>
              <a:t>Segundo nivel</a:t>
            </a:r>
          </a:p>
          <a:p>
            <a:pPr lvl="2"/>
            <a:r>
              <a:rPr lang="es-ES"/>
              <a:t>Tercer nivel</a:t>
            </a:r>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8" name="Rectangle 6">
            <a:extLst>
              <a:ext uri="{FF2B5EF4-FFF2-40B4-BE49-F238E27FC236}">
                <a16:creationId xmlns:a16="http://schemas.microsoft.com/office/drawing/2014/main" id="{32F2526A-F8E6-681A-4E1B-EBA7E2EE9B5D}"/>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2598769552"/>
      </p:ext>
    </p:extLst>
  </p:cSld>
  <p:clrMapOvr>
    <a:masterClrMapping/>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preserve="1" userDrawn="1">
  <p:cSld name="Navigator Slide">
    <p:spTree>
      <p:nvGrpSpPr>
        <p:cNvPr id="1" name=""/>
        <p:cNvGrpSpPr/>
        <p:nvPr/>
      </p:nvGrpSpPr>
      <p:grpSpPr>
        <a:xfrm>
          <a:off x="0" y="0"/>
          <a:ext cx="0" cy="0"/>
          <a:chOff x="0" y="0"/>
          <a:chExt cx="0" cy="0"/>
        </a:xfrm>
      </p:grpSpPr>
      <p:sp>
        <p:nvSpPr>
          <p:cNvPr id="13" name="Freeform 12">
            <a:extLst>
              <a:ext uri="{FF2B5EF4-FFF2-40B4-BE49-F238E27FC236}">
                <a16:creationId xmlns:a16="http://schemas.microsoft.com/office/drawing/2014/main" id="{FF4C1F15-4D7F-A4C2-9E63-6E4C1835AE5D}"/>
              </a:ext>
            </a:extLst>
          </p:cNvPr>
          <p:cNvSpPr/>
          <p:nvPr userDrawn="1"/>
        </p:nvSpPr>
        <p:spPr>
          <a:xfrm>
            <a:off x="0" y="2362961"/>
            <a:ext cx="12192000" cy="4483603"/>
          </a:xfrm>
          <a:custGeom>
            <a:avLst/>
            <a:gdLst>
              <a:gd name="connsiteX0" fmla="*/ 7094336 w 12223102"/>
              <a:gd name="connsiteY0" fmla="*/ 973 h 4495041"/>
              <a:gd name="connsiteX1" fmla="*/ 7658561 w 12223102"/>
              <a:gd name="connsiteY1" fmla="*/ 19161 h 4495041"/>
              <a:gd name="connsiteX2" fmla="*/ 12132909 w 12223102"/>
              <a:gd name="connsiteY2" fmla="*/ 2524033 h 4495041"/>
              <a:gd name="connsiteX3" fmla="*/ 12223102 w 12223102"/>
              <a:gd name="connsiteY3" fmla="*/ 2696368 h 4495041"/>
              <a:gd name="connsiteX4" fmla="*/ 12223102 w 12223102"/>
              <a:gd name="connsiteY4" fmla="*/ 4495041 h 4495041"/>
              <a:gd name="connsiteX5" fmla="*/ 0 w 12223102"/>
              <a:gd name="connsiteY5" fmla="*/ 4495041 h 4495041"/>
              <a:gd name="connsiteX6" fmla="*/ 0 w 12223102"/>
              <a:gd name="connsiteY6" fmla="*/ 1679964 h 4495041"/>
              <a:gd name="connsiteX7" fmla="*/ 203273 w 12223102"/>
              <a:gd name="connsiteY7" fmla="*/ 1557797 h 4495041"/>
              <a:gd name="connsiteX8" fmla="*/ 3532858 w 12223102"/>
              <a:gd name="connsiteY8" fmla="*/ 749399 h 4495041"/>
              <a:gd name="connsiteX9" fmla="*/ 7094336 w 12223102"/>
              <a:gd name="connsiteY9" fmla="*/ 973 h 4495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223102" h="4495041">
                <a:moveTo>
                  <a:pt x="7094336" y="973"/>
                </a:moveTo>
                <a:cubicBezTo>
                  <a:pt x="7276515" y="-2440"/>
                  <a:pt x="7464078" y="3013"/>
                  <a:pt x="7658561" y="19161"/>
                </a:cubicBezTo>
                <a:cubicBezTo>
                  <a:pt x="9210601" y="139180"/>
                  <a:pt x="11209251" y="954376"/>
                  <a:pt x="12132909" y="2524033"/>
                </a:cubicBezTo>
                <a:lnTo>
                  <a:pt x="12223102" y="2696368"/>
                </a:lnTo>
                <a:lnTo>
                  <a:pt x="12223102" y="4495041"/>
                </a:lnTo>
                <a:lnTo>
                  <a:pt x="0" y="4495041"/>
                </a:lnTo>
                <a:lnTo>
                  <a:pt x="0" y="1679964"/>
                </a:lnTo>
                <a:lnTo>
                  <a:pt x="203273" y="1557797"/>
                </a:lnTo>
                <a:cubicBezTo>
                  <a:pt x="1130500" y="1056162"/>
                  <a:pt x="2430761" y="972836"/>
                  <a:pt x="3532858" y="749399"/>
                </a:cubicBezTo>
                <a:cubicBezTo>
                  <a:pt x="4807615" y="483242"/>
                  <a:pt x="5819080" y="24865"/>
                  <a:pt x="7094336" y="973"/>
                </a:cubicBez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8" name="Rectangle 6">
            <a:extLst>
              <a:ext uri="{FF2B5EF4-FFF2-40B4-BE49-F238E27FC236}">
                <a16:creationId xmlns:a16="http://schemas.microsoft.com/office/drawing/2014/main" id="{32F2526A-F8E6-681A-4E1B-EBA7E2EE9B5D}"/>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pic>
        <p:nvPicPr>
          <p:cNvPr id="5" name="Graphic 4" descr="Back with solid fill">
            <a:hlinkClick r:id="rId2" action="ppaction://hlinksldjump"/>
            <a:extLst>
              <a:ext uri="{FF2B5EF4-FFF2-40B4-BE49-F238E27FC236}">
                <a16:creationId xmlns:a16="http://schemas.microsoft.com/office/drawing/2014/main" id="{6EF9101D-78DB-D232-30C5-8F5BE6B6AB90}"/>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1511832" y="94890"/>
            <a:ext cx="394391" cy="394391"/>
          </a:xfrm>
          <a:prstGeom prst="rect">
            <a:avLst/>
          </a:prstGeom>
        </p:spPr>
      </p:pic>
    </p:spTree>
    <p:extLst>
      <p:ext uri="{BB962C8B-B14F-4D97-AF65-F5344CB8AC3E}">
        <p14:creationId xmlns:p14="http://schemas.microsoft.com/office/powerpoint/2010/main" val="3306654533"/>
      </p:ext>
    </p:extLst>
  </p:cSld>
  <p:clrMapOvr>
    <a:masterClrMapping/>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preserve="1" userDrawn="1">
  <p:cSld name="Content_3 Columns_Comparison">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B4D4C034-320B-6DDD-5EA0-66E4226329A7}"/>
              </a:ext>
            </a:extLst>
          </p:cNvPr>
          <p:cNvSpPr/>
          <p:nvPr userDrawn="1"/>
        </p:nvSpPr>
        <p:spPr>
          <a:xfrm>
            <a:off x="0" y="3980869"/>
            <a:ext cx="3548627" cy="2877132"/>
          </a:xfrm>
          <a:custGeom>
            <a:avLst/>
            <a:gdLst>
              <a:gd name="connsiteX0" fmla="*/ 0 w 3548627"/>
              <a:gd name="connsiteY0" fmla="*/ 0 h 2877132"/>
              <a:gd name="connsiteX1" fmla="*/ 17180 w 3548627"/>
              <a:gd name="connsiteY1" fmla="*/ 2773 h 2877132"/>
              <a:gd name="connsiteX2" fmla="*/ 259491 w 3548627"/>
              <a:gd name="connsiteY2" fmla="*/ 60188 h 2877132"/>
              <a:gd name="connsiteX3" fmla="*/ 3514069 w 3548627"/>
              <a:gd name="connsiteY3" fmla="*/ 2844543 h 2877132"/>
              <a:gd name="connsiteX4" fmla="*/ 3548627 w 3548627"/>
              <a:gd name="connsiteY4" fmla="*/ 2877132 h 2877132"/>
              <a:gd name="connsiteX5" fmla="*/ 0 w 3548627"/>
              <a:gd name="connsiteY5" fmla="*/ 2877132 h 2877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48627" h="2877132">
                <a:moveTo>
                  <a:pt x="0" y="0"/>
                </a:moveTo>
                <a:lnTo>
                  <a:pt x="17180" y="2773"/>
                </a:lnTo>
                <a:cubicBezTo>
                  <a:pt x="98749" y="18969"/>
                  <a:pt x="179570" y="38093"/>
                  <a:pt x="259491" y="60188"/>
                </a:cubicBezTo>
                <a:cubicBezTo>
                  <a:pt x="2497293" y="678866"/>
                  <a:pt x="2569908" y="1912490"/>
                  <a:pt x="3514069" y="2844543"/>
                </a:cubicBezTo>
                <a:lnTo>
                  <a:pt x="3548627" y="2877132"/>
                </a:lnTo>
                <a:lnTo>
                  <a:pt x="0" y="2877132"/>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039" y="549476"/>
            <a:ext cx="11087100"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4" name="Text Placeholder 6">
            <a:extLst>
              <a:ext uri="{FF2B5EF4-FFF2-40B4-BE49-F238E27FC236}">
                <a16:creationId xmlns:a16="http://schemas.microsoft.com/office/drawing/2014/main" id="{151D2AC7-BB8D-E36B-EF33-A57E03B9B4F0}"/>
              </a:ext>
            </a:extLst>
          </p:cNvPr>
          <p:cNvSpPr>
            <a:spLocks noGrp="1"/>
          </p:cNvSpPr>
          <p:nvPr>
            <p:ph idx="1"/>
          </p:nvPr>
        </p:nvSpPr>
        <p:spPr>
          <a:xfrm>
            <a:off x="550861" y="3020992"/>
            <a:ext cx="3468245" cy="1448023"/>
          </a:xfrm>
          <a:prstGeom prst="rect">
            <a:avLst/>
          </a:prstGeom>
          <a:solidFill>
            <a:schemeClr val="bg1"/>
          </a:solidFill>
          <a:ln>
            <a:solidFill>
              <a:schemeClr val="accent3"/>
            </a:solidFill>
          </a:ln>
        </p:spPr>
        <p:txBody>
          <a:bodyPr vert="horz" lIns="216000" tIns="216000" rIns="216000" bIns="216000" rtlCol="0">
            <a:normAutofit/>
          </a:bodyPr>
          <a:lstStyle>
            <a:lvl1pPr marL="0" indent="0">
              <a:buNone/>
              <a:defRPr sz="1200"/>
            </a:lvl1pPr>
            <a:lvl2pPr marL="457200" indent="0">
              <a:buNone/>
              <a:defRPr/>
            </a:lvl2pPr>
            <a:lvl3pPr marL="914400" indent="0">
              <a:buNone/>
              <a:defRPr/>
            </a:lvl3pPr>
          </a:lstStyle>
          <a:p>
            <a:pPr lvl="0"/>
            <a:r>
              <a:rPr lang="es-ES"/>
              <a:t>Haga clic para modificar los estilos de texto del patrón</a:t>
            </a:r>
          </a:p>
        </p:txBody>
      </p:sp>
      <p:sp>
        <p:nvSpPr>
          <p:cNvPr id="8" name="Text Placeholder 7">
            <a:extLst>
              <a:ext uri="{FF2B5EF4-FFF2-40B4-BE49-F238E27FC236}">
                <a16:creationId xmlns:a16="http://schemas.microsoft.com/office/drawing/2014/main" id="{F6E9F23E-DC2B-A56B-B5FA-839AF3E2CA96}"/>
              </a:ext>
            </a:extLst>
          </p:cNvPr>
          <p:cNvSpPr>
            <a:spLocks noGrp="1"/>
          </p:cNvSpPr>
          <p:nvPr>
            <p:ph type="body" sz="quarter" idx="11"/>
          </p:nvPr>
        </p:nvSpPr>
        <p:spPr>
          <a:xfrm>
            <a:off x="550861" y="2272649"/>
            <a:ext cx="3468245" cy="747415"/>
          </a:xfrm>
          <a:solidFill>
            <a:schemeClr val="accent3"/>
          </a:solidFill>
        </p:spPr>
        <p:txBody>
          <a:bodyPr lIns="216000" rIns="720000" anchor="ctr"/>
          <a:lstStyle>
            <a:lvl1pPr marL="0" indent="0">
              <a:buNone/>
              <a:defRPr b="1">
                <a:solidFill>
                  <a:schemeClr val="bg1"/>
                </a:solidFill>
              </a:defRPr>
            </a:lvl1pPr>
          </a:lstStyle>
          <a:p>
            <a:pPr lvl="0"/>
            <a:r>
              <a:rPr lang="es-ES"/>
              <a:t>Haga clic para modificar los estilos de texto del patrón</a:t>
            </a:r>
          </a:p>
        </p:txBody>
      </p:sp>
      <p:sp>
        <p:nvSpPr>
          <p:cNvPr id="7" name="Text Placeholder 6">
            <a:extLst>
              <a:ext uri="{FF2B5EF4-FFF2-40B4-BE49-F238E27FC236}">
                <a16:creationId xmlns:a16="http://schemas.microsoft.com/office/drawing/2014/main" id="{50CBE420-3F31-E575-C2A6-367264618371}"/>
              </a:ext>
            </a:extLst>
          </p:cNvPr>
          <p:cNvSpPr>
            <a:spLocks noGrp="1"/>
          </p:cNvSpPr>
          <p:nvPr>
            <p:ph idx="12"/>
          </p:nvPr>
        </p:nvSpPr>
        <p:spPr>
          <a:xfrm>
            <a:off x="4361877" y="3020992"/>
            <a:ext cx="3468245" cy="1448023"/>
          </a:xfrm>
          <a:prstGeom prst="rect">
            <a:avLst/>
          </a:prstGeom>
          <a:solidFill>
            <a:schemeClr val="bg1"/>
          </a:solidFill>
          <a:ln>
            <a:solidFill>
              <a:schemeClr val="accent3"/>
            </a:solidFill>
          </a:ln>
        </p:spPr>
        <p:txBody>
          <a:bodyPr vert="horz" lIns="216000" tIns="216000" rIns="216000" bIns="216000" rtlCol="0">
            <a:normAutofit/>
          </a:bodyPr>
          <a:lstStyle>
            <a:lvl1pPr marL="0" indent="0">
              <a:buNone/>
              <a:defRPr sz="1200"/>
            </a:lvl1pPr>
            <a:lvl2pPr marL="457200" indent="0">
              <a:buNone/>
              <a:defRPr/>
            </a:lvl2pPr>
            <a:lvl3pPr marL="914400" indent="0">
              <a:buNone/>
              <a:defRPr/>
            </a:lvl3pPr>
          </a:lstStyle>
          <a:p>
            <a:pPr lvl="0"/>
            <a:r>
              <a:rPr lang="es-ES"/>
              <a:t>Haga clic para modificar los estilos de texto del patrón</a:t>
            </a:r>
          </a:p>
        </p:txBody>
      </p:sp>
      <p:sp>
        <p:nvSpPr>
          <p:cNvPr id="9" name="Text Placeholder 7">
            <a:extLst>
              <a:ext uri="{FF2B5EF4-FFF2-40B4-BE49-F238E27FC236}">
                <a16:creationId xmlns:a16="http://schemas.microsoft.com/office/drawing/2014/main" id="{DFEAFB00-1D47-1908-BECD-4C204FAF1EBC}"/>
              </a:ext>
            </a:extLst>
          </p:cNvPr>
          <p:cNvSpPr>
            <a:spLocks noGrp="1"/>
          </p:cNvSpPr>
          <p:nvPr>
            <p:ph type="body" sz="quarter" idx="13"/>
          </p:nvPr>
        </p:nvSpPr>
        <p:spPr>
          <a:xfrm>
            <a:off x="4361877" y="2272649"/>
            <a:ext cx="3468245" cy="747415"/>
          </a:xfrm>
          <a:solidFill>
            <a:schemeClr val="tx2"/>
          </a:solidFill>
        </p:spPr>
        <p:txBody>
          <a:bodyPr lIns="216000" rIns="720000" anchor="ctr"/>
          <a:lstStyle>
            <a:lvl1pPr marL="0" indent="0">
              <a:buNone/>
              <a:defRPr b="1">
                <a:solidFill>
                  <a:schemeClr val="bg1"/>
                </a:solidFill>
              </a:defRPr>
            </a:lvl1pPr>
          </a:lstStyle>
          <a:p>
            <a:pPr lvl="0"/>
            <a:r>
              <a:rPr lang="es-ES"/>
              <a:t>Haga clic para modificar los estilos de texto del patrón</a:t>
            </a:r>
          </a:p>
        </p:txBody>
      </p:sp>
      <p:sp>
        <p:nvSpPr>
          <p:cNvPr id="11" name="Text Placeholder 6">
            <a:extLst>
              <a:ext uri="{FF2B5EF4-FFF2-40B4-BE49-F238E27FC236}">
                <a16:creationId xmlns:a16="http://schemas.microsoft.com/office/drawing/2014/main" id="{3BEC06E4-E609-C6A5-1DD4-2791601C7E39}"/>
              </a:ext>
            </a:extLst>
          </p:cNvPr>
          <p:cNvSpPr>
            <a:spLocks noGrp="1"/>
          </p:cNvSpPr>
          <p:nvPr>
            <p:ph idx="14"/>
          </p:nvPr>
        </p:nvSpPr>
        <p:spPr>
          <a:xfrm>
            <a:off x="8172893" y="3020992"/>
            <a:ext cx="3468245" cy="1448023"/>
          </a:xfrm>
          <a:prstGeom prst="rect">
            <a:avLst/>
          </a:prstGeom>
          <a:solidFill>
            <a:schemeClr val="bg1"/>
          </a:solidFill>
          <a:ln>
            <a:solidFill>
              <a:schemeClr val="accent3"/>
            </a:solidFill>
          </a:ln>
        </p:spPr>
        <p:txBody>
          <a:bodyPr vert="horz" lIns="216000" tIns="216000" rIns="216000" bIns="216000" rtlCol="0">
            <a:normAutofit/>
          </a:bodyPr>
          <a:lstStyle>
            <a:lvl1pPr marL="0" indent="0">
              <a:buNone/>
              <a:defRPr sz="1200"/>
            </a:lvl1pPr>
            <a:lvl2pPr marL="457200" indent="0">
              <a:buNone/>
              <a:defRPr/>
            </a:lvl2pPr>
            <a:lvl3pPr marL="914400" indent="0">
              <a:buNone/>
              <a:defRPr/>
            </a:lvl3pPr>
          </a:lstStyle>
          <a:p>
            <a:pPr lvl="0"/>
            <a:r>
              <a:rPr lang="es-ES"/>
              <a:t>Haga clic para modificar los estilos de texto del patrón</a:t>
            </a:r>
          </a:p>
        </p:txBody>
      </p:sp>
      <p:sp>
        <p:nvSpPr>
          <p:cNvPr id="12" name="Text Placeholder 7">
            <a:extLst>
              <a:ext uri="{FF2B5EF4-FFF2-40B4-BE49-F238E27FC236}">
                <a16:creationId xmlns:a16="http://schemas.microsoft.com/office/drawing/2014/main" id="{A7414179-2DE8-0773-D77B-3664542F9711}"/>
              </a:ext>
            </a:extLst>
          </p:cNvPr>
          <p:cNvSpPr>
            <a:spLocks noGrp="1"/>
          </p:cNvSpPr>
          <p:nvPr>
            <p:ph type="body" sz="quarter" idx="15"/>
          </p:nvPr>
        </p:nvSpPr>
        <p:spPr>
          <a:xfrm>
            <a:off x="8172893" y="2272649"/>
            <a:ext cx="3468245" cy="747415"/>
          </a:xfrm>
          <a:solidFill>
            <a:schemeClr val="accent1"/>
          </a:solidFill>
        </p:spPr>
        <p:txBody>
          <a:bodyPr lIns="216000" rIns="720000" anchor="ctr"/>
          <a:lstStyle>
            <a:lvl1pPr marL="0" indent="0">
              <a:buNone/>
              <a:defRPr b="1">
                <a:solidFill>
                  <a:schemeClr val="bg1"/>
                </a:solidFill>
              </a:defRPr>
            </a:lvl1pPr>
          </a:lstStyle>
          <a:p>
            <a:pPr lvl="0"/>
            <a:r>
              <a:rPr lang="es-ES"/>
              <a:t>Haga clic para modificar los estilos de texto del patrón</a:t>
            </a:r>
          </a:p>
        </p:txBody>
      </p:sp>
      <p:sp>
        <p:nvSpPr>
          <p:cNvPr id="20" name="Picture Placeholder 9">
            <a:extLst>
              <a:ext uri="{FF2B5EF4-FFF2-40B4-BE49-F238E27FC236}">
                <a16:creationId xmlns:a16="http://schemas.microsoft.com/office/drawing/2014/main" id="{ECBFB9A0-3E0E-E422-871E-3CA94A242A45}"/>
              </a:ext>
            </a:extLst>
          </p:cNvPr>
          <p:cNvSpPr>
            <a:spLocks noGrp="1"/>
          </p:cNvSpPr>
          <p:nvPr>
            <p:ph type="pic" sz="quarter" idx="16" hasCustomPrompt="1"/>
          </p:nvPr>
        </p:nvSpPr>
        <p:spPr>
          <a:xfrm>
            <a:off x="3285047" y="2274700"/>
            <a:ext cx="734059" cy="732858"/>
          </a:xfrm>
        </p:spPr>
        <p:txBody>
          <a:bodyPr anchor="ctr">
            <a:normAutofit/>
          </a:bodyPr>
          <a:lstStyle>
            <a:lvl1pPr marL="0" indent="0" algn="ctr">
              <a:buNone/>
              <a:defRPr sz="1200">
                <a:solidFill>
                  <a:schemeClr val="bg1"/>
                </a:solidFill>
              </a:defRPr>
            </a:lvl1pPr>
          </a:lstStyle>
          <a:p>
            <a:r>
              <a:rPr lang="en-PL"/>
              <a:t>Icon</a:t>
            </a:r>
          </a:p>
        </p:txBody>
      </p:sp>
      <p:sp>
        <p:nvSpPr>
          <p:cNvPr id="21" name="Picture Placeholder 9">
            <a:extLst>
              <a:ext uri="{FF2B5EF4-FFF2-40B4-BE49-F238E27FC236}">
                <a16:creationId xmlns:a16="http://schemas.microsoft.com/office/drawing/2014/main" id="{F8B3B003-875D-3888-3DCA-FB2A4EE53A65}"/>
              </a:ext>
            </a:extLst>
          </p:cNvPr>
          <p:cNvSpPr>
            <a:spLocks noGrp="1"/>
          </p:cNvSpPr>
          <p:nvPr>
            <p:ph type="pic" sz="quarter" idx="17" hasCustomPrompt="1"/>
          </p:nvPr>
        </p:nvSpPr>
        <p:spPr>
          <a:xfrm>
            <a:off x="7096063" y="2274700"/>
            <a:ext cx="734059" cy="732858"/>
          </a:xfrm>
        </p:spPr>
        <p:txBody>
          <a:bodyPr anchor="ctr">
            <a:normAutofit/>
          </a:bodyPr>
          <a:lstStyle>
            <a:lvl1pPr marL="0" indent="0" algn="ctr">
              <a:buNone/>
              <a:defRPr sz="1200">
                <a:solidFill>
                  <a:schemeClr val="bg1"/>
                </a:solidFill>
              </a:defRPr>
            </a:lvl1pPr>
          </a:lstStyle>
          <a:p>
            <a:r>
              <a:rPr lang="en-PL"/>
              <a:t>Icon</a:t>
            </a:r>
          </a:p>
        </p:txBody>
      </p:sp>
      <p:sp>
        <p:nvSpPr>
          <p:cNvPr id="22" name="Picture Placeholder 9">
            <a:extLst>
              <a:ext uri="{FF2B5EF4-FFF2-40B4-BE49-F238E27FC236}">
                <a16:creationId xmlns:a16="http://schemas.microsoft.com/office/drawing/2014/main" id="{4AA41865-18A2-548E-5FDA-5CF50E809152}"/>
              </a:ext>
            </a:extLst>
          </p:cNvPr>
          <p:cNvSpPr>
            <a:spLocks noGrp="1"/>
          </p:cNvSpPr>
          <p:nvPr>
            <p:ph type="pic" sz="quarter" idx="18" hasCustomPrompt="1"/>
          </p:nvPr>
        </p:nvSpPr>
        <p:spPr>
          <a:xfrm>
            <a:off x="10907079" y="2274700"/>
            <a:ext cx="734059" cy="732858"/>
          </a:xfrm>
        </p:spPr>
        <p:txBody>
          <a:bodyPr anchor="ctr">
            <a:normAutofit/>
          </a:bodyPr>
          <a:lstStyle>
            <a:lvl1pPr marL="0" indent="0" algn="ctr">
              <a:buNone/>
              <a:defRPr sz="1200">
                <a:solidFill>
                  <a:schemeClr val="bg1"/>
                </a:solidFill>
              </a:defRPr>
            </a:lvl1pPr>
          </a:lstStyle>
          <a:p>
            <a:r>
              <a:rPr lang="en-PL"/>
              <a:t>Icon</a:t>
            </a:r>
          </a:p>
        </p:txBody>
      </p:sp>
      <p:sp>
        <p:nvSpPr>
          <p:cNvPr id="24" name="Text Placeholder 23">
            <a:extLst>
              <a:ext uri="{FF2B5EF4-FFF2-40B4-BE49-F238E27FC236}">
                <a16:creationId xmlns:a16="http://schemas.microsoft.com/office/drawing/2014/main" id="{14D9E28D-7884-2387-F23A-3865D752AC27}"/>
              </a:ext>
            </a:extLst>
          </p:cNvPr>
          <p:cNvSpPr>
            <a:spLocks noGrp="1"/>
          </p:cNvSpPr>
          <p:nvPr>
            <p:ph type="body" sz="quarter" idx="19"/>
          </p:nvPr>
        </p:nvSpPr>
        <p:spPr>
          <a:xfrm>
            <a:off x="550863" y="4930775"/>
            <a:ext cx="11090275" cy="1377950"/>
          </a:xfrm>
        </p:spPr>
        <p:txBody>
          <a:bodyPr/>
          <a:lstStyle/>
          <a:p>
            <a:pPr lvl="0"/>
            <a:r>
              <a:rPr lang="es-ES"/>
              <a:t>Haga clic para modificar los estilos de texto del patrón</a:t>
            </a:r>
          </a:p>
          <a:p>
            <a:pPr lvl="1"/>
            <a:r>
              <a:rPr lang="es-ES"/>
              <a:t>Segundo nivel</a:t>
            </a:r>
          </a:p>
          <a:p>
            <a:pPr lvl="2"/>
            <a:r>
              <a:rPr lang="es-ES"/>
              <a:t>Tercer nivel</a:t>
            </a:r>
          </a:p>
        </p:txBody>
      </p:sp>
      <p:sp>
        <p:nvSpPr>
          <p:cNvPr id="10" name="Rectangle 6">
            <a:extLst>
              <a:ext uri="{FF2B5EF4-FFF2-40B4-BE49-F238E27FC236}">
                <a16:creationId xmlns:a16="http://schemas.microsoft.com/office/drawing/2014/main" id="{33E6BFE3-56D0-E350-F911-073145A627C2}"/>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2845295949"/>
      </p:ext>
    </p:extLst>
  </p:cSld>
  <p:clrMapOvr>
    <a:masterClrMapping/>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preserve="1" userDrawn="1">
  <p:cSld name="Content_3 Columns_Comparison_2">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525437C-A40E-C40C-40AE-5ACC8E51E447}"/>
              </a:ext>
            </a:extLst>
          </p:cNvPr>
          <p:cNvSpPr/>
          <p:nvPr userDrawn="1"/>
        </p:nvSpPr>
        <p:spPr>
          <a:xfrm>
            <a:off x="0" y="-9331"/>
            <a:ext cx="4074368" cy="6867331"/>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F2C6ABB0-2B00-49BC-EC7B-26AF429385E3}"/>
              </a:ext>
            </a:extLst>
          </p:cNvPr>
          <p:cNvSpPr/>
          <p:nvPr userDrawn="1"/>
        </p:nvSpPr>
        <p:spPr>
          <a:xfrm>
            <a:off x="4074367" y="-9331"/>
            <a:ext cx="4074368" cy="686733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FC97BE5E-57EE-01FA-DC75-B5D8ACE84F58}"/>
              </a:ext>
            </a:extLst>
          </p:cNvPr>
          <p:cNvSpPr/>
          <p:nvPr userDrawn="1"/>
        </p:nvSpPr>
        <p:spPr>
          <a:xfrm>
            <a:off x="8148735" y="-4665"/>
            <a:ext cx="4043265" cy="6867331"/>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039" y="549476"/>
            <a:ext cx="11087100" cy="1131687"/>
          </a:xfrm>
        </p:spPr>
        <p:txBody>
          <a:bodyPr/>
          <a:lstStyle>
            <a:lvl1pPr>
              <a:defRPr>
                <a:solidFill>
                  <a:schemeClr val="bg1"/>
                </a:solidFill>
              </a:defRPr>
            </a:lvl1p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lvl1pPr>
              <a:defRPr>
                <a:solidFill>
                  <a:schemeClr val="bg2"/>
                </a:solidFill>
              </a:defRPr>
            </a:lvl1pPr>
          </a:lstStyle>
          <a:p>
            <a:fld id="{4EE75B84-B7E0-4C4B-AC9D-894B0C074E7C}" type="slidenum">
              <a:rPr lang="en-PL" smtClean="0"/>
              <a:pPr/>
              <a:t>‹#›</a:t>
            </a:fld>
            <a:endParaRPr lang="en-PL"/>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accent4">
                <a:alpha val="9504"/>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17" name="Text Placeholder 6">
            <a:extLst>
              <a:ext uri="{FF2B5EF4-FFF2-40B4-BE49-F238E27FC236}">
                <a16:creationId xmlns:a16="http://schemas.microsoft.com/office/drawing/2014/main" id="{A63E8409-D303-82F9-A976-A8D896A39FD0}"/>
              </a:ext>
            </a:extLst>
          </p:cNvPr>
          <p:cNvSpPr>
            <a:spLocks noGrp="1"/>
          </p:cNvSpPr>
          <p:nvPr>
            <p:ph idx="1"/>
          </p:nvPr>
        </p:nvSpPr>
        <p:spPr>
          <a:xfrm>
            <a:off x="554037" y="2599978"/>
            <a:ext cx="3149530" cy="3708545"/>
          </a:xfrm>
          <a:prstGeom prst="rect">
            <a:avLst/>
          </a:prstGeom>
        </p:spPr>
        <p:txBody>
          <a:bodyPr vert="horz" lIns="0" tIns="0" rIns="0" bIns="0" rtlCol="0">
            <a:normAutofit/>
          </a:bodyPr>
          <a:lstStyle>
            <a:lvl1pPr marL="0" indent="0" algn="ctr">
              <a:buNone/>
              <a:defRPr sz="1200">
                <a:solidFill>
                  <a:schemeClr val="bg1"/>
                </a:solidFill>
              </a:defRPr>
            </a:lvl1pPr>
            <a:lvl2pPr marL="457200" indent="0">
              <a:buNone/>
              <a:defRPr/>
            </a:lvl2pPr>
            <a:lvl3pPr marL="914400" indent="0">
              <a:buNone/>
              <a:defRPr/>
            </a:lvl3pPr>
          </a:lstStyle>
          <a:p>
            <a:pPr lvl="0"/>
            <a:r>
              <a:rPr lang="es-ES"/>
              <a:t>Haga clic para modificar los estilos de texto del patrón</a:t>
            </a:r>
          </a:p>
        </p:txBody>
      </p:sp>
      <p:sp>
        <p:nvSpPr>
          <p:cNvPr id="18" name="Text Placeholder 7">
            <a:extLst>
              <a:ext uri="{FF2B5EF4-FFF2-40B4-BE49-F238E27FC236}">
                <a16:creationId xmlns:a16="http://schemas.microsoft.com/office/drawing/2014/main" id="{988C3E31-1373-ED98-F74B-0625680753B3}"/>
              </a:ext>
            </a:extLst>
          </p:cNvPr>
          <p:cNvSpPr>
            <a:spLocks noGrp="1"/>
          </p:cNvSpPr>
          <p:nvPr>
            <p:ph type="body" sz="quarter" idx="11"/>
          </p:nvPr>
        </p:nvSpPr>
        <p:spPr>
          <a:xfrm>
            <a:off x="554037" y="1970665"/>
            <a:ext cx="3149530" cy="444507"/>
          </a:xfrm>
        </p:spPr>
        <p:txBody>
          <a:bodyPr/>
          <a:lstStyle>
            <a:lvl1pPr marL="0" indent="0" algn="ctr">
              <a:buNone/>
              <a:defRPr b="1">
                <a:solidFill>
                  <a:schemeClr val="bg1"/>
                </a:solidFill>
              </a:defRPr>
            </a:lvl1pPr>
          </a:lstStyle>
          <a:p>
            <a:pPr lvl="0"/>
            <a:r>
              <a:rPr lang="es-ES"/>
              <a:t>Haga clic para modificar los estilos de texto del patrón</a:t>
            </a:r>
          </a:p>
        </p:txBody>
      </p:sp>
      <p:sp>
        <p:nvSpPr>
          <p:cNvPr id="23" name="Text Placeholder 6">
            <a:extLst>
              <a:ext uri="{FF2B5EF4-FFF2-40B4-BE49-F238E27FC236}">
                <a16:creationId xmlns:a16="http://schemas.microsoft.com/office/drawing/2014/main" id="{2142A9DC-B0AD-69EB-B83C-76EFC9BE3F4E}"/>
              </a:ext>
            </a:extLst>
          </p:cNvPr>
          <p:cNvSpPr>
            <a:spLocks noGrp="1"/>
          </p:cNvSpPr>
          <p:nvPr>
            <p:ph idx="13"/>
          </p:nvPr>
        </p:nvSpPr>
        <p:spPr>
          <a:xfrm>
            <a:off x="8491608" y="2599979"/>
            <a:ext cx="3149530" cy="3708746"/>
          </a:xfrm>
          <a:prstGeom prst="rect">
            <a:avLst/>
          </a:prstGeom>
        </p:spPr>
        <p:txBody>
          <a:bodyPr vert="horz" lIns="0" tIns="0" rIns="0" bIns="0" rtlCol="0">
            <a:normAutofit/>
          </a:bodyPr>
          <a:lstStyle>
            <a:lvl1pPr marL="0" indent="0" algn="ctr">
              <a:buNone/>
              <a:defRPr sz="1200">
                <a:solidFill>
                  <a:schemeClr val="bg1"/>
                </a:solidFill>
              </a:defRPr>
            </a:lvl1pPr>
            <a:lvl2pPr marL="457200" indent="0">
              <a:buNone/>
              <a:defRPr/>
            </a:lvl2pPr>
            <a:lvl3pPr marL="914400" indent="0">
              <a:buNone/>
              <a:defRPr/>
            </a:lvl3pPr>
          </a:lstStyle>
          <a:p>
            <a:pPr lvl="0"/>
            <a:r>
              <a:rPr lang="es-ES"/>
              <a:t>Haga clic para modificar los estilos de texto del patrón</a:t>
            </a:r>
          </a:p>
        </p:txBody>
      </p:sp>
      <p:sp>
        <p:nvSpPr>
          <p:cNvPr id="25" name="Text Placeholder 7">
            <a:extLst>
              <a:ext uri="{FF2B5EF4-FFF2-40B4-BE49-F238E27FC236}">
                <a16:creationId xmlns:a16="http://schemas.microsoft.com/office/drawing/2014/main" id="{4C4F168F-916B-2C8B-D271-76901003D45D}"/>
              </a:ext>
            </a:extLst>
          </p:cNvPr>
          <p:cNvSpPr>
            <a:spLocks noGrp="1"/>
          </p:cNvSpPr>
          <p:nvPr>
            <p:ph type="body" sz="quarter" idx="14"/>
          </p:nvPr>
        </p:nvSpPr>
        <p:spPr>
          <a:xfrm>
            <a:off x="8491608" y="1970665"/>
            <a:ext cx="3149530" cy="444507"/>
          </a:xfrm>
        </p:spPr>
        <p:txBody>
          <a:bodyPr/>
          <a:lstStyle>
            <a:lvl1pPr marL="0" indent="0" algn="ctr">
              <a:buNone/>
              <a:defRPr b="1">
                <a:solidFill>
                  <a:schemeClr val="bg1"/>
                </a:solidFill>
              </a:defRPr>
            </a:lvl1pPr>
          </a:lstStyle>
          <a:p>
            <a:pPr lvl="0"/>
            <a:r>
              <a:rPr lang="es-ES"/>
              <a:t>Haga clic para modificar los estilos de texto del patrón</a:t>
            </a:r>
          </a:p>
        </p:txBody>
      </p:sp>
      <p:sp>
        <p:nvSpPr>
          <p:cNvPr id="26" name="Text Placeholder 6">
            <a:extLst>
              <a:ext uri="{FF2B5EF4-FFF2-40B4-BE49-F238E27FC236}">
                <a16:creationId xmlns:a16="http://schemas.microsoft.com/office/drawing/2014/main" id="{B323D17A-94C3-3DC3-68D3-7911DE9A60E5}"/>
              </a:ext>
            </a:extLst>
          </p:cNvPr>
          <p:cNvSpPr>
            <a:spLocks noGrp="1"/>
          </p:cNvSpPr>
          <p:nvPr>
            <p:ph idx="16"/>
          </p:nvPr>
        </p:nvSpPr>
        <p:spPr>
          <a:xfrm>
            <a:off x="4521235" y="2599979"/>
            <a:ext cx="3149530" cy="3708746"/>
          </a:xfrm>
          <a:prstGeom prst="rect">
            <a:avLst/>
          </a:prstGeom>
        </p:spPr>
        <p:txBody>
          <a:bodyPr vert="horz" lIns="0" tIns="0" rIns="0" bIns="0" rtlCol="0">
            <a:normAutofit/>
          </a:bodyPr>
          <a:lstStyle>
            <a:lvl1pPr marL="0" indent="0" algn="ctr">
              <a:buNone/>
              <a:defRPr sz="1200">
                <a:solidFill>
                  <a:schemeClr val="bg1"/>
                </a:solidFill>
              </a:defRPr>
            </a:lvl1pPr>
            <a:lvl2pPr marL="457200" indent="0">
              <a:buNone/>
              <a:defRPr/>
            </a:lvl2pPr>
            <a:lvl3pPr marL="914400" indent="0">
              <a:buNone/>
              <a:defRPr/>
            </a:lvl3pPr>
          </a:lstStyle>
          <a:p>
            <a:pPr lvl="0"/>
            <a:r>
              <a:rPr lang="es-ES"/>
              <a:t>Haga clic para modificar los estilos de texto del patrón</a:t>
            </a:r>
          </a:p>
        </p:txBody>
      </p:sp>
      <p:sp>
        <p:nvSpPr>
          <p:cNvPr id="27" name="Text Placeholder 7">
            <a:extLst>
              <a:ext uri="{FF2B5EF4-FFF2-40B4-BE49-F238E27FC236}">
                <a16:creationId xmlns:a16="http://schemas.microsoft.com/office/drawing/2014/main" id="{56B63100-7AC9-1651-E1E1-A1A218970AC3}"/>
              </a:ext>
            </a:extLst>
          </p:cNvPr>
          <p:cNvSpPr>
            <a:spLocks noGrp="1"/>
          </p:cNvSpPr>
          <p:nvPr>
            <p:ph type="body" sz="quarter" idx="17"/>
          </p:nvPr>
        </p:nvSpPr>
        <p:spPr>
          <a:xfrm>
            <a:off x="4521235" y="1970665"/>
            <a:ext cx="3149530" cy="444507"/>
          </a:xfrm>
        </p:spPr>
        <p:txBody>
          <a:bodyPr/>
          <a:lstStyle>
            <a:lvl1pPr marL="0" indent="0" algn="ctr">
              <a:buNone/>
              <a:defRPr b="1">
                <a:solidFill>
                  <a:schemeClr val="bg1"/>
                </a:solidFill>
              </a:defRPr>
            </a:lvl1pPr>
          </a:lstStyle>
          <a:p>
            <a:pPr lvl="0"/>
            <a:r>
              <a:rPr lang="es-ES"/>
              <a:t>Haga clic para modificar los estilos de texto del patrón</a:t>
            </a:r>
          </a:p>
        </p:txBody>
      </p:sp>
      <p:sp>
        <p:nvSpPr>
          <p:cNvPr id="4" name="Rectangle 6">
            <a:extLst>
              <a:ext uri="{FF2B5EF4-FFF2-40B4-BE49-F238E27FC236}">
                <a16:creationId xmlns:a16="http://schemas.microsoft.com/office/drawing/2014/main" id="{8DD81181-6E76-CEF3-F63F-071DBF748063}"/>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bg2">
              <a:alpha val="9903"/>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1093073627"/>
      </p:ext>
    </p:extLst>
  </p:cSld>
  <p:clrMapOvr>
    <a:masterClrMapping/>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preserve="1" userDrawn="1">
  <p:cSld name="Content_2 Columns">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B4D4C034-320B-6DDD-5EA0-66E4226329A7}"/>
              </a:ext>
            </a:extLst>
          </p:cNvPr>
          <p:cNvSpPr/>
          <p:nvPr userDrawn="1"/>
        </p:nvSpPr>
        <p:spPr>
          <a:xfrm>
            <a:off x="0" y="3980869"/>
            <a:ext cx="3548627" cy="2877132"/>
          </a:xfrm>
          <a:custGeom>
            <a:avLst/>
            <a:gdLst>
              <a:gd name="connsiteX0" fmla="*/ 0 w 3548627"/>
              <a:gd name="connsiteY0" fmla="*/ 0 h 2877132"/>
              <a:gd name="connsiteX1" fmla="*/ 17180 w 3548627"/>
              <a:gd name="connsiteY1" fmla="*/ 2773 h 2877132"/>
              <a:gd name="connsiteX2" fmla="*/ 259491 w 3548627"/>
              <a:gd name="connsiteY2" fmla="*/ 60188 h 2877132"/>
              <a:gd name="connsiteX3" fmla="*/ 3514069 w 3548627"/>
              <a:gd name="connsiteY3" fmla="*/ 2844543 h 2877132"/>
              <a:gd name="connsiteX4" fmla="*/ 3548627 w 3548627"/>
              <a:gd name="connsiteY4" fmla="*/ 2877132 h 2877132"/>
              <a:gd name="connsiteX5" fmla="*/ 0 w 3548627"/>
              <a:gd name="connsiteY5" fmla="*/ 2877132 h 2877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48627" h="2877132">
                <a:moveTo>
                  <a:pt x="0" y="0"/>
                </a:moveTo>
                <a:lnTo>
                  <a:pt x="17180" y="2773"/>
                </a:lnTo>
                <a:cubicBezTo>
                  <a:pt x="98749" y="18969"/>
                  <a:pt x="179570" y="38093"/>
                  <a:pt x="259491" y="60188"/>
                </a:cubicBezTo>
                <a:cubicBezTo>
                  <a:pt x="2497293" y="678866"/>
                  <a:pt x="2569908" y="1912490"/>
                  <a:pt x="3514069" y="2844543"/>
                </a:cubicBezTo>
                <a:lnTo>
                  <a:pt x="3548627" y="2877132"/>
                </a:lnTo>
                <a:lnTo>
                  <a:pt x="0" y="2877132"/>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038" y="549476"/>
            <a:ext cx="11090275"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4" name="Text Placeholder 6">
            <a:extLst>
              <a:ext uri="{FF2B5EF4-FFF2-40B4-BE49-F238E27FC236}">
                <a16:creationId xmlns:a16="http://schemas.microsoft.com/office/drawing/2014/main" id="{39AA7B67-6693-B256-903C-FCF873DB345C}"/>
              </a:ext>
            </a:extLst>
          </p:cNvPr>
          <p:cNvSpPr>
            <a:spLocks noGrp="1"/>
          </p:cNvSpPr>
          <p:nvPr>
            <p:ph idx="1"/>
          </p:nvPr>
        </p:nvSpPr>
        <p:spPr>
          <a:xfrm>
            <a:off x="554037" y="3886859"/>
            <a:ext cx="5349876" cy="2421865"/>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s-ES"/>
              <a:t>Haga clic para modificar los estilos de texto del patrón</a:t>
            </a:r>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8" name="Text Placeholder 7">
            <a:extLst>
              <a:ext uri="{FF2B5EF4-FFF2-40B4-BE49-F238E27FC236}">
                <a16:creationId xmlns:a16="http://schemas.microsoft.com/office/drawing/2014/main" id="{9EB8DEF2-02A1-B7CD-158F-9813CFE2519E}"/>
              </a:ext>
            </a:extLst>
          </p:cNvPr>
          <p:cNvSpPr>
            <a:spLocks noGrp="1"/>
          </p:cNvSpPr>
          <p:nvPr>
            <p:ph type="body" sz="quarter" idx="11"/>
          </p:nvPr>
        </p:nvSpPr>
        <p:spPr>
          <a:xfrm>
            <a:off x="554037" y="3257546"/>
            <a:ext cx="5349876" cy="444507"/>
          </a:xfrm>
        </p:spPr>
        <p:txBody>
          <a:bodyPr/>
          <a:lstStyle>
            <a:lvl1pPr marL="0" indent="0">
              <a:buNone/>
              <a:defRPr b="1">
                <a:solidFill>
                  <a:schemeClr val="tx2"/>
                </a:solidFill>
              </a:defRPr>
            </a:lvl1pPr>
          </a:lstStyle>
          <a:p>
            <a:pPr lvl="0"/>
            <a:r>
              <a:rPr lang="es-ES"/>
              <a:t>Haga clic para modificar los estilos de texto del patrón</a:t>
            </a:r>
          </a:p>
        </p:txBody>
      </p:sp>
      <p:sp>
        <p:nvSpPr>
          <p:cNvPr id="10" name="Picture Placeholder 9">
            <a:extLst>
              <a:ext uri="{FF2B5EF4-FFF2-40B4-BE49-F238E27FC236}">
                <a16:creationId xmlns:a16="http://schemas.microsoft.com/office/drawing/2014/main" id="{B6CE90EA-17CC-1BE8-C18A-10A5E4DA72CE}"/>
              </a:ext>
            </a:extLst>
          </p:cNvPr>
          <p:cNvSpPr>
            <a:spLocks noGrp="1"/>
          </p:cNvSpPr>
          <p:nvPr>
            <p:ph type="pic" sz="quarter" idx="12" hasCustomPrompt="1"/>
          </p:nvPr>
        </p:nvSpPr>
        <p:spPr>
          <a:xfrm>
            <a:off x="554038" y="2038806"/>
            <a:ext cx="969962" cy="968375"/>
          </a:xfrm>
        </p:spPr>
        <p:txBody>
          <a:bodyPr anchor="ctr"/>
          <a:lstStyle>
            <a:lvl1pPr marL="0" indent="0" algn="ctr">
              <a:buNone/>
              <a:defRPr/>
            </a:lvl1pPr>
          </a:lstStyle>
          <a:p>
            <a:r>
              <a:rPr lang="en-PL"/>
              <a:t>Icon</a:t>
            </a:r>
          </a:p>
        </p:txBody>
      </p:sp>
      <p:sp>
        <p:nvSpPr>
          <p:cNvPr id="11" name="Text Placeholder 6">
            <a:extLst>
              <a:ext uri="{FF2B5EF4-FFF2-40B4-BE49-F238E27FC236}">
                <a16:creationId xmlns:a16="http://schemas.microsoft.com/office/drawing/2014/main" id="{9EF02D6E-E8B2-4CB8-A223-00262EE2A4C3}"/>
              </a:ext>
            </a:extLst>
          </p:cNvPr>
          <p:cNvSpPr>
            <a:spLocks noGrp="1"/>
          </p:cNvSpPr>
          <p:nvPr>
            <p:ph idx="13"/>
          </p:nvPr>
        </p:nvSpPr>
        <p:spPr>
          <a:xfrm>
            <a:off x="6291261" y="3886859"/>
            <a:ext cx="5349876" cy="2421865"/>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s-ES"/>
              <a:t>Haga clic para modificar los estilos de texto del patrón</a:t>
            </a:r>
          </a:p>
        </p:txBody>
      </p:sp>
      <p:sp>
        <p:nvSpPr>
          <p:cNvPr id="12" name="Text Placeholder 7">
            <a:extLst>
              <a:ext uri="{FF2B5EF4-FFF2-40B4-BE49-F238E27FC236}">
                <a16:creationId xmlns:a16="http://schemas.microsoft.com/office/drawing/2014/main" id="{15DB5DD6-596D-DC7B-3A2D-A53F70C97208}"/>
              </a:ext>
            </a:extLst>
          </p:cNvPr>
          <p:cNvSpPr>
            <a:spLocks noGrp="1"/>
          </p:cNvSpPr>
          <p:nvPr>
            <p:ph type="body" sz="quarter" idx="14"/>
          </p:nvPr>
        </p:nvSpPr>
        <p:spPr>
          <a:xfrm>
            <a:off x="6291261" y="3257546"/>
            <a:ext cx="5349876" cy="444507"/>
          </a:xfrm>
        </p:spPr>
        <p:txBody>
          <a:bodyPr/>
          <a:lstStyle>
            <a:lvl1pPr marL="0" indent="0">
              <a:buNone/>
              <a:defRPr b="1">
                <a:solidFill>
                  <a:schemeClr val="tx2"/>
                </a:solidFill>
              </a:defRPr>
            </a:lvl1pPr>
          </a:lstStyle>
          <a:p>
            <a:pPr lvl="0"/>
            <a:r>
              <a:rPr lang="es-ES"/>
              <a:t>Haga clic para modificar los estilos de texto del patrón</a:t>
            </a:r>
          </a:p>
        </p:txBody>
      </p:sp>
      <p:sp>
        <p:nvSpPr>
          <p:cNvPr id="14" name="Picture Placeholder 9">
            <a:extLst>
              <a:ext uri="{FF2B5EF4-FFF2-40B4-BE49-F238E27FC236}">
                <a16:creationId xmlns:a16="http://schemas.microsoft.com/office/drawing/2014/main" id="{8386418A-527B-EDE4-B826-37C3E8C93760}"/>
              </a:ext>
            </a:extLst>
          </p:cNvPr>
          <p:cNvSpPr>
            <a:spLocks noGrp="1"/>
          </p:cNvSpPr>
          <p:nvPr>
            <p:ph type="pic" sz="quarter" idx="15" hasCustomPrompt="1"/>
          </p:nvPr>
        </p:nvSpPr>
        <p:spPr>
          <a:xfrm>
            <a:off x="6291262" y="2038806"/>
            <a:ext cx="969962" cy="968375"/>
          </a:xfrm>
        </p:spPr>
        <p:txBody>
          <a:bodyPr anchor="ctr"/>
          <a:lstStyle>
            <a:lvl1pPr marL="0" indent="0" algn="ctr">
              <a:buNone/>
              <a:defRPr/>
            </a:lvl1pPr>
          </a:lstStyle>
          <a:p>
            <a:r>
              <a:rPr lang="en-PL"/>
              <a:t>Icon</a:t>
            </a:r>
          </a:p>
        </p:txBody>
      </p:sp>
      <p:sp>
        <p:nvSpPr>
          <p:cNvPr id="7" name="Rectangle 6">
            <a:extLst>
              <a:ext uri="{FF2B5EF4-FFF2-40B4-BE49-F238E27FC236}">
                <a16:creationId xmlns:a16="http://schemas.microsoft.com/office/drawing/2014/main" id="{C01C6F15-A55D-CB9A-FA3D-FDF18B85343B}"/>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1368984001"/>
      </p:ext>
    </p:extLst>
  </p:cSld>
  <p:clrMapOvr>
    <a:masterClrMapping/>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preserve="1" userDrawn="1">
  <p:cSld name="Content_3 Columns">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B4D4C034-320B-6DDD-5EA0-66E4226329A7}"/>
              </a:ext>
            </a:extLst>
          </p:cNvPr>
          <p:cNvSpPr/>
          <p:nvPr userDrawn="1"/>
        </p:nvSpPr>
        <p:spPr>
          <a:xfrm>
            <a:off x="0" y="3980869"/>
            <a:ext cx="3548627" cy="2877132"/>
          </a:xfrm>
          <a:custGeom>
            <a:avLst/>
            <a:gdLst>
              <a:gd name="connsiteX0" fmla="*/ 0 w 3548627"/>
              <a:gd name="connsiteY0" fmla="*/ 0 h 2877132"/>
              <a:gd name="connsiteX1" fmla="*/ 17180 w 3548627"/>
              <a:gd name="connsiteY1" fmla="*/ 2773 h 2877132"/>
              <a:gd name="connsiteX2" fmla="*/ 259491 w 3548627"/>
              <a:gd name="connsiteY2" fmla="*/ 60188 h 2877132"/>
              <a:gd name="connsiteX3" fmla="*/ 3514069 w 3548627"/>
              <a:gd name="connsiteY3" fmla="*/ 2844543 h 2877132"/>
              <a:gd name="connsiteX4" fmla="*/ 3548627 w 3548627"/>
              <a:gd name="connsiteY4" fmla="*/ 2877132 h 2877132"/>
              <a:gd name="connsiteX5" fmla="*/ 0 w 3548627"/>
              <a:gd name="connsiteY5" fmla="*/ 2877132 h 2877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48627" h="2877132">
                <a:moveTo>
                  <a:pt x="0" y="0"/>
                </a:moveTo>
                <a:lnTo>
                  <a:pt x="17180" y="2773"/>
                </a:lnTo>
                <a:cubicBezTo>
                  <a:pt x="98749" y="18969"/>
                  <a:pt x="179570" y="38093"/>
                  <a:pt x="259491" y="60188"/>
                </a:cubicBezTo>
                <a:cubicBezTo>
                  <a:pt x="2497293" y="678866"/>
                  <a:pt x="2569908" y="1912490"/>
                  <a:pt x="3514069" y="2844543"/>
                </a:cubicBezTo>
                <a:lnTo>
                  <a:pt x="3548627" y="2877132"/>
                </a:lnTo>
                <a:lnTo>
                  <a:pt x="0" y="2877132"/>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038" y="549476"/>
            <a:ext cx="11090275"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4" name="Text Placeholder 6">
            <a:extLst>
              <a:ext uri="{FF2B5EF4-FFF2-40B4-BE49-F238E27FC236}">
                <a16:creationId xmlns:a16="http://schemas.microsoft.com/office/drawing/2014/main" id="{39AA7B67-6693-B256-903C-FCF873DB345C}"/>
              </a:ext>
            </a:extLst>
          </p:cNvPr>
          <p:cNvSpPr>
            <a:spLocks noGrp="1"/>
          </p:cNvSpPr>
          <p:nvPr>
            <p:ph idx="1"/>
          </p:nvPr>
        </p:nvSpPr>
        <p:spPr>
          <a:xfrm>
            <a:off x="554036" y="3881913"/>
            <a:ext cx="3468245" cy="2426811"/>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s-ES"/>
              <a:t>Haga clic para modificar los estilos de texto del patrón</a:t>
            </a:r>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8" name="Text Placeholder 7">
            <a:extLst>
              <a:ext uri="{FF2B5EF4-FFF2-40B4-BE49-F238E27FC236}">
                <a16:creationId xmlns:a16="http://schemas.microsoft.com/office/drawing/2014/main" id="{9EB8DEF2-02A1-B7CD-158F-9813CFE2519E}"/>
              </a:ext>
            </a:extLst>
          </p:cNvPr>
          <p:cNvSpPr>
            <a:spLocks noGrp="1"/>
          </p:cNvSpPr>
          <p:nvPr>
            <p:ph type="body" sz="quarter" idx="11"/>
          </p:nvPr>
        </p:nvSpPr>
        <p:spPr>
          <a:xfrm>
            <a:off x="554036" y="3252600"/>
            <a:ext cx="3468245" cy="444507"/>
          </a:xfrm>
        </p:spPr>
        <p:txBody>
          <a:bodyPr/>
          <a:lstStyle>
            <a:lvl1pPr marL="0" indent="0">
              <a:buNone/>
              <a:defRPr b="1">
                <a:solidFill>
                  <a:schemeClr val="tx2"/>
                </a:solidFill>
              </a:defRPr>
            </a:lvl1pPr>
          </a:lstStyle>
          <a:p>
            <a:pPr lvl="0"/>
            <a:r>
              <a:rPr lang="es-ES"/>
              <a:t>Haga clic para modificar los estilos de texto del patrón</a:t>
            </a:r>
          </a:p>
        </p:txBody>
      </p:sp>
      <p:sp>
        <p:nvSpPr>
          <p:cNvPr id="10" name="Picture Placeholder 9">
            <a:extLst>
              <a:ext uri="{FF2B5EF4-FFF2-40B4-BE49-F238E27FC236}">
                <a16:creationId xmlns:a16="http://schemas.microsoft.com/office/drawing/2014/main" id="{B6CE90EA-17CC-1BE8-C18A-10A5E4DA72CE}"/>
              </a:ext>
            </a:extLst>
          </p:cNvPr>
          <p:cNvSpPr>
            <a:spLocks noGrp="1"/>
          </p:cNvSpPr>
          <p:nvPr>
            <p:ph type="pic" sz="quarter" idx="12" hasCustomPrompt="1"/>
          </p:nvPr>
        </p:nvSpPr>
        <p:spPr>
          <a:xfrm>
            <a:off x="554038" y="2038806"/>
            <a:ext cx="969962" cy="968375"/>
          </a:xfrm>
        </p:spPr>
        <p:txBody>
          <a:bodyPr anchor="ctr"/>
          <a:lstStyle>
            <a:lvl1pPr marL="0" indent="0" algn="ctr">
              <a:buNone/>
              <a:defRPr/>
            </a:lvl1pPr>
          </a:lstStyle>
          <a:p>
            <a:r>
              <a:rPr lang="en-PL"/>
              <a:t>Icon</a:t>
            </a:r>
          </a:p>
        </p:txBody>
      </p:sp>
      <p:sp>
        <p:nvSpPr>
          <p:cNvPr id="18" name="Text Placeholder 6">
            <a:extLst>
              <a:ext uri="{FF2B5EF4-FFF2-40B4-BE49-F238E27FC236}">
                <a16:creationId xmlns:a16="http://schemas.microsoft.com/office/drawing/2014/main" id="{30012B09-3C1E-4293-DD0A-226BE8AFA9D4}"/>
              </a:ext>
            </a:extLst>
          </p:cNvPr>
          <p:cNvSpPr>
            <a:spLocks noGrp="1"/>
          </p:cNvSpPr>
          <p:nvPr>
            <p:ph idx="13"/>
          </p:nvPr>
        </p:nvSpPr>
        <p:spPr>
          <a:xfrm>
            <a:off x="8172894" y="3881914"/>
            <a:ext cx="3468245" cy="2426610"/>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s-ES"/>
              <a:t>Haga clic para modificar los estilos de texto del patrón</a:t>
            </a:r>
          </a:p>
        </p:txBody>
      </p:sp>
      <p:sp>
        <p:nvSpPr>
          <p:cNvPr id="20" name="Text Placeholder 7">
            <a:extLst>
              <a:ext uri="{FF2B5EF4-FFF2-40B4-BE49-F238E27FC236}">
                <a16:creationId xmlns:a16="http://schemas.microsoft.com/office/drawing/2014/main" id="{66B12A68-F898-618D-32AA-9FE63A3E9823}"/>
              </a:ext>
            </a:extLst>
          </p:cNvPr>
          <p:cNvSpPr>
            <a:spLocks noGrp="1"/>
          </p:cNvSpPr>
          <p:nvPr>
            <p:ph type="body" sz="quarter" idx="14"/>
          </p:nvPr>
        </p:nvSpPr>
        <p:spPr>
          <a:xfrm>
            <a:off x="8172894" y="3252600"/>
            <a:ext cx="3468245" cy="444507"/>
          </a:xfrm>
        </p:spPr>
        <p:txBody>
          <a:bodyPr/>
          <a:lstStyle>
            <a:lvl1pPr marL="0" indent="0">
              <a:buNone/>
              <a:defRPr b="1">
                <a:solidFill>
                  <a:schemeClr val="tx2"/>
                </a:solidFill>
              </a:defRPr>
            </a:lvl1pPr>
          </a:lstStyle>
          <a:p>
            <a:pPr lvl="0"/>
            <a:r>
              <a:rPr lang="es-ES"/>
              <a:t>Haga clic para modificar los estilos de texto del patrón</a:t>
            </a:r>
          </a:p>
        </p:txBody>
      </p:sp>
      <p:sp>
        <p:nvSpPr>
          <p:cNvPr id="21" name="Picture Placeholder 9">
            <a:extLst>
              <a:ext uri="{FF2B5EF4-FFF2-40B4-BE49-F238E27FC236}">
                <a16:creationId xmlns:a16="http://schemas.microsoft.com/office/drawing/2014/main" id="{901340AB-6727-BD78-1C0C-A8649882F375}"/>
              </a:ext>
            </a:extLst>
          </p:cNvPr>
          <p:cNvSpPr>
            <a:spLocks noGrp="1"/>
          </p:cNvSpPr>
          <p:nvPr>
            <p:ph type="pic" sz="quarter" idx="15" hasCustomPrompt="1"/>
          </p:nvPr>
        </p:nvSpPr>
        <p:spPr>
          <a:xfrm>
            <a:off x="8172896" y="2038806"/>
            <a:ext cx="969962" cy="968375"/>
          </a:xfrm>
        </p:spPr>
        <p:txBody>
          <a:bodyPr anchor="ctr"/>
          <a:lstStyle>
            <a:lvl1pPr marL="0" indent="0" algn="ctr">
              <a:buNone/>
              <a:defRPr/>
            </a:lvl1pPr>
          </a:lstStyle>
          <a:p>
            <a:r>
              <a:rPr lang="en-PL"/>
              <a:t>Icon</a:t>
            </a:r>
          </a:p>
        </p:txBody>
      </p:sp>
      <p:sp>
        <p:nvSpPr>
          <p:cNvPr id="22" name="Text Placeholder 6">
            <a:extLst>
              <a:ext uri="{FF2B5EF4-FFF2-40B4-BE49-F238E27FC236}">
                <a16:creationId xmlns:a16="http://schemas.microsoft.com/office/drawing/2014/main" id="{6D2911BD-AC57-F3C1-CDA2-0B90A1677FD1}"/>
              </a:ext>
            </a:extLst>
          </p:cNvPr>
          <p:cNvSpPr>
            <a:spLocks noGrp="1"/>
          </p:cNvSpPr>
          <p:nvPr>
            <p:ph idx="16"/>
          </p:nvPr>
        </p:nvSpPr>
        <p:spPr>
          <a:xfrm>
            <a:off x="4361875" y="3881913"/>
            <a:ext cx="3468245" cy="2426811"/>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s-ES"/>
              <a:t>Haga clic para modificar los estilos de texto del patrón</a:t>
            </a:r>
          </a:p>
        </p:txBody>
      </p:sp>
      <p:sp>
        <p:nvSpPr>
          <p:cNvPr id="23" name="Text Placeholder 7">
            <a:extLst>
              <a:ext uri="{FF2B5EF4-FFF2-40B4-BE49-F238E27FC236}">
                <a16:creationId xmlns:a16="http://schemas.microsoft.com/office/drawing/2014/main" id="{F2218111-F043-D631-57EE-2E2E8F94EA7E}"/>
              </a:ext>
            </a:extLst>
          </p:cNvPr>
          <p:cNvSpPr>
            <a:spLocks noGrp="1"/>
          </p:cNvSpPr>
          <p:nvPr>
            <p:ph type="body" sz="quarter" idx="17"/>
          </p:nvPr>
        </p:nvSpPr>
        <p:spPr>
          <a:xfrm>
            <a:off x="4361875" y="3252600"/>
            <a:ext cx="3468245" cy="444507"/>
          </a:xfrm>
        </p:spPr>
        <p:txBody>
          <a:bodyPr/>
          <a:lstStyle>
            <a:lvl1pPr marL="0" indent="0">
              <a:buNone/>
              <a:defRPr b="1">
                <a:solidFill>
                  <a:schemeClr val="tx2"/>
                </a:solidFill>
              </a:defRPr>
            </a:lvl1pPr>
          </a:lstStyle>
          <a:p>
            <a:pPr lvl="0"/>
            <a:r>
              <a:rPr lang="es-ES"/>
              <a:t>Haga clic para modificar los estilos de texto del patrón</a:t>
            </a:r>
          </a:p>
        </p:txBody>
      </p:sp>
      <p:sp>
        <p:nvSpPr>
          <p:cNvPr id="24" name="Picture Placeholder 9">
            <a:extLst>
              <a:ext uri="{FF2B5EF4-FFF2-40B4-BE49-F238E27FC236}">
                <a16:creationId xmlns:a16="http://schemas.microsoft.com/office/drawing/2014/main" id="{73FE9BFF-228F-7329-1BFD-11E7B83971D1}"/>
              </a:ext>
            </a:extLst>
          </p:cNvPr>
          <p:cNvSpPr>
            <a:spLocks noGrp="1"/>
          </p:cNvSpPr>
          <p:nvPr>
            <p:ph type="pic" sz="quarter" idx="18" hasCustomPrompt="1"/>
          </p:nvPr>
        </p:nvSpPr>
        <p:spPr>
          <a:xfrm>
            <a:off x="4361877" y="2033860"/>
            <a:ext cx="969962" cy="968375"/>
          </a:xfrm>
        </p:spPr>
        <p:txBody>
          <a:bodyPr anchor="ctr"/>
          <a:lstStyle>
            <a:lvl1pPr marL="0" indent="0" algn="ctr">
              <a:buNone/>
              <a:defRPr/>
            </a:lvl1pPr>
          </a:lstStyle>
          <a:p>
            <a:r>
              <a:rPr lang="en-PL"/>
              <a:t>Icon</a:t>
            </a:r>
          </a:p>
        </p:txBody>
      </p:sp>
      <p:sp>
        <p:nvSpPr>
          <p:cNvPr id="7" name="Rectangle 6">
            <a:extLst>
              <a:ext uri="{FF2B5EF4-FFF2-40B4-BE49-F238E27FC236}">
                <a16:creationId xmlns:a16="http://schemas.microsoft.com/office/drawing/2014/main" id="{9B198979-465E-99CA-88EA-AC97AB729414}"/>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3587065449"/>
      </p:ext>
    </p:extLst>
  </p:cSld>
  <p:clrMapOvr>
    <a:masterClrMapping/>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preserve="1" userDrawn="1">
  <p:cSld name="Content_4 Columns">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B4D4C034-320B-6DDD-5EA0-66E4226329A7}"/>
              </a:ext>
            </a:extLst>
          </p:cNvPr>
          <p:cNvSpPr/>
          <p:nvPr userDrawn="1"/>
        </p:nvSpPr>
        <p:spPr>
          <a:xfrm>
            <a:off x="0" y="3980869"/>
            <a:ext cx="3548627" cy="2877132"/>
          </a:xfrm>
          <a:custGeom>
            <a:avLst/>
            <a:gdLst>
              <a:gd name="connsiteX0" fmla="*/ 0 w 3548627"/>
              <a:gd name="connsiteY0" fmla="*/ 0 h 2877132"/>
              <a:gd name="connsiteX1" fmla="*/ 17180 w 3548627"/>
              <a:gd name="connsiteY1" fmla="*/ 2773 h 2877132"/>
              <a:gd name="connsiteX2" fmla="*/ 259491 w 3548627"/>
              <a:gd name="connsiteY2" fmla="*/ 60188 h 2877132"/>
              <a:gd name="connsiteX3" fmla="*/ 3514069 w 3548627"/>
              <a:gd name="connsiteY3" fmla="*/ 2844543 h 2877132"/>
              <a:gd name="connsiteX4" fmla="*/ 3548627 w 3548627"/>
              <a:gd name="connsiteY4" fmla="*/ 2877132 h 2877132"/>
              <a:gd name="connsiteX5" fmla="*/ 0 w 3548627"/>
              <a:gd name="connsiteY5" fmla="*/ 2877132 h 2877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48627" h="2877132">
                <a:moveTo>
                  <a:pt x="0" y="0"/>
                </a:moveTo>
                <a:lnTo>
                  <a:pt x="17180" y="2773"/>
                </a:lnTo>
                <a:cubicBezTo>
                  <a:pt x="98749" y="18969"/>
                  <a:pt x="179570" y="38093"/>
                  <a:pt x="259491" y="60188"/>
                </a:cubicBezTo>
                <a:cubicBezTo>
                  <a:pt x="2497293" y="678866"/>
                  <a:pt x="2569908" y="1912490"/>
                  <a:pt x="3514069" y="2844543"/>
                </a:cubicBezTo>
                <a:lnTo>
                  <a:pt x="3548627" y="2877132"/>
                </a:lnTo>
                <a:lnTo>
                  <a:pt x="0" y="2877132"/>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164" y="549098"/>
            <a:ext cx="11086973"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4" name="Text Placeholder 6">
            <a:extLst>
              <a:ext uri="{FF2B5EF4-FFF2-40B4-BE49-F238E27FC236}">
                <a16:creationId xmlns:a16="http://schemas.microsoft.com/office/drawing/2014/main" id="{39AA7B67-6693-B256-903C-FCF873DB345C}"/>
              </a:ext>
            </a:extLst>
          </p:cNvPr>
          <p:cNvSpPr>
            <a:spLocks noGrp="1"/>
          </p:cNvSpPr>
          <p:nvPr>
            <p:ph idx="1"/>
          </p:nvPr>
        </p:nvSpPr>
        <p:spPr>
          <a:xfrm>
            <a:off x="554163" y="3881914"/>
            <a:ext cx="2479418" cy="2426988"/>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s-ES"/>
              <a:t>Haga clic para modificar los estilos de texto del patrón</a:t>
            </a:r>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8" name="Text Placeholder 7">
            <a:extLst>
              <a:ext uri="{FF2B5EF4-FFF2-40B4-BE49-F238E27FC236}">
                <a16:creationId xmlns:a16="http://schemas.microsoft.com/office/drawing/2014/main" id="{9EB8DEF2-02A1-B7CD-158F-9813CFE2519E}"/>
              </a:ext>
            </a:extLst>
          </p:cNvPr>
          <p:cNvSpPr>
            <a:spLocks noGrp="1"/>
          </p:cNvSpPr>
          <p:nvPr>
            <p:ph type="body" sz="quarter" idx="11"/>
          </p:nvPr>
        </p:nvSpPr>
        <p:spPr>
          <a:xfrm>
            <a:off x="554163" y="3252600"/>
            <a:ext cx="2479418" cy="444507"/>
          </a:xfrm>
        </p:spPr>
        <p:txBody>
          <a:bodyPr/>
          <a:lstStyle>
            <a:lvl1pPr marL="0" indent="0">
              <a:buNone/>
              <a:defRPr b="1">
                <a:solidFill>
                  <a:schemeClr val="tx2"/>
                </a:solidFill>
              </a:defRPr>
            </a:lvl1pPr>
          </a:lstStyle>
          <a:p>
            <a:pPr lvl="0"/>
            <a:r>
              <a:rPr lang="es-ES"/>
              <a:t>Haga clic para modificar los estilos de texto del patrón</a:t>
            </a:r>
          </a:p>
        </p:txBody>
      </p:sp>
      <p:sp>
        <p:nvSpPr>
          <p:cNvPr id="10" name="Picture Placeholder 9">
            <a:extLst>
              <a:ext uri="{FF2B5EF4-FFF2-40B4-BE49-F238E27FC236}">
                <a16:creationId xmlns:a16="http://schemas.microsoft.com/office/drawing/2014/main" id="{B6CE90EA-17CC-1BE8-C18A-10A5E4DA72CE}"/>
              </a:ext>
            </a:extLst>
          </p:cNvPr>
          <p:cNvSpPr>
            <a:spLocks noGrp="1"/>
          </p:cNvSpPr>
          <p:nvPr>
            <p:ph type="pic" sz="quarter" idx="12" hasCustomPrompt="1"/>
          </p:nvPr>
        </p:nvSpPr>
        <p:spPr>
          <a:xfrm>
            <a:off x="554164" y="2038806"/>
            <a:ext cx="969962" cy="968375"/>
          </a:xfrm>
        </p:spPr>
        <p:txBody>
          <a:bodyPr anchor="ctr"/>
          <a:lstStyle>
            <a:lvl1pPr marL="0" indent="0" algn="ctr">
              <a:buNone/>
              <a:defRPr/>
            </a:lvl1pPr>
          </a:lstStyle>
          <a:p>
            <a:r>
              <a:rPr lang="en-PL"/>
              <a:t>Icon</a:t>
            </a:r>
          </a:p>
        </p:txBody>
      </p:sp>
      <p:sp>
        <p:nvSpPr>
          <p:cNvPr id="7" name="Text Placeholder 6">
            <a:extLst>
              <a:ext uri="{FF2B5EF4-FFF2-40B4-BE49-F238E27FC236}">
                <a16:creationId xmlns:a16="http://schemas.microsoft.com/office/drawing/2014/main" id="{E0A414AA-9283-8D61-A1CA-63514B97674A}"/>
              </a:ext>
            </a:extLst>
          </p:cNvPr>
          <p:cNvSpPr>
            <a:spLocks noGrp="1"/>
          </p:cNvSpPr>
          <p:nvPr>
            <p:ph idx="13"/>
          </p:nvPr>
        </p:nvSpPr>
        <p:spPr>
          <a:xfrm>
            <a:off x="9161719" y="3880635"/>
            <a:ext cx="2479418" cy="2428089"/>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s-ES"/>
              <a:t>Haga clic para modificar los estilos de texto del patrón</a:t>
            </a:r>
          </a:p>
        </p:txBody>
      </p:sp>
      <p:sp>
        <p:nvSpPr>
          <p:cNvPr id="9" name="Text Placeholder 7">
            <a:extLst>
              <a:ext uri="{FF2B5EF4-FFF2-40B4-BE49-F238E27FC236}">
                <a16:creationId xmlns:a16="http://schemas.microsoft.com/office/drawing/2014/main" id="{30341295-578E-2495-BE17-ED58E52BD051}"/>
              </a:ext>
            </a:extLst>
          </p:cNvPr>
          <p:cNvSpPr>
            <a:spLocks noGrp="1"/>
          </p:cNvSpPr>
          <p:nvPr>
            <p:ph type="body" sz="quarter" idx="14"/>
          </p:nvPr>
        </p:nvSpPr>
        <p:spPr>
          <a:xfrm>
            <a:off x="9161719" y="3251322"/>
            <a:ext cx="2479418" cy="444507"/>
          </a:xfrm>
        </p:spPr>
        <p:txBody>
          <a:bodyPr/>
          <a:lstStyle>
            <a:lvl1pPr marL="0" indent="0">
              <a:buNone/>
              <a:defRPr b="1">
                <a:solidFill>
                  <a:schemeClr val="tx2"/>
                </a:solidFill>
              </a:defRPr>
            </a:lvl1pPr>
          </a:lstStyle>
          <a:p>
            <a:pPr lvl="0"/>
            <a:r>
              <a:rPr lang="es-ES"/>
              <a:t>Haga clic para modificar los estilos de texto del patrón</a:t>
            </a:r>
          </a:p>
        </p:txBody>
      </p:sp>
      <p:sp>
        <p:nvSpPr>
          <p:cNvPr id="11" name="Picture Placeholder 9">
            <a:extLst>
              <a:ext uri="{FF2B5EF4-FFF2-40B4-BE49-F238E27FC236}">
                <a16:creationId xmlns:a16="http://schemas.microsoft.com/office/drawing/2014/main" id="{DFC18901-31E1-68C4-8FD1-EEBA01BCCE75}"/>
              </a:ext>
            </a:extLst>
          </p:cNvPr>
          <p:cNvSpPr>
            <a:spLocks noGrp="1"/>
          </p:cNvSpPr>
          <p:nvPr>
            <p:ph type="pic" sz="quarter" idx="15" hasCustomPrompt="1"/>
          </p:nvPr>
        </p:nvSpPr>
        <p:spPr>
          <a:xfrm>
            <a:off x="9161720" y="2037528"/>
            <a:ext cx="969962" cy="968375"/>
          </a:xfrm>
        </p:spPr>
        <p:txBody>
          <a:bodyPr anchor="ctr"/>
          <a:lstStyle>
            <a:lvl1pPr marL="0" indent="0" algn="ctr">
              <a:buNone/>
              <a:defRPr/>
            </a:lvl1pPr>
          </a:lstStyle>
          <a:p>
            <a:r>
              <a:rPr lang="en-PL"/>
              <a:t>Icon</a:t>
            </a:r>
          </a:p>
        </p:txBody>
      </p:sp>
      <p:sp>
        <p:nvSpPr>
          <p:cNvPr id="12" name="Text Placeholder 6">
            <a:extLst>
              <a:ext uri="{FF2B5EF4-FFF2-40B4-BE49-F238E27FC236}">
                <a16:creationId xmlns:a16="http://schemas.microsoft.com/office/drawing/2014/main" id="{4C7C58ED-5700-2A0E-B164-2C2FD51225C6}"/>
              </a:ext>
            </a:extLst>
          </p:cNvPr>
          <p:cNvSpPr>
            <a:spLocks noGrp="1"/>
          </p:cNvSpPr>
          <p:nvPr>
            <p:ph idx="16"/>
          </p:nvPr>
        </p:nvSpPr>
        <p:spPr>
          <a:xfrm>
            <a:off x="3421148" y="3883006"/>
            <a:ext cx="2479418" cy="2425895"/>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s-ES"/>
              <a:t>Haga clic para modificar los estilos de texto del patrón</a:t>
            </a:r>
          </a:p>
        </p:txBody>
      </p:sp>
      <p:sp>
        <p:nvSpPr>
          <p:cNvPr id="13" name="Text Placeholder 7">
            <a:extLst>
              <a:ext uri="{FF2B5EF4-FFF2-40B4-BE49-F238E27FC236}">
                <a16:creationId xmlns:a16="http://schemas.microsoft.com/office/drawing/2014/main" id="{CC8F57A7-616A-0877-A95F-697CDF8044EC}"/>
              </a:ext>
            </a:extLst>
          </p:cNvPr>
          <p:cNvSpPr>
            <a:spLocks noGrp="1"/>
          </p:cNvSpPr>
          <p:nvPr>
            <p:ph type="body" sz="quarter" idx="17"/>
          </p:nvPr>
        </p:nvSpPr>
        <p:spPr>
          <a:xfrm>
            <a:off x="3421148" y="3253693"/>
            <a:ext cx="2479418" cy="444507"/>
          </a:xfrm>
        </p:spPr>
        <p:txBody>
          <a:bodyPr/>
          <a:lstStyle>
            <a:lvl1pPr marL="0" indent="0">
              <a:buNone/>
              <a:defRPr b="1">
                <a:solidFill>
                  <a:schemeClr val="tx2"/>
                </a:solidFill>
              </a:defRPr>
            </a:lvl1pPr>
          </a:lstStyle>
          <a:p>
            <a:pPr lvl="0"/>
            <a:r>
              <a:rPr lang="es-ES"/>
              <a:t>Haga clic para modificar los estilos de texto del patrón</a:t>
            </a:r>
          </a:p>
        </p:txBody>
      </p:sp>
      <p:sp>
        <p:nvSpPr>
          <p:cNvPr id="14" name="Picture Placeholder 9">
            <a:extLst>
              <a:ext uri="{FF2B5EF4-FFF2-40B4-BE49-F238E27FC236}">
                <a16:creationId xmlns:a16="http://schemas.microsoft.com/office/drawing/2014/main" id="{6C89A7D9-92F6-0FCA-1B2E-B673F5F70BC6}"/>
              </a:ext>
            </a:extLst>
          </p:cNvPr>
          <p:cNvSpPr>
            <a:spLocks noGrp="1"/>
          </p:cNvSpPr>
          <p:nvPr>
            <p:ph type="pic" sz="quarter" idx="18" hasCustomPrompt="1"/>
          </p:nvPr>
        </p:nvSpPr>
        <p:spPr>
          <a:xfrm>
            <a:off x="3421149" y="2039899"/>
            <a:ext cx="969962" cy="968375"/>
          </a:xfrm>
        </p:spPr>
        <p:txBody>
          <a:bodyPr anchor="ctr"/>
          <a:lstStyle>
            <a:lvl1pPr marL="0" indent="0" algn="ctr">
              <a:buNone/>
              <a:defRPr/>
            </a:lvl1pPr>
          </a:lstStyle>
          <a:p>
            <a:r>
              <a:rPr lang="en-PL"/>
              <a:t>Icon</a:t>
            </a:r>
          </a:p>
        </p:txBody>
      </p:sp>
      <p:sp>
        <p:nvSpPr>
          <p:cNvPr id="15" name="Text Placeholder 6">
            <a:extLst>
              <a:ext uri="{FF2B5EF4-FFF2-40B4-BE49-F238E27FC236}">
                <a16:creationId xmlns:a16="http://schemas.microsoft.com/office/drawing/2014/main" id="{2F49B1DC-1B91-85AC-AF4C-216C37D8409C}"/>
              </a:ext>
            </a:extLst>
          </p:cNvPr>
          <p:cNvSpPr>
            <a:spLocks noGrp="1"/>
          </p:cNvSpPr>
          <p:nvPr>
            <p:ph idx="19"/>
          </p:nvPr>
        </p:nvSpPr>
        <p:spPr>
          <a:xfrm>
            <a:off x="6291434" y="3880635"/>
            <a:ext cx="2479418" cy="2428089"/>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s-ES"/>
              <a:t>Haga clic para modificar los estilos de texto del patrón</a:t>
            </a:r>
          </a:p>
        </p:txBody>
      </p:sp>
      <p:sp>
        <p:nvSpPr>
          <p:cNvPr id="16" name="Text Placeholder 7">
            <a:extLst>
              <a:ext uri="{FF2B5EF4-FFF2-40B4-BE49-F238E27FC236}">
                <a16:creationId xmlns:a16="http://schemas.microsoft.com/office/drawing/2014/main" id="{802C5C76-FF85-8B08-708C-942AB726AE71}"/>
              </a:ext>
            </a:extLst>
          </p:cNvPr>
          <p:cNvSpPr>
            <a:spLocks noGrp="1"/>
          </p:cNvSpPr>
          <p:nvPr>
            <p:ph type="body" sz="quarter" idx="20"/>
          </p:nvPr>
        </p:nvSpPr>
        <p:spPr>
          <a:xfrm>
            <a:off x="6291434" y="3251322"/>
            <a:ext cx="2479418" cy="444507"/>
          </a:xfrm>
        </p:spPr>
        <p:txBody>
          <a:bodyPr/>
          <a:lstStyle>
            <a:lvl1pPr marL="0" indent="0">
              <a:buNone/>
              <a:defRPr b="1">
                <a:solidFill>
                  <a:schemeClr val="tx2"/>
                </a:solidFill>
              </a:defRPr>
            </a:lvl1pPr>
          </a:lstStyle>
          <a:p>
            <a:pPr lvl="0"/>
            <a:r>
              <a:rPr lang="es-ES"/>
              <a:t>Haga clic para modificar los estilos de texto del patrón</a:t>
            </a:r>
          </a:p>
        </p:txBody>
      </p:sp>
      <p:sp>
        <p:nvSpPr>
          <p:cNvPr id="17" name="Picture Placeholder 9">
            <a:extLst>
              <a:ext uri="{FF2B5EF4-FFF2-40B4-BE49-F238E27FC236}">
                <a16:creationId xmlns:a16="http://schemas.microsoft.com/office/drawing/2014/main" id="{E6BAA978-8D38-FD4D-A0AE-6D287281FAE1}"/>
              </a:ext>
            </a:extLst>
          </p:cNvPr>
          <p:cNvSpPr>
            <a:spLocks noGrp="1"/>
          </p:cNvSpPr>
          <p:nvPr>
            <p:ph type="pic" sz="quarter" idx="21" hasCustomPrompt="1"/>
          </p:nvPr>
        </p:nvSpPr>
        <p:spPr>
          <a:xfrm>
            <a:off x="6291435" y="2037528"/>
            <a:ext cx="969962" cy="968375"/>
          </a:xfrm>
        </p:spPr>
        <p:txBody>
          <a:bodyPr anchor="ctr"/>
          <a:lstStyle>
            <a:lvl1pPr marL="0" indent="0" algn="ctr">
              <a:buNone/>
              <a:defRPr/>
            </a:lvl1pPr>
          </a:lstStyle>
          <a:p>
            <a:r>
              <a:rPr lang="en-PL"/>
              <a:t>Icon</a:t>
            </a:r>
          </a:p>
        </p:txBody>
      </p:sp>
      <p:sp>
        <p:nvSpPr>
          <p:cNvPr id="18" name="Rectangle 6">
            <a:extLst>
              <a:ext uri="{FF2B5EF4-FFF2-40B4-BE49-F238E27FC236}">
                <a16:creationId xmlns:a16="http://schemas.microsoft.com/office/drawing/2014/main" id="{EFCBC783-7DFD-891C-C22B-19ACB429CF40}"/>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2451608536"/>
      </p:ext>
    </p:extLst>
  </p:cSld>
  <p:clrMapOvr>
    <a:masterClrMapping/>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preserve="1" userDrawn="1">
  <p:cSld name="Content_4 Columns_Horizontal">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B4D4C034-320B-6DDD-5EA0-66E4226329A7}"/>
              </a:ext>
            </a:extLst>
          </p:cNvPr>
          <p:cNvSpPr/>
          <p:nvPr userDrawn="1"/>
        </p:nvSpPr>
        <p:spPr>
          <a:xfrm>
            <a:off x="0" y="3980869"/>
            <a:ext cx="3548627" cy="2877132"/>
          </a:xfrm>
          <a:custGeom>
            <a:avLst/>
            <a:gdLst>
              <a:gd name="connsiteX0" fmla="*/ 0 w 3548627"/>
              <a:gd name="connsiteY0" fmla="*/ 0 h 2877132"/>
              <a:gd name="connsiteX1" fmla="*/ 17180 w 3548627"/>
              <a:gd name="connsiteY1" fmla="*/ 2773 h 2877132"/>
              <a:gd name="connsiteX2" fmla="*/ 259491 w 3548627"/>
              <a:gd name="connsiteY2" fmla="*/ 60188 h 2877132"/>
              <a:gd name="connsiteX3" fmla="*/ 3514069 w 3548627"/>
              <a:gd name="connsiteY3" fmla="*/ 2844543 h 2877132"/>
              <a:gd name="connsiteX4" fmla="*/ 3548627 w 3548627"/>
              <a:gd name="connsiteY4" fmla="*/ 2877132 h 2877132"/>
              <a:gd name="connsiteX5" fmla="*/ 0 w 3548627"/>
              <a:gd name="connsiteY5" fmla="*/ 2877132 h 2877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48627" h="2877132">
                <a:moveTo>
                  <a:pt x="0" y="0"/>
                </a:moveTo>
                <a:lnTo>
                  <a:pt x="17180" y="2773"/>
                </a:lnTo>
                <a:cubicBezTo>
                  <a:pt x="98749" y="18969"/>
                  <a:pt x="179570" y="38093"/>
                  <a:pt x="259491" y="60188"/>
                </a:cubicBezTo>
                <a:cubicBezTo>
                  <a:pt x="2497293" y="678866"/>
                  <a:pt x="2569908" y="1912490"/>
                  <a:pt x="3514069" y="2844543"/>
                </a:cubicBezTo>
                <a:lnTo>
                  <a:pt x="3548627" y="2877132"/>
                </a:lnTo>
                <a:lnTo>
                  <a:pt x="0" y="2877132"/>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165" y="549098"/>
            <a:ext cx="11086974"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4" name="Text Placeholder 6">
            <a:extLst>
              <a:ext uri="{FF2B5EF4-FFF2-40B4-BE49-F238E27FC236}">
                <a16:creationId xmlns:a16="http://schemas.microsoft.com/office/drawing/2014/main" id="{39AA7B67-6693-B256-903C-FCF873DB345C}"/>
              </a:ext>
            </a:extLst>
          </p:cNvPr>
          <p:cNvSpPr>
            <a:spLocks noGrp="1"/>
          </p:cNvSpPr>
          <p:nvPr>
            <p:ph idx="1"/>
          </p:nvPr>
        </p:nvSpPr>
        <p:spPr>
          <a:xfrm>
            <a:off x="1762973" y="3075025"/>
            <a:ext cx="4169994" cy="1029138"/>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s-ES"/>
              <a:t>Haga clic para modificar los estilos de texto del patrón</a:t>
            </a:r>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8" name="Text Placeholder 7">
            <a:extLst>
              <a:ext uri="{FF2B5EF4-FFF2-40B4-BE49-F238E27FC236}">
                <a16:creationId xmlns:a16="http://schemas.microsoft.com/office/drawing/2014/main" id="{9EB8DEF2-02A1-B7CD-158F-9813CFE2519E}"/>
              </a:ext>
            </a:extLst>
          </p:cNvPr>
          <p:cNvSpPr>
            <a:spLocks noGrp="1"/>
          </p:cNvSpPr>
          <p:nvPr>
            <p:ph type="body" sz="quarter" idx="11"/>
          </p:nvPr>
        </p:nvSpPr>
        <p:spPr>
          <a:xfrm>
            <a:off x="1762973" y="2562674"/>
            <a:ext cx="4169994" cy="444507"/>
          </a:xfrm>
        </p:spPr>
        <p:txBody>
          <a:bodyPr/>
          <a:lstStyle>
            <a:lvl1pPr marL="0" indent="0">
              <a:buNone/>
              <a:defRPr b="1">
                <a:solidFill>
                  <a:schemeClr val="tx2"/>
                </a:solidFill>
              </a:defRPr>
            </a:lvl1pPr>
          </a:lstStyle>
          <a:p>
            <a:pPr lvl="0"/>
            <a:r>
              <a:rPr lang="es-ES"/>
              <a:t>Haga clic para modificar los estilos de texto del patrón</a:t>
            </a:r>
          </a:p>
        </p:txBody>
      </p:sp>
      <p:sp>
        <p:nvSpPr>
          <p:cNvPr id="10" name="Picture Placeholder 9">
            <a:extLst>
              <a:ext uri="{FF2B5EF4-FFF2-40B4-BE49-F238E27FC236}">
                <a16:creationId xmlns:a16="http://schemas.microsoft.com/office/drawing/2014/main" id="{B6CE90EA-17CC-1BE8-C18A-10A5E4DA72CE}"/>
              </a:ext>
            </a:extLst>
          </p:cNvPr>
          <p:cNvSpPr>
            <a:spLocks noGrp="1"/>
          </p:cNvSpPr>
          <p:nvPr>
            <p:ph type="pic" sz="quarter" idx="12" hasCustomPrompt="1"/>
          </p:nvPr>
        </p:nvSpPr>
        <p:spPr>
          <a:xfrm>
            <a:off x="554877" y="2038806"/>
            <a:ext cx="969962" cy="968375"/>
          </a:xfrm>
        </p:spPr>
        <p:txBody>
          <a:bodyPr anchor="ctr"/>
          <a:lstStyle>
            <a:lvl1pPr marL="0" indent="0" algn="ctr">
              <a:buNone/>
              <a:defRPr/>
            </a:lvl1pPr>
          </a:lstStyle>
          <a:p>
            <a:r>
              <a:rPr lang="en-PL"/>
              <a:t>Icon</a:t>
            </a:r>
          </a:p>
        </p:txBody>
      </p:sp>
      <p:sp>
        <p:nvSpPr>
          <p:cNvPr id="18" name="Text Placeholder 6">
            <a:extLst>
              <a:ext uri="{FF2B5EF4-FFF2-40B4-BE49-F238E27FC236}">
                <a16:creationId xmlns:a16="http://schemas.microsoft.com/office/drawing/2014/main" id="{C39A1A95-B810-1F4D-6914-2103EFDC1521}"/>
              </a:ext>
            </a:extLst>
          </p:cNvPr>
          <p:cNvSpPr>
            <a:spLocks noGrp="1"/>
          </p:cNvSpPr>
          <p:nvPr>
            <p:ph idx="13"/>
          </p:nvPr>
        </p:nvSpPr>
        <p:spPr>
          <a:xfrm>
            <a:off x="7470206" y="3075025"/>
            <a:ext cx="4169994" cy="1029138"/>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s-ES"/>
              <a:t>Haga clic para modificar los estilos de texto del patrón</a:t>
            </a:r>
          </a:p>
        </p:txBody>
      </p:sp>
      <p:sp>
        <p:nvSpPr>
          <p:cNvPr id="20" name="Text Placeholder 7">
            <a:extLst>
              <a:ext uri="{FF2B5EF4-FFF2-40B4-BE49-F238E27FC236}">
                <a16:creationId xmlns:a16="http://schemas.microsoft.com/office/drawing/2014/main" id="{9D87E0A3-9059-7636-85FF-92E6E36DE71B}"/>
              </a:ext>
            </a:extLst>
          </p:cNvPr>
          <p:cNvSpPr>
            <a:spLocks noGrp="1"/>
          </p:cNvSpPr>
          <p:nvPr>
            <p:ph type="body" sz="quarter" idx="14"/>
          </p:nvPr>
        </p:nvSpPr>
        <p:spPr>
          <a:xfrm>
            <a:off x="7470206" y="2562674"/>
            <a:ext cx="4169994" cy="444507"/>
          </a:xfrm>
        </p:spPr>
        <p:txBody>
          <a:bodyPr/>
          <a:lstStyle>
            <a:lvl1pPr marL="0" indent="0">
              <a:buNone/>
              <a:defRPr b="1">
                <a:solidFill>
                  <a:schemeClr val="tx2"/>
                </a:solidFill>
              </a:defRPr>
            </a:lvl1pPr>
          </a:lstStyle>
          <a:p>
            <a:pPr lvl="0"/>
            <a:r>
              <a:rPr lang="es-ES"/>
              <a:t>Haga clic para modificar los estilos de texto del patrón</a:t>
            </a:r>
          </a:p>
        </p:txBody>
      </p:sp>
      <p:sp>
        <p:nvSpPr>
          <p:cNvPr id="21" name="Picture Placeholder 9">
            <a:extLst>
              <a:ext uri="{FF2B5EF4-FFF2-40B4-BE49-F238E27FC236}">
                <a16:creationId xmlns:a16="http://schemas.microsoft.com/office/drawing/2014/main" id="{39F59F56-4B57-CC91-9286-E42C148DEBD0}"/>
              </a:ext>
            </a:extLst>
          </p:cNvPr>
          <p:cNvSpPr>
            <a:spLocks noGrp="1"/>
          </p:cNvSpPr>
          <p:nvPr>
            <p:ph type="pic" sz="quarter" idx="15" hasCustomPrompt="1"/>
          </p:nvPr>
        </p:nvSpPr>
        <p:spPr>
          <a:xfrm>
            <a:off x="6259033" y="2038806"/>
            <a:ext cx="969962" cy="968375"/>
          </a:xfrm>
        </p:spPr>
        <p:txBody>
          <a:bodyPr anchor="ctr"/>
          <a:lstStyle>
            <a:lvl1pPr marL="0" indent="0" algn="ctr">
              <a:buNone/>
              <a:defRPr/>
            </a:lvl1pPr>
          </a:lstStyle>
          <a:p>
            <a:r>
              <a:rPr lang="en-PL"/>
              <a:t>Icon</a:t>
            </a:r>
          </a:p>
        </p:txBody>
      </p:sp>
      <p:sp>
        <p:nvSpPr>
          <p:cNvPr id="22" name="Text Placeholder 6">
            <a:extLst>
              <a:ext uri="{FF2B5EF4-FFF2-40B4-BE49-F238E27FC236}">
                <a16:creationId xmlns:a16="http://schemas.microsoft.com/office/drawing/2014/main" id="{CB046625-59B2-2C15-CD97-AF951ED78D8B}"/>
              </a:ext>
            </a:extLst>
          </p:cNvPr>
          <p:cNvSpPr>
            <a:spLocks noGrp="1"/>
          </p:cNvSpPr>
          <p:nvPr>
            <p:ph idx="16"/>
          </p:nvPr>
        </p:nvSpPr>
        <p:spPr>
          <a:xfrm>
            <a:off x="1751196" y="5279587"/>
            <a:ext cx="4169994" cy="1029138"/>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s-ES"/>
              <a:t>Haga clic para modificar los estilos de texto del patrón</a:t>
            </a:r>
          </a:p>
        </p:txBody>
      </p:sp>
      <p:sp>
        <p:nvSpPr>
          <p:cNvPr id="23" name="Text Placeholder 7">
            <a:extLst>
              <a:ext uri="{FF2B5EF4-FFF2-40B4-BE49-F238E27FC236}">
                <a16:creationId xmlns:a16="http://schemas.microsoft.com/office/drawing/2014/main" id="{AF9FA328-7538-92B0-728F-691A0926E7A5}"/>
              </a:ext>
            </a:extLst>
          </p:cNvPr>
          <p:cNvSpPr>
            <a:spLocks noGrp="1"/>
          </p:cNvSpPr>
          <p:nvPr>
            <p:ph type="body" sz="quarter" idx="17"/>
          </p:nvPr>
        </p:nvSpPr>
        <p:spPr>
          <a:xfrm>
            <a:off x="1751196" y="4767236"/>
            <a:ext cx="4169994" cy="444507"/>
          </a:xfrm>
        </p:spPr>
        <p:txBody>
          <a:bodyPr/>
          <a:lstStyle>
            <a:lvl1pPr marL="0" indent="0">
              <a:buNone/>
              <a:defRPr b="1">
                <a:solidFill>
                  <a:schemeClr val="tx2"/>
                </a:solidFill>
              </a:defRPr>
            </a:lvl1pPr>
          </a:lstStyle>
          <a:p>
            <a:pPr lvl="0"/>
            <a:r>
              <a:rPr lang="es-ES"/>
              <a:t>Haga clic para modificar los estilos de texto del patrón</a:t>
            </a:r>
          </a:p>
        </p:txBody>
      </p:sp>
      <p:sp>
        <p:nvSpPr>
          <p:cNvPr id="24" name="Picture Placeholder 9">
            <a:extLst>
              <a:ext uri="{FF2B5EF4-FFF2-40B4-BE49-F238E27FC236}">
                <a16:creationId xmlns:a16="http://schemas.microsoft.com/office/drawing/2014/main" id="{82FB5ED6-9A3F-B5A8-B624-042CC9B0119D}"/>
              </a:ext>
            </a:extLst>
          </p:cNvPr>
          <p:cNvSpPr>
            <a:spLocks noGrp="1"/>
          </p:cNvSpPr>
          <p:nvPr>
            <p:ph type="pic" sz="quarter" idx="18" hasCustomPrompt="1"/>
          </p:nvPr>
        </p:nvSpPr>
        <p:spPr>
          <a:xfrm>
            <a:off x="554877" y="4243368"/>
            <a:ext cx="969962" cy="968375"/>
          </a:xfrm>
        </p:spPr>
        <p:txBody>
          <a:bodyPr anchor="ctr"/>
          <a:lstStyle>
            <a:lvl1pPr marL="0" indent="0" algn="ctr">
              <a:buNone/>
              <a:defRPr/>
            </a:lvl1pPr>
          </a:lstStyle>
          <a:p>
            <a:r>
              <a:rPr lang="en-PL"/>
              <a:t>Icon</a:t>
            </a:r>
          </a:p>
        </p:txBody>
      </p:sp>
      <p:sp>
        <p:nvSpPr>
          <p:cNvPr id="25" name="Text Placeholder 6">
            <a:extLst>
              <a:ext uri="{FF2B5EF4-FFF2-40B4-BE49-F238E27FC236}">
                <a16:creationId xmlns:a16="http://schemas.microsoft.com/office/drawing/2014/main" id="{B03CB461-8560-9B20-7934-9714D934C9DE}"/>
              </a:ext>
            </a:extLst>
          </p:cNvPr>
          <p:cNvSpPr>
            <a:spLocks noGrp="1"/>
          </p:cNvSpPr>
          <p:nvPr>
            <p:ph idx="19"/>
          </p:nvPr>
        </p:nvSpPr>
        <p:spPr>
          <a:xfrm>
            <a:off x="7470206" y="5279587"/>
            <a:ext cx="4169994" cy="1029138"/>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s-ES"/>
              <a:t>Haga clic para modificar los estilos de texto del patrón</a:t>
            </a:r>
          </a:p>
        </p:txBody>
      </p:sp>
      <p:sp>
        <p:nvSpPr>
          <p:cNvPr id="26" name="Text Placeholder 7">
            <a:extLst>
              <a:ext uri="{FF2B5EF4-FFF2-40B4-BE49-F238E27FC236}">
                <a16:creationId xmlns:a16="http://schemas.microsoft.com/office/drawing/2014/main" id="{87DE8F08-72E4-4788-507D-7C784566D59A}"/>
              </a:ext>
            </a:extLst>
          </p:cNvPr>
          <p:cNvSpPr>
            <a:spLocks noGrp="1"/>
          </p:cNvSpPr>
          <p:nvPr>
            <p:ph type="body" sz="quarter" idx="20"/>
          </p:nvPr>
        </p:nvSpPr>
        <p:spPr>
          <a:xfrm>
            <a:off x="7470206" y="4767236"/>
            <a:ext cx="4169994" cy="444507"/>
          </a:xfrm>
        </p:spPr>
        <p:txBody>
          <a:bodyPr/>
          <a:lstStyle>
            <a:lvl1pPr marL="0" indent="0">
              <a:buNone/>
              <a:defRPr b="1">
                <a:solidFill>
                  <a:schemeClr val="tx2"/>
                </a:solidFill>
              </a:defRPr>
            </a:lvl1pPr>
          </a:lstStyle>
          <a:p>
            <a:pPr lvl="0"/>
            <a:r>
              <a:rPr lang="es-ES"/>
              <a:t>Haga clic para modificar los estilos de texto del patrón</a:t>
            </a:r>
          </a:p>
        </p:txBody>
      </p:sp>
      <p:sp>
        <p:nvSpPr>
          <p:cNvPr id="27" name="Picture Placeholder 9">
            <a:extLst>
              <a:ext uri="{FF2B5EF4-FFF2-40B4-BE49-F238E27FC236}">
                <a16:creationId xmlns:a16="http://schemas.microsoft.com/office/drawing/2014/main" id="{BBDB54C5-D56D-48C5-8D32-36C2D95E990C}"/>
              </a:ext>
            </a:extLst>
          </p:cNvPr>
          <p:cNvSpPr>
            <a:spLocks noGrp="1"/>
          </p:cNvSpPr>
          <p:nvPr>
            <p:ph type="pic" sz="quarter" idx="21" hasCustomPrompt="1"/>
          </p:nvPr>
        </p:nvSpPr>
        <p:spPr>
          <a:xfrm>
            <a:off x="6259033" y="4243368"/>
            <a:ext cx="969962" cy="968375"/>
          </a:xfrm>
        </p:spPr>
        <p:txBody>
          <a:bodyPr anchor="ctr"/>
          <a:lstStyle>
            <a:lvl1pPr marL="0" indent="0" algn="ctr">
              <a:buNone/>
              <a:defRPr/>
            </a:lvl1pPr>
          </a:lstStyle>
          <a:p>
            <a:r>
              <a:rPr lang="en-PL"/>
              <a:t>Icon</a:t>
            </a:r>
          </a:p>
        </p:txBody>
      </p:sp>
      <p:sp>
        <p:nvSpPr>
          <p:cNvPr id="7" name="Rectangle 6">
            <a:extLst>
              <a:ext uri="{FF2B5EF4-FFF2-40B4-BE49-F238E27FC236}">
                <a16:creationId xmlns:a16="http://schemas.microsoft.com/office/drawing/2014/main" id="{FF6D5ACD-7B4A-5E9E-1941-F2C920E57DA6}"/>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2399613433"/>
      </p:ext>
    </p:extLst>
  </p:cSld>
  <p:clrMapOvr>
    <a:masterClrMapping/>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preserve="1" userDrawn="1">
  <p:cSld name="Content_2 Columns_Photo">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B4D4C034-320B-6DDD-5EA0-66E4226329A7}"/>
              </a:ext>
            </a:extLst>
          </p:cNvPr>
          <p:cNvSpPr/>
          <p:nvPr userDrawn="1"/>
        </p:nvSpPr>
        <p:spPr>
          <a:xfrm>
            <a:off x="0" y="3980869"/>
            <a:ext cx="3548627" cy="2877132"/>
          </a:xfrm>
          <a:custGeom>
            <a:avLst/>
            <a:gdLst>
              <a:gd name="connsiteX0" fmla="*/ 0 w 3548627"/>
              <a:gd name="connsiteY0" fmla="*/ 0 h 2877132"/>
              <a:gd name="connsiteX1" fmla="*/ 17180 w 3548627"/>
              <a:gd name="connsiteY1" fmla="*/ 2773 h 2877132"/>
              <a:gd name="connsiteX2" fmla="*/ 259491 w 3548627"/>
              <a:gd name="connsiteY2" fmla="*/ 60188 h 2877132"/>
              <a:gd name="connsiteX3" fmla="*/ 3514069 w 3548627"/>
              <a:gd name="connsiteY3" fmla="*/ 2844543 h 2877132"/>
              <a:gd name="connsiteX4" fmla="*/ 3548627 w 3548627"/>
              <a:gd name="connsiteY4" fmla="*/ 2877132 h 2877132"/>
              <a:gd name="connsiteX5" fmla="*/ 0 w 3548627"/>
              <a:gd name="connsiteY5" fmla="*/ 2877132 h 2877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48627" h="2877132">
                <a:moveTo>
                  <a:pt x="0" y="0"/>
                </a:moveTo>
                <a:lnTo>
                  <a:pt x="17180" y="2773"/>
                </a:lnTo>
                <a:cubicBezTo>
                  <a:pt x="98749" y="18969"/>
                  <a:pt x="179570" y="38093"/>
                  <a:pt x="259491" y="60188"/>
                </a:cubicBezTo>
                <a:cubicBezTo>
                  <a:pt x="2497293" y="678866"/>
                  <a:pt x="2569908" y="1912490"/>
                  <a:pt x="3514069" y="2844543"/>
                </a:cubicBezTo>
                <a:lnTo>
                  <a:pt x="3548627" y="2877132"/>
                </a:lnTo>
                <a:lnTo>
                  <a:pt x="0" y="2877132"/>
                </a:lnTo>
                <a:close/>
              </a:path>
            </a:pathLst>
          </a:cu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L"/>
          </a:p>
        </p:txBody>
      </p:sp>
      <p:sp>
        <p:nvSpPr>
          <p:cNvPr id="2" name="Title 1">
            <a:extLst>
              <a:ext uri="{FF2B5EF4-FFF2-40B4-BE49-F238E27FC236}">
                <a16:creationId xmlns:a16="http://schemas.microsoft.com/office/drawing/2014/main" id="{58C95D01-D82B-260F-3184-C82FCF65A346}"/>
              </a:ext>
            </a:extLst>
          </p:cNvPr>
          <p:cNvSpPr>
            <a:spLocks noGrp="1"/>
          </p:cNvSpPr>
          <p:nvPr>
            <p:ph type="title" hasCustomPrompt="1"/>
          </p:nvPr>
        </p:nvSpPr>
        <p:spPr>
          <a:xfrm>
            <a:off x="554165" y="549098"/>
            <a:ext cx="11086974" cy="1131687"/>
          </a:xfrm>
        </p:spPr>
        <p:txBody>
          <a:bodyPr/>
          <a:lstStyle/>
          <a:p>
            <a:r>
              <a:rPr lang="en-GB"/>
              <a:t>Title of contents</a:t>
            </a:r>
            <a:br>
              <a:rPr lang="en-GB"/>
            </a:br>
            <a:r>
              <a:rPr lang="en-GB"/>
              <a:t>max. 2 lines</a:t>
            </a:r>
            <a:endParaRPr lang="en-PL"/>
          </a:p>
        </p:txBody>
      </p:sp>
      <p:sp>
        <p:nvSpPr>
          <p:cNvPr id="3" name="Slide Number Placeholder 2">
            <a:extLst>
              <a:ext uri="{FF2B5EF4-FFF2-40B4-BE49-F238E27FC236}">
                <a16:creationId xmlns:a16="http://schemas.microsoft.com/office/drawing/2014/main" id="{19499901-7039-A0DA-0378-0454A496E8FB}"/>
              </a:ext>
            </a:extLst>
          </p:cNvPr>
          <p:cNvSpPr>
            <a:spLocks noGrp="1"/>
          </p:cNvSpPr>
          <p:nvPr>
            <p:ph type="sldNum" sz="quarter" idx="10"/>
          </p:nvPr>
        </p:nvSpPr>
        <p:spPr/>
        <p:txBody>
          <a:bodyPr/>
          <a:lstStyle/>
          <a:p>
            <a:fld id="{4EE75B84-B7E0-4C4B-AC9D-894B0C074E7C}" type="slidenum">
              <a:rPr lang="en-PL" smtClean="0"/>
              <a:pPr/>
              <a:t>‹#›</a:t>
            </a:fld>
            <a:endParaRPr lang="en-PL"/>
          </a:p>
        </p:txBody>
      </p:sp>
      <p:sp>
        <p:nvSpPr>
          <p:cNvPr id="4" name="Text Placeholder 6">
            <a:extLst>
              <a:ext uri="{FF2B5EF4-FFF2-40B4-BE49-F238E27FC236}">
                <a16:creationId xmlns:a16="http://schemas.microsoft.com/office/drawing/2014/main" id="{39AA7B67-6693-B256-903C-FCF873DB345C}"/>
              </a:ext>
            </a:extLst>
          </p:cNvPr>
          <p:cNvSpPr>
            <a:spLocks noGrp="1"/>
          </p:cNvSpPr>
          <p:nvPr>
            <p:ph idx="1"/>
          </p:nvPr>
        </p:nvSpPr>
        <p:spPr>
          <a:xfrm>
            <a:off x="554163" y="4859865"/>
            <a:ext cx="5349876" cy="1449037"/>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s-ES"/>
              <a:t>Haga clic para modificar los estilos de texto del patrón</a:t>
            </a:r>
          </a:p>
        </p:txBody>
      </p:sp>
      <p:sp>
        <p:nvSpPr>
          <p:cNvPr id="6" name="Freeform 5">
            <a:extLst>
              <a:ext uri="{FF2B5EF4-FFF2-40B4-BE49-F238E27FC236}">
                <a16:creationId xmlns:a16="http://schemas.microsoft.com/office/drawing/2014/main" id="{8C8286DF-4E1C-B3A7-F847-34C7B9B81A78}"/>
              </a:ext>
            </a:extLst>
          </p:cNvPr>
          <p:cNvSpPr/>
          <p:nvPr userDrawn="1"/>
        </p:nvSpPr>
        <p:spPr>
          <a:xfrm>
            <a:off x="8406882" y="-9331"/>
            <a:ext cx="3816220" cy="1231641"/>
          </a:xfrm>
          <a:custGeom>
            <a:avLst/>
            <a:gdLst>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 name="connsiteX0" fmla="*/ 0 w 3816220"/>
              <a:gd name="connsiteY0" fmla="*/ 0 h 1231641"/>
              <a:gd name="connsiteX1" fmla="*/ 2090057 w 3816220"/>
              <a:gd name="connsiteY1" fmla="*/ 522515 h 1231641"/>
              <a:gd name="connsiteX2" fmla="*/ 3816220 w 3816220"/>
              <a:gd name="connsiteY2" fmla="*/ 1231641 h 1231641"/>
            </a:gdLst>
            <a:ahLst/>
            <a:cxnLst>
              <a:cxn ang="0">
                <a:pos x="connsiteX0" y="connsiteY0"/>
              </a:cxn>
              <a:cxn ang="0">
                <a:pos x="connsiteX1" y="connsiteY1"/>
              </a:cxn>
              <a:cxn ang="0">
                <a:pos x="connsiteX2" y="connsiteY2"/>
              </a:cxn>
            </a:cxnLst>
            <a:rect l="l" t="t" r="r" b="b"/>
            <a:pathLst>
              <a:path w="3816220" h="1231641">
                <a:moveTo>
                  <a:pt x="0" y="0"/>
                </a:moveTo>
                <a:cubicBezTo>
                  <a:pt x="866969" y="214604"/>
                  <a:pt x="1174103" y="270590"/>
                  <a:pt x="2090057" y="522515"/>
                </a:cubicBezTo>
                <a:cubicBezTo>
                  <a:pt x="3127309" y="895739"/>
                  <a:pt x="3271156" y="979714"/>
                  <a:pt x="3816220" y="1231641"/>
                </a:cubicBezTo>
              </a:path>
            </a:pathLst>
          </a:cu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b="1"/>
          </a:p>
        </p:txBody>
      </p:sp>
      <p:sp>
        <p:nvSpPr>
          <p:cNvPr id="8" name="Text Placeholder 7">
            <a:extLst>
              <a:ext uri="{FF2B5EF4-FFF2-40B4-BE49-F238E27FC236}">
                <a16:creationId xmlns:a16="http://schemas.microsoft.com/office/drawing/2014/main" id="{9EB8DEF2-02A1-B7CD-158F-9813CFE2519E}"/>
              </a:ext>
            </a:extLst>
          </p:cNvPr>
          <p:cNvSpPr>
            <a:spLocks noGrp="1"/>
          </p:cNvSpPr>
          <p:nvPr>
            <p:ph type="body" sz="quarter" idx="11"/>
          </p:nvPr>
        </p:nvSpPr>
        <p:spPr>
          <a:xfrm>
            <a:off x="554163" y="4230552"/>
            <a:ext cx="5349876" cy="444507"/>
          </a:xfrm>
        </p:spPr>
        <p:txBody>
          <a:bodyPr/>
          <a:lstStyle>
            <a:lvl1pPr marL="0" indent="0">
              <a:buNone/>
              <a:defRPr b="1">
                <a:solidFill>
                  <a:schemeClr val="tx2"/>
                </a:solidFill>
              </a:defRPr>
            </a:lvl1pPr>
          </a:lstStyle>
          <a:p>
            <a:pPr lvl="0"/>
            <a:r>
              <a:rPr lang="es-ES"/>
              <a:t>Haga clic para modificar los estilos de texto del patrón</a:t>
            </a:r>
          </a:p>
        </p:txBody>
      </p:sp>
      <p:sp>
        <p:nvSpPr>
          <p:cNvPr id="11" name="Text Placeholder 6">
            <a:extLst>
              <a:ext uri="{FF2B5EF4-FFF2-40B4-BE49-F238E27FC236}">
                <a16:creationId xmlns:a16="http://schemas.microsoft.com/office/drawing/2014/main" id="{9EF02D6E-E8B2-4CB8-A223-00262EE2A4C3}"/>
              </a:ext>
            </a:extLst>
          </p:cNvPr>
          <p:cNvSpPr>
            <a:spLocks noGrp="1"/>
          </p:cNvSpPr>
          <p:nvPr>
            <p:ph idx="13"/>
          </p:nvPr>
        </p:nvSpPr>
        <p:spPr>
          <a:xfrm>
            <a:off x="6291261" y="4859865"/>
            <a:ext cx="5349876" cy="1449037"/>
          </a:xfrm>
          <a:prstGeom prst="rect">
            <a:avLst/>
          </a:prstGeom>
        </p:spPr>
        <p:txBody>
          <a:bodyPr vert="horz" lIns="0" tIns="0" rIns="0" bIns="0" rtlCol="0">
            <a:normAutofit/>
          </a:bodyPr>
          <a:lstStyle>
            <a:lvl1pPr marL="0" indent="0">
              <a:buNone/>
              <a:defRPr sz="1200"/>
            </a:lvl1pPr>
            <a:lvl2pPr marL="457200" indent="0">
              <a:buNone/>
              <a:defRPr/>
            </a:lvl2pPr>
            <a:lvl3pPr marL="914400" indent="0">
              <a:buNone/>
              <a:defRPr/>
            </a:lvl3pPr>
          </a:lstStyle>
          <a:p>
            <a:pPr lvl="0"/>
            <a:r>
              <a:rPr lang="es-ES"/>
              <a:t>Haga clic para modificar los estilos de texto del patrón</a:t>
            </a:r>
          </a:p>
        </p:txBody>
      </p:sp>
      <p:sp>
        <p:nvSpPr>
          <p:cNvPr id="12" name="Text Placeholder 7">
            <a:extLst>
              <a:ext uri="{FF2B5EF4-FFF2-40B4-BE49-F238E27FC236}">
                <a16:creationId xmlns:a16="http://schemas.microsoft.com/office/drawing/2014/main" id="{15DB5DD6-596D-DC7B-3A2D-A53F70C97208}"/>
              </a:ext>
            </a:extLst>
          </p:cNvPr>
          <p:cNvSpPr>
            <a:spLocks noGrp="1"/>
          </p:cNvSpPr>
          <p:nvPr>
            <p:ph type="body" sz="quarter" idx="14"/>
          </p:nvPr>
        </p:nvSpPr>
        <p:spPr>
          <a:xfrm>
            <a:off x="6291261" y="4230552"/>
            <a:ext cx="5349876" cy="444507"/>
          </a:xfrm>
        </p:spPr>
        <p:txBody>
          <a:bodyPr/>
          <a:lstStyle>
            <a:lvl1pPr marL="0" indent="0">
              <a:buNone/>
              <a:defRPr b="1">
                <a:solidFill>
                  <a:schemeClr val="tx2"/>
                </a:solidFill>
              </a:defRPr>
            </a:lvl1pPr>
          </a:lstStyle>
          <a:p>
            <a:pPr lvl="0"/>
            <a:r>
              <a:rPr lang="es-ES"/>
              <a:t>Haga clic para modificar los estilos de texto del patrón</a:t>
            </a:r>
          </a:p>
        </p:txBody>
      </p:sp>
      <p:sp>
        <p:nvSpPr>
          <p:cNvPr id="18" name="Picture Placeholder 17">
            <a:extLst>
              <a:ext uri="{FF2B5EF4-FFF2-40B4-BE49-F238E27FC236}">
                <a16:creationId xmlns:a16="http://schemas.microsoft.com/office/drawing/2014/main" id="{646C5585-BFB2-5295-8DA7-CC59F7C8776D}"/>
              </a:ext>
            </a:extLst>
          </p:cNvPr>
          <p:cNvSpPr>
            <a:spLocks noGrp="1"/>
          </p:cNvSpPr>
          <p:nvPr>
            <p:ph type="pic" sz="quarter" idx="15"/>
          </p:nvPr>
        </p:nvSpPr>
        <p:spPr>
          <a:xfrm>
            <a:off x="554165" y="1892595"/>
            <a:ext cx="5349875" cy="2088274"/>
          </a:xfrm>
          <a:custGeom>
            <a:avLst/>
            <a:gdLst>
              <a:gd name="connsiteX0" fmla="*/ 60978 w 5349875"/>
              <a:gd name="connsiteY0" fmla="*/ 0 h 2088274"/>
              <a:gd name="connsiteX1" fmla="*/ 5288897 w 5349875"/>
              <a:gd name="connsiteY1" fmla="*/ 0 h 2088274"/>
              <a:gd name="connsiteX2" fmla="*/ 5349875 w 5349875"/>
              <a:gd name="connsiteY2" fmla="*/ 60978 h 2088274"/>
              <a:gd name="connsiteX3" fmla="*/ 5349875 w 5349875"/>
              <a:gd name="connsiteY3" fmla="*/ 2027296 h 2088274"/>
              <a:gd name="connsiteX4" fmla="*/ 5288897 w 5349875"/>
              <a:gd name="connsiteY4" fmla="*/ 2088274 h 2088274"/>
              <a:gd name="connsiteX5" fmla="*/ 60978 w 5349875"/>
              <a:gd name="connsiteY5" fmla="*/ 2088274 h 2088274"/>
              <a:gd name="connsiteX6" fmla="*/ 0 w 5349875"/>
              <a:gd name="connsiteY6" fmla="*/ 2027296 h 2088274"/>
              <a:gd name="connsiteX7" fmla="*/ 0 w 5349875"/>
              <a:gd name="connsiteY7" fmla="*/ 60978 h 2088274"/>
              <a:gd name="connsiteX8" fmla="*/ 60978 w 5349875"/>
              <a:gd name="connsiteY8" fmla="*/ 0 h 20882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9875" h="2088274">
                <a:moveTo>
                  <a:pt x="60978" y="0"/>
                </a:moveTo>
                <a:lnTo>
                  <a:pt x="5288897" y="0"/>
                </a:lnTo>
                <a:cubicBezTo>
                  <a:pt x="5322574" y="0"/>
                  <a:pt x="5349875" y="27301"/>
                  <a:pt x="5349875" y="60978"/>
                </a:cubicBezTo>
                <a:lnTo>
                  <a:pt x="5349875" y="2027296"/>
                </a:lnTo>
                <a:cubicBezTo>
                  <a:pt x="5349875" y="2060973"/>
                  <a:pt x="5322574" y="2088274"/>
                  <a:pt x="5288897" y="2088274"/>
                </a:cubicBezTo>
                <a:lnTo>
                  <a:pt x="60978" y="2088274"/>
                </a:lnTo>
                <a:cubicBezTo>
                  <a:pt x="27301" y="2088274"/>
                  <a:pt x="0" y="2060973"/>
                  <a:pt x="0" y="2027296"/>
                </a:cubicBezTo>
                <a:lnTo>
                  <a:pt x="0" y="60978"/>
                </a:lnTo>
                <a:cubicBezTo>
                  <a:pt x="0" y="27301"/>
                  <a:pt x="27301" y="0"/>
                  <a:pt x="60978" y="0"/>
                </a:cubicBezTo>
                <a:close/>
              </a:path>
            </a:pathLst>
          </a:custGeom>
          <a:solidFill>
            <a:schemeClr val="bg2"/>
          </a:solidFill>
        </p:spPr>
        <p:txBody>
          <a:bodyPr wrap="square" anchor="ctr">
            <a:noAutofit/>
          </a:bodyPr>
          <a:lstStyle>
            <a:lvl1pPr marL="0" indent="0" algn="ctr">
              <a:buNone/>
              <a:defRPr/>
            </a:lvl1pPr>
          </a:lstStyle>
          <a:p>
            <a:r>
              <a:rPr lang="es-ES"/>
              <a:t>Haga clic en el icono para agregar una imagen</a:t>
            </a:r>
            <a:endParaRPr lang="en-PL"/>
          </a:p>
        </p:txBody>
      </p:sp>
      <p:sp>
        <p:nvSpPr>
          <p:cNvPr id="20" name="Picture Placeholder 19">
            <a:extLst>
              <a:ext uri="{FF2B5EF4-FFF2-40B4-BE49-F238E27FC236}">
                <a16:creationId xmlns:a16="http://schemas.microsoft.com/office/drawing/2014/main" id="{A15BF100-B52B-AC8D-5F0F-B2AA1840EFA0}"/>
              </a:ext>
            </a:extLst>
          </p:cNvPr>
          <p:cNvSpPr>
            <a:spLocks noGrp="1"/>
          </p:cNvSpPr>
          <p:nvPr>
            <p:ph type="pic" sz="quarter" idx="16"/>
          </p:nvPr>
        </p:nvSpPr>
        <p:spPr>
          <a:xfrm>
            <a:off x="6291261" y="1892595"/>
            <a:ext cx="5349875" cy="2088274"/>
          </a:xfrm>
          <a:custGeom>
            <a:avLst/>
            <a:gdLst>
              <a:gd name="connsiteX0" fmla="*/ 60978 w 5349875"/>
              <a:gd name="connsiteY0" fmla="*/ 0 h 2088274"/>
              <a:gd name="connsiteX1" fmla="*/ 5288897 w 5349875"/>
              <a:gd name="connsiteY1" fmla="*/ 0 h 2088274"/>
              <a:gd name="connsiteX2" fmla="*/ 5349875 w 5349875"/>
              <a:gd name="connsiteY2" fmla="*/ 60978 h 2088274"/>
              <a:gd name="connsiteX3" fmla="*/ 5349875 w 5349875"/>
              <a:gd name="connsiteY3" fmla="*/ 2027296 h 2088274"/>
              <a:gd name="connsiteX4" fmla="*/ 5288897 w 5349875"/>
              <a:gd name="connsiteY4" fmla="*/ 2088274 h 2088274"/>
              <a:gd name="connsiteX5" fmla="*/ 60978 w 5349875"/>
              <a:gd name="connsiteY5" fmla="*/ 2088274 h 2088274"/>
              <a:gd name="connsiteX6" fmla="*/ 0 w 5349875"/>
              <a:gd name="connsiteY6" fmla="*/ 2027296 h 2088274"/>
              <a:gd name="connsiteX7" fmla="*/ 0 w 5349875"/>
              <a:gd name="connsiteY7" fmla="*/ 60978 h 2088274"/>
              <a:gd name="connsiteX8" fmla="*/ 60978 w 5349875"/>
              <a:gd name="connsiteY8" fmla="*/ 0 h 20882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9875" h="2088274">
                <a:moveTo>
                  <a:pt x="60978" y="0"/>
                </a:moveTo>
                <a:lnTo>
                  <a:pt x="5288897" y="0"/>
                </a:lnTo>
                <a:cubicBezTo>
                  <a:pt x="5322574" y="0"/>
                  <a:pt x="5349875" y="27301"/>
                  <a:pt x="5349875" y="60978"/>
                </a:cubicBezTo>
                <a:lnTo>
                  <a:pt x="5349875" y="2027296"/>
                </a:lnTo>
                <a:cubicBezTo>
                  <a:pt x="5349875" y="2060973"/>
                  <a:pt x="5322574" y="2088274"/>
                  <a:pt x="5288897" y="2088274"/>
                </a:cubicBezTo>
                <a:lnTo>
                  <a:pt x="60978" y="2088274"/>
                </a:lnTo>
                <a:cubicBezTo>
                  <a:pt x="27301" y="2088274"/>
                  <a:pt x="0" y="2060973"/>
                  <a:pt x="0" y="2027296"/>
                </a:cubicBezTo>
                <a:lnTo>
                  <a:pt x="0" y="60978"/>
                </a:lnTo>
                <a:cubicBezTo>
                  <a:pt x="0" y="27301"/>
                  <a:pt x="27301" y="0"/>
                  <a:pt x="60978" y="0"/>
                </a:cubicBezTo>
                <a:close/>
              </a:path>
            </a:pathLst>
          </a:custGeom>
          <a:solidFill>
            <a:schemeClr val="bg2"/>
          </a:solidFill>
        </p:spPr>
        <p:txBody>
          <a:bodyPr wrap="square" anchor="ctr">
            <a:noAutofit/>
          </a:bodyPr>
          <a:lstStyle>
            <a:lvl1pPr marL="0" indent="0" algn="ctr">
              <a:buNone/>
              <a:defRPr/>
            </a:lvl1pPr>
          </a:lstStyle>
          <a:p>
            <a:r>
              <a:rPr lang="es-ES"/>
              <a:t>Haga clic en el icono para agregar una imagen</a:t>
            </a:r>
            <a:endParaRPr lang="en-PL"/>
          </a:p>
        </p:txBody>
      </p:sp>
      <p:sp>
        <p:nvSpPr>
          <p:cNvPr id="7" name="Rectangle 6">
            <a:extLst>
              <a:ext uri="{FF2B5EF4-FFF2-40B4-BE49-F238E27FC236}">
                <a16:creationId xmlns:a16="http://schemas.microsoft.com/office/drawing/2014/main" id="{813B98D7-E358-C9AC-31B4-6F5F0530F15F}"/>
              </a:ext>
            </a:extLst>
          </p:cNvPr>
          <p:cNvSpPr/>
          <p:nvPr userDrawn="1"/>
        </p:nvSpPr>
        <p:spPr>
          <a:xfrm>
            <a:off x="10002418" y="-3174"/>
            <a:ext cx="2195933" cy="777616"/>
          </a:xfrm>
          <a:custGeom>
            <a:avLst/>
            <a:gdLst>
              <a:gd name="connsiteX0" fmla="*/ 0 w 2180253"/>
              <a:gd name="connsiteY0" fmla="*/ 0 h 251927"/>
              <a:gd name="connsiteX1" fmla="*/ 2180253 w 2180253"/>
              <a:gd name="connsiteY1" fmla="*/ 0 h 251927"/>
              <a:gd name="connsiteX2" fmla="*/ 2180253 w 2180253"/>
              <a:gd name="connsiteY2" fmla="*/ 251927 h 251927"/>
              <a:gd name="connsiteX3" fmla="*/ 0 w 2180253"/>
              <a:gd name="connsiteY3" fmla="*/ 251927 h 251927"/>
              <a:gd name="connsiteX4" fmla="*/ 0 w 2180253"/>
              <a:gd name="connsiteY4" fmla="*/ 0 h 251927"/>
              <a:gd name="connsiteX0" fmla="*/ 0 w 2180253"/>
              <a:gd name="connsiteY0" fmla="*/ 0 h 447870"/>
              <a:gd name="connsiteX1" fmla="*/ 2180253 w 2180253"/>
              <a:gd name="connsiteY1" fmla="*/ 0 h 447870"/>
              <a:gd name="connsiteX2" fmla="*/ 2180253 w 2180253"/>
              <a:gd name="connsiteY2" fmla="*/ 251927 h 447870"/>
              <a:gd name="connsiteX3" fmla="*/ 933061 w 2180253"/>
              <a:gd name="connsiteY3" fmla="*/ 447870 h 447870"/>
              <a:gd name="connsiteX4" fmla="*/ 0 w 2180253"/>
              <a:gd name="connsiteY4" fmla="*/ 0 h 447870"/>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89583"/>
              <a:gd name="connsiteY0" fmla="*/ 0 h 774441"/>
              <a:gd name="connsiteX1" fmla="*/ 2180253 w 2189583"/>
              <a:gd name="connsiteY1" fmla="*/ 0 h 774441"/>
              <a:gd name="connsiteX2" fmla="*/ 2189583 w 2189583"/>
              <a:gd name="connsiteY2" fmla="*/ 774441 h 774441"/>
              <a:gd name="connsiteX3" fmla="*/ 933061 w 2189583"/>
              <a:gd name="connsiteY3" fmla="*/ 447870 h 774441"/>
              <a:gd name="connsiteX4" fmla="*/ 0 w 2189583"/>
              <a:gd name="connsiteY4" fmla="*/ 0 h 774441"/>
              <a:gd name="connsiteX0" fmla="*/ 0 w 2193582"/>
              <a:gd name="connsiteY0" fmla="*/ 0 h 774441"/>
              <a:gd name="connsiteX1" fmla="*/ 2192953 w 2193582"/>
              <a:gd name="connsiteY1" fmla="*/ 0 h 774441"/>
              <a:gd name="connsiteX2" fmla="*/ 2189583 w 2193582"/>
              <a:gd name="connsiteY2" fmla="*/ 774441 h 774441"/>
              <a:gd name="connsiteX3" fmla="*/ 933061 w 2193582"/>
              <a:gd name="connsiteY3" fmla="*/ 447870 h 774441"/>
              <a:gd name="connsiteX4" fmla="*/ 0 w 2193582"/>
              <a:gd name="connsiteY4" fmla="*/ 0 h 774441"/>
              <a:gd name="connsiteX0" fmla="*/ 0 w 2195933"/>
              <a:gd name="connsiteY0" fmla="*/ 0 h 777616"/>
              <a:gd name="connsiteX1" fmla="*/ 2192953 w 2195933"/>
              <a:gd name="connsiteY1" fmla="*/ 0 h 777616"/>
              <a:gd name="connsiteX2" fmla="*/ 2195933 w 2195933"/>
              <a:gd name="connsiteY2" fmla="*/ 777616 h 777616"/>
              <a:gd name="connsiteX3" fmla="*/ 933061 w 2195933"/>
              <a:gd name="connsiteY3" fmla="*/ 447870 h 777616"/>
              <a:gd name="connsiteX4" fmla="*/ 0 w 2195933"/>
              <a:gd name="connsiteY4" fmla="*/ 0 h 777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933" h="777616">
                <a:moveTo>
                  <a:pt x="0" y="0"/>
                </a:moveTo>
                <a:lnTo>
                  <a:pt x="2192953" y="0"/>
                </a:lnTo>
                <a:cubicBezTo>
                  <a:pt x="2196063" y="258147"/>
                  <a:pt x="2192823" y="519469"/>
                  <a:pt x="2195933" y="777616"/>
                </a:cubicBezTo>
                <a:cubicBezTo>
                  <a:pt x="1702448" y="584784"/>
                  <a:pt x="1426547" y="547397"/>
                  <a:pt x="933061" y="447870"/>
                </a:cubicBezTo>
                <a:cubicBezTo>
                  <a:pt x="202163" y="214604"/>
                  <a:pt x="311020" y="149290"/>
                  <a:pt x="0" y="0"/>
                </a:cubicBezTo>
                <a:close/>
              </a:path>
            </a:pathLst>
          </a:custGeom>
          <a:solidFill>
            <a:schemeClr val="tx2"/>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L"/>
          </a:p>
        </p:txBody>
      </p:sp>
    </p:spTree>
    <p:extLst>
      <p:ext uri="{BB962C8B-B14F-4D97-AF65-F5344CB8AC3E}">
        <p14:creationId xmlns:p14="http://schemas.microsoft.com/office/powerpoint/2010/main" val="253641234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slideLayout" Target="../slideLayouts/slideLayout32.xml"/><Relationship Id="rId3" Type="http://schemas.openxmlformats.org/officeDocument/2006/relationships/slideLayout" Target="../slideLayouts/slideLayout33.xml"/><Relationship Id="rId4" Type="http://schemas.openxmlformats.org/officeDocument/2006/relationships/slideLayout" Target="../slideLayouts/slideLayout34.xml"/><Relationship Id="rId5" Type="http://schemas.openxmlformats.org/officeDocument/2006/relationships/slideLayout" Target="../slideLayouts/slideLayout35.xml"/><Relationship Id="rId6" Type="http://schemas.openxmlformats.org/officeDocument/2006/relationships/slideLayout" Target="../slideLayouts/slideLayout36.xml"/><Relationship Id="rId7" Type="http://schemas.openxmlformats.org/officeDocument/2006/relationships/slideLayout" Target="../slideLayouts/slideLayout37.xml"/><Relationship Id="rId8" Type="http://schemas.openxmlformats.org/officeDocument/2006/relationships/slideLayout" Target="../slideLayouts/slideLayout38.xml"/><Relationship Id="rId9" Type="http://schemas.openxmlformats.org/officeDocument/2006/relationships/slideLayout" Target="../slideLayouts/slideLayout39.xml"/><Relationship Id="rId10" Type="http://schemas.openxmlformats.org/officeDocument/2006/relationships/slideLayout" Target="../slideLayouts/slideLayout40.xml"/><Relationship Id="rId11" Type="http://schemas.openxmlformats.org/officeDocument/2006/relationships/slideLayout" Target="../slideLayouts/slideLayout41.xml"/><Relationship Id="rId12" Type="http://schemas.openxmlformats.org/officeDocument/2006/relationships/slideLayout" Target="../slideLayouts/slideLayout42.xml"/><Relationship Id="rId13" Type="http://schemas.openxmlformats.org/officeDocument/2006/relationships/slideLayout" Target="../slideLayouts/slideLayout43.xml"/><Relationship Id="rId14" Type="http://schemas.openxmlformats.org/officeDocument/2006/relationships/slideLayout" Target="../slideLayouts/slideLayout44.xml"/><Relationship Id="rId15" Type="http://schemas.openxmlformats.org/officeDocument/2006/relationships/slideLayout" Target="../slideLayouts/slideLayout45.xml"/><Relationship Id="rId16" Type="http://schemas.openxmlformats.org/officeDocument/2006/relationships/slideLayout" Target="../slideLayouts/slideLayout46.xml"/><Relationship Id="rId17" Type="http://schemas.openxmlformats.org/officeDocument/2006/relationships/slideLayout" Target="../slideLayouts/slideLayout47.xml"/><Relationship Id="rId18" Type="http://schemas.openxmlformats.org/officeDocument/2006/relationships/slideLayout" Target="../slideLayouts/slideLayout48.xml"/><Relationship Id="rId19" Type="http://schemas.openxmlformats.org/officeDocument/2006/relationships/slideLayout" Target="../slideLayouts/slideLayout49.xml"/><Relationship Id="rId20" Type="http://schemas.openxmlformats.org/officeDocument/2006/relationships/slideLayout" Target="../slideLayouts/slideLayout50.xml"/><Relationship Id="rId21" Type="http://schemas.openxmlformats.org/officeDocument/2006/relationships/slideLayout" Target="../slideLayouts/slideLayout51.xml"/><Relationship Id="rId22" Type="http://schemas.openxmlformats.org/officeDocument/2006/relationships/slideLayout" Target="../slideLayouts/slideLayout52.xml"/><Relationship Id="rId23" Type="http://schemas.openxmlformats.org/officeDocument/2006/relationships/slideLayout" Target="../slideLayouts/slideLayout53.xml"/><Relationship Id="rId24" Type="http://schemas.openxmlformats.org/officeDocument/2006/relationships/slideLayout" Target="../slideLayouts/slideLayout54.xml"/><Relationship Id="rId25" Type="http://schemas.openxmlformats.org/officeDocument/2006/relationships/slideLayout" Target="../slideLayouts/slideLayout55.xml"/><Relationship Id="rId26" Type="http://schemas.openxmlformats.org/officeDocument/2006/relationships/slideLayout" Target="../slideLayouts/slideLayout56.xml"/><Relationship Id="rId27" Type="http://schemas.openxmlformats.org/officeDocument/2006/relationships/slideLayout" Target="../slideLayouts/slideLayout57.xml"/><Relationship Id="rId28" Type="http://schemas.openxmlformats.org/officeDocument/2006/relationships/slideLayout" Target="../slideLayouts/slideLayout58.xml"/><Relationship Id="rId29" Type="http://schemas.openxmlformats.org/officeDocument/2006/relationships/slideLayout" Target="../slideLayouts/slideLayout59.xml"/><Relationship Id="rId30" Type="http://schemas.openxmlformats.org/officeDocument/2006/relationships/slideLayout" Target="../slideLayouts/slideLayout60.xml"/><Relationship Id="rId31" Type="http://schemas.openxmlformats.org/officeDocument/2006/relationships/slideLayout" Target="../slideLayouts/slideLayout61.xml"/><Relationship Id="rId32" Type="http://schemas.openxmlformats.org/officeDocument/2006/relationships/slideLayout" Target="../slideLayouts/slideLayout62.xml"/><Relationship Id="rId33" Type="http://schemas.openxmlformats.org/officeDocument/2006/relationships/slideLayout" Target="../slideLayouts/slideLayout63.xml"/><Relationship Id="rId3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64.xml"/><Relationship Id="rId2" Type="http://schemas.openxmlformats.org/officeDocument/2006/relationships/slideLayout" Target="../slideLayouts/slideLayout65.xml"/><Relationship Id="rId3" Type="http://schemas.openxmlformats.org/officeDocument/2006/relationships/slideLayout" Target="../slideLayouts/slideLayout66.xml"/><Relationship Id="rId4" Type="http://schemas.openxmlformats.org/officeDocument/2006/relationships/slideLayout" Target="../slideLayouts/slideLayout67.xml"/><Relationship Id="rId5" Type="http://schemas.openxmlformats.org/officeDocument/2006/relationships/slideLayout" Target="../slideLayouts/slideLayout68.xml"/><Relationship Id="rId6" Type="http://schemas.openxmlformats.org/officeDocument/2006/relationships/slideLayout" Target="../slideLayouts/slideLayout69.xml"/><Relationship Id="rId7" Type="http://schemas.openxmlformats.org/officeDocument/2006/relationships/slideLayout" Target="../slideLayouts/slideLayout70.xml"/><Relationship Id="rId8" Type="http://schemas.openxmlformats.org/officeDocument/2006/relationships/slideLayout" Target="../slideLayouts/slideLayout71.xml"/><Relationship Id="rId9" Type="http://schemas.openxmlformats.org/officeDocument/2006/relationships/slideLayout" Target="../slideLayouts/slideLayout72.xml"/><Relationship Id="rId10" Type="http://schemas.openxmlformats.org/officeDocument/2006/relationships/slideLayout" Target="../slideLayouts/slideLayout73.xml"/><Relationship Id="rId11" Type="http://schemas.openxmlformats.org/officeDocument/2006/relationships/slideLayout" Target="../slideLayouts/slideLayout74.xml"/><Relationship Id="rId12" Type="http://schemas.openxmlformats.org/officeDocument/2006/relationships/slideLayout" Target="../slideLayouts/slideLayout75.xml"/><Relationship Id="rId13" Type="http://schemas.openxmlformats.org/officeDocument/2006/relationships/slideLayout" Target="../slideLayouts/slideLayout76.xml"/><Relationship Id="rId14" Type="http://schemas.openxmlformats.org/officeDocument/2006/relationships/slideLayout" Target="../slideLayouts/slideLayout77.xml"/><Relationship Id="rId15" Type="http://schemas.openxmlformats.org/officeDocument/2006/relationships/slideLayout" Target="../slideLayouts/slideLayout78.xml"/><Relationship Id="rId16" Type="http://schemas.openxmlformats.org/officeDocument/2006/relationships/slideLayout" Target="../slideLayouts/slideLayout79.xml"/><Relationship Id="rId17" Type="http://schemas.openxmlformats.org/officeDocument/2006/relationships/slideLayout" Target="../slideLayouts/slideLayout80.xml"/><Relationship Id="rId18" Type="http://schemas.openxmlformats.org/officeDocument/2006/relationships/slideLayout" Target="../slideLayouts/slideLayout81.xml"/><Relationship Id="rId19" Type="http://schemas.openxmlformats.org/officeDocument/2006/relationships/slideLayout" Target="../slideLayouts/slideLayout82.xml"/><Relationship Id="rId20" Type="http://schemas.openxmlformats.org/officeDocument/2006/relationships/slideLayout" Target="../slideLayouts/slideLayout83.xml"/><Relationship Id="rId21" Type="http://schemas.openxmlformats.org/officeDocument/2006/relationships/slideLayout" Target="../slideLayouts/slideLayout84.xml"/><Relationship Id="rId22" Type="http://schemas.openxmlformats.org/officeDocument/2006/relationships/slideLayout" Target="../slideLayouts/slideLayout85.xml"/><Relationship Id="rId23" Type="http://schemas.openxmlformats.org/officeDocument/2006/relationships/slideLayout" Target="../slideLayouts/slideLayout86.xml"/><Relationship Id="rId24" Type="http://schemas.openxmlformats.org/officeDocument/2006/relationships/slideLayout" Target="../slideLayouts/slideLayout87.xml"/><Relationship Id="rId25" Type="http://schemas.openxmlformats.org/officeDocument/2006/relationships/slideLayout" Target="../slideLayouts/slideLayout88.xml"/><Relationship Id="rId26" Type="http://schemas.openxmlformats.org/officeDocument/2006/relationships/slideLayout" Target="../slideLayouts/slideLayout89.xml"/><Relationship Id="rId27" Type="http://schemas.openxmlformats.org/officeDocument/2006/relationships/slideLayout" Target="../slideLayouts/slideLayout90.xml"/><Relationship Id="rId28" Type="http://schemas.openxmlformats.org/officeDocument/2006/relationships/slideLayout" Target="../slideLayouts/slideLayout91.xml"/><Relationship Id="rId29" Type="http://schemas.openxmlformats.org/officeDocument/2006/relationships/slideLayout" Target="../slideLayouts/slideLayout92.xml"/><Relationship Id="rId30" Type="http://schemas.openxmlformats.org/officeDocument/2006/relationships/slideLayout" Target="../slideLayouts/slideLayout93.xml"/><Relationship Id="rId31" Type="http://schemas.openxmlformats.org/officeDocument/2006/relationships/slideLayout" Target="../slideLayouts/slideLayout94.xml"/><Relationship Id="rId32" Type="http://schemas.openxmlformats.org/officeDocument/2006/relationships/slideLayout" Target="../slideLayouts/slideLayout95.xml"/><Relationship Id="rId33" Type="http://schemas.openxmlformats.org/officeDocument/2006/relationships/slideLayout" Target="../slideLayouts/slideLayout96.xml"/><Relationship Id="rId34"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97.xml"/><Relationship Id="rId2" Type="http://schemas.openxmlformats.org/officeDocument/2006/relationships/slideLayout" Target="../slideLayouts/slideLayout98.xml"/><Relationship Id="rId3" Type="http://schemas.openxmlformats.org/officeDocument/2006/relationships/slideLayout" Target="../slideLayouts/slideLayout99.xml"/><Relationship Id="rId4" Type="http://schemas.openxmlformats.org/officeDocument/2006/relationships/slideLayout" Target="../slideLayouts/slideLayout100.xml"/><Relationship Id="rId5" Type="http://schemas.openxmlformats.org/officeDocument/2006/relationships/slideLayout" Target="../slideLayouts/slideLayout101.xml"/><Relationship Id="rId6"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102.xml"/><Relationship Id="rId2" Type="http://schemas.openxmlformats.org/officeDocument/2006/relationships/slideLayout" Target="../slideLayouts/slideLayout103.xml"/><Relationship Id="rId3" Type="http://schemas.openxmlformats.org/officeDocument/2006/relationships/slideLayout" Target="../slideLayouts/slideLayout104.xml"/><Relationship Id="rId4" Type="http://schemas.openxmlformats.org/officeDocument/2006/relationships/slideLayout" Target="../slideLayouts/slideLayout105.xml"/><Relationship Id="rId5" Type="http://schemas.openxmlformats.org/officeDocument/2006/relationships/slideLayout" Target="../slideLayouts/slideLayout106.xml"/><Relationship Id="rId6" Type="http://schemas.openxmlformats.org/officeDocument/2006/relationships/slideLayout" Target="../slideLayouts/slideLayout107.xml"/><Relationship Id="rId7" Type="http://schemas.openxmlformats.org/officeDocument/2006/relationships/slideLayout" Target="../slideLayouts/slideLayout108.xml"/><Relationship Id="rId8" Type="http://schemas.openxmlformats.org/officeDocument/2006/relationships/slideLayout" Target="../slideLayouts/slideLayout109.xml"/><Relationship Id="rId9" Type="http://schemas.openxmlformats.org/officeDocument/2006/relationships/slideLayout" Target="../slideLayouts/slideLayout110.xml"/><Relationship Id="rId10" Type="http://schemas.openxmlformats.org/officeDocument/2006/relationships/slideLayout" Target="../slideLayouts/slideLayout111.xml"/><Relationship Id="rId11" Type="http://schemas.openxmlformats.org/officeDocument/2006/relationships/slideLayout" Target="../slideLayouts/slideLayout112.xml"/><Relationship Id="rId12" Type="http://schemas.openxmlformats.org/officeDocument/2006/relationships/slideLayout" Target="../slideLayouts/slideLayout113.xml"/><Relationship Id="rId13" Type="http://schemas.openxmlformats.org/officeDocument/2006/relationships/slideLayout" Target="../slideLayouts/slideLayout114.xml"/><Relationship Id="rId14" Type="http://schemas.openxmlformats.org/officeDocument/2006/relationships/slideLayout" Target="../slideLayouts/slideLayout115.xml"/><Relationship Id="rId15" Type="http://schemas.openxmlformats.org/officeDocument/2006/relationships/slideLayout" Target="../slideLayouts/slideLayout116.xml"/><Relationship Id="rId16" Type="http://schemas.openxmlformats.org/officeDocument/2006/relationships/slideLayout" Target="../slideLayouts/slideLayout117.xml"/><Relationship Id="rId17" Type="http://schemas.openxmlformats.org/officeDocument/2006/relationships/slideLayout" Target="../slideLayouts/slideLayout118.xml"/><Relationship Id="rId18" Type="http://schemas.openxmlformats.org/officeDocument/2006/relationships/slideLayout" Target="../slideLayouts/slideLayout119.xml"/><Relationship Id="rId19" Type="http://schemas.openxmlformats.org/officeDocument/2006/relationships/slideLayout" Target="../slideLayouts/slideLayout120.xml"/><Relationship Id="rId20" Type="http://schemas.openxmlformats.org/officeDocument/2006/relationships/slideLayout" Target="../slideLayouts/slideLayout121.xml"/><Relationship Id="rId21" Type="http://schemas.openxmlformats.org/officeDocument/2006/relationships/slideLayout" Target="../slideLayouts/slideLayout122.xml"/><Relationship Id="rId22" Type="http://schemas.openxmlformats.org/officeDocument/2006/relationships/slideLayout" Target="../slideLayouts/slideLayout123.xml"/><Relationship Id="rId23" Type="http://schemas.openxmlformats.org/officeDocument/2006/relationships/slideLayout" Target="../slideLayouts/slideLayout124.xml"/><Relationship Id="rId24" Type="http://schemas.openxmlformats.org/officeDocument/2006/relationships/slideLayout" Target="../slideLayouts/slideLayout125.xml"/><Relationship Id="rId25" Type="http://schemas.openxmlformats.org/officeDocument/2006/relationships/slideLayout" Target="../slideLayouts/slideLayout126.xml"/><Relationship Id="rId26" Type="http://schemas.openxmlformats.org/officeDocument/2006/relationships/slideLayout" Target="../slideLayouts/slideLayout127.xml"/><Relationship Id="rId27" Type="http://schemas.openxmlformats.org/officeDocument/2006/relationships/slideLayout" Target="../slideLayouts/slideLayout128.xml"/><Relationship Id="rId28" Type="http://schemas.openxmlformats.org/officeDocument/2006/relationships/slideLayout" Target="../slideLayouts/slideLayout129.xml"/><Relationship Id="rId29" Type="http://schemas.openxmlformats.org/officeDocument/2006/relationships/slideLayout" Target="../slideLayouts/slideLayout130.xml"/><Relationship Id="rId30" Type="http://schemas.openxmlformats.org/officeDocument/2006/relationships/slideLayout" Target="../slideLayouts/slideLayout131.xml"/><Relationship Id="rId31" Type="http://schemas.openxmlformats.org/officeDocument/2006/relationships/slideLayout" Target="../slideLayouts/slideLayout132.xml"/><Relationship Id="rId32" Type="http://schemas.openxmlformats.org/officeDocument/2006/relationships/slideLayout" Target="../slideLayouts/slideLayout133.xml"/><Relationship Id="rId33" Type="http://schemas.openxmlformats.org/officeDocument/2006/relationships/slideLayout" Target="../slideLayouts/slideLayout134.xml"/><Relationship Id="rId34" Type="http://schemas.openxmlformats.org/officeDocument/2006/relationships/slideLayout" Target="../slideLayouts/slideLayout135.xml"/><Relationship Id="rId35" Type="http://schemas.openxmlformats.org/officeDocument/2006/relationships/slideLayout" Target="../slideLayouts/slideLayout136.xml"/><Relationship Id="rId36" Type="http://schemas.openxmlformats.org/officeDocument/2006/relationships/slideLayout" Target="../slideLayouts/slideLayout137.xml"/><Relationship Id="rId37" Type="http://schemas.openxmlformats.org/officeDocument/2006/relationships/slideLayout" Target="../slideLayouts/slideLayout138.xml"/><Relationship Id="rId38" Type="http://schemas.openxmlformats.org/officeDocument/2006/relationships/slideLayout" Target="../slideLayouts/slideLayout139.xml"/><Relationship Id="rId39" Type="http://schemas.openxmlformats.org/officeDocument/2006/relationships/slideLayout" Target="../slideLayouts/slideLayout140.xml"/><Relationship Id="rId40" Type="http://schemas.openxmlformats.org/officeDocument/2006/relationships/slideLayout" Target="../slideLayouts/slideLayout141.xml"/><Relationship Id="rId41" Type="http://schemas.openxmlformats.org/officeDocument/2006/relationships/slideLayout" Target="../slideLayouts/slideLayout142.xml"/><Relationship Id="rId42" Type="http://schemas.openxmlformats.org/officeDocument/2006/relationships/slideLayout" Target="../slideLayouts/slideLayout143.xml"/><Relationship Id="rId43" Type="http://schemas.openxmlformats.org/officeDocument/2006/relationships/slideLayout" Target="../slideLayouts/slideLayout144.xml"/><Relationship Id="rId44" Type="http://schemas.openxmlformats.org/officeDocument/2006/relationships/slideLayout" Target="../slideLayouts/slideLayout145.xml"/><Relationship Id="rId45" Type="http://schemas.openxmlformats.org/officeDocument/2006/relationships/slideLayout" Target="../slideLayouts/slideLayout146.xml"/><Relationship Id="rId46" Type="http://schemas.openxmlformats.org/officeDocument/2006/relationships/slideLayout" Target="../slideLayouts/slideLayout147.xml"/><Relationship Id="rId47" Type="http://schemas.openxmlformats.org/officeDocument/2006/relationships/slideLayout" Target="../slideLayouts/slideLayout148.xml"/><Relationship Id="rId48" Type="http://schemas.openxmlformats.org/officeDocument/2006/relationships/slideLayout" Target="../slideLayouts/slideLayout149.xml"/><Relationship Id="rId49" Type="http://schemas.openxmlformats.org/officeDocument/2006/relationships/slideLayout" Target="../slideLayouts/slideLayout150.xml"/><Relationship Id="rId50" Type="http://schemas.openxmlformats.org/officeDocument/2006/relationships/slideLayout" Target="../slideLayouts/slideLayout151.xml"/><Relationship Id="rId51" Type="http://schemas.openxmlformats.org/officeDocument/2006/relationships/slideLayout" Target="../slideLayouts/slideLayout152.xml"/><Relationship Id="rId52" Type="http://schemas.openxmlformats.org/officeDocument/2006/relationships/slideLayout" Target="../slideLayouts/slideLayout153.xml"/><Relationship Id="rId53" Type="http://schemas.openxmlformats.org/officeDocument/2006/relationships/slideLayout" Target="../slideLayouts/slideLayout154.xml"/><Relationship Id="rId54" Type="http://schemas.openxmlformats.org/officeDocument/2006/relationships/slideLayout" Target="../slideLayouts/slideLayout155.xml"/><Relationship Id="rId55" Type="http://schemas.openxmlformats.org/officeDocument/2006/relationships/slideLayout" Target="../slideLayouts/slideLayout156.xml"/><Relationship Id="rId56" Type="http://schemas.openxmlformats.org/officeDocument/2006/relationships/slideLayout" Target="../slideLayouts/slideLayout157.xml"/><Relationship Id="rId57" Type="http://schemas.openxmlformats.org/officeDocument/2006/relationships/slideLayout" Target="../slideLayouts/slideLayout158.xml"/><Relationship Id="rId58" Type="http://schemas.openxmlformats.org/officeDocument/2006/relationships/slideLayout" Target="../slideLayouts/slideLayout159.xml"/><Relationship Id="rId59" Type="http://schemas.openxmlformats.org/officeDocument/2006/relationships/slideLayout" Target="../slideLayouts/slideLayout160.xml"/><Relationship Id="rId60" Type="http://schemas.openxmlformats.org/officeDocument/2006/relationships/slideLayout" Target="../slideLayouts/slideLayout161.xml"/><Relationship Id="rId61" Type="http://schemas.openxmlformats.org/officeDocument/2006/relationships/slideLayout" Target="../slideLayouts/slideLayout162.xml"/><Relationship Id="rId62" Type="http://schemas.openxmlformats.org/officeDocument/2006/relationships/slideLayout" Target="../slideLayouts/slideLayout163.xml"/><Relationship Id="rId63" Type="http://schemas.openxmlformats.org/officeDocument/2006/relationships/slideLayout" Target="../slideLayouts/slideLayout164.xml"/><Relationship Id="rId64" Type="http://schemas.openxmlformats.org/officeDocument/2006/relationships/slideLayout" Target="../slideLayouts/slideLayout165.xml"/><Relationship Id="rId65" Type="http://schemas.openxmlformats.org/officeDocument/2006/relationships/slideLayout" Target="../slideLayouts/slideLayout166.xml"/><Relationship Id="rId66" Type="http://schemas.openxmlformats.org/officeDocument/2006/relationships/slideLayout" Target="../slideLayouts/slideLayout167.xml"/><Relationship Id="rId67" Type="http://schemas.openxmlformats.org/officeDocument/2006/relationships/slideLayout" Target="../slideLayouts/slideLayout168.xml"/><Relationship Id="rId68" Type="http://schemas.openxmlformats.org/officeDocument/2006/relationships/slideLayout" Target="../slideLayouts/slideLayout169.xml"/><Relationship Id="rId69" Type="http://schemas.openxmlformats.org/officeDocument/2006/relationships/slideLayout" Target="../slideLayouts/slideLayout170.xml"/><Relationship Id="rId70" Type="http://schemas.openxmlformats.org/officeDocument/2006/relationships/slideLayout" Target="../slideLayouts/slideLayout171.xml"/><Relationship Id="rId71" Type="http://schemas.openxmlformats.org/officeDocument/2006/relationships/slideLayout" Target="../slideLayouts/slideLayout172.xml"/><Relationship Id="rId72" Type="http://schemas.openxmlformats.org/officeDocument/2006/relationships/slideLayout" Target="../slideLayouts/slideLayout173.xml"/><Relationship Id="rId73" Type="http://schemas.openxmlformats.org/officeDocument/2006/relationships/slideLayout" Target="../slideLayouts/slideLayout174.xml"/><Relationship Id="rId74" Type="http://schemas.openxmlformats.org/officeDocument/2006/relationships/theme" Target="../theme/theme5.xml"/></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175.xml"/><Relationship Id="rId2" Type="http://schemas.openxmlformats.org/officeDocument/2006/relationships/slideLayout" Target="../slideLayouts/slideLayout176.xml"/><Relationship Id="rId3" Type="http://schemas.openxmlformats.org/officeDocument/2006/relationships/slideLayout" Target="../slideLayouts/slideLayout177.xml"/><Relationship Id="rId4" Type="http://schemas.openxmlformats.org/officeDocument/2006/relationships/slideLayout" Target="../slideLayouts/slideLayout178.xml"/><Relationship Id="rId5" Type="http://schemas.openxmlformats.org/officeDocument/2006/relationships/slideLayout" Target="../slideLayouts/slideLayout179.xml"/><Relationship Id="rId6" Type="http://schemas.openxmlformats.org/officeDocument/2006/relationships/slideLayout" Target="../slideLayouts/slideLayout180.xml"/><Relationship Id="rId7" Type="http://schemas.openxmlformats.org/officeDocument/2006/relationships/slideLayout" Target="../slideLayouts/slideLayout181.xml"/><Relationship Id="rId8" Type="http://schemas.openxmlformats.org/officeDocument/2006/relationships/slideLayout" Target="../slideLayouts/slideLayout182.xml"/><Relationship Id="rId9" Type="http://schemas.openxmlformats.org/officeDocument/2006/relationships/slideLayout" Target="../slideLayouts/slideLayout183.xml"/><Relationship Id="rId10" Type="http://schemas.openxmlformats.org/officeDocument/2006/relationships/slideLayout" Target="../slideLayouts/slideLayout184.xml"/><Relationship Id="rId11" Type="http://schemas.openxmlformats.org/officeDocument/2006/relationships/slideLayout" Target="../slideLayouts/slideLayout185.xml"/><Relationship Id="rId12" Type="http://schemas.openxmlformats.org/officeDocument/2006/relationships/slideLayout" Target="../slideLayouts/slideLayout186.xml"/><Relationship Id="rId13" Type="http://schemas.openxmlformats.org/officeDocument/2006/relationships/slideLayout" Target="../slideLayouts/slideLayout187.xml"/><Relationship Id="rId14" Type="http://schemas.openxmlformats.org/officeDocument/2006/relationships/slideLayout" Target="../slideLayouts/slideLayout188.xml"/><Relationship Id="rId15" Type="http://schemas.openxmlformats.org/officeDocument/2006/relationships/slideLayout" Target="../slideLayouts/slideLayout189.xml"/><Relationship Id="rId16" Type="http://schemas.openxmlformats.org/officeDocument/2006/relationships/theme" Target="../theme/theme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3663FBB-EF9F-3E1B-108D-63CA29DF62AE}"/>
              </a:ext>
            </a:extLst>
          </p:cNvPr>
          <p:cNvSpPr>
            <a:spLocks noGrp="1"/>
          </p:cNvSpPr>
          <p:nvPr>
            <p:ph type="body" idx="1"/>
          </p:nvPr>
        </p:nvSpPr>
        <p:spPr>
          <a:xfrm>
            <a:off x="550863" y="1825625"/>
            <a:ext cx="11093450" cy="4483100"/>
          </a:xfrm>
          <a:prstGeom prst="rect">
            <a:avLst/>
          </a:prstGeom>
        </p:spPr>
        <p:txBody>
          <a:bodyPr vert="horz" lIns="0" tIns="0" rIns="0" bIns="0" rtlCol="0">
            <a:normAutofit/>
          </a:bodyPr>
          <a:lstStyle/>
          <a:p>
            <a:pPr lvl="0"/>
            <a:r>
              <a:rPr lang="en-GB"/>
              <a:t>Click to edit Master text styles</a:t>
            </a:r>
          </a:p>
          <a:p>
            <a:pPr lvl="1"/>
            <a:r>
              <a:rPr lang="en-GB"/>
              <a:t>Second level</a:t>
            </a:r>
          </a:p>
          <a:p>
            <a:pPr lvl="2"/>
            <a:r>
              <a:rPr lang="en-GB"/>
              <a:t>Third level</a:t>
            </a:r>
          </a:p>
        </p:txBody>
      </p:sp>
      <p:sp>
        <p:nvSpPr>
          <p:cNvPr id="11" name="Title Placeholder 10">
            <a:extLst>
              <a:ext uri="{FF2B5EF4-FFF2-40B4-BE49-F238E27FC236}">
                <a16:creationId xmlns:a16="http://schemas.microsoft.com/office/drawing/2014/main" id="{1B2BDAE8-5075-CC4B-53CB-FB986C283285}"/>
              </a:ext>
            </a:extLst>
          </p:cNvPr>
          <p:cNvSpPr>
            <a:spLocks noGrp="1"/>
          </p:cNvSpPr>
          <p:nvPr>
            <p:ph type="title"/>
          </p:nvPr>
        </p:nvSpPr>
        <p:spPr>
          <a:xfrm>
            <a:off x="554038" y="549476"/>
            <a:ext cx="11090275" cy="1131687"/>
          </a:xfrm>
          <a:prstGeom prst="rect">
            <a:avLst/>
          </a:prstGeom>
        </p:spPr>
        <p:txBody>
          <a:bodyPr vert="horz" lIns="0" tIns="0" rIns="0" bIns="0" rtlCol="0" anchor="t">
            <a:normAutofit/>
          </a:bodyPr>
          <a:lstStyle/>
          <a:p>
            <a:r>
              <a:rPr lang="en-GB"/>
              <a:t>Click to edit Master title style</a:t>
            </a:r>
            <a:endParaRPr lang="en-PL"/>
          </a:p>
        </p:txBody>
      </p:sp>
      <p:sp>
        <p:nvSpPr>
          <p:cNvPr id="3" name="Slide Number Placeholder 2">
            <a:extLst>
              <a:ext uri="{FF2B5EF4-FFF2-40B4-BE49-F238E27FC236}">
                <a16:creationId xmlns:a16="http://schemas.microsoft.com/office/drawing/2014/main" id="{DAC949E0-3486-4728-713D-DF146187B7CC}"/>
              </a:ext>
            </a:extLst>
          </p:cNvPr>
          <p:cNvSpPr>
            <a:spLocks noGrp="1"/>
          </p:cNvSpPr>
          <p:nvPr>
            <p:ph type="sldNum" sz="quarter" idx="4"/>
          </p:nvPr>
        </p:nvSpPr>
        <p:spPr>
          <a:xfrm>
            <a:off x="11641138" y="6311096"/>
            <a:ext cx="550862" cy="546904"/>
          </a:xfrm>
          <a:prstGeom prst="rect">
            <a:avLst/>
          </a:prstGeom>
        </p:spPr>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fld id="{4EE75B84-B7E0-4C4B-AC9D-894B0C074E7C}" type="slidenum">
              <a:rPr kumimoji="0" lang="en-PL" sz="1200" b="0" i="0" u="none" strike="noStrike" kern="1200" cap="none" spc="0" normalizeH="0" baseline="0" noProof="0" smtClean="0">
                <a:ln>
                  <a:noFill/>
                </a:ln>
                <a:solidFill>
                  <a:srgbClr val="A1A1A1"/>
                </a:solidFill>
                <a:effectLst/>
                <a:uLnTx/>
                <a:uFillTx/>
                <a:latin typeface="Arial" panose="020B060402020202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PL" sz="1200" b="0" i="0" u="none" strike="noStrike" kern="1200" cap="none" spc="0" normalizeH="0" baseline="0" noProof="0">
              <a:ln>
                <a:noFill/>
              </a:ln>
              <a:solidFill>
                <a:srgbClr val="A1A1A1"/>
              </a:solidFill>
              <a:effectLst/>
              <a:uLnTx/>
              <a:uFillTx/>
              <a:latin typeface="Arial" panose="020B0604020202020204"/>
              <a:ea typeface="+mn-ea"/>
              <a:cs typeface="+mn-cs"/>
            </a:endParaRPr>
          </a:p>
        </p:txBody>
      </p:sp>
    </p:spTree>
    <p:extLst>
      <p:ext uri="{BB962C8B-B14F-4D97-AF65-F5344CB8AC3E}">
        <p14:creationId xmlns:p14="http://schemas.microsoft.com/office/powerpoint/2010/main" val="211673594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Lst>
  <p:hf hdr="0" ftr="0" dt="0"/>
  <p:txStyles>
    <p:titleStyle>
      <a:lvl1pPr algn="l" defTabSz="914400" rtl="0" eaLnBrk="1" latinLnBrk="0" hangingPunct="1">
        <a:lnSpc>
          <a:spcPct val="90000"/>
        </a:lnSpc>
        <a:spcBef>
          <a:spcPct val="0"/>
        </a:spcBef>
        <a:buNone/>
        <a:defRPr sz="3000" b="1"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9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P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pos="347">
          <p15:clr>
            <a:srgbClr val="F26B43"/>
          </p15:clr>
        </p15:guide>
        <p15:guide id="4" pos="7333">
          <p15:clr>
            <a:srgbClr val="F26B43"/>
          </p15:clr>
        </p15:guide>
        <p15:guide id="5" orient="horz" pos="346">
          <p15:clr>
            <a:srgbClr val="F26B43"/>
          </p15:clr>
        </p15:guide>
        <p15:guide id="6" orient="horz" pos="3974">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3663FBB-EF9F-3E1B-108D-63CA29DF62AE}"/>
              </a:ext>
            </a:extLst>
          </p:cNvPr>
          <p:cNvSpPr>
            <a:spLocks noGrp="1"/>
          </p:cNvSpPr>
          <p:nvPr>
            <p:ph type="body" idx="1"/>
          </p:nvPr>
        </p:nvSpPr>
        <p:spPr>
          <a:xfrm>
            <a:off x="550863" y="1825625"/>
            <a:ext cx="11093450" cy="4483100"/>
          </a:xfrm>
          <a:prstGeom prst="rect">
            <a:avLst/>
          </a:prstGeom>
        </p:spPr>
        <p:txBody>
          <a:bodyPr vert="horz" lIns="0" tIns="0" rIns="0" bIns="0" rtlCol="0">
            <a:normAutofit/>
          </a:bodyPr>
          <a:lstStyle/>
          <a:p>
            <a:pPr lvl="0"/>
            <a:r>
              <a:rPr lang="en-GB"/>
              <a:t>Click to edit Master text styles</a:t>
            </a:r>
          </a:p>
          <a:p>
            <a:pPr lvl="1"/>
            <a:r>
              <a:rPr lang="en-GB"/>
              <a:t>Second level</a:t>
            </a:r>
          </a:p>
          <a:p>
            <a:pPr lvl="2"/>
            <a:r>
              <a:rPr lang="en-GB"/>
              <a:t>Third level</a:t>
            </a:r>
          </a:p>
        </p:txBody>
      </p:sp>
      <p:sp>
        <p:nvSpPr>
          <p:cNvPr id="10" name="Slide Number Placeholder 5">
            <a:extLst>
              <a:ext uri="{FF2B5EF4-FFF2-40B4-BE49-F238E27FC236}">
                <a16:creationId xmlns:a16="http://schemas.microsoft.com/office/drawing/2014/main" id="{26E93499-EFB0-CC96-CEB4-CEDC25EC9175}"/>
              </a:ext>
            </a:extLst>
          </p:cNvPr>
          <p:cNvSpPr>
            <a:spLocks noGrp="1"/>
          </p:cNvSpPr>
          <p:nvPr>
            <p:ph type="sldNum" sz="quarter" idx="4"/>
          </p:nvPr>
        </p:nvSpPr>
        <p:spPr>
          <a:xfrm>
            <a:off x="11641138" y="6311096"/>
            <a:ext cx="550862" cy="546904"/>
          </a:xfrm>
          <a:prstGeom prst="rect">
            <a:avLst/>
          </a:prstGeom>
        </p:spPr>
        <p:txBody>
          <a:bodyPr anchor="ctr"/>
          <a:lstStyle>
            <a:lvl1pPr algn="ctr">
              <a:defRPr sz="1200">
                <a:solidFill>
                  <a:schemeClr val="accent5"/>
                </a:solidFill>
              </a:defRPr>
            </a:lvl1pPr>
          </a:lstStyle>
          <a:p>
            <a:fld id="{B55D9570-D3FC-6D43-AC32-D988B1849109}" type="slidenum">
              <a:rPr lang="en-PL" smtClean="0"/>
              <a:pPr/>
              <a:t>‹#›</a:t>
            </a:fld>
            <a:endParaRPr lang="en-PL"/>
          </a:p>
        </p:txBody>
      </p:sp>
      <p:sp>
        <p:nvSpPr>
          <p:cNvPr id="11" name="Title Placeholder 10">
            <a:extLst>
              <a:ext uri="{FF2B5EF4-FFF2-40B4-BE49-F238E27FC236}">
                <a16:creationId xmlns:a16="http://schemas.microsoft.com/office/drawing/2014/main" id="{1B2BDAE8-5075-CC4B-53CB-FB986C283285}"/>
              </a:ext>
            </a:extLst>
          </p:cNvPr>
          <p:cNvSpPr>
            <a:spLocks noGrp="1"/>
          </p:cNvSpPr>
          <p:nvPr>
            <p:ph type="title"/>
          </p:nvPr>
        </p:nvSpPr>
        <p:spPr>
          <a:xfrm>
            <a:off x="554038" y="549476"/>
            <a:ext cx="11090275" cy="1131687"/>
          </a:xfrm>
          <a:prstGeom prst="rect">
            <a:avLst/>
          </a:prstGeom>
        </p:spPr>
        <p:txBody>
          <a:bodyPr vert="horz" lIns="0" tIns="0" rIns="0" bIns="0" rtlCol="0" anchor="t">
            <a:normAutofit/>
          </a:bodyPr>
          <a:lstStyle/>
          <a:p>
            <a:r>
              <a:rPr lang="en-US"/>
              <a:t>Click to edit Master title style</a:t>
            </a:r>
            <a:endParaRPr lang="en-PL"/>
          </a:p>
        </p:txBody>
      </p:sp>
    </p:spTree>
    <p:extLst>
      <p:ext uri="{BB962C8B-B14F-4D97-AF65-F5344CB8AC3E}">
        <p14:creationId xmlns:p14="http://schemas.microsoft.com/office/powerpoint/2010/main" val="2328343381"/>
      </p:ext>
    </p:extLst>
  </p:cSld>
  <p:clrMap bg1="lt1" tx1="dk1" bg2="lt2" tx2="dk2" accent1="accent1" accent2="accent2" accent3="accent3" accent4="accent4" accent5="accent5" accent6="accent6" hlink="hlink" folHlink="folHlink"/>
  <p:sldLayoutIdLst>
    <p:sldLayoutId id="2147483706" r:id="rId1"/>
    <p:sldLayoutId id="2147483707" r:id="rId2"/>
    <p:sldLayoutId id="2147483708" r:id="rId3"/>
    <p:sldLayoutId id="2147483709" r:id="rId4"/>
    <p:sldLayoutId id="2147483710" r:id="rId5"/>
    <p:sldLayoutId id="2147483711" r:id="rId6"/>
    <p:sldLayoutId id="2147483712" r:id="rId7"/>
    <p:sldLayoutId id="2147483713" r:id="rId8"/>
    <p:sldLayoutId id="2147483714" r:id="rId9"/>
    <p:sldLayoutId id="2147483715" r:id="rId10"/>
    <p:sldLayoutId id="2147483716" r:id="rId11"/>
    <p:sldLayoutId id="2147483717" r:id="rId12"/>
    <p:sldLayoutId id="2147483718" r:id="rId13"/>
    <p:sldLayoutId id="2147483719" r:id="rId14"/>
    <p:sldLayoutId id="2147483720" r:id="rId15"/>
    <p:sldLayoutId id="2147483721" r:id="rId16"/>
    <p:sldLayoutId id="2147483722" r:id="rId17"/>
    <p:sldLayoutId id="2147483723" r:id="rId18"/>
    <p:sldLayoutId id="2147483724" r:id="rId19"/>
    <p:sldLayoutId id="2147483725" r:id="rId20"/>
    <p:sldLayoutId id="2147483726" r:id="rId21"/>
    <p:sldLayoutId id="2147483727" r:id="rId22"/>
    <p:sldLayoutId id="2147483728" r:id="rId23"/>
    <p:sldLayoutId id="2147483729" r:id="rId24"/>
    <p:sldLayoutId id="2147483730" r:id="rId25"/>
    <p:sldLayoutId id="2147483731" r:id="rId26"/>
    <p:sldLayoutId id="2147483732" r:id="rId27"/>
    <p:sldLayoutId id="2147483733" r:id="rId28"/>
    <p:sldLayoutId id="2147483734" r:id="rId29"/>
    <p:sldLayoutId id="2147483735" r:id="rId30"/>
    <p:sldLayoutId id="2147483736" r:id="rId31"/>
    <p:sldLayoutId id="2147483737" r:id="rId32"/>
    <p:sldLayoutId id="2147483738" r:id="rId33"/>
  </p:sldLayoutIdLst>
  <p:hf hdr="0" ftr="0" dt="0"/>
  <p:txStyles>
    <p:titleStyle>
      <a:lvl1pPr algn="l" defTabSz="914400" rtl="0" eaLnBrk="1" latinLnBrk="0" hangingPunct="1">
        <a:lnSpc>
          <a:spcPct val="90000"/>
        </a:lnSpc>
        <a:spcBef>
          <a:spcPct val="0"/>
        </a:spcBef>
        <a:buNone/>
        <a:defRPr sz="3000" b="1"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9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P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pos="347">
          <p15:clr>
            <a:srgbClr val="F26B43"/>
          </p15:clr>
        </p15:guide>
        <p15:guide id="4" pos="7333">
          <p15:clr>
            <a:srgbClr val="F26B43"/>
          </p15:clr>
        </p15:guide>
        <p15:guide id="5" orient="horz" pos="346">
          <p15:clr>
            <a:srgbClr val="F26B43"/>
          </p15:clr>
        </p15:guide>
        <p15:guide id="6" orient="horz" pos="3974">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3663FBB-EF9F-3E1B-108D-63CA29DF62AE}"/>
              </a:ext>
            </a:extLst>
          </p:cNvPr>
          <p:cNvSpPr>
            <a:spLocks noGrp="1"/>
          </p:cNvSpPr>
          <p:nvPr>
            <p:ph type="body" idx="1"/>
          </p:nvPr>
        </p:nvSpPr>
        <p:spPr>
          <a:xfrm>
            <a:off x="550863" y="1825625"/>
            <a:ext cx="11093450" cy="4483100"/>
          </a:xfrm>
          <a:prstGeom prst="rect">
            <a:avLst/>
          </a:prstGeom>
        </p:spPr>
        <p:txBody>
          <a:bodyPr vert="horz" lIns="0" tIns="0" rIns="0" bIns="0" rtlCol="0">
            <a:normAutofit/>
          </a:bodyPr>
          <a:lstStyle/>
          <a:p>
            <a:pPr lvl="0"/>
            <a:r>
              <a:rPr lang="en-GB"/>
              <a:t>Click to edit Master text styles</a:t>
            </a:r>
          </a:p>
          <a:p>
            <a:pPr lvl="1"/>
            <a:r>
              <a:rPr lang="en-GB"/>
              <a:t>Second level</a:t>
            </a:r>
          </a:p>
          <a:p>
            <a:pPr lvl="2"/>
            <a:r>
              <a:rPr lang="en-GB"/>
              <a:t>Third level</a:t>
            </a:r>
          </a:p>
        </p:txBody>
      </p:sp>
      <p:sp>
        <p:nvSpPr>
          <p:cNvPr id="10" name="Slide Number Placeholder 5">
            <a:extLst>
              <a:ext uri="{FF2B5EF4-FFF2-40B4-BE49-F238E27FC236}">
                <a16:creationId xmlns:a16="http://schemas.microsoft.com/office/drawing/2014/main" id="{26E93499-EFB0-CC96-CEB4-CEDC25EC9175}"/>
              </a:ext>
            </a:extLst>
          </p:cNvPr>
          <p:cNvSpPr>
            <a:spLocks noGrp="1"/>
          </p:cNvSpPr>
          <p:nvPr>
            <p:ph type="sldNum" sz="quarter" idx="4"/>
          </p:nvPr>
        </p:nvSpPr>
        <p:spPr>
          <a:xfrm>
            <a:off x="11641138" y="6311096"/>
            <a:ext cx="550862" cy="546904"/>
          </a:xfrm>
          <a:prstGeom prst="rect">
            <a:avLst/>
          </a:prstGeom>
        </p:spPr>
        <p:txBody>
          <a:bodyPr anchor="ctr"/>
          <a:lstStyle>
            <a:lvl1pPr algn="ctr">
              <a:defRPr sz="1200">
                <a:solidFill>
                  <a:schemeClr val="accent5"/>
                </a:solidFill>
              </a:defRPr>
            </a:lvl1pPr>
          </a:lstStyle>
          <a:p>
            <a:fld id="{B55D9570-D3FC-6D43-AC32-D988B1849109}" type="slidenum">
              <a:rPr lang="en-PL" smtClean="0"/>
              <a:pPr/>
              <a:t>‹#›</a:t>
            </a:fld>
            <a:endParaRPr lang="en-PL"/>
          </a:p>
        </p:txBody>
      </p:sp>
      <p:sp>
        <p:nvSpPr>
          <p:cNvPr id="11" name="Title Placeholder 10">
            <a:extLst>
              <a:ext uri="{FF2B5EF4-FFF2-40B4-BE49-F238E27FC236}">
                <a16:creationId xmlns:a16="http://schemas.microsoft.com/office/drawing/2014/main" id="{1B2BDAE8-5075-CC4B-53CB-FB986C283285}"/>
              </a:ext>
            </a:extLst>
          </p:cNvPr>
          <p:cNvSpPr>
            <a:spLocks noGrp="1"/>
          </p:cNvSpPr>
          <p:nvPr>
            <p:ph type="title"/>
          </p:nvPr>
        </p:nvSpPr>
        <p:spPr>
          <a:xfrm>
            <a:off x="554038" y="549476"/>
            <a:ext cx="11090275" cy="1131687"/>
          </a:xfrm>
          <a:prstGeom prst="rect">
            <a:avLst/>
          </a:prstGeom>
        </p:spPr>
        <p:txBody>
          <a:bodyPr vert="horz" lIns="0" tIns="0" rIns="0" bIns="0" rtlCol="0" anchor="t">
            <a:normAutofit/>
          </a:bodyPr>
          <a:lstStyle/>
          <a:p>
            <a:r>
              <a:rPr lang="en-US"/>
              <a:t>Click to edit Master title style</a:t>
            </a:r>
            <a:endParaRPr lang="en-PL"/>
          </a:p>
        </p:txBody>
      </p:sp>
    </p:spTree>
    <p:extLst>
      <p:ext uri="{BB962C8B-B14F-4D97-AF65-F5344CB8AC3E}">
        <p14:creationId xmlns:p14="http://schemas.microsoft.com/office/powerpoint/2010/main" val="717522620"/>
      </p:ext>
    </p:extLst>
  </p:cSld>
  <p:clrMap bg1="lt1" tx1="dk1" bg2="lt2" tx2="dk2" accent1="accent1" accent2="accent2" accent3="accent3" accent4="accent4" accent5="accent5" accent6="accent6" hlink="hlink" folHlink="folHlink"/>
  <p:sldLayoutIdLst>
    <p:sldLayoutId id="2147483741" r:id="rId1"/>
    <p:sldLayoutId id="2147483742" r:id="rId2"/>
    <p:sldLayoutId id="2147483743" r:id="rId3"/>
    <p:sldLayoutId id="2147483744" r:id="rId4"/>
    <p:sldLayoutId id="2147483745" r:id="rId5"/>
    <p:sldLayoutId id="2147483746" r:id="rId6"/>
    <p:sldLayoutId id="2147483747" r:id="rId7"/>
    <p:sldLayoutId id="2147483748" r:id="rId8"/>
    <p:sldLayoutId id="2147483749" r:id="rId9"/>
    <p:sldLayoutId id="2147483750" r:id="rId10"/>
    <p:sldLayoutId id="2147483751" r:id="rId11"/>
    <p:sldLayoutId id="2147483752" r:id="rId12"/>
    <p:sldLayoutId id="2147483753" r:id="rId13"/>
    <p:sldLayoutId id="2147483754" r:id="rId14"/>
    <p:sldLayoutId id="2147483755" r:id="rId15"/>
    <p:sldLayoutId id="2147483756" r:id="rId16"/>
    <p:sldLayoutId id="2147483757" r:id="rId17"/>
    <p:sldLayoutId id="2147483758" r:id="rId18"/>
    <p:sldLayoutId id="2147483759" r:id="rId19"/>
    <p:sldLayoutId id="2147483760" r:id="rId20"/>
    <p:sldLayoutId id="2147483761" r:id="rId21"/>
    <p:sldLayoutId id="2147483762" r:id="rId22"/>
    <p:sldLayoutId id="2147483763" r:id="rId23"/>
    <p:sldLayoutId id="2147483764" r:id="rId24"/>
    <p:sldLayoutId id="2147483765" r:id="rId25"/>
    <p:sldLayoutId id="2147483766" r:id="rId26"/>
    <p:sldLayoutId id="2147483767" r:id="rId27"/>
    <p:sldLayoutId id="2147483768" r:id="rId28"/>
    <p:sldLayoutId id="2147483769" r:id="rId29"/>
    <p:sldLayoutId id="2147483770" r:id="rId30"/>
    <p:sldLayoutId id="2147483771" r:id="rId31"/>
    <p:sldLayoutId id="2147483772" r:id="rId32"/>
    <p:sldLayoutId id="2147483930" r:id="rId33"/>
  </p:sldLayoutIdLst>
  <p:hf hdr="0" ftr="0" dt="0"/>
  <p:txStyles>
    <p:titleStyle>
      <a:lvl1pPr algn="l" defTabSz="914400" rtl="0" eaLnBrk="1" latinLnBrk="0" hangingPunct="1">
        <a:lnSpc>
          <a:spcPct val="90000"/>
        </a:lnSpc>
        <a:spcBef>
          <a:spcPct val="0"/>
        </a:spcBef>
        <a:buNone/>
        <a:defRPr sz="3000" b="1"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9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P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pos="347">
          <p15:clr>
            <a:srgbClr val="F26B43"/>
          </p15:clr>
        </p15:guide>
        <p15:guide id="4" pos="7333">
          <p15:clr>
            <a:srgbClr val="F26B43"/>
          </p15:clr>
        </p15:guide>
        <p15:guide id="5" orient="horz" pos="346">
          <p15:clr>
            <a:srgbClr val="F26B43"/>
          </p15:clr>
        </p15:guide>
        <p15:guide id="6" orient="horz" pos="3974">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691276" y="728743"/>
            <a:ext cx="9683960" cy="895483"/>
          </a:xfrm>
          <a:prstGeom prst="rect">
            <a:avLst/>
          </a:prstGeom>
          <a:noFill/>
        </p:spPr>
        <p:txBody>
          <a:bodyPr vert="horz" wrap="square" lIns="0" tIns="108000" rIns="108000" bIns="36000" rtlCol="0" anchor="ctr">
            <a:noAutofit/>
          </a:bodyPr>
          <a:lstStyle/>
          <a:p>
            <a:r>
              <a:rPr lang="nl-NL"/>
              <a:t>Plaats hier je titel</a:t>
            </a:r>
            <a:br>
              <a:rPr lang="nl-NL"/>
            </a:br>
            <a:r>
              <a:rPr lang="nl-NL"/>
              <a:t>max. 2 regels</a:t>
            </a:r>
          </a:p>
        </p:txBody>
      </p:sp>
      <p:sp>
        <p:nvSpPr>
          <p:cNvPr id="3" name="Tijdelijke aanduiding voor tekst 2"/>
          <p:cNvSpPr>
            <a:spLocks noGrp="1"/>
          </p:cNvSpPr>
          <p:nvPr>
            <p:ph type="body" idx="1"/>
          </p:nvPr>
        </p:nvSpPr>
        <p:spPr>
          <a:xfrm>
            <a:off x="713687" y="1812565"/>
            <a:ext cx="10763435" cy="3972421"/>
          </a:xfrm>
          <a:prstGeom prst="rect">
            <a:avLst/>
          </a:prstGeom>
        </p:spPr>
        <p:txBody>
          <a:bodyPr vert="horz" lIns="0" tIns="0" rIns="0" bIns="0" rtlCol="0">
            <a:noAutofit/>
          </a:bodyPr>
          <a:lstStyle/>
          <a:p>
            <a:pPr lvl="0"/>
            <a:r>
              <a:rPr lang="nl-NL"/>
              <a:t>Klik hier om een bullet te plaatsen.</a:t>
            </a:r>
          </a:p>
          <a:p>
            <a:pPr lvl="1"/>
            <a:r>
              <a:rPr lang="nl-NL"/>
              <a:t>Sub-bullets</a:t>
            </a:r>
          </a:p>
          <a:p>
            <a:pPr lvl="2"/>
            <a:r>
              <a:rPr lang="nl-NL"/>
              <a:t>Leestekst</a:t>
            </a:r>
          </a:p>
          <a:p>
            <a:pPr lvl="3"/>
            <a:r>
              <a:rPr lang="nl-NL"/>
              <a:t>Subtitel</a:t>
            </a:r>
          </a:p>
          <a:p>
            <a:pPr lvl="4"/>
            <a:r>
              <a:rPr lang="nl-NL"/>
              <a:t>Numerieke bullets</a:t>
            </a:r>
          </a:p>
          <a:p>
            <a:pPr lvl="5"/>
            <a:r>
              <a:rPr lang="nl-NL"/>
              <a:t># Abc</a:t>
            </a:r>
          </a:p>
          <a:p>
            <a:pPr lvl="6"/>
            <a:r>
              <a:rPr lang="nl-NL"/>
              <a:t># Bullets</a:t>
            </a:r>
          </a:p>
          <a:p>
            <a:pPr lvl="7"/>
            <a:r>
              <a:rPr lang="nl-NL"/>
              <a:t>Cursief</a:t>
            </a:r>
          </a:p>
          <a:p>
            <a:pPr lvl="8"/>
            <a:r>
              <a:rPr lang="nl-NL"/>
              <a:t>Alt. Subtitel</a:t>
            </a:r>
          </a:p>
        </p:txBody>
      </p:sp>
      <p:grpSp>
        <p:nvGrpSpPr>
          <p:cNvPr id="163" name="GRID" hidden="1">
            <a:extLst>
              <a:ext uri="{FF2B5EF4-FFF2-40B4-BE49-F238E27FC236}">
                <a16:creationId xmlns:a16="http://schemas.microsoft.com/office/drawing/2014/main" id="{B7A3F1E9-B9D7-405F-BCA6-09D445C3BDF7}"/>
              </a:ext>
            </a:extLst>
          </p:cNvPr>
          <p:cNvGrpSpPr/>
          <p:nvPr userDrawn="1"/>
        </p:nvGrpSpPr>
        <p:grpSpPr>
          <a:xfrm>
            <a:off x="-2364488" y="-1026942"/>
            <a:ext cx="15412742" cy="8521105"/>
            <a:chOff x="-2364488" y="-1026942"/>
            <a:chExt cx="15412742" cy="8521105"/>
          </a:xfrm>
        </p:grpSpPr>
        <p:grpSp>
          <p:nvGrpSpPr>
            <p:cNvPr id="59" name="Groep 58">
              <a:extLst>
                <a:ext uri="{FF2B5EF4-FFF2-40B4-BE49-F238E27FC236}">
                  <a16:creationId xmlns:a16="http://schemas.microsoft.com/office/drawing/2014/main" id="{33F48E4A-133D-479A-8800-9EC93DE22894}"/>
                </a:ext>
              </a:extLst>
            </p:cNvPr>
            <p:cNvGrpSpPr/>
            <p:nvPr userDrawn="1"/>
          </p:nvGrpSpPr>
          <p:grpSpPr>
            <a:xfrm>
              <a:off x="-15763" y="-1026942"/>
              <a:ext cx="730640" cy="8521105"/>
              <a:chOff x="-15763" y="-1026942"/>
              <a:chExt cx="730640" cy="8521105"/>
            </a:xfrm>
          </p:grpSpPr>
          <p:cxnSp>
            <p:nvCxnSpPr>
              <p:cNvPr id="41" name="Rechte verbindingslijn 40">
                <a:extLst>
                  <a:ext uri="{FF2B5EF4-FFF2-40B4-BE49-F238E27FC236}">
                    <a16:creationId xmlns:a16="http://schemas.microsoft.com/office/drawing/2014/main" id="{C1A6F3F7-A5ED-4A97-BEC3-756B45FA6685}"/>
                  </a:ext>
                </a:extLst>
              </p:cNvPr>
              <p:cNvCxnSpPr>
                <a:cxnSpLocks/>
              </p:cNvCxnSpPr>
              <p:nvPr userDrawn="1"/>
            </p:nvCxnSpPr>
            <p:spPr>
              <a:xfrm>
                <a:off x="714877" y="-1026942"/>
                <a:ext cx="0" cy="8521105"/>
              </a:xfrm>
              <a:prstGeom prst="line">
                <a:avLst/>
              </a:prstGeom>
            </p:spPr>
            <p:style>
              <a:lnRef idx="1">
                <a:schemeClr val="accent1"/>
              </a:lnRef>
              <a:fillRef idx="0">
                <a:schemeClr val="accent1"/>
              </a:fillRef>
              <a:effectRef idx="0">
                <a:schemeClr val="accent1"/>
              </a:effectRef>
              <a:fontRef idx="minor">
                <a:schemeClr val="tx1"/>
              </a:fontRef>
            </p:style>
          </p:cxnSp>
          <p:cxnSp>
            <p:nvCxnSpPr>
              <p:cNvPr id="105" name="Rechte verbindingslijn 104">
                <a:extLst>
                  <a:ext uri="{FF2B5EF4-FFF2-40B4-BE49-F238E27FC236}">
                    <a16:creationId xmlns:a16="http://schemas.microsoft.com/office/drawing/2014/main" id="{C82D8E75-670D-46D2-848B-A14648C97475}"/>
                  </a:ext>
                </a:extLst>
              </p:cNvPr>
              <p:cNvCxnSpPr>
                <a:cxnSpLocks/>
              </p:cNvCxnSpPr>
              <p:nvPr userDrawn="1"/>
            </p:nvCxnSpPr>
            <p:spPr>
              <a:xfrm>
                <a:off x="-15763" y="-759655"/>
                <a:ext cx="0" cy="8253818"/>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06" name="Groep 105">
              <a:extLst>
                <a:ext uri="{FF2B5EF4-FFF2-40B4-BE49-F238E27FC236}">
                  <a16:creationId xmlns:a16="http://schemas.microsoft.com/office/drawing/2014/main" id="{AEB650FE-90DB-46DF-B68E-0CB3178217D6}"/>
                </a:ext>
              </a:extLst>
            </p:cNvPr>
            <p:cNvGrpSpPr/>
            <p:nvPr userDrawn="1"/>
          </p:nvGrpSpPr>
          <p:grpSpPr>
            <a:xfrm>
              <a:off x="11463099" y="-1026942"/>
              <a:ext cx="730640" cy="8521105"/>
              <a:chOff x="-15763" y="-1026942"/>
              <a:chExt cx="730640" cy="8521105"/>
            </a:xfrm>
          </p:grpSpPr>
          <p:cxnSp>
            <p:nvCxnSpPr>
              <p:cNvPr id="107" name="Rechte verbindingslijn 106">
                <a:extLst>
                  <a:ext uri="{FF2B5EF4-FFF2-40B4-BE49-F238E27FC236}">
                    <a16:creationId xmlns:a16="http://schemas.microsoft.com/office/drawing/2014/main" id="{F2F0D08A-3D2C-4254-B3C0-209D65DBA655}"/>
                  </a:ext>
                </a:extLst>
              </p:cNvPr>
              <p:cNvCxnSpPr>
                <a:cxnSpLocks/>
              </p:cNvCxnSpPr>
              <p:nvPr userDrawn="1"/>
            </p:nvCxnSpPr>
            <p:spPr>
              <a:xfrm>
                <a:off x="714877" y="-1026942"/>
                <a:ext cx="0" cy="8521105"/>
              </a:xfrm>
              <a:prstGeom prst="line">
                <a:avLst/>
              </a:prstGeom>
            </p:spPr>
            <p:style>
              <a:lnRef idx="1">
                <a:schemeClr val="accent1"/>
              </a:lnRef>
              <a:fillRef idx="0">
                <a:schemeClr val="accent1"/>
              </a:fillRef>
              <a:effectRef idx="0">
                <a:schemeClr val="accent1"/>
              </a:effectRef>
              <a:fontRef idx="minor">
                <a:schemeClr val="tx1"/>
              </a:fontRef>
            </p:style>
          </p:cxnSp>
          <p:cxnSp>
            <p:nvCxnSpPr>
              <p:cNvPr id="108" name="Rechte verbindingslijn 107">
                <a:extLst>
                  <a:ext uri="{FF2B5EF4-FFF2-40B4-BE49-F238E27FC236}">
                    <a16:creationId xmlns:a16="http://schemas.microsoft.com/office/drawing/2014/main" id="{FD401FEC-14E5-4C11-95E1-349E78694829}"/>
                  </a:ext>
                </a:extLst>
              </p:cNvPr>
              <p:cNvCxnSpPr>
                <a:cxnSpLocks/>
              </p:cNvCxnSpPr>
              <p:nvPr userDrawn="1"/>
            </p:nvCxnSpPr>
            <p:spPr>
              <a:xfrm>
                <a:off x="-15763" y="-759655"/>
                <a:ext cx="0" cy="8253818"/>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09" name="Groep 108">
              <a:extLst>
                <a:ext uri="{FF2B5EF4-FFF2-40B4-BE49-F238E27FC236}">
                  <a16:creationId xmlns:a16="http://schemas.microsoft.com/office/drawing/2014/main" id="{570E3900-BAC3-441C-85DE-78DEB73AEA74}"/>
                </a:ext>
              </a:extLst>
            </p:cNvPr>
            <p:cNvGrpSpPr/>
            <p:nvPr userDrawn="1"/>
          </p:nvGrpSpPr>
          <p:grpSpPr>
            <a:xfrm rot="16200000">
              <a:off x="4976563" y="-1220429"/>
              <a:ext cx="730640" cy="15412742"/>
              <a:chOff x="-15763" y="-1026942"/>
              <a:chExt cx="730640" cy="8521105"/>
            </a:xfrm>
          </p:grpSpPr>
          <p:cxnSp>
            <p:nvCxnSpPr>
              <p:cNvPr id="110" name="Rechte verbindingslijn 109">
                <a:extLst>
                  <a:ext uri="{FF2B5EF4-FFF2-40B4-BE49-F238E27FC236}">
                    <a16:creationId xmlns:a16="http://schemas.microsoft.com/office/drawing/2014/main" id="{CC5A3476-A3D8-4E60-9DD1-5AB92CBA71F0}"/>
                  </a:ext>
                </a:extLst>
              </p:cNvPr>
              <p:cNvCxnSpPr>
                <a:cxnSpLocks/>
              </p:cNvCxnSpPr>
              <p:nvPr userDrawn="1"/>
            </p:nvCxnSpPr>
            <p:spPr>
              <a:xfrm>
                <a:off x="714877" y="-1026942"/>
                <a:ext cx="0" cy="8521105"/>
              </a:xfrm>
              <a:prstGeom prst="line">
                <a:avLst/>
              </a:prstGeom>
            </p:spPr>
            <p:style>
              <a:lnRef idx="1">
                <a:schemeClr val="accent1"/>
              </a:lnRef>
              <a:fillRef idx="0">
                <a:schemeClr val="accent1"/>
              </a:fillRef>
              <a:effectRef idx="0">
                <a:schemeClr val="accent1"/>
              </a:effectRef>
              <a:fontRef idx="minor">
                <a:schemeClr val="tx1"/>
              </a:fontRef>
            </p:style>
          </p:cxnSp>
          <p:cxnSp>
            <p:nvCxnSpPr>
              <p:cNvPr id="111" name="Rechte verbindingslijn 110">
                <a:extLst>
                  <a:ext uri="{FF2B5EF4-FFF2-40B4-BE49-F238E27FC236}">
                    <a16:creationId xmlns:a16="http://schemas.microsoft.com/office/drawing/2014/main" id="{D95DF359-3A8F-48D8-86D9-DA393EDB5199}"/>
                  </a:ext>
                </a:extLst>
              </p:cNvPr>
              <p:cNvCxnSpPr>
                <a:cxnSpLocks/>
              </p:cNvCxnSpPr>
              <p:nvPr userDrawn="1"/>
            </p:nvCxnSpPr>
            <p:spPr>
              <a:xfrm>
                <a:off x="-15763" y="-759655"/>
                <a:ext cx="0" cy="8253818"/>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12" name="Groep 111">
              <a:extLst>
                <a:ext uri="{FF2B5EF4-FFF2-40B4-BE49-F238E27FC236}">
                  <a16:creationId xmlns:a16="http://schemas.microsoft.com/office/drawing/2014/main" id="{0DF2968A-1110-4625-8745-F5D8D0836B29}"/>
                </a:ext>
              </a:extLst>
            </p:cNvPr>
            <p:cNvGrpSpPr/>
            <p:nvPr userDrawn="1"/>
          </p:nvGrpSpPr>
          <p:grpSpPr>
            <a:xfrm rot="16200000">
              <a:off x="4976563" y="-7352417"/>
              <a:ext cx="730640" cy="15412742"/>
              <a:chOff x="-15763" y="-1026942"/>
              <a:chExt cx="730640" cy="8521105"/>
            </a:xfrm>
          </p:grpSpPr>
          <p:cxnSp>
            <p:nvCxnSpPr>
              <p:cNvPr id="113" name="Rechte verbindingslijn 112">
                <a:extLst>
                  <a:ext uri="{FF2B5EF4-FFF2-40B4-BE49-F238E27FC236}">
                    <a16:creationId xmlns:a16="http://schemas.microsoft.com/office/drawing/2014/main" id="{ED792508-E0C1-4B98-8530-8E37BB1C469F}"/>
                  </a:ext>
                </a:extLst>
              </p:cNvPr>
              <p:cNvCxnSpPr>
                <a:cxnSpLocks/>
              </p:cNvCxnSpPr>
              <p:nvPr userDrawn="1"/>
            </p:nvCxnSpPr>
            <p:spPr>
              <a:xfrm>
                <a:off x="714877" y="-1026942"/>
                <a:ext cx="0" cy="8521105"/>
              </a:xfrm>
              <a:prstGeom prst="line">
                <a:avLst/>
              </a:prstGeom>
            </p:spPr>
            <p:style>
              <a:lnRef idx="1">
                <a:schemeClr val="accent1"/>
              </a:lnRef>
              <a:fillRef idx="0">
                <a:schemeClr val="accent1"/>
              </a:fillRef>
              <a:effectRef idx="0">
                <a:schemeClr val="accent1"/>
              </a:effectRef>
              <a:fontRef idx="minor">
                <a:schemeClr val="tx1"/>
              </a:fontRef>
            </p:style>
          </p:cxnSp>
          <p:cxnSp>
            <p:nvCxnSpPr>
              <p:cNvPr id="114" name="Rechte verbindingslijn 113">
                <a:extLst>
                  <a:ext uri="{FF2B5EF4-FFF2-40B4-BE49-F238E27FC236}">
                    <a16:creationId xmlns:a16="http://schemas.microsoft.com/office/drawing/2014/main" id="{2145719C-4F1A-4F2E-ABFA-A0C81BF5BE6E}"/>
                  </a:ext>
                </a:extLst>
              </p:cNvPr>
              <p:cNvCxnSpPr>
                <a:cxnSpLocks/>
              </p:cNvCxnSpPr>
              <p:nvPr userDrawn="1"/>
            </p:nvCxnSpPr>
            <p:spPr>
              <a:xfrm>
                <a:off x="-15763" y="-759655"/>
                <a:ext cx="0" cy="8253818"/>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15" name="Groep 114">
              <a:extLst>
                <a:ext uri="{FF2B5EF4-FFF2-40B4-BE49-F238E27FC236}">
                  <a16:creationId xmlns:a16="http://schemas.microsoft.com/office/drawing/2014/main" id="{E1A278C0-CE38-4C86-B94C-49F07DE4744C}"/>
                </a:ext>
              </a:extLst>
            </p:cNvPr>
            <p:cNvGrpSpPr/>
            <p:nvPr userDrawn="1"/>
          </p:nvGrpSpPr>
          <p:grpSpPr>
            <a:xfrm rot="16200000">
              <a:off x="4976563" y="-6254443"/>
              <a:ext cx="730640" cy="15412742"/>
              <a:chOff x="-15763" y="-1026942"/>
              <a:chExt cx="730640" cy="8521105"/>
            </a:xfrm>
          </p:grpSpPr>
          <p:cxnSp>
            <p:nvCxnSpPr>
              <p:cNvPr id="116" name="Rechte verbindingslijn 115">
                <a:extLst>
                  <a:ext uri="{FF2B5EF4-FFF2-40B4-BE49-F238E27FC236}">
                    <a16:creationId xmlns:a16="http://schemas.microsoft.com/office/drawing/2014/main" id="{6249E078-02C8-441F-8698-D489CBEEB4B2}"/>
                  </a:ext>
                </a:extLst>
              </p:cNvPr>
              <p:cNvCxnSpPr>
                <a:cxnSpLocks/>
              </p:cNvCxnSpPr>
              <p:nvPr userDrawn="1"/>
            </p:nvCxnSpPr>
            <p:spPr>
              <a:xfrm>
                <a:off x="714877" y="-1026942"/>
                <a:ext cx="0" cy="8521105"/>
              </a:xfrm>
              <a:prstGeom prst="line">
                <a:avLst/>
              </a:prstGeom>
            </p:spPr>
            <p:style>
              <a:lnRef idx="1">
                <a:schemeClr val="accent1"/>
              </a:lnRef>
              <a:fillRef idx="0">
                <a:schemeClr val="accent1"/>
              </a:fillRef>
              <a:effectRef idx="0">
                <a:schemeClr val="accent1"/>
              </a:effectRef>
              <a:fontRef idx="minor">
                <a:schemeClr val="tx1"/>
              </a:fontRef>
            </p:style>
          </p:cxnSp>
          <p:cxnSp>
            <p:nvCxnSpPr>
              <p:cNvPr id="117" name="Rechte verbindingslijn 116">
                <a:extLst>
                  <a:ext uri="{FF2B5EF4-FFF2-40B4-BE49-F238E27FC236}">
                    <a16:creationId xmlns:a16="http://schemas.microsoft.com/office/drawing/2014/main" id="{D68B9ED9-32FC-4F7B-845F-D5E05986CD6A}"/>
                  </a:ext>
                </a:extLst>
              </p:cNvPr>
              <p:cNvCxnSpPr>
                <a:cxnSpLocks/>
              </p:cNvCxnSpPr>
              <p:nvPr userDrawn="1"/>
            </p:nvCxnSpPr>
            <p:spPr>
              <a:xfrm>
                <a:off x="-15763" y="-759655"/>
                <a:ext cx="0" cy="8253818"/>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21" name="Groep 120">
              <a:extLst>
                <a:ext uri="{FF2B5EF4-FFF2-40B4-BE49-F238E27FC236}">
                  <a16:creationId xmlns:a16="http://schemas.microsoft.com/office/drawing/2014/main" id="{3F1BD005-8EBA-4BDE-B4B4-215E20D40B67}"/>
                </a:ext>
              </a:extLst>
            </p:cNvPr>
            <p:cNvGrpSpPr/>
            <p:nvPr userDrawn="1"/>
          </p:nvGrpSpPr>
          <p:grpSpPr>
            <a:xfrm rot="16200000">
              <a:off x="4976563" y="-1556062"/>
              <a:ext cx="730640" cy="15412742"/>
              <a:chOff x="-15763" y="-1026942"/>
              <a:chExt cx="730640" cy="8521105"/>
            </a:xfrm>
          </p:grpSpPr>
          <p:cxnSp>
            <p:nvCxnSpPr>
              <p:cNvPr id="122" name="Rechte verbindingslijn 121">
                <a:extLst>
                  <a:ext uri="{FF2B5EF4-FFF2-40B4-BE49-F238E27FC236}">
                    <a16:creationId xmlns:a16="http://schemas.microsoft.com/office/drawing/2014/main" id="{6514C5D7-B9AA-4232-93BF-99953C68578E}"/>
                  </a:ext>
                </a:extLst>
              </p:cNvPr>
              <p:cNvCxnSpPr>
                <a:cxnSpLocks/>
              </p:cNvCxnSpPr>
              <p:nvPr userDrawn="1"/>
            </p:nvCxnSpPr>
            <p:spPr>
              <a:xfrm>
                <a:off x="714877" y="-1026942"/>
                <a:ext cx="0" cy="8521105"/>
              </a:xfrm>
              <a:prstGeom prst="line">
                <a:avLst/>
              </a:prstGeom>
            </p:spPr>
            <p:style>
              <a:lnRef idx="1">
                <a:schemeClr val="accent1"/>
              </a:lnRef>
              <a:fillRef idx="0">
                <a:schemeClr val="accent1"/>
              </a:fillRef>
              <a:effectRef idx="0">
                <a:schemeClr val="accent1"/>
              </a:effectRef>
              <a:fontRef idx="minor">
                <a:schemeClr val="tx1"/>
              </a:fontRef>
            </p:style>
          </p:cxnSp>
          <p:cxnSp>
            <p:nvCxnSpPr>
              <p:cNvPr id="123" name="Rechte verbindingslijn 122">
                <a:extLst>
                  <a:ext uri="{FF2B5EF4-FFF2-40B4-BE49-F238E27FC236}">
                    <a16:creationId xmlns:a16="http://schemas.microsoft.com/office/drawing/2014/main" id="{347119D7-ED7B-4C35-A4F5-C9E8D66D6751}"/>
                  </a:ext>
                </a:extLst>
              </p:cNvPr>
              <p:cNvCxnSpPr>
                <a:cxnSpLocks/>
              </p:cNvCxnSpPr>
              <p:nvPr userDrawn="1"/>
            </p:nvCxnSpPr>
            <p:spPr>
              <a:xfrm>
                <a:off x="-15763" y="-759655"/>
                <a:ext cx="0" cy="8253818"/>
              </a:xfrm>
              <a:prstGeom prst="line">
                <a:avLst/>
              </a:prstGeom>
            </p:spPr>
            <p:style>
              <a:lnRef idx="1">
                <a:schemeClr val="accent1"/>
              </a:lnRef>
              <a:fillRef idx="0">
                <a:schemeClr val="accent1"/>
              </a:fillRef>
              <a:effectRef idx="0">
                <a:schemeClr val="accent1"/>
              </a:effectRef>
              <a:fontRef idx="minor">
                <a:schemeClr val="tx1"/>
              </a:fontRef>
            </p:style>
          </p:cxnSp>
        </p:grpSp>
      </p:grpSp>
      <p:sp>
        <p:nvSpPr>
          <p:cNvPr id="4" name="Rounded Rectangle 6">
            <a:extLst>
              <a:ext uri="{FF2B5EF4-FFF2-40B4-BE49-F238E27FC236}">
                <a16:creationId xmlns:a16="http://schemas.microsoft.com/office/drawing/2014/main" id="{2C3C2F1E-A095-FBAB-A922-F364B4374564}"/>
              </a:ext>
            </a:extLst>
          </p:cNvPr>
          <p:cNvSpPr/>
          <p:nvPr userDrawn="1"/>
        </p:nvSpPr>
        <p:spPr>
          <a:xfrm>
            <a:off x="11789958" y="6472939"/>
            <a:ext cx="550127" cy="287092"/>
          </a:xfrm>
          <a:prstGeom prst="roundRect">
            <a:avLst>
              <a:gd name="adj" fmla="val 19291"/>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400"/>
          </a:p>
        </p:txBody>
      </p:sp>
      <p:sp>
        <p:nvSpPr>
          <p:cNvPr id="5" name="Rectangle 4">
            <a:extLst>
              <a:ext uri="{FF2B5EF4-FFF2-40B4-BE49-F238E27FC236}">
                <a16:creationId xmlns:a16="http://schemas.microsoft.com/office/drawing/2014/main" id="{D1DE986D-08EC-726A-358B-D92717D976F8}"/>
              </a:ext>
            </a:extLst>
          </p:cNvPr>
          <p:cNvSpPr/>
          <p:nvPr userDrawn="1"/>
        </p:nvSpPr>
        <p:spPr>
          <a:xfrm>
            <a:off x="88187" y="6521030"/>
            <a:ext cx="901209" cy="246221"/>
          </a:xfrm>
          <a:prstGeom prst="rect">
            <a:avLst/>
          </a:prstGeom>
        </p:spPr>
        <p:txBody>
          <a:bodyPr wrap="none">
            <a:spAutoFit/>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000" b="0" i="0">
                <a:solidFill>
                  <a:schemeClr val="bg1">
                    <a:lumMod val="65000"/>
                  </a:schemeClr>
                </a:solidFill>
                <a:latin typeface="Avenir Light" panose="020B0402020203020204" pitchFamily="34" charset="77"/>
              </a:rPr>
              <a:t>© 2024 Xebia</a:t>
            </a:r>
          </a:p>
        </p:txBody>
      </p:sp>
      <p:sp>
        <p:nvSpPr>
          <p:cNvPr id="6" name="TextBox 5">
            <a:extLst>
              <a:ext uri="{FF2B5EF4-FFF2-40B4-BE49-F238E27FC236}">
                <a16:creationId xmlns:a16="http://schemas.microsoft.com/office/drawing/2014/main" id="{F0A366D5-C746-20A9-635B-A0149A95BA18}"/>
              </a:ext>
            </a:extLst>
          </p:cNvPr>
          <p:cNvSpPr txBox="1"/>
          <p:nvPr userDrawn="1"/>
        </p:nvSpPr>
        <p:spPr>
          <a:xfrm>
            <a:off x="11820591" y="6489527"/>
            <a:ext cx="338555" cy="253916"/>
          </a:xfrm>
          <a:prstGeom prst="rect">
            <a:avLst/>
          </a:prstGeom>
          <a:noFill/>
        </p:spPr>
        <p:txBody>
          <a:bodyPr wrap="none" rtlCol="0">
            <a:spAutoFit/>
          </a:bodyPr>
          <a:lstStyle/>
          <a:p>
            <a:pPr algn="ctr"/>
            <a:fld id="{22E5C66C-2254-47AF-86C1-EDB515721934}" type="slidenum">
              <a:rPr lang="en-IN" sz="1000" b="0" i="0" smtClean="0">
                <a:solidFill>
                  <a:schemeClr val="tx1">
                    <a:lumMod val="85000"/>
                    <a:lumOff val="15000"/>
                  </a:schemeClr>
                </a:solidFill>
                <a:latin typeface="Avenir Light" panose="020B0402020203020204" pitchFamily="34" charset="77"/>
              </a:rPr>
              <a:t>‹#›</a:t>
            </a:fld>
            <a:endParaRPr lang="en-IN" sz="1000" b="0" i="0">
              <a:solidFill>
                <a:schemeClr val="tx1">
                  <a:lumMod val="85000"/>
                  <a:lumOff val="15000"/>
                </a:schemeClr>
              </a:solidFill>
              <a:latin typeface="Avenir Light" panose="020B0402020203020204" pitchFamily="34" charset="77"/>
            </a:endParaRPr>
          </a:p>
        </p:txBody>
      </p:sp>
    </p:spTree>
    <p:extLst>
      <p:ext uri="{BB962C8B-B14F-4D97-AF65-F5344CB8AC3E}">
        <p14:creationId xmlns:p14="http://schemas.microsoft.com/office/powerpoint/2010/main" val="3070954386"/>
      </p:ext>
    </p:extLst>
  </p:cSld>
  <p:clrMap bg1="lt1" tx1="dk1" bg2="lt2" tx2="dk2" accent1="accent1" accent2="accent2" accent3="accent3" accent4="accent4" accent5="accent5" accent6="accent6" hlink="hlink" folHlink="folHlink"/>
  <p:sldLayoutIdLst>
    <p:sldLayoutId id="2147483774" r:id="rId1"/>
    <p:sldLayoutId id="2147483775" r:id="rId2"/>
    <p:sldLayoutId id="2147483776" r:id="rId3"/>
    <p:sldLayoutId id="2147483778" r:id="rId4"/>
    <p:sldLayoutId id="2147483928" r:id="rId5"/>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txStyles>
    <p:titleStyle>
      <a:lvl1pPr algn="l" defTabSz="914400" rtl="0" eaLnBrk="1" latinLnBrk="0" hangingPunct="1">
        <a:lnSpc>
          <a:spcPct val="80000"/>
        </a:lnSpc>
        <a:spcBef>
          <a:spcPct val="0"/>
        </a:spcBef>
        <a:buNone/>
        <a:tabLst>
          <a:tab pos="1255713" algn="l"/>
        </a:tabLst>
        <a:defRPr sz="2600" b="0" strike="noStrike" kern="1200" cap="none" spc="0" baseline="0">
          <a:solidFill>
            <a:schemeClr val="accent2"/>
          </a:solidFill>
          <a:latin typeface="+mj-lt"/>
          <a:ea typeface="+mj-ea"/>
          <a:cs typeface="Segoe UI" panose="020B0502040204020203" pitchFamily="34" charset="0"/>
        </a:defRPr>
      </a:lvl1pPr>
    </p:titleStyle>
    <p:bodyStyle>
      <a:lvl1pPr marL="263525" indent="-263525" algn="l" defTabSz="719138" rtl="0" eaLnBrk="1" latinLnBrk="0" hangingPunct="1">
        <a:lnSpc>
          <a:spcPct val="90000"/>
        </a:lnSpc>
        <a:spcBef>
          <a:spcPts val="0"/>
        </a:spcBef>
        <a:spcAft>
          <a:spcPts val="600"/>
        </a:spcAft>
        <a:buClr>
          <a:schemeClr val="accent1"/>
        </a:buClr>
        <a:buSzPct val="100000"/>
        <a:buFont typeface="Segoe UI Light" panose="020B0502040204020203" pitchFamily="34" charset="0"/>
        <a:buChar char="•"/>
        <a:defRPr sz="1400" kern="1200">
          <a:solidFill>
            <a:schemeClr val="accent2"/>
          </a:solidFill>
          <a:latin typeface="+mn-lt"/>
          <a:ea typeface="+mn-ea"/>
          <a:cs typeface="+mn-cs"/>
        </a:defRPr>
      </a:lvl1pPr>
      <a:lvl2pPr marL="449263" indent="-188913" algn="l" defTabSz="719138" rtl="0" eaLnBrk="1" latinLnBrk="0" hangingPunct="1">
        <a:lnSpc>
          <a:spcPct val="90000"/>
        </a:lnSpc>
        <a:spcBef>
          <a:spcPts val="0"/>
        </a:spcBef>
        <a:spcAft>
          <a:spcPts val="1200"/>
        </a:spcAft>
        <a:buClr>
          <a:schemeClr val="accent2"/>
        </a:buClr>
        <a:buSzPct val="100000"/>
        <a:buFont typeface="Arial" panose="020B0604020202020204" pitchFamily="34" charset="0"/>
        <a:buChar char="•"/>
        <a:defRPr sz="1400" i="0" kern="1200">
          <a:solidFill>
            <a:schemeClr val="accent2"/>
          </a:solidFill>
          <a:latin typeface="+mn-lt"/>
          <a:ea typeface="+mn-ea"/>
          <a:cs typeface="+mn-cs"/>
        </a:defRPr>
      </a:lvl2pPr>
      <a:lvl3pPr marL="0" indent="0" algn="l" defTabSz="719138" rtl="0" eaLnBrk="1" latinLnBrk="0" hangingPunct="1">
        <a:lnSpc>
          <a:spcPct val="90000"/>
        </a:lnSpc>
        <a:spcBef>
          <a:spcPts val="0"/>
        </a:spcBef>
        <a:spcAft>
          <a:spcPts val="1200"/>
        </a:spcAft>
        <a:buClr>
          <a:srgbClr val="0070C0"/>
        </a:buClr>
        <a:buSzPct val="85000"/>
        <a:buFont typeface="Arial" panose="020B0604020202020204" pitchFamily="34" charset="0"/>
        <a:buNone/>
        <a:defRPr sz="1400" i="0" kern="1200">
          <a:solidFill>
            <a:schemeClr val="accent2"/>
          </a:solidFill>
          <a:latin typeface="+mn-lt"/>
          <a:ea typeface="+mn-ea"/>
          <a:cs typeface="+mn-cs"/>
        </a:defRPr>
      </a:lvl3pPr>
      <a:lvl4pPr marL="0" indent="0" algn="l" defTabSz="719138" rtl="0" eaLnBrk="1" latinLnBrk="0" hangingPunct="1">
        <a:lnSpc>
          <a:spcPct val="90000"/>
        </a:lnSpc>
        <a:spcBef>
          <a:spcPts val="0"/>
        </a:spcBef>
        <a:spcAft>
          <a:spcPts val="600"/>
        </a:spcAft>
        <a:buFont typeface="Arial" panose="020B0604020202020204" pitchFamily="34" charset="0"/>
        <a:buNone/>
        <a:defRPr sz="1800" b="0" kern="1200" cap="none" spc="0" baseline="0">
          <a:solidFill>
            <a:schemeClr val="accent2"/>
          </a:solidFill>
          <a:latin typeface="+mn-lt"/>
          <a:ea typeface="Source Sans Pro" panose="020B0503030403020204" pitchFamily="34" charset="0"/>
          <a:cs typeface="Calibri" panose="020F0502020204030204" pitchFamily="34" charset="0"/>
        </a:defRPr>
      </a:lvl4pPr>
      <a:lvl5pPr marL="263525" indent="-263525" algn="l" defTabSz="719138" rtl="0" eaLnBrk="1" latinLnBrk="0" hangingPunct="1">
        <a:lnSpc>
          <a:spcPct val="90000"/>
        </a:lnSpc>
        <a:spcBef>
          <a:spcPts val="0"/>
        </a:spcBef>
        <a:spcAft>
          <a:spcPts val="1200"/>
        </a:spcAft>
        <a:buClr>
          <a:schemeClr val="accent1"/>
        </a:buClr>
        <a:buFont typeface="+mj-lt"/>
        <a:buAutoNum type="arabicPeriod"/>
        <a:defRPr sz="1200" i="0" kern="1200">
          <a:solidFill>
            <a:schemeClr val="accent2"/>
          </a:solidFill>
          <a:latin typeface="+mn-lt"/>
          <a:ea typeface="Source Sans Pro Light" panose="020B0403030403020204" pitchFamily="34" charset="0"/>
          <a:cs typeface="+mn-cs"/>
        </a:defRPr>
      </a:lvl5pPr>
      <a:lvl6pPr marL="266700" indent="-266700" algn="l" defTabSz="914400" rtl="0" eaLnBrk="1" latinLnBrk="0" hangingPunct="1">
        <a:lnSpc>
          <a:spcPct val="90000"/>
        </a:lnSpc>
        <a:spcBef>
          <a:spcPts val="0"/>
        </a:spcBef>
        <a:spcAft>
          <a:spcPts val="1200"/>
        </a:spcAft>
        <a:buClr>
          <a:schemeClr val="accent2"/>
        </a:buClr>
        <a:buFont typeface="+mj-lt"/>
        <a:buAutoNum type="alphaLcPeriod"/>
        <a:defRPr sz="1200" b="0" i="0" kern="1200">
          <a:solidFill>
            <a:schemeClr val="accent2"/>
          </a:solidFill>
          <a:latin typeface="+mn-lt"/>
          <a:ea typeface="+mn-ea"/>
          <a:cs typeface="+mn-cs"/>
        </a:defRPr>
      </a:lvl6pPr>
      <a:lvl7pPr marL="538163" indent="-274638" algn="l" defTabSz="914400" rtl="0" eaLnBrk="1" latinLnBrk="0" hangingPunct="1">
        <a:lnSpc>
          <a:spcPct val="90000"/>
        </a:lnSpc>
        <a:spcBef>
          <a:spcPts val="0"/>
        </a:spcBef>
        <a:spcAft>
          <a:spcPts val="1200"/>
        </a:spcAft>
        <a:buClr>
          <a:schemeClr val="accent2"/>
        </a:buClr>
        <a:buFont typeface="Arial" panose="020B0604020202020204" pitchFamily="34" charset="0"/>
        <a:buChar char="•"/>
        <a:defRPr sz="1200" b="0" i="0" kern="1200">
          <a:solidFill>
            <a:schemeClr val="accent2"/>
          </a:solidFill>
          <a:latin typeface="+mn-lt"/>
          <a:ea typeface="+mn-ea"/>
          <a:cs typeface="+mn-cs"/>
        </a:defRPr>
      </a:lvl7pPr>
      <a:lvl8pPr marL="0" indent="0" algn="l" defTabSz="914400" rtl="0" eaLnBrk="1" latinLnBrk="0" hangingPunct="1">
        <a:lnSpc>
          <a:spcPct val="90000"/>
        </a:lnSpc>
        <a:spcBef>
          <a:spcPts val="0"/>
        </a:spcBef>
        <a:spcAft>
          <a:spcPts val="1200"/>
        </a:spcAft>
        <a:buFont typeface="Arial" panose="020B0604020202020204" pitchFamily="34" charset="0"/>
        <a:buNone/>
        <a:defRPr sz="1400" i="1" kern="1200">
          <a:solidFill>
            <a:schemeClr val="accent2"/>
          </a:solidFill>
          <a:latin typeface="Source Sans Pro ExtraLight" panose="020B0604020202020204" pitchFamily="34" charset="0"/>
          <a:ea typeface="+mn-ea"/>
          <a:cs typeface="+mn-cs"/>
        </a:defRPr>
      </a:lvl8pPr>
      <a:lvl9pPr marL="0" indent="0" algn="l" defTabSz="914400" rtl="0" eaLnBrk="1" latinLnBrk="0" hangingPunct="1">
        <a:lnSpc>
          <a:spcPct val="90000"/>
        </a:lnSpc>
        <a:spcBef>
          <a:spcPts val="0"/>
        </a:spcBef>
        <a:spcAft>
          <a:spcPts val="1200"/>
        </a:spcAft>
        <a:buFont typeface="Arial" panose="020B0604020202020204" pitchFamily="34" charset="0"/>
        <a:buNone/>
        <a:defRPr sz="1600" b="0" kern="1200" spc="0" baseline="0">
          <a:solidFill>
            <a:schemeClr val="accent2"/>
          </a:solidFill>
          <a:latin typeface="Source Sans Pro" panose="020B0503030403020204" pitchFamily="34" charset="0"/>
          <a:ea typeface="Source Sans Pro" panose="020B0503030403020204" pitchFamily="34" charset="0"/>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p15:clr>
            <a:srgbClr val="F26B43"/>
          </p15:clr>
        </p15:guide>
        <p15:guide id="2" orient="horz" pos="776">
          <p15:clr>
            <a:srgbClr val="F26B43"/>
          </p15:clr>
        </p15:guide>
        <p15:guide id="3" orient="horz" pos="1002">
          <p15:clr>
            <a:srgbClr val="F26B43"/>
          </p15:clr>
        </p15:guide>
        <p15:guide id="5" orient="horz" pos="3867">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691276" y="728743"/>
            <a:ext cx="9683960" cy="895483"/>
          </a:xfrm>
          <a:prstGeom prst="rect">
            <a:avLst/>
          </a:prstGeom>
          <a:noFill/>
        </p:spPr>
        <p:txBody>
          <a:bodyPr vert="horz" wrap="square" lIns="0" tIns="108000" rIns="108000" bIns="36000" rtlCol="0" anchor="ctr">
            <a:noAutofit/>
          </a:bodyPr>
          <a:lstStyle/>
          <a:p>
            <a:r>
              <a:rPr lang="nl-NL"/>
              <a:t>Plaats hier je titel</a:t>
            </a:r>
            <a:br>
              <a:rPr lang="nl-NL"/>
            </a:br>
            <a:r>
              <a:rPr lang="nl-NL"/>
              <a:t>max. 2 regels</a:t>
            </a:r>
          </a:p>
        </p:txBody>
      </p:sp>
      <p:sp>
        <p:nvSpPr>
          <p:cNvPr id="3" name="Tijdelijke aanduiding voor tekst 2"/>
          <p:cNvSpPr>
            <a:spLocks noGrp="1"/>
          </p:cNvSpPr>
          <p:nvPr>
            <p:ph type="body" idx="1"/>
          </p:nvPr>
        </p:nvSpPr>
        <p:spPr>
          <a:xfrm>
            <a:off x="713687" y="1812565"/>
            <a:ext cx="10763435" cy="3972421"/>
          </a:xfrm>
          <a:prstGeom prst="rect">
            <a:avLst/>
          </a:prstGeom>
        </p:spPr>
        <p:txBody>
          <a:bodyPr vert="horz" lIns="0" tIns="0" rIns="0" bIns="0" rtlCol="0">
            <a:noAutofit/>
          </a:bodyPr>
          <a:lstStyle/>
          <a:p>
            <a:pPr lvl="0"/>
            <a:r>
              <a:rPr lang="nl-NL"/>
              <a:t>Klik hier om een bullet te plaatsen.</a:t>
            </a:r>
          </a:p>
          <a:p>
            <a:pPr lvl="1"/>
            <a:r>
              <a:rPr lang="nl-NL"/>
              <a:t>Sub-bullets</a:t>
            </a:r>
          </a:p>
          <a:p>
            <a:pPr lvl="2"/>
            <a:r>
              <a:rPr lang="nl-NL"/>
              <a:t>Leestekst</a:t>
            </a:r>
          </a:p>
          <a:p>
            <a:pPr lvl="3"/>
            <a:r>
              <a:rPr lang="nl-NL"/>
              <a:t>Subtitel</a:t>
            </a:r>
          </a:p>
          <a:p>
            <a:pPr lvl="4"/>
            <a:r>
              <a:rPr lang="nl-NL"/>
              <a:t>Numerieke bullets</a:t>
            </a:r>
          </a:p>
          <a:p>
            <a:pPr lvl="5"/>
            <a:r>
              <a:rPr lang="nl-NL"/>
              <a:t># Abc</a:t>
            </a:r>
          </a:p>
          <a:p>
            <a:pPr lvl="6"/>
            <a:r>
              <a:rPr lang="nl-NL"/>
              <a:t># Bullets</a:t>
            </a:r>
          </a:p>
          <a:p>
            <a:pPr lvl="7"/>
            <a:r>
              <a:rPr lang="nl-NL"/>
              <a:t>Cursief</a:t>
            </a:r>
          </a:p>
          <a:p>
            <a:pPr lvl="8"/>
            <a:r>
              <a:rPr lang="nl-NL"/>
              <a:t>Alt. Subtitel</a:t>
            </a:r>
          </a:p>
        </p:txBody>
      </p:sp>
      <p:grpSp>
        <p:nvGrpSpPr>
          <p:cNvPr id="163" name="GRID" hidden="1">
            <a:extLst>
              <a:ext uri="{FF2B5EF4-FFF2-40B4-BE49-F238E27FC236}">
                <a16:creationId xmlns:a16="http://schemas.microsoft.com/office/drawing/2014/main" id="{B7A3F1E9-B9D7-405F-BCA6-09D445C3BDF7}"/>
              </a:ext>
            </a:extLst>
          </p:cNvPr>
          <p:cNvGrpSpPr/>
          <p:nvPr userDrawn="1"/>
        </p:nvGrpSpPr>
        <p:grpSpPr>
          <a:xfrm>
            <a:off x="-2364488" y="-1026942"/>
            <a:ext cx="15412742" cy="8521105"/>
            <a:chOff x="-2364488" y="-1026942"/>
            <a:chExt cx="15412742" cy="8521105"/>
          </a:xfrm>
        </p:grpSpPr>
        <p:grpSp>
          <p:nvGrpSpPr>
            <p:cNvPr id="59" name="Groep 58">
              <a:extLst>
                <a:ext uri="{FF2B5EF4-FFF2-40B4-BE49-F238E27FC236}">
                  <a16:creationId xmlns:a16="http://schemas.microsoft.com/office/drawing/2014/main" id="{33F48E4A-133D-479A-8800-9EC93DE22894}"/>
                </a:ext>
              </a:extLst>
            </p:cNvPr>
            <p:cNvGrpSpPr/>
            <p:nvPr userDrawn="1"/>
          </p:nvGrpSpPr>
          <p:grpSpPr>
            <a:xfrm>
              <a:off x="-15763" y="-1026942"/>
              <a:ext cx="730640" cy="8521105"/>
              <a:chOff x="-15763" y="-1026942"/>
              <a:chExt cx="730640" cy="8521105"/>
            </a:xfrm>
          </p:grpSpPr>
          <p:cxnSp>
            <p:nvCxnSpPr>
              <p:cNvPr id="41" name="Rechte verbindingslijn 40">
                <a:extLst>
                  <a:ext uri="{FF2B5EF4-FFF2-40B4-BE49-F238E27FC236}">
                    <a16:creationId xmlns:a16="http://schemas.microsoft.com/office/drawing/2014/main" id="{C1A6F3F7-A5ED-4A97-BEC3-756B45FA6685}"/>
                  </a:ext>
                </a:extLst>
              </p:cNvPr>
              <p:cNvCxnSpPr>
                <a:cxnSpLocks/>
              </p:cNvCxnSpPr>
              <p:nvPr userDrawn="1"/>
            </p:nvCxnSpPr>
            <p:spPr>
              <a:xfrm>
                <a:off x="714877" y="-1026942"/>
                <a:ext cx="0" cy="8521105"/>
              </a:xfrm>
              <a:prstGeom prst="line">
                <a:avLst/>
              </a:prstGeom>
            </p:spPr>
            <p:style>
              <a:lnRef idx="1">
                <a:schemeClr val="accent1"/>
              </a:lnRef>
              <a:fillRef idx="0">
                <a:schemeClr val="accent1"/>
              </a:fillRef>
              <a:effectRef idx="0">
                <a:schemeClr val="accent1"/>
              </a:effectRef>
              <a:fontRef idx="minor">
                <a:schemeClr val="tx1"/>
              </a:fontRef>
            </p:style>
          </p:cxnSp>
          <p:cxnSp>
            <p:nvCxnSpPr>
              <p:cNvPr id="105" name="Rechte verbindingslijn 104">
                <a:extLst>
                  <a:ext uri="{FF2B5EF4-FFF2-40B4-BE49-F238E27FC236}">
                    <a16:creationId xmlns:a16="http://schemas.microsoft.com/office/drawing/2014/main" id="{C82D8E75-670D-46D2-848B-A14648C97475}"/>
                  </a:ext>
                </a:extLst>
              </p:cNvPr>
              <p:cNvCxnSpPr>
                <a:cxnSpLocks/>
              </p:cNvCxnSpPr>
              <p:nvPr userDrawn="1"/>
            </p:nvCxnSpPr>
            <p:spPr>
              <a:xfrm>
                <a:off x="-15763" y="-759655"/>
                <a:ext cx="0" cy="8253818"/>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06" name="Groep 105">
              <a:extLst>
                <a:ext uri="{FF2B5EF4-FFF2-40B4-BE49-F238E27FC236}">
                  <a16:creationId xmlns:a16="http://schemas.microsoft.com/office/drawing/2014/main" id="{AEB650FE-90DB-46DF-B68E-0CB3178217D6}"/>
                </a:ext>
              </a:extLst>
            </p:cNvPr>
            <p:cNvGrpSpPr/>
            <p:nvPr userDrawn="1"/>
          </p:nvGrpSpPr>
          <p:grpSpPr>
            <a:xfrm>
              <a:off x="11463099" y="-1026942"/>
              <a:ext cx="730640" cy="8521105"/>
              <a:chOff x="-15763" y="-1026942"/>
              <a:chExt cx="730640" cy="8521105"/>
            </a:xfrm>
          </p:grpSpPr>
          <p:cxnSp>
            <p:nvCxnSpPr>
              <p:cNvPr id="107" name="Rechte verbindingslijn 106">
                <a:extLst>
                  <a:ext uri="{FF2B5EF4-FFF2-40B4-BE49-F238E27FC236}">
                    <a16:creationId xmlns:a16="http://schemas.microsoft.com/office/drawing/2014/main" id="{F2F0D08A-3D2C-4254-B3C0-209D65DBA655}"/>
                  </a:ext>
                </a:extLst>
              </p:cNvPr>
              <p:cNvCxnSpPr>
                <a:cxnSpLocks/>
              </p:cNvCxnSpPr>
              <p:nvPr userDrawn="1"/>
            </p:nvCxnSpPr>
            <p:spPr>
              <a:xfrm>
                <a:off x="714877" y="-1026942"/>
                <a:ext cx="0" cy="8521105"/>
              </a:xfrm>
              <a:prstGeom prst="line">
                <a:avLst/>
              </a:prstGeom>
            </p:spPr>
            <p:style>
              <a:lnRef idx="1">
                <a:schemeClr val="accent1"/>
              </a:lnRef>
              <a:fillRef idx="0">
                <a:schemeClr val="accent1"/>
              </a:fillRef>
              <a:effectRef idx="0">
                <a:schemeClr val="accent1"/>
              </a:effectRef>
              <a:fontRef idx="minor">
                <a:schemeClr val="tx1"/>
              </a:fontRef>
            </p:style>
          </p:cxnSp>
          <p:cxnSp>
            <p:nvCxnSpPr>
              <p:cNvPr id="108" name="Rechte verbindingslijn 107">
                <a:extLst>
                  <a:ext uri="{FF2B5EF4-FFF2-40B4-BE49-F238E27FC236}">
                    <a16:creationId xmlns:a16="http://schemas.microsoft.com/office/drawing/2014/main" id="{FD401FEC-14E5-4C11-95E1-349E78694829}"/>
                  </a:ext>
                </a:extLst>
              </p:cNvPr>
              <p:cNvCxnSpPr>
                <a:cxnSpLocks/>
              </p:cNvCxnSpPr>
              <p:nvPr userDrawn="1"/>
            </p:nvCxnSpPr>
            <p:spPr>
              <a:xfrm>
                <a:off x="-15763" y="-759655"/>
                <a:ext cx="0" cy="8253818"/>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09" name="Groep 108">
              <a:extLst>
                <a:ext uri="{FF2B5EF4-FFF2-40B4-BE49-F238E27FC236}">
                  <a16:creationId xmlns:a16="http://schemas.microsoft.com/office/drawing/2014/main" id="{570E3900-BAC3-441C-85DE-78DEB73AEA74}"/>
                </a:ext>
              </a:extLst>
            </p:cNvPr>
            <p:cNvGrpSpPr/>
            <p:nvPr userDrawn="1"/>
          </p:nvGrpSpPr>
          <p:grpSpPr>
            <a:xfrm rot="16200000">
              <a:off x="4976563" y="-1220429"/>
              <a:ext cx="730640" cy="15412742"/>
              <a:chOff x="-15763" y="-1026942"/>
              <a:chExt cx="730640" cy="8521105"/>
            </a:xfrm>
          </p:grpSpPr>
          <p:cxnSp>
            <p:nvCxnSpPr>
              <p:cNvPr id="110" name="Rechte verbindingslijn 109">
                <a:extLst>
                  <a:ext uri="{FF2B5EF4-FFF2-40B4-BE49-F238E27FC236}">
                    <a16:creationId xmlns:a16="http://schemas.microsoft.com/office/drawing/2014/main" id="{CC5A3476-A3D8-4E60-9DD1-5AB92CBA71F0}"/>
                  </a:ext>
                </a:extLst>
              </p:cNvPr>
              <p:cNvCxnSpPr>
                <a:cxnSpLocks/>
              </p:cNvCxnSpPr>
              <p:nvPr userDrawn="1"/>
            </p:nvCxnSpPr>
            <p:spPr>
              <a:xfrm>
                <a:off x="714877" y="-1026942"/>
                <a:ext cx="0" cy="8521105"/>
              </a:xfrm>
              <a:prstGeom prst="line">
                <a:avLst/>
              </a:prstGeom>
            </p:spPr>
            <p:style>
              <a:lnRef idx="1">
                <a:schemeClr val="accent1"/>
              </a:lnRef>
              <a:fillRef idx="0">
                <a:schemeClr val="accent1"/>
              </a:fillRef>
              <a:effectRef idx="0">
                <a:schemeClr val="accent1"/>
              </a:effectRef>
              <a:fontRef idx="minor">
                <a:schemeClr val="tx1"/>
              </a:fontRef>
            </p:style>
          </p:cxnSp>
          <p:cxnSp>
            <p:nvCxnSpPr>
              <p:cNvPr id="111" name="Rechte verbindingslijn 110">
                <a:extLst>
                  <a:ext uri="{FF2B5EF4-FFF2-40B4-BE49-F238E27FC236}">
                    <a16:creationId xmlns:a16="http://schemas.microsoft.com/office/drawing/2014/main" id="{D95DF359-3A8F-48D8-86D9-DA393EDB5199}"/>
                  </a:ext>
                </a:extLst>
              </p:cNvPr>
              <p:cNvCxnSpPr>
                <a:cxnSpLocks/>
              </p:cNvCxnSpPr>
              <p:nvPr userDrawn="1"/>
            </p:nvCxnSpPr>
            <p:spPr>
              <a:xfrm>
                <a:off x="-15763" y="-759655"/>
                <a:ext cx="0" cy="8253818"/>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12" name="Groep 111">
              <a:extLst>
                <a:ext uri="{FF2B5EF4-FFF2-40B4-BE49-F238E27FC236}">
                  <a16:creationId xmlns:a16="http://schemas.microsoft.com/office/drawing/2014/main" id="{0DF2968A-1110-4625-8745-F5D8D0836B29}"/>
                </a:ext>
              </a:extLst>
            </p:cNvPr>
            <p:cNvGrpSpPr/>
            <p:nvPr userDrawn="1"/>
          </p:nvGrpSpPr>
          <p:grpSpPr>
            <a:xfrm rot="16200000">
              <a:off x="4976563" y="-7352417"/>
              <a:ext cx="730640" cy="15412742"/>
              <a:chOff x="-15763" y="-1026942"/>
              <a:chExt cx="730640" cy="8521105"/>
            </a:xfrm>
          </p:grpSpPr>
          <p:cxnSp>
            <p:nvCxnSpPr>
              <p:cNvPr id="113" name="Rechte verbindingslijn 112">
                <a:extLst>
                  <a:ext uri="{FF2B5EF4-FFF2-40B4-BE49-F238E27FC236}">
                    <a16:creationId xmlns:a16="http://schemas.microsoft.com/office/drawing/2014/main" id="{ED792508-E0C1-4B98-8530-8E37BB1C469F}"/>
                  </a:ext>
                </a:extLst>
              </p:cNvPr>
              <p:cNvCxnSpPr>
                <a:cxnSpLocks/>
              </p:cNvCxnSpPr>
              <p:nvPr userDrawn="1"/>
            </p:nvCxnSpPr>
            <p:spPr>
              <a:xfrm>
                <a:off x="714877" y="-1026942"/>
                <a:ext cx="0" cy="8521105"/>
              </a:xfrm>
              <a:prstGeom prst="line">
                <a:avLst/>
              </a:prstGeom>
            </p:spPr>
            <p:style>
              <a:lnRef idx="1">
                <a:schemeClr val="accent1"/>
              </a:lnRef>
              <a:fillRef idx="0">
                <a:schemeClr val="accent1"/>
              </a:fillRef>
              <a:effectRef idx="0">
                <a:schemeClr val="accent1"/>
              </a:effectRef>
              <a:fontRef idx="minor">
                <a:schemeClr val="tx1"/>
              </a:fontRef>
            </p:style>
          </p:cxnSp>
          <p:cxnSp>
            <p:nvCxnSpPr>
              <p:cNvPr id="114" name="Rechte verbindingslijn 113">
                <a:extLst>
                  <a:ext uri="{FF2B5EF4-FFF2-40B4-BE49-F238E27FC236}">
                    <a16:creationId xmlns:a16="http://schemas.microsoft.com/office/drawing/2014/main" id="{2145719C-4F1A-4F2E-ABFA-A0C81BF5BE6E}"/>
                  </a:ext>
                </a:extLst>
              </p:cNvPr>
              <p:cNvCxnSpPr>
                <a:cxnSpLocks/>
              </p:cNvCxnSpPr>
              <p:nvPr userDrawn="1"/>
            </p:nvCxnSpPr>
            <p:spPr>
              <a:xfrm>
                <a:off x="-15763" y="-759655"/>
                <a:ext cx="0" cy="8253818"/>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15" name="Groep 114">
              <a:extLst>
                <a:ext uri="{FF2B5EF4-FFF2-40B4-BE49-F238E27FC236}">
                  <a16:creationId xmlns:a16="http://schemas.microsoft.com/office/drawing/2014/main" id="{E1A278C0-CE38-4C86-B94C-49F07DE4744C}"/>
                </a:ext>
              </a:extLst>
            </p:cNvPr>
            <p:cNvGrpSpPr/>
            <p:nvPr userDrawn="1"/>
          </p:nvGrpSpPr>
          <p:grpSpPr>
            <a:xfrm rot="16200000">
              <a:off x="4976563" y="-6254443"/>
              <a:ext cx="730640" cy="15412742"/>
              <a:chOff x="-15763" y="-1026942"/>
              <a:chExt cx="730640" cy="8521105"/>
            </a:xfrm>
          </p:grpSpPr>
          <p:cxnSp>
            <p:nvCxnSpPr>
              <p:cNvPr id="116" name="Rechte verbindingslijn 115">
                <a:extLst>
                  <a:ext uri="{FF2B5EF4-FFF2-40B4-BE49-F238E27FC236}">
                    <a16:creationId xmlns:a16="http://schemas.microsoft.com/office/drawing/2014/main" id="{6249E078-02C8-441F-8698-D489CBEEB4B2}"/>
                  </a:ext>
                </a:extLst>
              </p:cNvPr>
              <p:cNvCxnSpPr>
                <a:cxnSpLocks/>
              </p:cNvCxnSpPr>
              <p:nvPr userDrawn="1"/>
            </p:nvCxnSpPr>
            <p:spPr>
              <a:xfrm>
                <a:off x="714877" y="-1026942"/>
                <a:ext cx="0" cy="8521105"/>
              </a:xfrm>
              <a:prstGeom prst="line">
                <a:avLst/>
              </a:prstGeom>
            </p:spPr>
            <p:style>
              <a:lnRef idx="1">
                <a:schemeClr val="accent1"/>
              </a:lnRef>
              <a:fillRef idx="0">
                <a:schemeClr val="accent1"/>
              </a:fillRef>
              <a:effectRef idx="0">
                <a:schemeClr val="accent1"/>
              </a:effectRef>
              <a:fontRef idx="minor">
                <a:schemeClr val="tx1"/>
              </a:fontRef>
            </p:style>
          </p:cxnSp>
          <p:cxnSp>
            <p:nvCxnSpPr>
              <p:cNvPr id="117" name="Rechte verbindingslijn 116">
                <a:extLst>
                  <a:ext uri="{FF2B5EF4-FFF2-40B4-BE49-F238E27FC236}">
                    <a16:creationId xmlns:a16="http://schemas.microsoft.com/office/drawing/2014/main" id="{D68B9ED9-32FC-4F7B-845F-D5E05986CD6A}"/>
                  </a:ext>
                </a:extLst>
              </p:cNvPr>
              <p:cNvCxnSpPr>
                <a:cxnSpLocks/>
              </p:cNvCxnSpPr>
              <p:nvPr userDrawn="1"/>
            </p:nvCxnSpPr>
            <p:spPr>
              <a:xfrm>
                <a:off x="-15763" y="-759655"/>
                <a:ext cx="0" cy="8253818"/>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21" name="Groep 120">
              <a:extLst>
                <a:ext uri="{FF2B5EF4-FFF2-40B4-BE49-F238E27FC236}">
                  <a16:creationId xmlns:a16="http://schemas.microsoft.com/office/drawing/2014/main" id="{3F1BD005-8EBA-4BDE-B4B4-215E20D40B67}"/>
                </a:ext>
              </a:extLst>
            </p:cNvPr>
            <p:cNvGrpSpPr/>
            <p:nvPr userDrawn="1"/>
          </p:nvGrpSpPr>
          <p:grpSpPr>
            <a:xfrm rot="16200000">
              <a:off x="4976563" y="-1556062"/>
              <a:ext cx="730640" cy="15412742"/>
              <a:chOff x="-15763" y="-1026942"/>
              <a:chExt cx="730640" cy="8521105"/>
            </a:xfrm>
          </p:grpSpPr>
          <p:cxnSp>
            <p:nvCxnSpPr>
              <p:cNvPr id="122" name="Rechte verbindingslijn 121">
                <a:extLst>
                  <a:ext uri="{FF2B5EF4-FFF2-40B4-BE49-F238E27FC236}">
                    <a16:creationId xmlns:a16="http://schemas.microsoft.com/office/drawing/2014/main" id="{6514C5D7-B9AA-4232-93BF-99953C68578E}"/>
                  </a:ext>
                </a:extLst>
              </p:cNvPr>
              <p:cNvCxnSpPr>
                <a:cxnSpLocks/>
              </p:cNvCxnSpPr>
              <p:nvPr userDrawn="1"/>
            </p:nvCxnSpPr>
            <p:spPr>
              <a:xfrm>
                <a:off x="714877" y="-1026942"/>
                <a:ext cx="0" cy="8521105"/>
              </a:xfrm>
              <a:prstGeom prst="line">
                <a:avLst/>
              </a:prstGeom>
            </p:spPr>
            <p:style>
              <a:lnRef idx="1">
                <a:schemeClr val="accent1"/>
              </a:lnRef>
              <a:fillRef idx="0">
                <a:schemeClr val="accent1"/>
              </a:fillRef>
              <a:effectRef idx="0">
                <a:schemeClr val="accent1"/>
              </a:effectRef>
              <a:fontRef idx="minor">
                <a:schemeClr val="tx1"/>
              </a:fontRef>
            </p:style>
          </p:cxnSp>
          <p:cxnSp>
            <p:nvCxnSpPr>
              <p:cNvPr id="123" name="Rechte verbindingslijn 122">
                <a:extLst>
                  <a:ext uri="{FF2B5EF4-FFF2-40B4-BE49-F238E27FC236}">
                    <a16:creationId xmlns:a16="http://schemas.microsoft.com/office/drawing/2014/main" id="{347119D7-ED7B-4C35-A4F5-C9E8D66D6751}"/>
                  </a:ext>
                </a:extLst>
              </p:cNvPr>
              <p:cNvCxnSpPr>
                <a:cxnSpLocks/>
              </p:cNvCxnSpPr>
              <p:nvPr userDrawn="1"/>
            </p:nvCxnSpPr>
            <p:spPr>
              <a:xfrm>
                <a:off x="-15763" y="-759655"/>
                <a:ext cx="0" cy="8253818"/>
              </a:xfrm>
              <a:prstGeom prst="line">
                <a:avLst/>
              </a:prstGeom>
            </p:spPr>
            <p:style>
              <a:lnRef idx="1">
                <a:schemeClr val="accent1"/>
              </a:lnRef>
              <a:fillRef idx="0">
                <a:schemeClr val="accent1"/>
              </a:fillRef>
              <a:effectRef idx="0">
                <a:schemeClr val="accent1"/>
              </a:effectRef>
              <a:fontRef idx="minor">
                <a:schemeClr val="tx1"/>
              </a:fontRef>
            </p:style>
          </p:cxnSp>
        </p:grpSp>
      </p:grpSp>
      <p:sp>
        <p:nvSpPr>
          <p:cNvPr id="4" name="Rounded Rectangle 6">
            <a:extLst>
              <a:ext uri="{FF2B5EF4-FFF2-40B4-BE49-F238E27FC236}">
                <a16:creationId xmlns:a16="http://schemas.microsoft.com/office/drawing/2014/main" id="{2C3C2F1E-A095-FBAB-A922-F364B4374564}"/>
              </a:ext>
            </a:extLst>
          </p:cNvPr>
          <p:cNvSpPr/>
          <p:nvPr userDrawn="1"/>
        </p:nvSpPr>
        <p:spPr>
          <a:xfrm>
            <a:off x="11789958" y="6472939"/>
            <a:ext cx="550127" cy="287092"/>
          </a:xfrm>
          <a:prstGeom prst="roundRect">
            <a:avLst>
              <a:gd name="adj" fmla="val 19291"/>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400"/>
          </a:p>
        </p:txBody>
      </p:sp>
      <p:sp>
        <p:nvSpPr>
          <p:cNvPr id="5" name="Rectangle 4">
            <a:extLst>
              <a:ext uri="{FF2B5EF4-FFF2-40B4-BE49-F238E27FC236}">
                <a16:creationId xmlns:a16="http://schemas.microsoft.com/office/drawing/2014/main" id="{D1DE986D-08EC-726A-358B-D92717D976F8}"/>
              </a:ext>
            </a:extLst>
          </p:cNvPr>
          <p:cNvSpPr/>
          <p:nvPr userDrawn="1"/>
        </p:nvSpPr>
        <p:spPr>
          <a:xfrm>
            <a:off x="88187" y="6521030"/>
            <a:ext cx="901209" cy="246221"/>
          </a:xfrm>
          <a:prstGeom prst="rect">
            <a:avLst/>
          </a:prstGeom>
        </p:spPr>
        <p:txBody>
          <a:bodyPr wrap="none">
            <a:spAutoFit/>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000" b="0" i="0">
                <a:solidFill>
                  <a:schemeClr val="bg1">
                    <a:lumMod val="65000"/>
                  </a:schemeClr>
                </a:solidFill>
                <a:latin typeface="Avenir Light" panose="020B0402020203020204" pitchFamily="34" charset="77"/>
              </a:rPr>
              <a:t>© 2023 Xebia</a:t>
            </a:r>
          </a:p>
        </p:txBody>
      </p:sp>
      <p:sp>
        <p:nvSpPr>
          <p:cNvPr id="6" name="TextBox 5">
            <a:extLst>
              <a:ext uri="{FF2B5EF4-FFF2-40B4-BE49-F238E27FC236}">
                <a16:creationId xmlns:a16="http://schemas.microsoft.com/office/drawing/2014/main" id="{F0A366D5-C746-20A9-635B-A0149A95BA18}"/>
              </a:ext>
            </a:extLst>
          </p:cNvPr>
          <p:cNvSpPr txBox="1"/>
          <p:nvPr userDrawn="1"/>
        </p:nvSpPr>
        <p:spPr>
          <a:xfrm>
            <a:off x="11820591" y="6489527"/>
            <a:ext cx="338555" cy="253916"/>
          </a:xfrm>
          <a:prstGeom prst="rect">
            <a:avLst/>
          </a:prstGeom>
          <a:noFill/>
        </p:spPr>
        <p:txBody>
          <a:bodyPr wrap="none" rtlCol="0">
            <a:spAutoFit/>
          </a:bodyPr>
          <a:lstStyle/>
          <a:p>
            <a:pPr algn="ctr"/>
            <a:fld id="{22E5C66C-2254-47AF-86C1-EDB515721934}" type="slidenum">
              <a:rPr lang="en-IN" sz="1000" b="0" i="0" smtClean="0">
                <a:solidFill>
                  <a:schemeClr val="tx1">
                    <a:lumMod val="85000"/>
                    <a:lumOff val="15000"/>
                  </a:schemeClr>
                </a:solidFill>
                <a:latin typeface="Avenir Light" panose="020B0402020203020204" pitchFamily="34" charset="77"/>
              </a:rPr>
              <a:t>‹#›</a:t>
            </a:fld>
            <a:endParaRPr lang="en-IN" sz="1000" b="0" i="0">
              <a:solidFill>
                <a:schemeClr val="tx1">
                  <a:lumMod val="85000"/>
                  <a:lumOff val="15000"/>
                </a:schemeClr>
              </a:solidFill>
              <a:latin typeface="Avenir Light" panose="020B0402020203020204" pitchFamily="34" charset="77"/>
            </a:endParaRPr>
          </a:p>
        </p:txBody>
      </p:sp>
    </p:spTree>
    <p:extLst>
      <p:ext uri="{BB962C8B-B14F-4D97-AF65-F5344CB8AC3E}">
        <p14:creationId xmlns:p14="http://schemas.microsoft.com/office/powerpoint/2010/main" val="3731036370"/>
      </p:ext>
    </p:extLst>
  </p:cSld>
  <p:clrMap bg1="lt1" tx1="dk1" bg2="lt2" tx2="dk2" accent1="accent1" accent2="accent2" accent3="accent3" accent4="accent4" accent5="accent5" accent6="accent6" hlink="hlink" folHlink="folHlink"/>
  <p:sldLayoutIdLst>
    <p:sldLayoutId id="2147483933" r:id="rId1"/>
    <p:sldLayoutId id="2147483934" r:id="rId2"/>
    <p:sldLayoutId id="2147483935" r:id="rId3"/>
    <p:sldLayoutId id="2147483936" r:id="rId4"/>
    <p:sldLayoutId id="2147483937" r:id="rId5"/>
    <p:sldLayoutId id="2147483938" r:id="rId6"/>
    <p:sldLayoutId id="2147483939" r:id="rId7"/>
    <p:sldLayoutId id="2147483940" r:id="rId8"/>
    <p:sldLayoutId id="2147483941" r:id="rId9"/>
    <p:sldLayoutId id="2147483942" r:id="rId10"/>
    <p:sldLayoutId id="2147483943" r:id="rId11"/>
    <p:sldLayoutId id="2147483944" r:id="rId12"/>
    <p:sldLayoutId id="2147483945" r:id="rId13"/>
    <p:sldLayoutId id="2147483946" r:id="rId14"/>
    <p:sldLayoutId id="2147483947" r:id="rId15"/>
    <p:sldLayoutId id="2147483948" r:id="rId16"/>
    <p:sldLayoutId id="2147483949" r:id="rId17"/>
    <p:sldLayoutId id="2147483950" r:id="rId18"/>
    <p:sldLayoutId id="2147483951" r:id="rId19"/>
    <p:sldLayoutId id="2147483952" r:id="rId20"/>
    <p:sldLayoutId id="2147483953" r:id="rId21"/>
    <p:sldLayoutId id="2147483954" r:id="rId22"/>
    <p:sldLayoutId id="2147483955" r:id="rId23"/>
    <p:sldLayoutId id="2147483956" r:id="rId24"/>
    <p:sldLayoutId id="2147483957" r:id="rId25"/>
    <p:sldLayoutId id="2147483958" r:id="rId26"/>
    <p:sldLayoutId id="2147483959" r:id="rId27"/>
    <p:sldLayoutId id="2147483960" r:id="rId28"/>
    <p:sldLayoutId id="2147483961" r:id="rId29"/>
    <p:sldLayoutId id="2147483962" r:id="rId30"/>
    <p:sldLayoutId id="2147483963" r:id="rId31"/>
    <p:sldLayoutId id="2147483964" r:id="rId32"/>
    <p:sldLayoutId id="2147483965" r:id="rId33"/>
    <p:sldLayoutId id="2147483966" r:id="rId34"/>
    <p:sldLayoutId id="2147483967" r:id="rId35"/>
    <p:sldLayoutId id="2147483968" r:id="rId36"/>
    <p:sldLayoutId id="2147483969" r:id="rId37"/>
    <p:sldLayoutId id="2147483970" r:id="rId38"/>
    <p:sldLayoutId id="2147483971" r:id="rId39"/>
    <p:sldLayoutId id="2147483972" r:id="rId40"/>
    <p:sldLayoutId id="2147483973" r:id="rId41"/>
    <p:sldLayoutId id="2147483974" r:id="rId42"/>
    <p:sldLayoutId id="2147483975" r:id="rId43"/>
    <p:sldLayoutId id="2147483976" r:id="rId44"/>
    <p:sldLayoutId id="2147483977" r:id="rId45"/>
    <p:sldLayoutId id="2147483978" r:id="rId46"/>
    <p:sldLayoutId id="2147483979" r:id="rId47"/>
    <p:sldLayoutId id="2147483980" r:id="rId48"/>
    <p:sldLayoutId id="2147483981" r:id="rId49"/>
    <p:sldLayoutId id="2147483982" r:id="rId50"/>
    <p:sldLayoutId id="2147483983" r:id="rId51"/>
    <p:sldLayoutId id="2147483984" r:id="rId52"/>
    <p:sldLayoutId id="2147483985" r:id="rId53"/>
    <p:sldLayoutId id="2147483986" r:id="rId54"/>
    <p:sldLayoutId id="2147483987" r:id="rId55"/>
    <p:sldLayoutId id="2147483988" r:id="rId56"/>
    <p:sldLayoutId id="2147483989" r:id="rId57"/>
    <p:sldLayoutId id="2147483990" r:id="rId58"/>
    <p:sldLayoutId id="2147483991" r:id="rId59"/>
    <p:sldLayoutId id="2147483992" r:id="rId60"/>
    <p:sldLayoutId id="2147483993" r:id="rId61"/>
    <p:sldLayoutId id="2147483994" r:id="rId62"/>
    <p:sldLayoutId id="2147483995" r:id="rId63"/>
    <p:sldLayoutId id="2147483996" r:id="rId64"/>
    <p:sldLayoutId id="2147483997" r:id="rId65"/>
    <p:sldLayoutId id="2147483998" r:id="rId66"/>
    <p:sldLayoutId id="2147483999" r:id="rId67"/>
    <p:sldLayoutId id="2147484000" r:id="rId68"/>
    <p:sldLayoutId id="2147484001" r:id="rId69"/>
    <p:sldLayoutId id="2147484003" r:id="rId70"/>
    <p:sldLayoutId id="2147484005" r:id="rId71"/>
    <p:sldLayoutId id="2147484006" r:id="rId72"/>
    <p:sldLayoutId id="2147484007" r:id="rId73"/>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txStyles>
    <p:titleStyle>
      <a:lvl1pPr algn="l" defTabSz="914400" rtl="0" eaLnBrk="1" latinLnBrk="0" hangingPunct="1">
        <a:lnSpc>
          <a:spcPct val="80000"/>
        </a:lnSpc>
        <a:spcBef>
          <a:spcPct val="0"/>
        </a:spcBef>
        <a:buNone/>
        <a:tabLst>
          <a:tab pos="1255713" algn="l"/>
        </a:tabLst>
        <a:defRPr sz="2600" b="0" strike="noStrike" kern="1200" cap="none" spc="0" baseline="0">
          <a:solidFill>
            <a:schemeClr val="accent2"/>
          </a:solidFill>
          <a:latin typeface="+mj-lt"/>
          <a:ea typeface="+mj-ea"/>
          <a:cs typeface="Segoe UI" panose="020B0502040204020203" pitchFamily="34" charset="0"/>
        </a:defRPr>
      </a:lvl1pPr>
    </p:titleStyle>
    <p:bodyStyle>
      <a:lvl1pPr marL="263525" indent="-263525" algn="l" defTabSz="719138" rtl="0" eaLnBrk="1" latinLnBrk="0" hangingPunct="1">
        <a:lnSpc>
          <a:spcPct val="90000"/>
        </a:lnSpc>
        <a:spcBef>
          <a:spcPts val="0"/>
        </a:spcBef>
        <a:spcAft>
          <a:spcPts val="600"/>
        </a:spcAft>
        <a:buClr>
          <a:schemeClr val="accent1"/>
        </a:buClr>
        <a:buSzPct val="100000"/>
        <a:buFont typeface="Segoe UI Light" panose="020B0502040204020203" pitchFamily="34" charset="0"/>
        <a:buChar char="•"/>
        <a:defRPr sz="1400" kern="1200">
          <a:solidFill>
            <a:schemeClr val="accent2"/>
          </a:solidFill>
          <a:latin typeface="+mn-lt"/>
          <a:ea typeface="+mn-ea"/>
          <a:cs typeface="+mn-cs"/>
        </a:defRPr>
      </a:lvl1pPr>
      <a:lvl2pPr marL="449263" indent="-188913" algn="l" defTabSz="719138" rtl="0" eaLnBrk="1" latinLnBrk="0" hangingPunct="1">
        <a:lnSpc>
          <a:spcPct val="90000"/>
        </a:lnSpc>
        <a:spcBef>
          <a:spcPts val="0"/>
        </a:spcBef>
        <a:spcAft>
          <a:spcPts val="1200"/>
        </a:spcAft>
        <a:buClr>
          <a:schemeClr val="accent2"/>
        </a:buClr>
        <a:buSzPct val="100000"/>
        <a:buFont typeface="Arial" panose="020B0604020202020204" pitchFamily="34" charset="0"/>
        <a:buChar char="•"/>
        <a:defRPr sz="1400" i="0" kern="1200">
          <a:solidFill>
            <a:schemeClr val="accent2"/>
          </a:solidFill>
          <a:latin typeface="+mn-lt"/>
          <a:ea typeface="+mn-ea"/>
          <a:cs typeface="+mn-cs"/>
        </a:defRPr>
      </a:lvl2pPr>
      <a:lvl3pPr marL="0" indent="0" algn="l" defTabSz="719138" rtl="0" eaLnBrk="1" latinLnBrk="0" hangingPunct="1">
        <a:lnSpc>
          <a:spcPct val="90000"/>
        </a:lnSpc>
        <a:spcBef>
          <a:spcPts val="0"/>
        </a:spcBef>
        <a:spcAft>
          <a:spcPts val="1200"/>
        </a:spcAft>
        <a:buClr>
          <a:srgbClr val="0070C0"/>
        </a:buClr>
        <a:buSzPct val="85000"/>
        <a:buFont typeface="Arial" panose="020B0604020202020204" pitchFamily="34" charset="0"/>
        <a:buNone/>
        <a:defRPr sz="1400" i="0" kern="1200">
          <a:solidFill>
            <a:schemeClr val="accent2"/>
          </a:solidFill>
          <a:latin typeface="+mn-lt"/>
          <a:ea typeface="+mn-ea"/>
          <a:cs typeface="+mn-cs"/>
        </a:defRPr>
      </a:lvl3pPr>
      <a:lvl4pPr marL="0" indent="0" algn="l" defTabSz="719138" rtl="0" eaLnBrk="1" latinLnBrk="0" hangingPunct="1">
        <a:lnSpc>
          <a:spcPct val="90000"/>
        </a:lnSpc>
        <a:spcBef>
          <a:spcPts val="0"/>
        </a:spcBef>
        <a:spcAft>
          <a:spcPts val="600"/>
        </a:spcAft>
        <a:buFont typeface="Arial" panose="020B0604020202020204" pitchFamily="34" charset="0"/>
        <a:buNone/>
        <a:defRPr sz="1800" b="0" kern="1200" cap="none" spc="0" baseline="0">
          <a:solidFill>
            <a:schemeClr val="accent2"/>
          </a:solidFill>
          <a:latin typeface="+mn-lt"/>
          <a:ea typeface="Source Sans Pro" panose="020B0503030403020204" pitchFamily="34" charset="0"/>
          <a:cs typeface="Calibri" panose="020F0502020204030204" pitchFamily="34" charset="0"/>
        </a:defRPr>
      </a:lvl4pPr>
      <a:lvl5pPr marL="263525" indent="-263525" algn="l" defTabSz="719138" rtl="0" eaLnBrk="1" latinLnBrk="0" hangingPunct="1">
        <a:lnSpc>
          <a:spcPct val="90000"/>
        </a:lnSpc>
        <a:spcBef>
          <a:spcPts val="0"/>
        </a:spcBef>
        <a:spcAft>
          <a:spcPts val="1200"/>
        </a:spcAft>
        <a:buClr>
          <a:schemeClr val="accent1"/>
        </a:buClr>
        <a:buFont typeface="+mj-lt"/>
        <a:buAutoNum type="arabicPeriod"/>
        <a:defRPr sz="1200" i="0" kern="1200">
          <a:solidFill>
            <a:schemeClr val="accent2"/>
          </a:solidFill>
          <a:latin typeface="+mn-lt"/>
          <a:ea typeface="Source Sans Pro Light" panose="020B0403030403020204" pitchFamily="34" charset="0"/>
          <a:cs typeface="+mn-cs"/>
        </a:defRPr>
      </a:lvl5pPr>
      <a:lvl6pPr marL="266700" indent="-266700" algn="l" defTabSz="914400" rtl="0" eaLnBrk="1" latinLnBrk="0" hangingPunct="1">
        <a:lnSpc>
          <a:spcPct val="90000"/>
        </a:lnSpc>
        <a:spcBef>
          <a:spcPts val="0"/>
        </a:spcBef>
        <a:spcAft>
          <a:spcPts val="1200"/>
        </a:spcAft>
        <a:buClr>
          <a:schemeClr val="accent2"/>
        </a:buClr>
        <a:buFont typeface="+mj-lt"/>
        <a:buAutoNum type="alphaLcPeriod"/>
        <a:defRPr sz="1200" b="0" i="0" kern="1200">
          <a:solidFill>
            <a:schemeClr val="accent2"/>
          </a:solidFill>
          <a:latin typeface="+mn-lt"/>
          <a:ea typeface="+mn-ea"/>
          <a:cs typeface="+mn-cs"/>
        </a:defRPr>
      </a:lvl6pPr>
      <a:lvl7pPr marL="538163" indent="-274638" algn="l" defTabSz="914400" rtl="0" eaLnBrk="1" latinLnBrk="0" hangingPunct="1">
        <a:lnSpc>
          <a:spcPct val="90000"/>
        </a:lnSpc>
        <a:spcBef>
          <a:spcPts val="0"/>
        </a:spcBef>
        <a:spcAft>
          <a:spcPts val="1200"/>
        </a:spcAft>
        <a:buClr>
          <a:schemeClr val="accent2"/>
        </a:buClr>
        <a:buFont typeface="Arial" panose="020B0604020202020204" pitchFamily="34" charset="0"/>
        <a:buChar char="•"/>
        <a:defRPr sz="1200" b="0" i="0" kern="1200">
          <a:solidFill>
            <a:schemeClr val="accent2"/>
          </a:solidFill>
          <a:latin typeface="+mn-lt"/>
          <a:ea typeface="+mn-ea"/>
          <a:cs typeface="+mn-cs"/>
        </a:defRPr>
      </a:lvl7pPr>
      <a:lvl8pPr marL="0" indent="0" algn="l" defTabSz="914400" rtl="0" eaLnBrk="1" latinLnBrk="0" hangingPunct="1">
        <a:lnSpc>
          <a:spcPct val="90000"/>
        </a:lnSpc>
        <a:spcBef>
          <a:spcPts val="0"/>
        </a:spcBef>
        <a:spcAft>
          <a:spcPts val="1200"/>
        </a:spcAft>
        <a:buFont typeface="Arial" panose="020B0604020202020204" pitchFamily="34" charset="0"/>
        <a:buNone/>
        <a:defRPr sz="1400" i="1" kern="1200">
          <a:solidFill>
            <a:schemeClr val="accent2"/>
          </a:solidFill>
          <a:latin typeface="Source Sans Pro ExtraLight" panose="020B0604020202020204" pitchFamily="34" charset="0"/>
          <a:ea typeface="+mn-ea"/>
          <a:cs typeface="+mn-cs"/>
        </a:defRPr>
      </a:lvl8pPr>
      <a:lvl9pPr marL="0" indent="0" algn="l" defTabSz="914400" rtl="0" eaLnBrk="1" latinLnBrk="0" hangingPunct="1">
        <a:lnSpc>
          <a:spcPct val="90000"/>
        </a:lnSpc>
        <a:spcBef>
          <a:spcPts val="0"/>
        </a:spcBef>
        <a:spcAft>
          <a:spcPts val="1200"/>
        </a:spcAft>
        <a:buFont typeface="Arial" panose="020B0604020202020204" pitchFamily="34" charset="0"/>
        <a:buNone/>
        <a:defRPr sz="1600" b="0" kern="1200" spc="0" baseline="0">
          <a:solidFill>
            <a:schemeClr val="accent2"/>
          </a:solidFill>
          <a:latin typeface="Source Sans Pro" panose="020B0503030403020204" pitchFamily="34" charset="0"/>
          <a:ea typeface="Source Sans Pro" panose="020B0503030403020204" pitchFamily="34" charset="0"/>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p15:clr>
            <a:srgbClr val="F26B43"/>
          </p15:clr>
        </p15:guide>
        <p15:guide id="2" orient="horz" pos="776">
          <p15:clr>
            <a:srgbClr val="F26B43"/>
          </p15:clr>
        </p15:guide>
        <p15:guide id="3" orient="horz" pos="1002">
          <p15:clr>
            <a:srgbClr val="F26B43"/>
          </p15:clr>
        </p15:guide>
        <p15:guide id="5" orient="horz" pos="3867">
          <p15:clr>
            <a:srgbClr val="F26B43"/>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3663FBB-EF9F-3E1B-108D-63CA29DF62AE}"/>
              </a:ext>
            </a:extLst>
          </p:cNvPr>
          <p:cNvSpPr>
            <a:spLocks noGrp="1"/>
          </p:cNvSpPr>
          <p:nvPr>
            <p:ph type="body" idx="1"/>
          </p:nvPr>
        </p:nvSpPr>
        <p:spPr>
          <a:xfrm>
            <a:off x="550863" y="1825625"/>
            <a:ext cx="11093450" cy="4483100"/>
          </a:xfrm>
          <a:prstGeom prst="rect">
            <a:avLst/>
          </a:prstGeom>
        </p:spPr>
        <p:txBody>
          <a:bodyPr vert="horz" lIns="0" tIns="0" rIns="0" bIns="0" rtlCol="0">
            <a:normAutofit/>
          </a:bodyPr>
          <a:lstStyle/>
          <a:p>
            <a:pPr lvl="0"/>
            <a:r>
              <a:rPr lang="en-GB"/>
              <a:t>Click to edit Master text styles</a:t>
            </a:r>
          </a:p>
          <a:p>
            <a:pPr lvl="1"/>
            <a:r>
              <a:rPr lang="en-GB"/>
              <a:t>Second level</a:t>
            </a:r>
          </a:p>
          <a:p>
            <a:pPr lvl="2"/>
            <a:r>
              <a:rPr lang="en-GB"/>
              <a:t>Third level</a:t>
            </a:r>
          </a:p>
        </p:txBody>
      </p:sp>
      <p:sp>
        <p:nvSpPr>
          <p:cNvPr id="10" name="Slide Number Placeholder 5">
            <a:extLst>
              <a:ext uri="{FF2B5EF4-FFF2-40B4-BE49-F238E27FC236}">
                <a16:creationId xmlns:a16="http://schemas.microsoft.com/office/drawing/2014/main" id="{26E93499-EFB0-CC96-CEB4-CEDC25EC9175}"/>
              </a:ext>
            </a:extLst>
          </p:cNvPr>
          <p:cNvSpPr>
            <a:spLocks noGrp="1"/>
          </p:cNvSpPr>
          <p:nvPr>
            <p:ph type="sldNum" sz="quarter" idx="4"/>
          </p:nvPr>
        </p:nvSpPr>
        <p:spPr>
          <a:xfrm>
            <a:off x="11641138" y="6311096"/>
            <a:ext cx="550862" cy="546904"/>
          </a:xfrm>
          <a:prstGeom prst="rect">
            <a:avLst/>
          </a:prstGeom>
        </p:spPr>
        <p:txBody>
          <a:bodyPr anchor="ctr"/>
          <a:lstStyle>
            <a:lvl1pPr algn="ctr">
              <a:defRPr sz="1200">
                <a:solidFill>
                  <a:schemeClr val="accent5"/>
                </a:solidFill>
              </a:defRPr>
            </a:lvl1pPr>
          </a:lstStyle>
          <a:p>
            <a:fld id="{B55D9570-D3FC-6D43-AC32-D988B1849109}" type="slidenum">
              <a:rPr lang="en-PL" smtClean="0"/>
              <a:pPr/>
              <a:t>‹#›</a:t>
            </a:fld>
            <a:endParaRPr lang="en-PL"/>
          </a:p>
        </p:txBody>
      </p:sp>
      <p:sp>
        <p:nvSpPr>
          <p:cNvPr id="11" name="Title Placeholder 10">
            <a:extLst>
              <a:ext uri="{FF2B5EF4-FFF2-40B4-BE49-F238E27FC236}">
                <a16:creationId xmlns:a16="http://schemas.microsoft.com/office/drawing/2014/main" id="{1B2BDAE8-5075-CC4B-53CB-FB986C283285}"/>
              </a:ext>
            </a:extLst>
          </p:cNvPr>
          <p:cNvSpPr>
            <a:spLocks noGrp="1"/>
          </p:cNvSpPr>
          <p:nvPr>
            <p:ph type="title"/>
          </p:nvPr>
        </p:nvSpPr>
        <p:spPr>
          <a:xfrm>
            <a:off x="554038" y="549476"/>
            <a:ext cx="11090275" cy="1131687"/>
          </a:xfrm>
          <a:prstGeom prst="rect">
            <a:avLst/>
          </a:prstGeom>
        </p:spPr>
        <p:txBody>
          <a:bodyPr vert="horz" lIns="0" tIns="0" rIns="0" bIns="0" rtlCol="0" anchor="t">
            <a:normAutofit/>
          </a:bodyPr>
          <a:lstStyle/>
          <a:p>
            <a:r>
              <a:rPr lang="es-ES"/>
              <a:t>Haga clic para modificar el estilo de título del patrón</a:t>
            </a:r>
            <a:endParaRPr lang="en-PL"/>
          </a:p>
        </p:txBody>
      </p:sp>
    </p:spTree>
    <p:extLst>
      <p:ext uri="{BB962C8B-B14F-4D97-AF65-F5344CB8AC3E}">
        <p14:creationId xmlns:p14="http://schemas.microsoft.com/office/powerpoint/2010/main" val="457351951"/>
      </p:ext>
    </p:extLst>
  </p:cSld>
  <p:clrMap bg1="lt1" tx1="dk1" bg2="lt2" tx2="dk2" accent1="accent1" accent2="accent2" accent3="accent3" accent4="accent4" accent5="accent5" accent6="accent6" hlink="hlink" folHlink="folHlink"/>
  <p:sldLayoutIdLst>
    <p:sldLayoutId id="2147484009" r:id="rId1"/>
    <p:sldLayoutId id="2147484010" r:id="rId2"/>
    <p:sldLayoutId id="2147484011" r:id="rId3"/>
    <p:sldLayoutId id="2147484012" r:id="rId4"/>
    <p:sldLayoutId id="2147484013" r:id="rId5"/>
    <p:sldLayoutId id="2147484014" r:id="rId6"/>
    <p:sldLayoutId id="2147484015" r:id="rId7"/>
    <p:sldLayoutId id="2147484016" r:id="rId8"/>
    <p:sldLayoutId id="2147484017" r:id="rId9"/>
    <p:sldLayoutId id="2147484018" r:id="rId10"/>
    <p:sldLayoutId id="2147484019" r:id="rId11"/>
    <p:sldLayoutId id="2147484020" r:id="rId12"/>
    <p:sldLayoutId id="2147484021" r:id="rId13"/>
    <p:sldLayoutId id="2147484022" r:id="rId14"/>
    <p:sldLayoutId id="2147484023" r:id="rId15"/>
  </p:sldLayoutIdLst>
  <p:hf hdr="0" ftr="0" dt="0"/>
  <p:txStyles>
    <p:titleStyle>
      <a:lvl1pPr algn="l" defTabSz="914400" rtl="0" eaLnBrk="1" latinLnBrk="0" hangingPunct="1">
        <a:lnSpc>
          <a:spcPct val="90000"/>
        </a:lnSpc>
        <a:spcBef>
          <a:spcPct val="0"/>
        </a:spcBef>
        <a:buNone/>
        <a:defRPr sz="3000" b="1"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9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P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pos="347">
          <p15:clr>
            <a:srgbClr val="F26B43"/>
          </p15:clr>
        </p15:guide>
        <p15:guide id="4" pos="7333">
          <p15:clr>
            <a:srgbClr val="F26B43"/>
          </p15:clr>
        </p15:guide>
        <p15:guide id="5" orient="horz" pos="346">
          <p15:clr>
            <a:srgbClr val="F26B43"/>
          </p15:clr>
        </p15:guide>
        <p15:guide id="6" orient="horz" pos="3974">
          <p15:clr>
            <a:srgbClr val="F26B43"/>
          </p15:clr>
        </p15:guide>
      </p15:sldGuideLst>
    </p:ext>
  </p:extLst>
</p:sldMaster>
</file>

<file path=ppt/slides/_rels/slide9.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22.jpeg"/></Relationships>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CE270-CC30-82E9-8FF8-63FC1CB9F95B}"/>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53BBA0C-20F8-445C-16E8-25475C392950}"/>
              </a:ext>
            </a:extLst>
          </p:cNvPr>
          <p:cNvSpPr>
            <a:spLocks noGrp="1"/>
          </p:cNvSpPr>
          <p:nvPr>
            <p:ph type="sldNum" sz="quarter" idx="10"/>
          </p:nvPr>
        </p:nvSpPr>
        <p:spPr/>
        <p:txBody>
          <a:bodyPr/>
          <a:lstStyle/>
          <a:p>
            <a:fld id="{4EE75B84-B7E0-4C4B-AC9D-894B0C074E7C}" type="slidenum">
              <a:rPr lang="en-PL" smtClean="0"/>
              <a:pPr/>
              <a:t>9</a:t>
            </a:fld>
            <a:endParaRPr lang="en-PL"/>
          </a:p>
        </p:txBody>
      </p:sp>
      <p:pic>
        <p:nvPicPr>
          <p:cNvPr id="7" name="Picture Placeholder 6" descr="A room with a table and chairs and a bicycle&#10;&#10;AI-generated content may be incorrect.">
            <a:extLst>
              <a:ext uri="{FF2B5EF4-FFF2-40B4-BE49-F238E27FC236}">
                <a16:creationId xmlns:a16="http://schemas.microsoft.com/office/drawing/2014/main" id="{E0C4DD13-A255-342B-A2C0-B3CFD09EBDC9}"/>
              </a:ext>
            </a:extLst>
          </p:cNvPr>
          <p:cNvPicPr>
            <a:picLocks noGrp="1" noChangeAspect="1"/>
          </p:cNvPicPr>
          <p:nvPr>
            <p:ph type="pic" sz="quarter" idx="12"/>
          </p:nvPr>
        </p:nvPicPr>
        <p:blipFill>
          <a:blip r:embed="rId2">
            <a:extLst>
              <a:ext uri="{28A0092B-C50C-407E-A947-70E740481C1C}">
                <a14:useLocalDpi xmlns:a14="http://schemas.microsoft.com/office/drawing/2010/main" val="0"/>
              </a:ext>
            </a:extLst>
          </a:blip>
          <a:srcRect l="17011" r="17011"/>
          <a:stretch>
            <a:fillRect/>
          </a:stretch>
        </p:blipFill>
        <p:spPr/>
      </p:pic>
      <p:sp>
        <p:nvSpPr>
          <p:cNvPr id="4" name="Title 3">
            <a:extLst>
              <a:ext uri="{FF2B5EF4-FFF2-40B4-BE49-F238E27FC236}">
                <a16:creationId xmlns:a16="http://schemas.microsoft.com/office/drawing/2014/main" id="{A531B5EE-7D3F-B320-8A1B-59EA7F6E6CE3}"/>
              </a:ext>
            </a:extLst>
          </p:cNvPr>
          <p:cNvSpPr>
            <a:spLocks noGrp="1"/>
          </p:cNvSpPr>
          <p:nvPr>
            <p:ph type="title"/>
          </p:nvPr>
        </p:nvSpPr>
        <p:spPr>
          <a:xfrm>
            <a:off x="6007865" y="2809825"/>
            <a:ext cx="5540400" cy="798091"/>
          </a:xfrm>
        </p:spPr>
        <p:txBody>
          <a:bodyPr>
            <a:normAutofit fontScale="90000"/>
          </a:bodyPr>
          <a:lstStyle/>
          <a:p>
            <a:r>
              <a:rPr lang="en-US"/>
              <a:t>Xebia’s proven experience in improving employee efficiency for DSM</a:t>
            </a:r>
            <a:endParaRPr lang="en-IN"/>
          </a:p>
        </p:txBody>
      </p:sp>
    </p:spTree>
    <p:extLst>
      <p:ext uri="{BB962C8B-B14F-4D97-AF65-F5344CB8AC3E}">
        <p14:creationId xmlns:p14="http://schemas.microsoft.com/office/powerpoint/2010/main" val="4049062767"/>
      </p:ext>
    </p:extLst>
  </p:cSld>
  <p:clrMapOvr>
    <a:masterClrMapping/>
  </p:clrMapOvr>
</p:sld>
</file>

<file path=ppt/theme/theme1.xml><?xml version="1.0" encoding="utf-8"?>
<a:theme xmlns:a="http://schemas.openxmlformats.org/drawingml/2006/main" name="4_Custom Design">
  <a:themeElements>
    <a:clrScheme name="Xebia">
      <a:dk1>
        <a:srgbClr val="595959"/>
      </a:dk1>
      <a:lt1>
        <a:srgbClr val="FFFFFF"/>
      </a:lt1>
      <a:dk2>
        <a:srgbClr val="6C1D5F"/>
      </a:dk2>
      <a:lt2>
        <a:srgbClr val="E7E6E6"/>
      </a:lt2>
      <a:accent1>
        <a:srgbClr val="491E47"/>
      </a:accent1>
      <a:accent2>
        <a:srgbClr val="5C4F61"/>
      </a:accent2>
      <a:accent3>
        <a:srgbClr val="9D92B2"/>
      </a:accent3>
      <a:accent4>
        <a:srgbClr val="F7F8FC"/>
      </a:accent4>
      <a:accent5>
        <a:srgbClr val="A1A1A1"/>
      </a:accent5>
      <a:accent6>
        <a:srgbClr val="222222"/>
      </a:accent6>
      <a:hlink>
        <a:srgbClr val="06A99C"/>
      </a:hlink>
      <a:folHlink>
        <a:srgbClr val="FF61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4" id="{D0CF30C0-046A-754F-8837-E9AE9AAB34A8}" vid="{063F94BA-A1EB-EC42-BDF6-3BAE2419E3B7}"/>
    </a:ext>
  </a:extLst>
</a:theme>
</file>

<file path=ppt/theme/theme2.xml><?xml version="1.0" encoding="utf-8"?>
<a:theme xmlns:a="http://schemas.openxmlformats.org/drawingml/2006/main" name="Custom Design">
  <a:themeElements>
    <a:clrScheme name="Xebia">
      <a:dk1>
        <a:srgbClr val="595959"/>
      </a:dk1>
      <a:lt1>
        <a:srgbClr val="FFFFFF"/>
      </a:lt1>
      <a:dk2>
        <a:srgbClr val="6C1D5F"/>
      </a:dk2>
      <a:lt2>
        <a:srgbClr val="E7E6E6"/>
      </a:lt2>
      <a:accent1>
        <a:srgbClr val="491E47"/>
      </a:accent1>
      <a:accent2>
        <a:srgbClr val="5C4F61"/>
      </a:accent2>
      <a:accent3>
        <a:srgbClr val="9D92B2"/>
      </a:accent3>
      <a:accent4>
        <a:srgbClr val="F7F8FC"/>
      </a:accent4>
      <a:accent5>
        <a:srgbClr val="A1A1A1"/>
      </a:accent5>
      <a:accent6>
        <a:srgbClr val="222222"/>
      </a:accent6>
      <a:hlink>
        <a:srgbClr val="06A99C"/>
      </a:hlink>
      <a:folHlink>
        <a:srgbClr val="FF61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4" id="{D0CF30C0-046A-754F-8837-E9AE9AAB34A8}" vid="{063F94BA-A1EB-EC42-BDF6-3BAE2419E3B7}"/>
    </a:ext>
  </a:extLst>
</a:theme>
</file>

<file path=ppt/theme/theme3.xml><?xml version="1.0" encoding="utf-8"?>
<a:theme xmlns:a="http://schemas.openxmlformats.org/drawingml/2006/main" name="1_Custom Design">
  <a:themeElements>
    <a:clrScheme name="Xebia">
      <a:dk1>
        <a:srgbClr val="595959"/>
      </a:dk1>
      <a:lt1>
        <a:srgbClr val="FFFFFF"/>
      </a:lt1>
      <a:dk2>
        <a:srgbClr val="6C1D5F"/>
      </a:dk2>
      <a:lt2>
        <a:srgbClr val="E7E6E6"/>
      </a:lt2>
      <a:accent1>
        <a:srgbClr val="491E47"/>
      </a:accent1>
      <a:accent2>
        <a:srgbClr val="5C4F61"/>
      </a:accent2>
      <a:accent3>
        <a:srgbClr val="9D92B2"/>
      </a:accent3>
      <a:accent4>
        <a:srgbClr val="F7F8FC"/>
      </a:accent4>
      <a:accent5>
        <a:srgbClr val="A1A1A1"/>
      </a:accent5>
      <a:accent6>
        <a:srgbClr val="222222"/>
      </a:accent6>
      <a:hlink>
        <a:srgbClr val="06A99C"/>
      </a:hlink>
      <a:folHlink>
        <a:srgbClr val="FF61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Xebia_General-Template" id="{3A3596FD-712F-EC47-9572-2B59B8CB8EA8}" vid="{F0AE8EBE-D646-C64F-95C3-AB2D6B78FA73}"/>
    </a:ext>
  </a:extLst>
</a:theme>
</file>

<file path=ppt/theme/theme4.xml><?xml version="1.0" encoding="utf-8"?>
<a:theme xmlns:a="http://schemas.openxmlformats.org/drawingml/2006/main" name="3_www.pptsolutions.nl">
  <a:themeElements>
    <a:clrScheme name="Aangepast 8">
      <a:dk1>
        <a:sysClr val="windowText" lastClr="000000"/>
      </a:dk1>
      <a:lt1>
        <a:sysClr val="window" lastClr="FFFFFF"/>
      </a:lt1>
      <a:dk2>
        <a:srgbClr val="000000"/>
      </a:dk2>
      <a:lt2>
        <a:srgbClr val="FFFFFF"/>
      </a:lt2>
      <a:accent1>
        <a:srgbClr val="6C1D5F"/>
      </a:accent1>
      <a:accent2>
        <a:srgbClr val="5A5A5A"/>
      </a:accent2>
      <a:accent3>
        <a:srgbClr val="A1A1A1"/>
      </a:accent3>
      <a:accent4>
        <a:srgbClr val="DEDEDE"/>
      </a:accent4>
      <a:accent5>
        <a:srgbClr val="06A99C"/>
      </a:accent5>
      <a:accent6>
        <a:srgbClr val="9D92B2"/>
      </a:accent6>
      <a:hlink>
        <a:srgbClr val="06A99C"/>
      </a:hlink>
      <a:folHlink>
        <a:srgbClr val="6C1D5F"/>
      </a:folHlink>
    </a:clrScheme>
    <a:fontScheme name="Aangepast 4">
      <a:majorFont>
        <a:latin typeface="Proxima Nova Rg"/>
        <a:ea typeface=""/>
        <a:cs typeface=""/>
      </a:majorFont>
      <a:minorFont>
        <a:latin typeface="Proxima Nova Rg"/>
        <a:ea typeface=""/>
        <a:cs typeface=""/>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Xebia_Business Proposal Template" id="{5771A26C-E0D0-4105-AE74-ED4B7A87339F}" vid="{AB4D58E1-D7F8-45DF-806A-9A13955E919E}"/>
    </a:ext>
  </a:extLst>
</a:theme>
</file>

<file path=ppt/theme/theme5.xml><?xml version="1.0" encoding="utf-8"?>
<a:theme xmlns:a="http://schemas.openxmlformats.org/drawingml/2006/main" name="2_www.pptsolutions.nl">
  <a:themeElements>
    <a:clrScheme name="Aangepast 8">
      <a:dk1>
        <a:sysClr val="windowText" lastClr="000000"/>
      </a:dk1>
      <a:lt1>
        <a:sysClr val="window" lastClr="FFFFFF"/>
      </a:lt1>
      <a:dk2>
        <a:srgbClr val="000000"/>
      </a:dk2>
      <a:lt2>
        <a:srgbClr val="FFFFFF"/>
      </a:lt2>
      <a:accent1>
        <a:srgbClr val="6C1D5F"/>
      </a:accent1>
      <a:accent2>
        <a:srgbClr val="5A5A5A"/>
      </a:accent2>
      <a:accent3>
        <a:srgbClr val="A1A1A1"/>
      </a:accent3>
      <a:accent4>
        <a:srgbClr val="DEDEDE"/>
      </a:accent4>
      <a:accent5>
        <a:srgbClr val="06A99C"/>
      </a:accent5>
      <a:accent6>
        <a:srgbClr val="9D92B2"/>
      </a:accent6>
      <a:hlink>
        <a:srgbClr val="06A99C"/>
      </a:hlink>
      <a:folHlink>
        <a:srgbClr val="6C1D5F"/>
      </a:folHlink>
    </a:clrScheme>
    <a:fontScheme name="Aangepast 4">
      <a:majorFont>
        <a:latin typeface="Proxima Nova Rg"/>
        <a:ea typeface=""/>
        <a:cs typeface=""/>
      </a:majorFont>
      <a:minorFont>
        <a:latin typeface="Proxima Nova Rg"/>
        <a:ea typeface=""/>
        <a:cs typeface=""/>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Xebia_Business Proposal Template" id="{5771A26C-E0D0-4105-AE74-ED4B7A87339F}" vid="{AB4D58E1-D7F8-45DF-806A-9A13955E919E}"/>
    </a:ext>
  </a:extLst>
</a:theme>
</file>

<file path=ppt/theme/theme6.xml><?xml version="1.0" encoding="utf-8"?>
<a:theme xmlns:a="http://schemas.openxmlformats.org/drawingml/2006/main" name="5_Custom Design">
  <a:themeElements>
    <a:clrScheme name="Xebia">
      <a:dk1>
        <a:srgbClr val="595959"/>
      </a:dk1>
      <a:lt1>
        <a:srgbClr val="FFFFFF"/>
      </a:lt1>
      <a:dk2>
        <a:srgbClr val="6C1D5F"/>
      </a:dk2>
      <a:lt2>
        <a:srgbClr val="E7E6E6"/>
      </a:lt2>
      <a:accent1>
        <a:srgbClr val="491E47"/>
      </a:accent1>
      <a:accent2>
        <a:srgbClr val="5C4F61"/>
      </a:accent2>
      <a:accent3>
        <a:srgbClr val="9D92B2"/>
      </a:accent3>
      <a:accent4>
        <a:srgbClr val="F7F8FC"/>
      </a:accent4>
      <a:accent5>
        <a:srgbClr val="A1A1A1"/>
      </a:accent5>
      <a:accent6>
        <a:srgbClr val="222222"/>
      </a:accent6>
      <a:hlink>
        <a:srgbClr val="06A99C"/>
      </a:hlink>
      <a:folHlink>
        <a:srgbClr val="FF6100"/>
      </a:folHlink>
    </a:clrScheme>
    <a:fontScheme name="Custom 1">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Xebia_General-Template" id="{3A3596FD-712F-EC47-9572-2B59B8CB8EA8}" vid="{F0AE8EBE-D646-C64F-95C3-AB2D6B78FA73}"/>
    </a:ext>
  </a:ext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8f578845-8e5b-4a88-8295-25710be39c8f">
      <Terms xmlns="http://schemas.microsoft.com/office/infopath/2007/PartnerControls"/>
    </lcf76f155ced4ddcb4097134ff3c332f>
    <TaxCatchAll xmlns="c5831695-3cc1-41b5-b7e8-7fdf8644eee1"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21CEA1FF30FAAD43833D4BD414A91064" ma:contentTypeVersion="19" ma:contentTypeDescription="Een nieuw document maken." ma:contentTypeScope="" ma:versionID="10b930522a9a4cc9492da3d78562dbd0">
  <xsd:schema xmlns:xsd="http://www.w3.org/2001/XMLSchema" xmlns:xs="http://www.w3.org/2001/XMLSchema" xmlns:p="http://schemas.microsoft.com/office/2006/metadata/properties" xmlns:ns2="8f578845-8e5b-4a88-8295-25710be39c8f" xmlns:ns3="c5831695-3cc1-41b5-b7e8-7fdf8644eee1" targetNamespace="http://schemas.microsoft.com/office/2006/metadata/properties" ma:root="true" ma:fieldsID="782fcba77690c713115064bc8777b1be" ns2:_="" ns3:_="">
    <xsd:import namespace="8f578845-8e5b-4a88-8295-25710be39c8f"/>
    <xsd:import namespace="c5831695-3cc1-41b5-b7e8-7fdf8644eee1"/>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KeyPoints" minOccurs="0"/>
                <xsd:element ref="ns2:MediaServiceKeyPoints" minOccurs="0"/>
                <xsd:element ref="ns2:MediaServiceOCR" minOccurs="0"/>
                <xsd:element ref="ns2:MediaServiceGenerationTime" minOccurs="0"/>
                <xsd:element ref="ns2:MediaServiceEventHashCode"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SearchProperties" minOccurs="0"/>
                <xsd:element ref="ns2:MediaServiceObjectDetectorVersions" minOccurs="0"/>
                <xsd:element ref="ns2:MediaServiceLoca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f578845-8e5b-4a88-8295-25710be39c8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KeyPoints" ma:index="11" nillable="true" ma:displayName="MediaServiceAutoKeyPoints" ma:hidden="true" ma:internalName="MediaServiceAutoKeyPoints" ma:readOnly="true">
      <xsd:simpleType>
        <xsd:restriction base="dms:Note"/>
      </xsd:simpleType>
    </xsd:element>
    <xsd:element name="MediaServiceKeyPoints" ma:index="12" nillable="true" ma:displayName="KeyPoints" ma:internalName="MediaServiceKeyPoints" ma:readOnly="true">
      <xsd:simpleType>
        <xsd:restriction base="dms:Note">
          <xsd:maxLength value="255"/>
        </xsd:restriction>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Length (seconds)" ma:internalName="MediaLengthInSeconds" ma:readOnly="true">
      <xsd:simpleType>
        <xsd:restriction base="dms:Unknown"/>
      </xsd:simpleType>
    </xsd:element>
    <xsd:element name="lcf76f155ced4ddcb4097134ff3c332f" ma:index="20" nillable="true" ma:taxonomy="true" ma:internalName="lcf76f155ced4ddcb4097134ff3c332f" ma:taxonomyFieldName="MediaServiceImageTags" ma:displayName="Afbeeldingtags" ma:readOnly="false" ma:fieldId="{5cf76f15-5ced-4ddc-b409-7134ff3c332f}" ma:taxonomyMulti="true" ma:sspId="28eca5aa-3823-4333-92a0-adf3de86d962" ma:termSetId="09814cd3-568e-fe90-9814-8d621ff8fb84" ma:anchorId="fba54fb3-c3e1-fe81-a776-ca4b69148c4d" ma:open="true" ma:isKeyword="false">
      <xsd:complexType>
        <xsd:sequence>
          <xsd:element ref="pc:Terms" minOccurs="0" maxOccurs="1"/>
        </xsd:sequence>
      </xsd:complex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element name="MediaServiceBillingMetadata" ma:index="25"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5831695-3cc1-41b5-b7e8-7fdf8644eee1" elementFormDefault="qualified">
    <xsd:import namespace="http://schemas.microsoft.com/office/2006/documentManagement/types"/>
    <xsd:import namespace="http://schemas.microsoft.com/office/infopath/2007/PartnerControls"/>
    <xsd:element name="SharedWithUsers" ma:index="17"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Gedeeld met details" ma:internalName="SharedWithDetails" ma:readOnly="true">
      <xsd:simpleType>
        <xsd:restriction base="dms:Note">
          <xsd:maxLength value="255"/>
        </xsd:restriction>
      </xsd:simpleType>
    </xsd:element>
    <xsd:element name="TaxCatchAll" ma:index="21" nillable="true" ma:displayName="Taxonomy Catch All Column" ma:hidden="true" ma:list="{91d0e8cf-e731-4069-84af-b5025172ba89}" ma:internalName="TaxCatchAll" ma:showField="CatchAllData" ma:web="c5831695-3cc1-41b5-b7e8-7fdf8644eee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B7E70F2-A7C5-4293-B701-3F965E6D4FDC}">
  <ds:schemaRefs>
    <ds:schemaRef ds:uri="http://schemas.microsoft.com/sharepoint/v3/contenttype/forms"/>
  </ds:schemaRefs>
</ds:datastoreItem>
</file>

<file path=customXml/itemProps2.xml><?xml version="1.0" encoding="utf-8"?>
<ds:datastoreItem xmlns:ds="http://schemas.openxmlformats.org/officeDocument/2006/customXml" ds:itemID="{6DF5961A-4DD4-4691-A170-D547C980E1D6}">
  <ds:schemaRefs>
    <ds:schemaRef ds:uri="8f578845-8e5b-4a88-8295-25710be39c8f"/>
    <ds:schemaRef ds:uri="c5831695-3cc1-41b5-b7e8-7fdf8644eee1"/>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78F5CED8-30B8-42C9-8B8F-9AA5D88E5CC2}">
  <ds:schemaRefs>
    <ds:schemaRef ds:uri="8f578845-8e5b-4a88-8295-25710be39c8f"/>
    <ds:schemaRef ds:uri="c5831695-3cc1-41b5-b7e8-7fdf8644eee1"/>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35</Slides>
  <Notes>26</Notes>
  <HiddenSlides>1</HiddenSlides>
  <ScaleCrop>false</ScaleCrop>
  <HeadingPairs>
    <vt:vector size="4" baseType="variant">
      <vt:variant>
        <vt:lpstr>Theme</vt:lpstr>
      </vt:variant>
      <vt:variant>
        <vt:i4>6</vt:i4>
      </vt:variant>
      <vt:variant>
        <vt:lpstr>Slide Titles</vt:lpstr>
      </vt:variant>
      <vt:variant>
        <vt:i4>35</vt:i4>
      </vt:variant>
    </vt:vector>
  </HeadingPairs>
  <TitlesOfParts>
    <vt:vector size="41" baseType="lpstr">
      <vt:lpstr>4_Custom Design</vt:lpstr>
      <vt:lpstr>Custom Design</vt:lpstr>
      <vt:lpstr>1_Custom Design</vt:lpstr>
      <vt:lpstr>3_www.pptsolutions.nl</vt:lpstr>
      <vt:lpstr>2_www.pptsolutions.nl</vt:lpstr>
      <vt:lpstr>5_Custom Design</vt:lpstr>
      <vt:lpstr> Empowering Retail Giants with Xebia’s Data &amp; AI Capabilities</vt:lpstr>
      <vt:lpstr>Data Intelligence Outcome Map</vt:lpstr>
      <vt:lpstr>Empowering Retail Giants with Databricks toTransform Customer Experience, Workforce Efficiency, and Supply Chain Agility</vt:lpstr>
      <vt:lpstr>Empowering Retail Giants with Databricks toTransform Customer Experience, Workforce Efficiency, and Supply Chain Agility</vt:lpstr>
      <vt:lpstr>PowerPoint Presentation</vt:lpstr>
      <vt:lpstr>PowerPoint Presentation</vt:lpstr>
      <vt:lpstr>PowerPoint Presentation</vt:lpstr>
      <vt:lpstr>PowerPoint Presentation</vt:lpstr>
      <vt:lpstr>Xebia’s proven experience in improving employee efficiency for DSM</vt:lpstr>
      <vt:lpstr>PowerPoint Presentation</vt:lpstr>
      <vt:lpstr>Turning Customer Data into Revenue Streams with Personalized Experiences</vt:lpstr>
      <vt:lpstr>PowerPoint Presentation</vt:lpstr>
      <vt:lpstr>PowerPoint Presentation</vt:lpstr>
      <vt:lpstr>PowerPoint Presentation</vt:lpstr>
      <vt:lpstr>PowerPoint Presentation</vt:lpstr>
      <vt:lpstr>PowerPoint Presentation</vt:lpstr>
      <vt:lpstr>PowerPoint Presentation</vt:lpstr>
      <vt:lpstr>Driving Revenue Growth with Customer Insights and Experience Personalization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Driving Resilient Supply Chains through Demand &amp; Inventory Optimization</vt:lpstr>
      <vt:lpstr>PowerPoint Presentation</vt:lpstr>
      <vt:lpstr>PowerPoint Presentation</vt:lpstr>
      <vt:lpstr>PowerPoint Presentation</vt:lpstr>
      <vt:lpstr>PowerPoint Presentation</vt:lpstr>
      <vt:lpstr>PowerPoint Presentation</vt:lpstr>
      <vt:lpstr>Strengthening Supply Chains with Resilient Supplier Collaboration &amp; Integrated Risk Management</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Vandita Tiwari</dc:creator>
  <cp:revision>2</cp:revision>
  <dcterms:created xsi:type="dcterms:W3CDTF">2025-07-08T11:38:48Z</dcterms:created>
  <dcterms:modified xsi:type="dcterms:W3CDTF">2026-08-18T11:57:46Z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0x01010021CEA1FF30FAAD43833D4BD414A91064</vt:lpwstr>
  </property>
  <property fmtid="{D5CDD505-2E9C-101B-9397-08002B2CF9AE}" pid="3" name="MediaServiceImageTags">
    <vt:lpwstr/>
  </property>
</Properties>
</file>